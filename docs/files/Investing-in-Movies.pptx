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8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4" r:id="rId14"/>
    <p:sldId id="279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74" r:id="rId23"/>
    <p:sldId id="275" r:id="rId24"/>
    <p:sldId id="277" r:id="rId25"/>
    <p:sldId id="276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avid\Favorites\HUJI\excel\mini%20proj\Excel%20Final%20Project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david\Favorites\HUJI\excel\mini%20proj\Excel%20Final%20Project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david\Favorites\HUJI\excel\mini%20proj\Excel%20Final%20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b="0" dirty="0">
                <a:latin typeface="+mj-lt"/>
              </a:rPr>
              <a:t>Movies Releases per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YEARCOUNT!$B$1</c:f>
              <c:strCache>
                <c:ptCount val="1"/>
                <c:pt idx="0">
                  <c:v>Count of Years (Release Date)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6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A17-4454-8581-3DC32E1C2F85}"/>
              </c:ext>
            </c:extLst>
          </c:dPt>
          <c:dPt>
            <c:idx val="6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A17-4454-8581-3DC32E1C2F85}"/>
              </c:ext>
            </c:extLst>
          </c:dPt>
          <c:dPt>
            <c:idx val="6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A17-4454-8581-3DC32E1C2F85}"/>
              </c:ext>
            </c:extLst>
          </c:dPt>
          <c:dPt>
            <c:idx val="6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A17-4454-8581-3DC32E1C2F85}"/>
              </c:ext>
            </c:extLst>
          </c:dPt>
          <c:dPt>
            <c:idx val="6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A17-4454-8581-3DC32E1C2F85}"/>
              </c:ext>
            </c:extLst>
          </c:dPt>
          <c:dPt>
            <c:idx val="6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A17-4454-8581-3DC32E1C2F85}"/>
              </c:ext>
            </c:extLst>
          </c:dPt>
          <c:dPt>
            <c:idx val="6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A17-4454-8581-3DC32E1C2F85}"/>
              </c:ext>
            </c:extLst>
          </c:dPt>
          <c:dPt>
            <c:idx val="7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A17-4454-8581-3DC32E1C2F85}"/>
              </c:ext>
            </c:extLst>
          </c:dPt>
          <c:dPt>
            <c:idx val="7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17-4454-8581-3DC32E1C2F85}"/>
              </c:ext>
            </c:extLst>
          </c:dPt>
          <c:dPt>
            <c:idx val="7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A17-4454-8581-3DC32E1C2F85}"/>
              </c:ext>
            </c:extLst>
          </c:dPt>
          <c:dPt>
            <c:idx val="7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17-4454-8581-3DC32E1C2F85}"/>
              </c:ext>
            </c:extLst>
          </c:dPt>
          <c:cat>
            <c:strRef>
              <c:f>YEARCOUNT!$A$2:$A$75</c:f>
              <c:strCache>
                <c:ptCount val="74"/>
                <c:pt idx="0">
                  <c:v>1920</c:v>
                </c:pt>
                <c:pt idx="1">
                  <c:v>1927</c:v>
                </c:pt>
                <c:pt idx="2">
                  <c:v>1929</c:v>
                </c:pt>
                <c:pt idx="3">
                  <c:v>1933</c:v>
                </c:pt>
                <c:pt idx="4">
                  <c:v>1935</c:v>
                </c:pt>
                <c:pt idx="5">
                  <c:v>1936</c:v>
                </c:pt>
                <c:pt idx="6">
                  <c:v>1937</c:v>
                </c:pt>
                <c:pt idx="7">
                  <c:v>1939</c:v>
                </c:pt>
                <c:pt idx="8">
                  <c:v>1940</c:v>
                </c:pt>
                <c:pt idx="9">
                  <c:v>1946</c:v>
                </c:pt>
                <c:pt idx="10">
                  <c:v>1947</c:v>
                </c:pt>
                <c:pt idx="11">
                  <c:v>1948</c:v>
                </c:pt>
                <c:pt idx="12">
                  <c:v>1950</c:v>
                </c:pt>
                <c:pt idx="13">
                  <c:v>1952</c:v>
                </c:pt>
                <c:pt idx="14">
                  <c:v>1953</c:v>
                </c:pt>
                <c:pt idx="15">
                  <c:v>1954</c:v>
                </c:pt>
                <c:pt idx="16">
                  <c:v>1957</c:v>
                </c:pt>
                <c:pt idx="17">
                  <c:v>1959</c:v>
                </c:pt>
                <c:pt idx="18">
                  <c:v>1960</c:v>
                </c:pt>
                <c:pt idx="19">
                  <c:v>1961</c:v>
                </c:pt>
                <c:pt idx="20">
                  <c:v>1962</c:v>
                </c:pt>
                <c:pt idx="21">
                  <c:v>1963</c:v>
                </c:pt>
                <c:pt idx="22">
                  <c:v>1964</c:v>
                </c:pt>
                <c:pt idx="23">
                  <c:v>1965</c:v>
                </c:pt>
                <c:pt idx="24">
                  <c:v>1966</c:v>
                </c:pt>
                <c:pt idx="25">
                  <c:v>1967</c:v>
                </c:pt>
                <c:pt idx="26">
                  <c:v>1968</c:v>
                </c:pt>
                <c:pt idx="27">
                  <c:v>1969</c:v>
                </c:pt>
                <c:pt idx="28">
                  <c:v>1970</c:v>
                </c:pt>
                <c:pt idx="29">
                  <c:v>1971</c:v>
                </c:pt>
                <c:pt idx="30">
                  <c:v>1972</c:v>
                </c:pt>
                <c:pt idx="31">
                  <c:v>1973</c:v>
                </c:pt>
                <c:pt idx="32">
                  <c:v>1974</c:v>
                </c:pt>
                <c:pt idx="33">
                  <c:v>1975</c:v>
                </c:pt>
                <c:pt idx="34">
                  <c:v>1976</c:v>
                </c:pt>
                <c:pt idx="35">
                  <c:v>1977</c:v>
                </c:pt>
                <c:pt idx="36">
                  <c:v>1978</c:v>
                </c:pt>
                <c:pt idx="37">
                  <c:v>1979</c:v>
                </c:pt>
                <c:pt idx="38">
                  <c:v>1980</c:v>
                </c:pt>
                <c:pt idx="39">
                  <c:v>1981</c:v>
                </c:pt>
                <c:pt idx="40">
                  <c:v>1982</c:v>
                </c:pt>
                <c:pt idx="41">
                  <c:v>1983</c:v>
                </c:pt>
                <c:pt idx="42">
                  <c:v>1984</c:v>
                </c:pt>
                <c:pt idx="43">
                  <c:v>1985</c:v>
                </c:pt>
                <c:pt idx="44">
                  <c:v>1986</c:v>
                </c:pt>
                <c:pt idx="45">
                  <c:v>1987</c:v>
                </c:pt>
                <c:pt idx="46">
                  <c:v>1988</c:v>
                </c:pt>
                <c:pt idx="47">
                  <c:v>1989</c:v>
                </c:pt>
                <c:pt idx="48">
                  <c:v>1990</c:v>
                </c:pt>
                <c:pt idx="49">
                  <c:v>1991</c:v>
                </c:pt>
                <c:pt idx="50">
                  <c:v>1992</c:v>
                </c:pt>
                <c:pt idx="51">
                  <c:v>1993</c:v>
                </c:pt>
                <c:pt idx="52">
                  <c:v>1994</c:v>
                </c:pt>
                <c:pt idx="53">
                  <c:v>1995</c:v>
                </c:pt>
                <c:pt idx="54">
                  <c:v>1996</c:v>
                </c:pt>
                <c:pt idx="55">
                  <c:v>1997</c:v>
                </c:pt>
                <c:pt idx="56">
                  <c:v>1998</c:v>
                </c:pt>
                <c:pt idx="57">
                  <c:v>1999</c:v>
                </c:pt>
                <c:pt idx="58">
                  <c:v>2000</c:v>
                </c:pt>
                <c:pt idx="59">
                  <c:v>2001</c:v>
                </c:pt>
                <c:pt idx="60">
                  <c:v>2002</c:v>
                </c:pt>
                <c:pt idx="61">
                  <c:v>2003</c:v>
                </c:pt>
                <c:pt idx="62">
                  <c:v>2004</c:v>
                </c:pt>
                <c:pt idx="63">
                  <c:v>2005</c:v>
                </c:pt>
                <c:pt idx="64">
                  <c:v>2006</c:v>
                </c:pt>
                <c:pt idx="65">
                  <c:v>2007</c:v>
                </c:pt>
                <c:pt idx="66">
                  <c:v>2008</c:v>
                </c:pt>
                <c:pt idx="67">
                  <c:v>2009</c:v>
                </c:pt>
                <c:pt idx="68">
                  <c:v>2010</c:v>
                </c:pt>
                <c:pt idx="69">
                  <c:v>2011</c:v>
                </c:pt>
                <c:pt idx="70">
                  <c:v>2012</c:v>
                </c:pt>
                <c:pt idx="71">
                  <c:v>2013</c:v>
                </c:pt>
                <c:pt idx="72">
                  <c:v>2014</c:v>
                </c:pt>
                <c:pt idx="73">
                  <c:v>2015</c:v>
                </c:pt>
              </c:strCache>
            </c:strRef>
          </c:cat>
          <c:val>
            <c:numRef>
              <c:f>YEARCOUNT!$B$2:$B$75</c:f>
              <c:numCache>
                <c:formatCode>General</c:formatCode>
                <c:ptCount val="7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2</c:v>
                </c:pt>
                <c:pt idx="21">
                  <c:v>3</c:v>
                </c:pt>
                <c:pt idx="22">
                  <c:v>6</c:v>
                </c:pt>
                <c:pt idx="23">
                  <c:v>5</c:v>
                </c:pt>
                <c:pt idx="24">
                  <c:v>1</c:v>
                </c:pt>
                <c:pt idx="25">
                  <c:v>1</c:v>
                </c:pt>
                <c:pt idx="26">
                  <c:v>2</c:v>
                </c:pt>
                <c:pt idx="27">
                  <c:v>3</c:v>
                </c:pt>
                <c:pt idx="28">
                  <c:v>4</c:v>
                </c:pt>
                <c:pt idx="29">
                  <c:v>4</c:v>
                </c:pt>
                <c:pt idx="30">
                  <c:v>2</c:v>
                </c:pt>
                <c:pt idx="31">
                  <c:v>5</c:v>
                </c:pt>
                <c:pt idx="32">
                  <c:v>6</c:v>
                </c:pt>
                <c:pt idx="33">
                  <c:v>3</c:v>
                </c:pt>
                <c:pt idx="34">
                  <c:v>2</c:v>
                </c:pt>
                <c:pt idx="35">
                  <c:v>7</c:v>
                </c:pt>
                <c:pt idx="36">
                  <c:v>7</c:v>
                </c:pt>
                <c:pt idx="37">
                  <c:v>6</c:v>
                </c:pt>
                <c:pt idx="38">
                  <c:v>13</c:v>
                </c:pt>
                <c:pt idx="39">
                  <c:v>17</c:v>
                </c:pt>
                <c:pt idx="40">
                  <c:v>14</c:v>
                </c:pt>
                <c:pt idx="41">
                  <c:v>13</c:v>
                </c:pt>
                <c:pt idx="42">
                  <c:v>20</c:v>
                </c:pt>
                <c:pt idx="43">
                  <c:v>15</c:v>
                </c:pt>
                <c:pt idx="44">
                  <c:v>25</c:v>
                </c:pt>
                <c:pt idx="45">
                  <c:v>30</c:v>
                </c:pt>
                <c:pt idx="46">
                  <c:v>29</c:v>
                </c:pt>
                <c:pt idx="47">
                  <c:v>32</c:v>
                </c:pt>
                <c:pt idx="48">
                  <c:v>27</c:v>
                </c:pt>
                <c:pt idx="49">
                  <c:v>30</c:v>
                </c:pt>
                <c:pt idx="50">
                  <c:v>33</c:v>
                </c:pt>
                <c:pt idx="51">
                  <c:v>45</c:v>
                </c:pt>
                <c:pt idx="52">
                  <c:v>52</c:v>
                </c:pt>
                <c:pt idx="53">
                  <c:v>67</c:v>
                </c:pt>
                <c:pt idx="54">
                  <c:v>93</c:v>
                </c:pt>
                <c:pt idx="55">
                  <c:v>106</c:v>
                </c:pt>
                <c:pt idx="56">
                  <c:v>120</c:v>
                </c:pt>
                <c:pt idx="57">
                  <c:v>161</c:v>
                </c:pt>
                <c:pt idx="58">
                  <c:v>160</c:v>
                </c:pt>
                <c:pt idx="59">
                  <c:v>177</c:v>
                </c:pt>
                <c:pt idx="60">
                  <c:v>189</c:v>
                </c:pt>
                <c:pt idx="61">
                  <c:v>149</c:v>
                </c:pt>
                <c:pt idx="62">
                  <c:v>179</c:v>
                </c:pt>
                <c:pt idx="63">
                  <c:v>183</c:v>
                </c:pt>
                <c:pt idx="64">
                  <c:v>189</c:v>
                </c:pt>
                <c:pt idx="65">
                  <c:v>155</c:v>
                </c:pt>
                <c:pt idx="66">
                  <c:v>182</c:v>
                </c:pt>
                <c:pt idx="67">
                  <c:v>181</c:v>
                </c:pt>
                <c:pt idx="68">
                  <c:v>170</c:v>
                </c:pt>
                <c:pt idx="69">
                  <c:v>174</c:v>
                </c:pt>
                <c:pt idx="70">
                  <c:v>159</c:v>
                </c:pt>
                <c:pt idx="71">
                  <c:v>164</c:v>
                </c:pt>
                <c:pt idx="72">
                  <c:v>151</c:v>
                </c:pt>
                <c:pt idx="73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17-4454-8581-3DC32E1C2F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47464096"/>
        <c:axId val="148352463"/>
      </c:barChart>
      <c:catAx>
        <c:axId val="34746409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52463"/>
        <c:crosses val="autoZero"/>
        <c:auto val="1"/>
        <c:lblAlgn val="ctr"/>
        <c:lblOffset val="100"/>
        <c:noMultiLvlLbl val="0"/>
      </c:catAx>
      <c:valAx>
        <c:axId val="148352463"/>
        <c:scaling>
          <c:orientation val="minMax"/>
          <c:max val="180"/>
        </c:scaling>
        <c:delete val="1"/>
        <c:axPos val="r"/>
        <c:numFmt formatCode="General" sourceLinked="1"/>
        <c:majorTickMark val="none"/>
        <c:minorTickMark val="none"/>
        <c:tickLblPos val="nextTo"/>
        <c:crossAx val="34746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lt"/>
              </a:rPr>
              <a:t>Released Movies by Genre since 2005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'genra count'!$B$1</c:f>
              <c:strCache>
                <c:ptCount val="1"/>
                <c:pt idx="0">
                  <c:v>Count of Genre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4EB-463B-94E0-4685174E54D1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EB-463B-94E0-4685174E54D1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4EB-463B-94E0-4685174E54D1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EB-463B-94E0-4685174E54D1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4EB-463B-94E0-4685174E54D1}"/>
              </c:ext>
            </c:extLst>
          </c:dPt>
          <c:dPt>
            <c:idx val="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EB-463B-94E0-4685174E54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'genra count'!$A$2:$A$16</c:f>
              <c:strCache>
                <c:ptCount val="15"/>
                <c:pt idx="0">
                  <c:v>Comedy</c:v>
                </c:pt>
                <c:pt idx="1">
                  <c:v>Action</c:v>
                </c:pt>
                <c:pt idx="2">
                  <c:v>Drama</c:v>
                </c:pt>
                <c:pt idx="3">
                  <c:v>Adventure</c:v>
                </c:pt>
                <c:pt idx="4">
                  <c:v>Biography</c:v>
                </c:pt>
                <c:pt idx="5">
                  <c:v>Crime</c:v>
                </c:pt>
                <c:pt idx="6">
                  <c:v>Horror</c:v>
                </c:pt>
                <c:pt idx="7">
                  <c:v>Documentary</c:v>
                </c:pt>
                <c:pt idx="8">
                  <c:v>Animation</c:v>
                </c:pt>
                <c:pt idx="9">
                  <c:v>Fantasy</c:v>
                </c:pt>
                <c:pt idx="10">
                  <c:v>Mystery</c:v>
                </c:pt>
                <c:pt idx="11">
                  <c:v>Sci-Fi</c:v>
                </c:pt>
                <c:pt idx="12">
                  <c:v>Romance</c:v>
                </c:pt>
                <c:pt idx="13">
                  <c:v>Thriller</c:v>
                </c:pt>
                <c:pt idx="14">
                  <c:v>Western</c:v>
                </c:pt>
              </c:strCache>
            </c:strRef>
          </c:cat>
          <c:val>
            <c:numRef>
              <c:f>'genra count'!$B$2:$B$16</c:f>
              <c:numCache>
                <c:formatCode>General</c:formatCode>
                <c:ptCount val="15"/>
                <c:pt idx="0">
                  <c:v>459</c:v>
                </c:pt>
                <c:pt idx="1">
                  <c:v>430</c:v>
                </c:pt>
                <c:pt idx="2">
                  <c:v>346</c:v>
                </c:pt>
                <c:pt idx="3">
                  <c:v>195</c:v>
                </c:pt>
                <c:pt idx="4">
                  <c:v>118</c:v>
                </c:pt>
                <c:pt idx="5">
                  <c:v>108</c:v>
                </c:pt>
                <c:pt idx="6">
                  <c:v>81</c:v>
                </c:pt>
                <c:pt idx="7">
                  <c:v>33</c:v>
                </c:pt>
                <c:pt idx="8">
                  <c:v>29</c:v>
                </c:pt>
                <c:pt idx="9">
                  <c:v>13</c:v>
                </c:pt>
                <c:pt idx="10">
                  <c:v>12</c:v>
                </c:pt>
                <c:pt idx="11">
                  <c:v>4</c:v>
                </c:pt>
                <c:pt idx="12">
                  <c:v>3</c:v>
                </c:pt>
                <c:pt idx="13">
                  <c:v>3</c:v>
                </c:pt>
                <c:pt idx="1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EB-463B-94E0-4685174E54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47439968"/>
        <c:axId val="148259823"/>
      </c:barChart>
      <c:catAx>
        <c:axId val="347439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59823"/>
        <c:crosses val="autoZero"/>
        <c:auto val="1"/>
        <c:lblAlgn val="ctr"/>
        <c:lblOffset val="100"/>
        <c:noMultiLvlLbl val="0"/>
      </c:catAx>
      <c:valAx>
        <c:axId val="1482598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7439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 dirty="0">
                <a:latin typeface="+mj-lt"/>
              </a:rPr>
              <a:t>Genre</a:t>
            </a:r>
            <a:r>
              <a:rPr lang="en-US" b="0" baseline="0" dirty="0">
                <a:latin typeface="+mj-lt"/>
              </a:rPr>
              <a:t> by </a:t>
            </a:r>
            <a:r>
              <a:rPr lang="en-US" b="0" dirty="0">
                <a:latin typeface="+mj-lt"/>
              </a:rPr>
              <a:t>ROI over Std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'ROI PER GENRA'!$B$1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B1F-46A8-A43B-5211C501CC72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1F-46A8-A43B-5211C501CC72}"/>
              </c:ext>
            </c:extLst>
          </c:dPt>
          <c:dLbls>
            <c:dLbl>
              <c:idx val="4"/>
              <c:layout>
                <c:manualLayout>
                  <c:x val="-8.1106937389494451E-17"/>
                  <c:y val="1.6323026263363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1F-46A8-A43B-5211C501CC72}"/>
                </c:ext>
              </c:extLst>
            </c:dLbl>
            <c:dLbl>
              <c:idx val="5"/>
              <c:layout>
                <c:manualLayout>
                  <c:x val="0"/>
                  <c:y val="8.16151313168168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B1F-46A8-A43B-5211C501CC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'ROI PER GENRA'!$A$2:$A$7</c:f>
              <c:strCache>
                <c:ptCount val="6"/>
                <c:pt idx="0">
                  <c:v>Drama</c:v>
                </c:pt>
                <c:pt idx="1">
                  <c:v>Comedy</c:v>
                </c:pt>
                <c:pt idx="2">
                  <c:v>Biography</c:v>
                </c:pt>
                <c:pt idx="3">
                  <c:v>Adventure</c:v>
                </c:pt>
                <c:pt idx="4">
                  <c:v>Action</c:v>
                </c:pt>
                <c:pt idx="5">
                  <c:v>Crime</c:v>
                </c:pt>
              </c:strCache>
            </c:strRef>
          </c:cat>
          <c:val>
            <c:numRef>
              <c:f>'ROI PER GENRA'!$B$2:$B$7</c:f>
              <c:numCache>
                <c:formatCode>0.00</c:formatCode>
                <c:ptCount val="6"/>
                <c:pt idx="0">
                  <c:v>126.69980826164492</c:v>
                </c:pt>
                <c:pt idx="1">
                  <c:v>76.590694087491329</c:v>
                </c:pt>
                <c:pt idx="2">
                  <c:v>68.693035331080821</c:v>
                </c:pt>
                <c:pt idx="3">
                  <c:v>29.109049902814863</c:v>
                </c:pt>
                <c:pt idx="4">
                  <c:v>9.1611585009343184</c:v>
                </c:pt>
                <c:pt idx="5">
                  <c:v>6.9228287675058429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1F-46A8-A43B-5211C501CC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47481728"/>
        <c:axId val="148301583"/>
      </c:barChart>
      <c:lineChart>
        <c:grouping val="standard"/>
        <c:varyColors val="0"/>
        <c:ser>
          <c:idx val="1"/>
          <c:order val="1"/>
          <c:tx>
            <c:strRef>
              <c:f>'ROI PER GENRA'!$C$1</c:f>
              <c:strCache>
                <c:ptCount val="1"/>
                <c:pt idx="0">
                  <c:v>StdDev of ROI2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4.4240658732957782E-3"/>
                  <c:y val="3.6726809092568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1F-46A8-A43B-5211C501CC72}"/>
                </c:ext>
              </c:extLst>
            </c:dLbl>
            <c:dLbl>
              <c:idx val="1"/>
              <c:layout>
                <c:manualLayout>
                  <c:x val="-4.0553468694747226E-17"/>
                  <c:y val="-3.2646052526727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1F-46A8-A43B-5211C501CC72}"/>
                </c:ext>
              </c:extLst>
            </c:dLbl>
            <c:dLbl>
              <c:idx val="3"/>
              <c:layout>
                <c:manualLayout>
                  <c:x val="-8.1106937389494451E-17"/>
                  <c:y val="-2.44845393950455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1F-46A8-A43B-5211C501CC72}"/>
                </c:ext>
              </c:extLst>
            </c:dLbl>
            <c:dLbl>
              <c:idx val="4"/>
              <c:layout>
                <c:manualLayout>
                  <c:x val="0"/>
                  <c:y val="-2.44845393950456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1F-46A8-A43B-5211C501CC72}"/>
                </c:ext>
              </c:extLst>
            </c:dLbl>
            <c:dLbl>
              <c:idx val="5"/>
              <c:layout>
                <c:manualLayout>
                  <c:x val="-1.1060164683239658E-2"/>
                  <c:y val="-1.22422696975227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B1F-46A8-A43B-5211C501CC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'ROI PER GENRA'!$A$2:$A$7</c:f>
              <c:strCache>
                <c:ptCount val="6"/>
                <c:pt idx="0">
                  <c:v>Drama</c:v>
                </c:pt>
                <c:pt idx="1">
                  <c:v>Comedy</c:v>
                </c:pt>
                <c:pt idx="2">
                  <c:v>Biography</c:v>
                </c:pt>
                <c:pt idx="3">
                  <c:v>Adventure</c:v>
                </c:pt>
                <c:pt idx="4">
                  <c:v>Action</c:v>
                </c:pt>
                <c:pt idx="5">
                  <c:v>Crime</c:v>
                </c:pt>
              </c:strCache>
            </c:strRef>
          </c:cat>
          <c:val>
            <c:numRef>
              <c:f>'ROI PER GENRA'!$C$2:$C$7</c:f>
              <c:numCache>
                <c:formatCode>0.00</c:formatCode>
                <c:ptCount val="6"/>
                <c:pt idx="0">
                  <c:v>742.87593831454001</c:v>
                </c:pt>
                <c:pt idx="1">
                  <c:v>234.15673622583745</c:v>
                </c:pt>
                <c:pt idx="2">
                  <c:v>238.00630345161628</c:v>
                </c:pt>
                <c:pt idx="3">
                  <c:v>121.86009552968623</c:v>
                </c:pt>
                <c:pt idx="4">
                  <c:v>112.05929564962906</c:v>
                </c:pt>
                <c:pt idx="5">
                  <c:v>116.22919023080172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1F-46A8-A43B-5211C501CC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47288240"/>
        <c:axId val="148295823"/>
      </c:lineChart>
      <c:catAx>
        <c:axId val="34748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01583"/>
        <c:crosses val="autoZero"/>
        <c:auto val="1"/>
        <c:lblAlgn val="ctr"/>
        <c:lblOffset val="100"/>
        <c:noMultiLvlLbl val="0"/>
      </c:catAx>
      <c:valAx>
        <c:axId val="148301583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481728"/>
        <c:crosses val="autoZero"/>
        <c:crossBetween val="between"/>
      </c:valAx>
      <c:valAx>
        <c:axId val="148295823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288240"/>
        <c:crosses val="max"/>
        <c:crossBetween val="between"/>
      </c:valAx>
      <c:catAx>
        <c:axId val="3472882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82958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latin typeface="+mj-lt"/>
              </a:rPr>
              <a:t>Top Actors by Risk-Adjusted ROI</a:t>
            </a:r>
            <a:endParaRPr lang="en-US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'lead actor in comdy'!$M$1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238-4244-BF52-C67F2CA3254B}"/>
              </c:ext>
            </c:extLst>
          </c:dPt>
          <c:dLbls>
            <c:dLbl>
              <c:idx val="4"/>
              <c:layout>
                <c:manualLayout>
                  <c:x val="-5.9193488716241215E-3"/>
                  <c:y val="1.2341771844369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38-4244-BF52-C67F2CA3254B}"/>
                </c:ext>
              </c:extLst>
            </c:dLbl>
            <c:dLbl>
              <c:idx val="5"/>
              <c:layout>
                <c:manualLayout>
                  <c:x val="-1.03588605253421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238-4244-BF52-C67F2CA3254B}"/>
                </c:ext>
              </c:extLst>
            </c:dLbl>
            <c:dLbl>
              <c:idx val="6"/>
              <c:layout>
                <c:manualLayout>
                  <c:x val="-1.627820939696628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238-4244-BF52-C67F2CA3254B}"/>
                </c:ext>
              </c:extLst>
            </c:dLbl>
            <c:dLbl>
              <c:idx val="7"/>
              <c:layout>
                <c:manualLayout>
                  <c:x val="-1.331853496115427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238-4244-BF52-C67F2CA3254B}"/>
                </c:ext>
              </c:extLst>
            </c:dLbl>
            <c:dLbl>
              <c:idx val="8"/>
              <c:layout>
                <c:manualLayout>
                  <c:x val="-4.4395116537180911E-3"/>
                  <c:y val="-1.23417718443692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238-4244-BF52-C67F2CA3254B}"/>
                </c:ext>
              </c:extLst>
            </c:dLbl>
            <c:dLbl>
              <c:idx val="9"/>
              <c:layout>
                <c:manualLayout>
                  <c:x val="-7.3991860895301449E-3"/>
                  <c:y val="-1.23417718443692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238-4244-BF52-C67F2CA325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actor in comdy'!$K$2:$K$11</c:f>
              <c:strCache>
                <c:ptCount val="10"/>
                <c:pt idx="0">
                  <c:v>Joseph Gordon-Levitt</c:v>
                </c:pt>
                <c:pt idx="1">
                  <c:v>Channing Tatum</c:v>
                </c:pt>
                <c:pt idx="2">
                  <c:v>Steve Carell</c:v>
                </c:pt>
                <c:pt idx="3">
                  <c:v>J.K. Simmons</c:v>
                </c:pt>
                <c:pt idx="4">
                  <c:v>Ryan Reynolds</c:v>
                </c:pt>
                <c:pt idx="5">
                  <c:v>Anna Kendrick</c:v>
                </c:pt>
                <c:pt idx="6">
                  <c:v>Bradley Cooper</c:v>
                </c:pt>
                <c:pt idx="7">
                  <c:v>Emma Stone</c:v>
                </c:pt>
                <c:pt idx="8">
                  <c:v>Bella Thorne</c:v>
                </c:pt>
                <c:pt idx="9">
                  <c:v>Mila Kunis</c:v>
                </c:pt>
              </c:strCache>
            </c:strRef>
          </c:cat>
          <c:val>
            <c:numRef>
              <c:f>'lead actor in comdy'!$M$2:$M$11</c:f>
              <c:numCache>
                <c:formatCode>0.00</c:formatCode>
                <c:ptCount val="10"/>
                <c:pt idx="0">
                  <c:v>461.59144694444444</c:v>
                </c:pt>
                <c:pt idx="1">
                  <c:v>444.78680245535713</c:v>
                </c:pt>
                <c:pt idx="2">
                  <c:v>432.93784435897436</c:v>
                </c:pt>
                <c:pt idx="3">
                  <c:v>290.47430049300505</c:v>
                </c:pt>
                <c:pt idx="4">
                  <c:v>239.26468155982903</c:v>
                </c:pt>
                <c:pt idx="5">
                  <c:v>190.15378822823098</c:v>
                </c:pt>
                <c:pt idx="6">
                  <c:v>176.24225825981165</c:v>
                </c:pt>
                <c:pt idx="7">
                  <c:v>176.03300655684257</c:v>
                </c:pt>
                <c:pt idx="8">
                  <c:v>151.67339413865545</c:v>
                </c:pt>
                <c:pt idx="9">
                  <c:v>146.43991583333334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38-4244-BF52-C67F2CA3254B}"/>
            </c:ext>
          </c:extLst>
        </c:ser>
        <c:ser>
          <c:idx val="1"/>
          <c:order val="1"/>
          <c:tx>
            <c:strRef>
              <c:f>'lead actor in comdy'!$N$1</c:f>
              <c:strCache>
                <c:ptCount val="1"/>
                <c:pt idx="0">
                  <c:v>StdDev of ROI2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3318534961154272E-2"/>
                  <c:y val="-7.13839187967229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238-4244-BF52-C67F2CA3254B}"/>
                </c:ext>
              </c:extLst>
            </c:dLbl>
            <c:dLbl>
              <c:idx val="4"/>
              <c:layout>
                <c:manualLayout>
                  <c:x val="1.4798488701675886E-2"/>
                  <c:y val="-7.54210677783125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238-4244-BF52-C67F2CA3254B}"/>
                </c:ext>
              </c:extLst>
            </c:dLbl>
            <c:dLbl>
              <c:idx val="8"/>
              <c:layout>
                <c:manualLayout>
                  <c:x val="2.9596744358120742E-3"/>
                  <c:y val="8.2278478962461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238-4244-BF52-C67F2CA3254B}"/>
                </c:ext>
              </c:extLst>
            </c:dLbl>
            <c:dLbl>
              <c:idx val="9"/>
              <c:layout>
                <c:manualLayout>
                  <c:x val="5.919348871624121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238-4244-BF52-C67F2CA325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actor in comdy'!$K$2:$K$11</c:f>
              <c:strCache>
                <c:ptCount val="10"/>
                <c:pt idx="0">
                  <c:v>Joseph Gordon-Levitt</c:v>
                </c:pt>
                <c:pt idx="1">
                  <c:v>Channing Tatum</c:v>
                </c:pt>
                <c:pt idx="2">
                  <c:v>Steve Carell</c:v>
                </c:pt>
                <c:pt idx="3">
                  <c:v>J.K. Simmons</c:v>
                </c:pt>
                <c:pt idx="4">
                  <c:v>Ryan Reynolds</c:v>
                </c:pt>
                <c:pt idx="5">
                  <c:v>Anna Kendrick</c:v>
                </c:pt>
                <c:pt idx="6">
                  <c:v>Bradley Cooper</c:v>
                </c:pt>
                <c:pt idx="7">
                  <c:v>Emma Stone</c:v>
                </c:pt>
                <c:pt idx="8">
                  <c:v>Bella Thorne</c:v>
                </c:pt>
                <c:pt idx="9">
                  <c:v>Mila Kunis</c:v>
                </c:pt>
              </c:strCache>
            </c:strRef>
          </c:cat>
          <c:val>
            <c:numRef>
              <c:f>'lead actor in comdy'!$N$2:$N$11</c:f>
              <c:numCache>
                <c:formatCode>0.00</c:formatCode>
                <c:ptCount val="10"/>
                <c:pt idx="0">
                  <c:v>220.2006456317101</c:v>
                </c:pt>
                <c:pt idx="1">
                  <c:v>726.93515577129256</c:v>
                </c:pt>
                <c:pt idx="2">
                  <c:v>186.85497182757251</c:v>
                </c:pt>
                <c:pt idx="3">
                  <c:v>623.18496506298277</c:v>
                </c:pt>
                <c:pt idx="4">
                  <c:v>240.63808714462439</c:v>
                </c:pt>
                <c:pt idx="5">
                  <c:v>271.99335275137338</c:v>
                </c:pt>
                <c:pt idx="6">
                  <c:v>240.29217777332136</c:v>
                </c:pt>
                <c:pt idx="7">
                  <c:v>280.03564464934237</c:v>
                </c:pt>
                <c:pt idx="8">
                  <c:v>142.66994042902635</c:v>
                </c:pt>
                <c:pt idx="9">
                  <c:v>128.87078484974381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38-4244-BF52-C67F2CA32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72056735"/>
        <c:axId val="148276143"/>
      </c:barChart>
      <c:catAx>
        <c:axId val="37205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276143"/>
        <c:crosses val="autoZero"/>
        <c:auto val="1"/>
        <c:lblAlgn val="ctr"/>
        <c:lblOffset val="100"/>
        <c:noMultiLvlLbl val="0"/>
      </c:catAx>
      <c:valAx>
        <c:axId val="148276143"/>
        <c:scaling>
          <c:orientation val="minMax"/>
        </c:scaling>
        <c:delete val="1"/>
        <c:axPos val="l"/>
        <c:numFmt formatCode="0" sourceLinked="0"/>
        <c:majorTickMark val="none"/>
        <c:minorTickMark val="none"/>
        <c:tickLblPos val="nextTo"/>
        <c:crossAx val="372056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+mj-lt"/>
              </a:rPr>
              <a:t>Top Director</a:t>
            </a:r>
            <a:r>
              <a:rPr lang="en-US" baseline="0" dirty="0">
                <a:latin typeface="+mj-lt"/>
              </a:rPr>
              <a:t> ROI Over Risk</a:t>
            </a:r>
            <a:endParaRPr lang="en-US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'dir in comedy'!$H$1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201-43C4-A4EC-5932E452079D}"/>
              </c:ext>
            </c:extLst>
          </c:dPt>
          <c:dLbls>
            <c:dLbl>
              <c:idx val="4"/>
              <c:layout>
                <c:manualLayout>
                  <c:x val="-7.6974250113218817E-3"/>
                  <c:y val="7.621157653847549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01-43C4-A4EC-5932E452079D}"/>
                </c:ext>
              </c:extLst>
            </c:dLbl>
            <c:dLbl>
              <c:idx val="5"/>
              <c:layout>
                <c:manualLayout>
                  <c:x val="-1.5394850022644327E-3"/>
                  <c:y val="-6.985980480051008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01-43C4-A4EC-5932E452079D}"/>
                </c:ext>
              </c:extLst>
            </c:dLbl>
            <c:dLbl>
              <c:idx val="10"/>
              <c:layout>
                <c:manualLayout>
                  <c:x val="0"/>
                  <c:y val="7.621157653847619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201-43C4-A4EC-5932E452079D}"/>
                </c:ext>
              </c:extLst>
            </c:dLbl>
            <c:dLbl>
              <c:idx val="11"/>
              <c:layout>
                <c:manualLayout>
                  <c:x val="-7.1916576770945703E-3"/>
                  <c:y val="1.14317364807714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201-43C4-A4EC-5932E45207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'dir in comedy'!$F$2:$F$16</c:f>
              <c:strCache>
                <c:ptCount val="15"/>
                <c:pt idx="0">
                  <c:v>Jason Reitman</c:v>
                </c:pt>
                <c:pt idx="1">
                  <c:v>Jay Duplass</c:v>
                </c:pt>
                <c:pt idx="2">
                  <c:v>Tyler Perry</c:v>
                </c:pt>
                <c:pt idx="3">
                  <c:v>Nicholas Stoller</c:v>
                </c:pt>
                <c:pt idx="4">
                  <c:v>Larry Charles</c:v>
                </c:pt>
                <c:pt idx="5">
                  <c:v>Will Gluck</c:v>
                </c:pt>
                <c:pt idx="6">
                  <c:v>Todd Phillips</c:v>
                </c:pt>
                <c:pt idx="7">
                  <c:v>Judd Apatow</c:v>
                </c:pt>
                <c:pt idx="8">
                  <c:v>Seth Gordon</c:v>
                </c:pt>
                <c:pt idx="9">
                  <c:v>Andy Fickman</c:v>
                </c:pt>
                <c:pt idx="10">
                  <c:v>Anne Fletcher</c:v>
                </c:pt>
                <c:pt idx="11">
                  <c:v>Malcolm D. Lee</c:v>
                </c:pt>
                <c:pt idx="12">
                  <c:v>Kevin Smith</c:v>
                </c:pt>
                <c:pt idx="13">
                  <c:v>Seth MacFarlane</c:v>
                </c:pt>
                <c:pt idx="14">
                  <c:v>Jonathan Levine</c:v>
                </c:pt>
              </c:strCache>
            </c:strRef>
          </c:cat>
          <c:val>
            <c:numRef>
              <c:f>'dir in comedy'!$H$2:$H$16</c:f>
              <c:numCache>
                <c:formatCode>0.00</c:formatCode>
                <c:ptCount val="15"/>
                <c:pt idx="0">
                  <c:v>710.16334658119661</c:v>
                </c:pt>
                <c:pt idx="1">
                  <c:v>377.35375634920638</c:v>
                </c:pt>
                <c:pt idx="2">
                  <c:v>343.00358299145302</c:v>
                </c:pt>
                <c:pt idx="3">
                  <c:v>279.57346666666666</c:v>
                </c:pt>
                <c:pt idx="4">
                  <c:v>267.07684495115996</c:v>
                </c:pt>
                <c:pt idx="5">
                  <c:v>240.54197076923074</c:v>
                </c:pt>
                <c:pt idx="6">
                  <c:v>238.48725760302199</c:v>
                </c:pt>
                <c:pt idx="7">
                  <c:v>198.45336623443222</c:v>
                </c:pt>
                <c:pt idx="8">
                  <c:v>190.04127767857142</c:v>
                </c:pt>
                <c:pt idx="9">
                  <c:v>154.46828634090909</c:v>
                </c:pt>
                <c:pt idx="10">
                  <c:v>152.88040000000001</c:v>
                </c:pt>
                <c:pt idx="11">
                  <c:v>131.73852312324931</c:v>
                </c:pt>
                <c:pt idx="12">
                  <c:v>124.85429805555556</c:v>
                </c:pt>
                <c:pt idx="13">
                  <c:v>121.09763200980393</c:v>
                </c:pt>
                <c:pt idx="14">
                  <c:v>120.42230123015874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1-43C4-A4EC-5932E452079D}"/>
            </c:ext>
          </c:extLst>
        </c:ser>
        <c:ser>
          <c:idx val="1"/>
          <c:order val="1"/>
          <c:tx>
            <c:strRef>
              <c:f>'dir in comedy'!$I$1</c:f>
              <c:strCache>
                <c:ptCount val="1"/>
                <c:pt idx="0">
                  <c:v>StdDev of ROI2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"/>
                  <c:y val="3.81057882692380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01-43C4-A4EC-5932E452079D}"/>
                </c:ext>
              </c:extLst>
            </c:dLbl>
            <c:dLbl>
              <c:idx val="7"/>
              <c:layout>
                <c:manualLayout>
                  <c:x val="6.7725218170481436E-3"/>
                  <c:y val="1.14317364807714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01-43C4-A4EC-5932E452079D}"/>
                </c:ext>
              </c:extLst>
            </c:dLbl>
            <c:dLbl>
              <c:idx val="8"/>
              <c:layout>
                <c:manualLayout>
                  <c:x val="8.8024739215852073E-3"/>
                  <c:y val="1.14317330507303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201-43C4-A4EC-5932E452079D}"/>
                </c:ext>
              </c:extLst>
            </c:dLbl>
            <c:dLbl>
              <c:idx val="9"/>
              <c:layout>
                <c:manualLayout>
                  <c:x val="-1.0547642745802971E-16"/>
                  <c:y val="7.621157653847619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01-43C4-A4EC-5932E452079D}"/>
                </c:ext>
              </c:extLst>
            </c:dLbl>
            <c:dLbl>
              <c:idx val="10"/>
              <c:layout>
                <c:manualLayout>
                  <c:x val="1.4383315354188086E-3"/>
                  <c:y val="-2.286347296154292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201-43C4-A4EC-5932E452079D}"/>
                </c:ext>
              </c:extLst>
            </c:dLbl>
            <c:dLbl>
              <c:idx val="11"/>
              <c:layout>
                <c:manualLayout>
                  <c:x val="-1.0547642745802971E-16"/>
                  <c:y val="-3.810578826923879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201-43C4-A4EC-5932E45207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'dir in comedy'!$F$2:$F$16</c:f>
              <c:strCache>
                <c:ptCount val="15"/>
                <c:pt idx="0">
                  <c:v>Jason Reitman</c:v>
                </c:pt>
                <c:pt idx="1">
                  <c:v>Jay Duplass</c:v>
                </c:pt>
                <c:pt idx="2">
                  <c:v>Tyler Perry</c:v>
                </c:pt>
                <c:pt idx="3">
                  <c:v>Nicholas Stoller</c:v>
                </c:pt>
                <c:pt idx="4">
                  <c:v>Larry Charles</c:v>
                </c:pt>
                <c:pt idx="5">
                  <c:v>Will Gluck</c:v>
                </c:pt>
                <c:pt idx="6">
                  <c:v>Todd Phillips</c:v>
                </c:pt>
                <c:pt idx="7">
                  <c:v>Judd Apatow</c:v>
                </c:pt>
                <c:pt idx="8">
                  <c:v>Seth Gordon</c:v>
                </c:pt>
                <c:pt idx="9">
                  <c:v>Andy Fickman</c:v>
                </c:pt>
                <c:pt idx="10">
                  <c:v>Anne Fletcher</c:v>
                </c:pt>
                <c:pt idx="11">
                  <c:v>Malcolm D. Lee</c:v>
                </c:pt>
                <c:pt idx="12">
                  <c:v>Kevin Smith</c:v>
                </c:pt>
                <c:pt idx="13">
                  <c:v>Seth MacFarlane</c:v>
                </c:pt>
                <c:pt idx="14">
                  <c:v>Jonathan Levine</c:v>
                </c:pt>
              </c:strCache>
            </c:strRef>
          </c:cat>
          <c:val>
            <c:numRef>
              <c:f>'dir in comedy'!$I$2:$I$16</c:f>
              <c:numCache>
                <c:formatCode>0.00</c:formatCode>
                <c:ptCount val="15"/>
                <c:pt idx="0">
                  <c:v>963.14977539088602</c:v>
                </c:pt>
                <c:pt idx="1">
                  <c:v>698.54308937960604</c:v>
                </c:pt>
                <c:pt idx="2">
                  <c:v>306.14479851094183</c:v>
                </c:pt>
                <c:pt idx="3">
                  <c:v>397.35677973313261</c:v>
                </c:pt>
                <c:pt idx="4">
                  <c:v>299.85470167414354</c:v>
                </c:pt>
                <c:pt idx="5">
                  <c:v>337.57178048363164</c:v>
                </c:pt>
                <c:pt idx="6">
                  <c:v>317.52008330209287</c:v>
                </c:pt>
                <c:pt idx="7">
                  <c:v>171.57345723254156</c:v>
                </c:pt>
                <c:pt idx="8">
                  <c:v>123.52197116439334</c:v>
                </c:pt>
                <c:pt idx="9">
                  <c:v>130.49816442574297</c:v>
                </c:pt>
                <c:pt idx="10">
                  <c:v>158.58087895297294</c:v>
                </c:pt>
                <c:pt idx="11">
                  <c:v>159.64907857659969</c:v>
                </c:pt>
                <c:pt idx="12">
                  <c:v>226.1179057864411</c:v>
                </c:pt>
                <c:pt idx="13">
                  <c:v>187.3118861288674</c:v>
                </c:pt>
                <c:pt idx="14">
                  <c:v>202.97888013923239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01-43C4-A4EC-5932E45207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345414592"/>
        <c:axId val="148142703"/>
      </c:barChart>
      <c:catAx>
        <c:axId val="134541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42703"/>
        <c:crosses val="autoZero"/>
        <c:auto val="1"/>
        <c:lblAlgn val="ctr"/>
        <c:lblOffset val="100"/>
        <c:noMultiLvlLbl val="0"/>
      </c:catAx>
      <c:valAx>
        <c:axId val="148142703"/>
        <c:scaling>
          <c:orientation val="minMax"/>
          <c:max val="1000"/>
        </c:scaling>
        <c:delete val="1"/>
        <c:axPos val="l"/>
        <c:numFmt formatCode="0" sourceLinked="0"/>
        <c:majorTickMark val="none"/>
        <c:minorTickMark val="none"/>
        <c:tickLblPos val="nextTo"/>
        <c:crossAx val="1345414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latin typeface="+mj-lt"/>
              </a:rPr>
              <a:t>Average ROI &amp; Risk by Budget Class</a:t>
            </a:r>
            <a:endParaRPr lang="en-US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'comedy budget class'!$B$1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budget class'!$A$2:$A$5</c:f>
              <c:strCache>
                <c:ptCount val="4"/>
                <c:pt idx="0">
                  <c:v>Low Budget</c:v>
                </c:pt>
                <c:pt idx="1">
                  <c:v>Medium Budget</c:v>
                </c:pt>
                <c:pt idx="2">
                  <c:v>High Budget</c:v>
                </c:pt>
                <c:pt idx="3">
                  <c:v>Blockbuster</c:v>
                </c:pt>
              </c:strCache>
            </c:strRef>
          </c:cat>
          <c:val>
            <c:numRef>
              <c:f>'comedy budget class'!$B$2:$B$5</c:f>
              <c:numCache>
                <c:formatCode>0.00</c:formatCode>
                <c:ptCount val="4"/>
                <c:pt idx="0">
                  <c:v>115.25645421773103</c:v>
                </c:pt>
                <c:pt idx="1">
                  <c:v>73.458211856361871</c:v>
                </c:pt>
                <c:pt idx="2">
                  <c:v>28.345244512344152</c:v>
                </c:pt>
                <c:pt idx="3">
                  <c:v>-79.340895562438234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3D-4932-8ACD-DB5329D625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32570015"/>
        <c:axId val="363188783"/>
      </c:barChart>
      <c:lineChart>
        <c:grouping val="standard"/>
        <c:varyColors val="0"/>
        <c:ser>
          <c:idx val="1"/>
          <c:order val="1"/>
          <c:tx>
            <c:strRef>
              <c:f>'comedy budget class'!$C$1</c:f>
              <c:strCache>
                <c:ptCount val="1"/>
                <c:pt idx="0">
                  <c:v>StdDev of ROI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249459775408268E-2"/>
                  <c:y val="-1.62533318530430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3D-4932-8ACD-DB5329D62533}"/>
                </c:ext>
              </c:extLst>
            </c:dLbl>
            <c:dLbl>
              <c:idx val="2"/>
              <c:layout>
                <c:manualLayout>
                  <c:x val="1.4059123596301676E-2"/>
                  <c:y val="-4.06333296326075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3D-4932-8ACD-DB5329D62533}"/>
                </c:ext>
              </c:extLst>
            </c:dLbl>
            <c:dLbl>
              <c:idx val="3"/>
              <c:layout>
                <c:manualLayout>
                  <c:x val="8.4354741577810054E-3"/>
                  <c:y val="-6.90766603754327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budget class'!$A$2:$A$5</c:f>
              <c:strCache>
                <c:ptCount val="4"/>
                <c:pt idx="0">
                  <c:v>Low Budget</c:v>
                </c:pt>
                <c:pt idx="1">
                  <c:v>Medium Budget</c:v>
                </c:pt>
                <c:pt idx="2">
                  <c:v>High Budget</c:v>
                </c:pt>
                <c:pt idx="3">
                  <c:v>Blockbuster</c:v>
                </c:pt>
              </c:strCache>
            </c:strRef>
          </c:cat>
          <c:val>
            <c:numRef>
              <c:f>'comedy budget class'!$C$2:$C$5</c:f>
              <c:numCache>
                <c:formatCode>0.00</c:formatCode>
                <c:ptCount val="4"/>
                <c:pt idx="0">
                  <c:v>352.71236902025521</c:v>
                </c:pt>
                <c:pt idx="1">
                  <c:v>167.49304991379097</c:v>
                </c:pt>
                <c:pt idx="2">
                  <c:v>81.088100051998509</c:v>
                </c:pt>
                <c:pt idx="3">
                  <c:v>27.1475363960847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3D-4932-8ACD-DB5329D625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3758063"/>
        <c:axId val="363157583"/>
      </c:lineChart>
      <c:catAx>
        <c:axId val="5325700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88783"/>
        <c:crosses val="autoZero"/>
        <c:auto val="1"/>
        <c:lblAlgn val="ctr"/>
        <c:lblOffset val="100"/>
        <c:noMultiLvlLbl val="0"/>
      </c:catAx>
      <c:valAx>
        <c:axId val="363188783"/>
        <c:scaling>
          <c:orientation val="minMax"/>
        </c:scaling>
        <c:delete val="1"/>
        <c:axPos val="l"/>
        <c:numFmt formatCode="0.00" sourceLinked="1"/>
        <c:majorTickMark val="out"/>
        <c:minorTickMark val="none"/>
        <c:tickLblPos val="nextTo"/>
        <c:crossAx val="532570015"/>
        <c:crosses val="autoZero"/>
        <c:crossBetween val="between"/>
      </c:valAx>
      <c:valAx>
        <c:axId val="363157583"/>
        <c:scaling>
          <c:orientation val="minMax"/>
          <c:min val="-50"/>
        </c:scaling>
        <c:delete val="1"/>
        <c:axPos val="r"/>
        <c:numFmt formatCode="0.00" sourceLinked="1"/>
        <c:majorTickMark val="out"/>
        <c:minorTickMark val="none"/>
        <c:tickLblPos val="nextTo"/>
        <c:crossAx val="583758063"/>
        <c:crosses val="max"/>
        <c:crossBetween val="between"/>
      </c:valAx>
      <c:catAx>
        <c:axId val="58375806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6315758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+mj-lt"/>
              </a:rPr>
              <a:t>Duration</a:t>
            </a:r>
            <a:r>
              <a:rPr lang="en-US" sz="1400" baseline="0" dirty="0">
                <a:latin typeface="+mj-lt"/>
              </a:rPr>
              <a:t> Class to ROI</a:t>
            </a:r>
            <a:endParaRPr lang="en-US" sz="1400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'comedy duretion class'!$B$1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0D2-4C10-82E5-E11C070E099F}"/>
              </c:ext>
            </c:extLst>
          </c:dPt>
          <c:dLbls>
            <c:dLbl>
              <c:idx val="2"/>
              <c:layout>
                <c:manualLayout>
                  <c:x val="0"/>
                  <c:y val="2.28780599405170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2-4C10-82E5-E11C070E09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duretion class'!$A$2:$A$4</c:f>
              <c:strCache>
                <c:ptCount val="3"/>
                <c:pt idx="0">
                  <c:v>111-140 minutes</c:v>
                </c:pt>
                <c:pt idx="1">
                  <c:v>less than 90 minutes</c:v>
                </c:pt>
                <c:pt idx="2">
                  <c:v>90-110 minutes</c:v>
                </c:pt>
              </c:strCache>
            </c:strRef>
          </c:cat>
          <c:val>
            <c:numRef>
              <c:f>'comedy duretion class'!$B$2:$B$4</c:f>
              <c:numCache>
                <c:formatCode>0.00</c:formatCode>
                <c:ptCount val="3"/>
                <c:pt idx="0">
                  <c:v>105.32968545736729</c:v>
                </c:pt>
                <c:pt idx="1">
                  <c:v>78.138316637051574</c:v>
                </c:pt>
                <c:pt idx="2">
                  <c:v>69.220903281654131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2-4C10-82E5-E11C070E0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83613295"/>
        <c:axId val="363184943"/>
      </c:barChart>
      <c:lineChart>
        <c:grouping val="standard"/>
        <c:varyColors val="0"/>
        <c:ser>
          <c:idx val="1"/>
          <c:order val="1"/>
          <c:tx>
            <c:strRef>
              <c:f>'comedy duretion class'!$C$1</c:f>
              <c:strCache>
                <c:ptCount val="1"/>
                <c:pt idx="0">
                  <c:v>StdDev of ROI2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0000000000000051E-2"/>
                  <c:y val="-5.49073438572409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2-4C10-82E5-E11C070E099F}"/>
                </c:ext>
              </c:extLst>
            </c:dLbl>
            <c:dLbl>
              <c:idx val="1"/>
              <c:layout>
                <c:manualLayout>
                  <c:x val="-1.1111111111111112E-2"/>
                  <c:y val="-2.28780599405170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2-4C10-82E5-E11C070E099F}"/>
                </c:ext>
              </c:extLst>
            </c:dLbl>
            <c:dLbl>
              <c:idx val="2"/>
              <c:layout>
                <c:manualLayout>
                  <c:x val="-1.9444444444444445E-2"/>
                  <c:y val="-5.03317318691374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2-4C10-82E5-E11C070E09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duretion class'!$A$2:$A$4</c:f>
              <c:strCache>
                <c:ptCount val="3"/>
                <c:pt idx="0">
                  <c:v>111-140 minutes</c:v>
                </c:pt>
                <c:pt idx="1">
                  <c:v>less than 90 minutes</c:v>
                </c:pt>
                <c:pt idx="2">
                  <c:v>90-110 minutes</c:v>
                </c:pt>
              </c:strCache>
            </c:strRef>
          </c:cat>
          <c:val>
            <c:numRef>
              <c:f>'comedy duretion class'!$C$2:$C$4</c:f>
              <c:numCache>
                <c:formatCode>0.00</c:formatCode>
                <c:ptCount val="3"/>
                <c:pt idx="0">
                  <c:v>207.44339778737071</c:v>
                </c:pt>
                <c:pt idx="1">
                  <c:v>308.62003360417447</c:v>
                </c:pt>
                <c:pt idx="2">
                  <c:v>225.7215187574667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D2-4C10-82E5-E11C070E0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3749711"/>
        <c:axId val="363158543"/>
      </c:lineChart>
      <c:catAx>
        <c:axId val="583613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84943"/>
        <c:crosses val="autoZero"/>
        <c:auto val="1"/>
        <c:lblAlgn val="ctr"/>
        <c:lblOffset val="100"/>
        <c:noMultiLvlLbl val="0"/>
      </c:catAx>
      <c:valAx>
        <c:axId val="36318494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83613295"/>
        <c:crosses val="autoZero"/>
        <c:crossBetween val="between"/>
      </c:valAx>
      <c:valAx>
        <c:axId val="363158543"/>
        <c:scaling>
          <c:orientation val="minMax"/>
        </c:scaling>
        <c:delete val="1"/>
        <c:axPos val="r"/>
        <c:numFmt formatCode="0.00" sourceLinked="1"/>
        <c:majorTickMark val="out"/>
        <c:minorTickMark val="none"/>
        <c:tickLblPos val="nextTo"/>
        <c:crossAx val="583749711"/>
        <c:crosses val="max"/>
        <c:crossBetween val="between"/>
      </c:valAx>
      <c:catAx>
        <c:axId val="5837497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31585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Comedy</a:t>
            </a:r>
            <a:r>
              <a:rPr lang="en-US" sz="1800" baseline="0" dirty="0"/>
              <a:t> Movie Rating to ROI and risk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'RATING '!$C$1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F-45BE-B509-549BDBCF26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'RATING '!$A$4:$A$6</c:f>
              <c:strCache>
                <c:ptCount val="3"/>
                <c:pt idx="0">
                  <c:v>PG</c:v>
                </c:pt>
                <c:pt idx="1">
                  <c:v>PG-13</c:v>
                </c:pt>
                <c:pt idx="2">
                  <c:v>R</c:v>
                </c:pt>
              </c:strCache>
            </c:strRef>
          </c:cat>
          <c:val>
            <c:numRef>
              <c:f>'RATING '!$C$4:$C$6</c:f>
              <c:numCache>
                <c:formatCode>0.00</c:formatCode>
                <c:ptCount val="3"/>
                <c:pt idx="0">
                  <c:v>49.081019014233746</c:v>
                </c:pt>
                <c:pt idx="1">
                  <c:v>82.953635864952858</c:v>
                </c:pt>
                <c:pt idx="2">
                  <c:v>90.81736597022315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F-45BE-B509-549BDBCF26E0}"/>
            </c:ext>
          </c:extLst>
        </c:ser>
        <c:ser>
          <c:idx val="1"/>
          <c:order val="1"/>
          <c:tx>
            <c:strRef>
              <c:f>'RATING '!$D$1</c:f>
              <c:strCache>
                <c:ptCount val="1"/>
                <c:pt idx="0">
                  <c:v>StdDev of ROI2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'RATING '!$A$4:$A$6</c:f>
              <c:strCache>
                <c:ptCount val="3"/>
                <c:pt idx="0">
                  <c:v>PG</c:v>
                </c:pt>
                <c:pt idx="1">
                  <c:v>PG-13</c:v>
                </c:pt>
                <c:pt idx="2">
                  <c:v>R</c:v>
                </c:pt>
              </c:strCache>
            </c:strRef>
          </c:cat>
          <c:val>
            <c:numRef>
              <c:f>'RATING '!$D$4:$D$6</c:f>
              <c:numCache>
                <c:formatCode>0.00</c:formatCode>
                <c:ptCount val="3"/>
                <c:pt idx="0">
                  <c:v>98.687545831818241</c:v>
                </c:pt>
                <c:pt idx="1">
                  <c:v>220.79272565750557</c:v>
                </c:pt>
                <c:pt idx="2">
                  <c:v>268.80950702033329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CF-45BE-B509-549BDBCF26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3681039"/>
        <c:axId val="363156623"/>
      </c:barChart>
      <c:catAx>
        <c:axId val="583681039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56623"/>
        <c:crosses val="autoZero"/>
        <c:auto val="1"/>
        <c:lblAlgn val="ctr"/>
        <c:lblOffset val="100"/>
        <c:noMultiLvlLbl val="0"/>
      </c:catAx>
      <c:valAx>
        <c:axId val="363156623"/>
        <c:scaling>
          <c:orientation val="minMax"/>
        </c:scaling>
        <c:delete val="1"/>
        <c:axPos val="r"/>
        <c:numFmt formatCode="0.00" sourceLinked="1"/>
        <c:majorTickMark val="none"/>
        <c:minorTickMark val="none"/>
        <c:tickLblPos val="nextTo"/>
        <c:crossAx val="58368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Comedy Rating Market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303480700930651"/>
          <c:y val="0.2467917147958292"/>
          <c:w val="0.58817435025639409"/>
          <c:h val="0.70761087336948125"/>
        </c:manualLayout>
      </c:layout>
      <c:pieChart>
        <c:varyColors val="1"/>
        <c:ser>
          <c:idx val="0"/>
          <c:order val="0"/>
          <c:tx>
            <c:strRef>
              <c:f>'RATING '!$B$1</c:f>
              <c:strCache>
                <c:ptCount val="1"/>
                <c:pt idx="0">
                  <c:v>Count of Rating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EB-4EA2-8A93-E554BB83FCE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EB-4EA2-8A93-E554BB83FCE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EB-4EA2-8A93-E554BB83FCE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EB-4EA2-8A93-E554BB83FCE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FEB-4EA2-8A93-E554BB83FCE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FEB-4EA2-8A93-E554BB83FCE9}"/>
              </c:ext>
            </c:extLst>
          </c:dPt>
          <c:dLbls>
            <c:dLbl>
              <c:idx val="0"/>
              <c:layout>
                <c:manualLayout>
                  <c:x val="-0.14867436237985038"/>
                  <c:y val="3.35560054182876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EB-4EA2-8A93-E554BB83FCE9}"/>
                </c:ext>
              </c:extLst>
            </c:dLbl>
            <c:dLbl>
              <c:idx val="1"/>
              <c:layout>
                <c:manualLayout>
                  <c:x val="8.5284548847671157E-2"/>
                  <c:y val="4.463120060522152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EB-4EA2-8A93-E554BB83FCE9}"/>
                </c:ext>
              </c:extLst>
            </c:dLbl>
            <c:dLbl>
              <c:idx val="3"/>
              <c:layout>
                <c:manualLayout>
                  <c:x val="-0.16236740961170271"/>
                  <c:y val="-0.13032181055924361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FEB-4EA2-8A93-E554BB83FCE9}"/>
                </c:ext>
              </c:extLst>
            </c:dLbl>
            <c:dLbl>
              <c:idx val="4"/>
              <c:layout>
                <c:manualLayout>
                  <c:x val="0.16775486960712976"/>
                  <c:y val="-5.5327543526451032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FEB-4EA2-8A93-E554BB83FCE9}"/>
                </c:ext>
              </c:extLst>
            </c:dLbl>
            <c:dLbl>
              <c:idx val="5"/>
              <c:layout>
                <c:manualLayout>
                  <c:x val="-1.1036877287735791E-2"/>
                  <c:y val="9.7161379450576065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FEB-4EA2-8A93-E554BB83FC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'RATING '!$A$2:$A$7</c:f>
              <c:strCache>
                <c:ptCount val="6"/>
                <c:pt idx="0">
                  <c:v>G</c:v>
                </c:pt>
                <c:pt idx="1">
                  <c:v>Not Rated</c:v>
                </c:pt>
                <c:pt idx="2">
                  <c:v>PG</c:v>
                </c:pt>
                <c:pt idx="3">
                  <c:v>PG-13</c:v>
                </c:pt>
                <c:pt idx="4">
                  <c:v>R</c:v>
                </c:pt>
                <c:pt idx="5">
                  <c:v>Unrated</c:v>
                </c:pt>
              </c:strCache>
            </c:strRef>
          </c:cat>
          <c:val>
            <c:numRef>
              <c:f>'RATING '!$B$2:$B$7</c:f>
              <c:numCache>
                <c:formatCode>General</c:formatCode>
                <c:ptCount val="6"/>
                <c:pt idx="0">
                  <c:v>2</c:v>
                </c:pt>
                <c:pt idx="1">
                  <c:v>11</c:v>
                </c:pt>
                <c:pt idx="2">
                  <c:v>51</c:v>
                </c:pt>
                <c:pt idx="3">
                  <c:v>178</c:v>
                </c:pt>
                <c:pt idx="4">
                  <c:v>204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FEB-4EA2-8A93-E554BB83FCE9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3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+mj-lt"/>
              </a:rPr>
              <a:t>Average</a:t>
            </a:r>
            <a:r>
              <a:rPr lang="en-US" baseline="0" dirty="0">
                <a:latin typeface="+mj-lt"/>
              </a:rPr>
              <a:t> ROI Per Month and Std</a:t>
            </a:r>
            <a:endParaRPr lang="en-US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'COMEDY IN MONTH'!$B$1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F66-40E6-9637-C25310904908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F66-40E6-9637-C253109049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IN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'COMEDY IN MONTH'!$B$2:$B$13</c:f>
              <c:numCache>
                <c:formatCode>0.00</c:formatCode>
                <c:ptCount val="12"/>
                <c:pt idx="0">
                  <c:v>79.633464818464248</c:v>
                </c:pt>
                <c:pt idx="1">
                  <c:v>98.978490909236257</c:v>
                </c:pt>
                <c:pt idx="2">
                  <c:v>80.727146773522918</c:v>
                </c:pt>
                <c:pt idx="3">
                  <c:v>120.92126683875338</c:v>
                </c:pt>
                <c:pt idx="4">
                  <c:v>42.013202781247315</c:v>
                </c:pt>
                <c:pt idx="5">
                  <c:v>87.677945560507069</c:v>
                </c:pt>
                <c:pt idx="6">
                  <c:v>30.203967997947178</c:v>
                </c:pt>
                <c:pt idx="7">
                  <c:v>45.067473922454973</c:v>
                </c:pt>
                <c:pt idx="8">
                  <c:v>70.539323393498591</c:v>
                </c:pt>
                <c:pt idx="9">
                  <c:v>104.98046401606753</c:v>
                </c:pt>
                <c:pt idx="10">
                  <c:v>83.012436454858516</c:v>
                </c:pt>
                <c:pt idx="11">
                  <c:v>64.577182938306734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66-40E6-9637-C253109049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0"/>
        <c:overlap val="-27"/>
        <c:axId val="583792399"/>
        <c:axId val="363176783"/>
      </c:barChart>
      <c:lineChart>
        <c:grouping val="standard"/>
        <c:varyColors val="0"/>
        <c:ser>
          <c:idx val="1"/>
          <c:order val="1"/>
          <c:tx>
            <c:strRef>
              <c:f>'COMEDY IN MONTH'!$C$1</c:f>
              <c:strCache>
                <c:ptCount val="1"/>
                <c:pt idx="0">
                  <c:v>StdDev of ROI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3.5387657938106602E-2"/>
                  <c:y val="-0.1269867294717347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66-40E6-9637-C25310904908}"/>
                </c:ext>
              </c:extLst>
            </c:dLbl>
            <c:dLbl>
              <c:idx val="9"/>
              <c:layout>
                <c:manualLayout>
                  <c:x val="-3.5387657938106575E-2"/>
                  <c:y val="-6.166122876881045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66-40E6-9637-C253109049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'COMEDY IN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'COMEDY IN MONTH'!$C$2:$C$13</c:f>
              <c:numCache>
                <c:formatCode>0.00</c:formatCode>
                <c:ptCount val="12"/>
                <c:pt idx="0">
                  <c:v>179.42022592746986</c:v>
                </c:pt>
                <c:pt idx="1">
                  <c:v>318.76893739274271</c:v>
                </c:pt>
                <c:pt idx="2">
                  <c:v>171.74927751006632</c:v>
                </c:pt>
                <c:pt idx="3">
                  <c:v>347.39561004539451</c:v>
                </c:pt>
                <c:pt idx="4">
                  <c:v>118.29120182306389</c:v>
                </c:pt>
                <c:pt idx="5">
                  <c:v>314.69140183932495</c:v>
                </c:pt>
                <c:pt idx="6">
                  <c:v>166.88328651773867</c:v>
                </c:pt>
                <c:pt idx="7">
                  <c:v>140.38165943897891</c:v>
                </c:pt>
                <c:pt idx="8">
                  <c:v>171.78302202646293</c:v>
                </c:pt>
                <c:pt idx="9">
                  <c:v>275.91222981382811</c:v>
                </c:pt>
                <c:pt idx="10">
                  <c:v>193.63921306271985</c:v>
                </c:pt>
                <c:pt idx="11">
                  <c:v>196.56240865623121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66-40E6-9637-C253109049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3810495"/>
        <c:axId val="363199343"/>
      </c:lineChart>
      <c:catAx>
        <c:axId val="58379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76783"/>
        <c:crosses val="autoZero"/>
        <c:auto val="1"/>
        <c:lblAlgn val="ctr"/>
        <c:lblOffset val="100"/>
        <c:noMultiLvlLbl val="0"/>
      </c:catAx>
      <c:valAx>
        <c:axId val="36317678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83792399"/>
        <c:crosses val="autoZero"/>
        <c:crossBetween val="between"/>
      </c:valAx>
      <c:valAx>
        <c:axId val="363199343"/>
        <c:scaling>
          <c:orientation val="minMax"/>
        </c:scaling>
        <c:delete val="1"/>
        <c:axPos val="r"/>
        <c:numFmt formatCode="0.00" sourceLinked="1"/>
        <c:majorTickMark val="out"/>
        <c:minorTickMark val="none"/>
        <c:tickLblPos val="nextTo"/>
        <c:crossAx val="583810495"/>
        <c:crosses val="max"/>
        <c:crossBetween val="between"/>
      </c:valAx>
      <c:catAx>
        <c:axId val="5838104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3199343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Top Actors by Risk-Adjusted ROI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'lead actor in drama'!$C$1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9D2-456C-B7FA-7107D812B4AC}"/>
              </c:ext>
            </c:extLst>
          </c:dPt>
          <c:dLbls>
            <c:dLbl>
              <c:idx val="3"/>
              <c:layout>
                <c:manualLayout>
                  <c:x val="-1.170874496889864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9D2-456C-B7FA-7107D812B4AC}"/>
                </c:ext>
              </c:extLst>
            </c:dLbl>
            <c:dLbl>
              <c:idx val="4"/>
              <c:layout>
                <c:manualLayout>
                  <c:x val="-8.7814434831211419E-3"/>
                  <c:y val="-7.362697088413457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9D2-456C-B7FA-7107D812B4AC}"/>
                </c:ext>
              </c:extLst>
            </c:dLbl>
            <c:dLbl>
              <c:idx val="5"/>
              <c:layout>
                <c:manualLayout>
                  <c:x val="-8.7815587266738774E-3"/>
                  <c:y val="4.01606298704645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9D2-456C-B7FA-7107D812B4AC}"/>
                </c:ext>
              </c:extLst>
            </c:dLbl>
            <c:dLbl>
              <c:idx val="6"/>
              <c:layout>
                <c:manualLayout>
                  <c:x val="-7.317965605561653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D2-456C-B7FA-7107D812B4AC}"/>
                </c:ext>
              </c:extLst>
            </c:dLbl>
            <c:dLbl>
              <c:idx val="7"/>
              <c:layout>
                <c:manualLayout>
                  <c:x val="-8.781558726673984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9D2-456C-B7FA-7107D812B4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actor in drama'!$A$2:$A$138</c:f>
              <c:strCache>
                <c:ptCount val="11"/>
                <c:pt idx="0">
                  <c:v>Jennifer Lawrence</c:v>
                </c:pt>
                <c:pt idx="1">
                  <c:v>Ryan Gosling</c:v>
                </c:pt>
                <c:pt idx="2">
                  <c:v>Channing Tatum</c:v>
                </c:pt>
                <c:pt idx="3">
                  <c:v>Natalie Portman</c:v>
                </c:pt>
                <c:pt idx="4">
                  <c:v>Kristen Stewart</c:v>
                </c:pt>
                <c:pt idx="5">
                  <c:v>Jennifer Ehle</c:v>
                </c:pt>
                <c:pt idx="6">
                  <c:v>ChloÃ« Grace Moretz</c:v>
                </c:pt>
                <c:pt idx="7">
                  <c:v>J.K. Simmons</c:v>
                </c:pt>
                <c:pt idx="8">
                  <c:v>Tom Wilkinson</c:v>
                </c:pt>
                <c:pt idx="9">
                  <c:v>Benedict Cumberbatch</c:v>
                </c:pt>
                <c:pt idx="10">
                  <c:v>Scarlett Johansson</c:v>
                </c:pt>
              </c:strCache>
            </c:strRef>
          </c:cat>
          <c:val>
            <c:numRef>
              <c:f>'lead actor in drama'!$C$2:$C$138</c:f>
              <c:numCache>
                <c:formatCode>0.00</c:formatCode>
                <c:ptCount val="11"/>
                <c:pt idx="0">
                  <c:v>436.12577606107658</c:v>
                </c:pt>
                <c:pt idx="1">
                  <c:v>229.96127161904761</c:v>
                </c:pt>
                <c:pt idx="2">
                  <c:v>220.31659155555553</c:v>
                </c:pt>
                <c:pt idx="3">
                  <c:v>213.66657410256411</c:v>
                </c:pt>
                <c:pt idx="4">
                  <c:v>197.53481095611741</c:v>
                </c:pt>
                <c:pt idx="5">
                  <c:v>124.06463673611111</c:v>
                </c:pt>
                <c:pt idx="6">
                  <c:v>112.32230191919193</c:v>
                </c:pt>
                <c:pt idx="7">
                  <c:v>106.38804822222224</c:v>
                </c:pt>
                <c:pt idx="8">
                  <c:v>87.732238333333342</c:v>
                </c:pt>
                <c:pt idx="9">
                  <c:v>47.071097222222221</c:v>
                </c:pt>
                <c:pt idx="10">
                  <c:v>38.270392996727445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D2-456C-B7FA-7107D812B4AC}"/>
            </c:ext>
          </c:extLst>
        </c:ser>
        <c:ser>
          <c:idx val="1"/>
          <c:order val="1"/>
          <c:tx>
            <c:strRef>
              <c:f>'lead actor in drama'!$D$1</c:f>
              <c:strCache>
                <c:ptCount val="1"/>
                <c:pt idx="0">
                  <c:v>StdDev of ROI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5.8543724844493227E-3"/>
                  <c:y val="7.362697088413457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D2-456C-B7FA-7107D812B4AC}"/>
                </c:ext>
              </c:extLst>
            </c:dLbl>
            <c:dLbl>
              <c:idx val="9"/>
              <c:layout>
                <c:manualLayout>
                  <c:x val="2.9271862422246748E-3"/>
                  <c:y val="1.606425194818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9D2-456C-B7FA-7107D812B4AC}"/>
                </c:ext>
              </c:extLst>
            </c:dLbl>
            <c:dLbl>
              <c:idx val="10"/>
              <c:layout>
                <c:manualLayout>
                  <c:x val="1.0245151847786316E-2"/>
                  <c:y val="1.6064251948185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9D2-456C-B7FA-7107D812B4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actor in drama'!$A$2:$A$138</c:f>
              <c:strCache>
                <c:ptCount val="11"/>
                <c:pt idx="0">
                  <c:v>Jennifer Lawrence</c:v>
                </c:pt>
                <c:pt idx="1">
                  <c:v>Ryan Gosling</c:v>
                </c:pt>
                <c:pt idx="2">
                  <c:v>Channing Tatum</c:v>
                </c:pt>
                <c:pt idx="3">
                  <c:v>Natalie Portman</c:v>
                </c:pt>
                <c:pt idx="4">
                  <c:v>Kristen Stewart</c:v>
                </c:pt>
                <c:pt idx="5">
                  <c:v>Jennifer Ehle</c:v>
                </c:pt>
                <c:pt idx="6">
                  <c:v>ChloÃ« Grace Moretz</c:v>
                </c:pt>
                <c:pt idx="7">
                  <c:v>J.K. Simmons</c:v>
                </c:pt>
                <c:pt idx="8">
                  <c:v>Tom Wilkinson</c:v>
                </c:pt>
                <c:pt idx="9">
                  <c:v>Benedict Cumberbatch</c:v>
                </c:pt>
                <c:pt idx="10">
                  <c:v>Scarlett Johansson</c:v>
                </c:pt>
              </c:strCache>
            </c:strRef>
          </c:cat>
          <c:val>
            <c:numRef>
              <c:f>'lead actor in drama'!$D$2:$D$138</c:f>
              <c:numCache>
                <c:formatCode>0.00</c:formatCode>
                <c:ptCount val="11"/>
                <c:pt idx="0">
                  <c:v>578.38321011609878</c:v>
                </c:pt>
                <c:pt idx="1">
                  <c:v>53.939923512806303</c:v>
                </c:pt>
                <c:pt idx="2">
                  <c:v>96.268487732492602</c:v>
                </c:pt>
                <c:pt idx="3">
                  <c:v>443.72512990792859</c:v>
                </c:pt>
                <c:pt idx="4">
                  <c:v>265.87840329545514</c:v>
                </c:pt>
                <c:pt idx="5">
                  <c:v>169.72156764165095</c:v>
                </c:pt>
                <c:pt idx="6">
                  <c:v>215.29043264872496</c:v>
                </c:pt>
                <c:pt idx="7">
                  <c:v>158.01468754342744</c:v>
                </c:pt>
                <c:pt idx="8">
                  <c:v>173.85322369931629</c:v>
                </c:pt>
                <c:pt idx="9">
                  <c:v>24.837916055870242</c:v>
                </c:pt>
                <c:pt idx="10">
                  <c:v>23.610853606625124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D2-456C-B7FA-7107D812B4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3631391"/>
        <c:axId val="363173423"/>
      </c:barChart>
      <c:catAx>
        <c:axId val="58363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73423"/>
        <c:crosses val="autoZero"/>
        <c:auto val="1"/>
        <c:lblAlgn val="ctr"/>
        <c:lblOffset val="100"/>
        <c:noMultiLvlLbl val="0"/>
      </c:catAx>
      <c:valAx>
        <c:axId val="36317342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83631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Top Director ROI Over Risk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'dir in drama'!$C$1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BA0-45FE-8A23-411AD31D8D7A}"/>
              </c:ext>
            </c:extLst>
          </c:dPt>
          <c:dLbls>
            <c:dLbl>
              <c:idx val="1"/>
              <c:layout>
                <c:manualLayout>
                  <c:x val="-2.6820545734750081E-2"/>
                  <c:y val="8.36489379219480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BA0-45FE-8A23-411AD31D8D7A}"/>
                </c:ext>
              </c:extLst>
            </c:dLbl>
            <c:dLbl>
              <c:idx val="2"/>
              <c:layout>
                <c:manualLayout>
                  <c:x val="-1.5645318345270842E-2"/>
                  <c:y val="1.672978758438976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BA0-45FE-8A23-411AD31D8D7A}"/>
                </c:ext>
              </c:extLst>
            </c:dLbl>
            <c:dLbl>
              <c:idx val="3"/>
              <c:layout>
                <c:manualLayout>
                  <c:x val="-8.940181911583361E-3"/>
                  <c:y val="1.67297875843899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A0-45FE-8A23-411AD31D8D7A}"/>
                </c:ext>
              </c:extLst>
            </c:dLbl>
            <c:dLbl>
              <c:idx val="4"/>
              <c:layout>
                <c:manualLayout>
                  <c:x val="-8.940181911583361E-3"/>
                  <c:y val="-8.364893792194960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A0-45FE-8A23-411AD31D8D7A}"/>
                </c:ext>
              </c:extLst>
            </c:dLbl>
            <c:dLbl>
              <c:idx val="5"/>
              <c:layout>
                <c:manualLayout>
                  <c:x val="-1.7880363823166722E-2"/>
                  <c:y val="1.25473406882922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BA0-45FE-8A23-411AD31D8D7A}"/>
                </c:ext>
              </c:extLst>
            </c:dLbl>
            <c:dLbl>
              <c:idx val="6"/>
              <c:layout>
                <c:manualLayout>
                  <c:x val="-1.3410272867375041E-2"/>
                  <c:y val="1.254734068829244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BA0-45FE-8A23-411AD31D8D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'dir in drama'!$A$2:$A$114</c:f>
              <c:strCache>
                <c:ptCount val="7"/>
                <c:pt idx="0">
                  <c:v>Alex Kendrick</c:v>
                </c:pt>
                <c:pt idx="1">
                  <c:v>Darren Aronofsky</c:v>
                </c:pt>
                <c:pt idx="2">
                  <c:v>Richard Linklater</c:v>
                </c:pt>
                <c:pt idx="3">
                  <c:v>Lasse HallstrÃ¶m</c:v>
                </c:pt>
                <c:pt idx="4">
                  <c:v>Woody Allen</c:v>
                </c:pt>
                <c:pt idx="5">
                  <c:v>Clint Eastwood</c:v>
                </c:pt>
                <c:pt idx="6">
                  <c:v>Steven Spielberg</c:v>
                </c:pt>
              </c:strCache>
            </c:strRef>
          </c:cat>
          <c:val>
            <c:numRef>
              <c:f>'dir in drama'!$C$2:$C$114</c:f>
              <c:numCache>
                <c:formatCode>0.00</c:formatCode>
                <c:ptCount val="7"/>
                <c:pt idx="0">
                  <c:v>6097.023283333333</c:v>
                </c:pt>
                <c:pt idx="1">
                  <c:v>329.65207383394386</c:v>
                </c:pt>
                <c:pt idx="2">
                  <c:v>203.07046488888889</c:v>
                </c:pt>
                <c:pt idx="3">
                  <c:v>101.10724965079363</c:v>
                </c:pt>
                <c:pt idx="4">
                  <c:v>63.093489856630832</c:v>
                </c:pt>
                <c:pt idx="5">
                  <c:v>55.980456995215306</c:v>
                </c:pt>
                <c:pt idx="6">
                  <c:v>23.161656403318904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0-45FE-8A23-411AD31D8D7A}"/>
            </c:ext>
          </c:extLst>
        </c:ser>
        <c:ser>
          <c:idx val="1"/>
          <c:order val="1"/>
          <c:tx>
            <c:strRef>
              <c:f>'dir in drama'!$D$1</c:f>
              <c:strCache>
                <c:ptCount val="1"/>
                <c:pt idx="0">
                  <c:v>StdDev of ROI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350454778958403E-2"/>
                  <c:y val="-3.833865365616163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A0-45FE-8A23-411AD31D8D7A}"/>
                </c:ext>
              </c:extLst>
            </c:dLbl>
            <c:dLbl>
              <c:idx val="1"/>
              <c:layout>
                <c:manualLayout>
                  <c:x val="8.94018191158336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BA0-45FE-8A23-411AD31D8D7A}"/>
                </c:ext>
              </c:extLst>
            </c:dLbl>
            <c:dLbl>
              <c:idx val="2"/>
              <c:layout>
                <c:manualLayout>
                  <c:x val="6.705136433687520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BA0-45FE-8A23-411AD31D8D7A}"/>
                </c:ext>
              </c:extLst>
            </c:dLbl>
            <c:dLbl>
              <c:idx val="3"/>
              <c:layout>
                <c:manualLayout>
                  <c:x val="6.7051364336875204E-3"/>
                  <c:y val="-1.25473406882923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BA0-45FE-8A23-411AD31D8D7A}"/>
                </c:ext>
              </c:extLst>
            </c:dLbl>
            <c:dLbl>
              <c:idx val="4"/>
              <c:layout>
                <c:manualLayout>
                  <c:x val="6.7051364336873564E-3"/>
                  <c:y val="2.09122344804874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A0-45FE-8A23-411AD31D8D7A}"/>
                </c:ext>
              </c:extLst>
            </c:dLbl>
            <c:dLbl>
              <c:idx val="5"/>
              <c:layout>
                <c:manualLayout>
                  <c:x val="4.4700909557916805E-3"/>
                  <c:y val="-7.667730731232327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BA0-45FE-8A23-411AD31D8D7A}"/>
                </c:ext>
              </c:extLst>
            </c:dLbl>
            <c:dLbl>
              <c:idx val="6"/>
              <c:layout>
                <c:manualLayout>
                  <c:x val="4.4700909557916805E-3"/>
                  <c:y val="-1.25473406882925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BA0-45FE-8A23-411AD31D8D7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'dir in drama'!$A$2:$A$114</c:f>
              <c:strCache>
                <c:ptCount val="7"/>
                <c:pt idx="0">
                  <c:v>Alex Kendrick</c:v>
                </c:pt>
                <c:pt idx="1">
                  <c:v>Darren Aronofsky</c:v>
                </c:pt>
                <c:pt idx="2">
                  <c:v>Richard Linklater</c:v>
                </c:pt>
                <c:pt idx="3">
                  <c:v>Lasse HallstrÃ¶m</c:v>
                </c:pt>
                <c:pt idx="4">
                  <c:v>Woody Allen</c:v>
                </c:pt>
                <c:pt idx="5">
                  <c:v>Clint Eastwood</c:v>
                </c:pt>
                <c:pt idx="6">
                  <c:v>Steven Spielberg</c:v>
                </c:pt>
              </c:strCache>
            </c:strRef>
          </c:cat>
          <c:val>
            <c:numRef>
              <c:f>'dir in drama'!$D$2:$D$114</c:f>
              <c:numCache>
                <c:formatCode>0.00</c:formatCode>
                <c:ptCount val="7"/>
                <c:pt idx="0">
                  <c:v>4245.8209859503268</c:v>
                </c:pt>
                <c:pt idx="1">
                  <c:v>396.92538297986511</c:v>
                </c:pt>
                <c:pt idx="2">
                  <c:v>315.87926652721052</c:v>
                </c:pt>
                <c:pt idx="3">
                  <c:v>153.04167035442947</c:v>
                </c:pt>
                <c:pt idx="4">
                  <c:v>19.587325345374655</c:v>
                </c:pt>
                <c:pt idx="5">
                  <c:v>195.76523836314723</c:v>
                </c:pt>
                <c:pt idx="6">
                  <c:v>56.570351360559975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A0-45FE-8A23-411AD31D8D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08103407"/>
        <c:axId val="363180143"/>
      </c:barChart>
      <c:catAx>
        <c:axId val="50810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80143"/>
        <c:crosses val="autoZero"/>
        <c:auto val="1"/>
        <c:lblAlgn val="ctr"/>
        <c:lblOffset val="100"/>
        <c:noMultiLvlLbl val="0"/>
      </c:catAx>
      <c:valAx>
        <c:axId val="36318014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0810340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Average ROI &amp; Risk by Budget Class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'drama budget class'!$B$1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00-4CAC-B54E-8DC7D3777BA5}"/>
              </c:ext>
            </c:extLst>
          </c:dPt>
          <c:dLbls>
            <c:dLbl>
              <c:idx val="1"/>
              <c:layout>
                <c:manualLayout>
                  <c:x val="-2.6161536155963956E-2"/>
                  <c:y val="-8.3885250732321159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D00-4CAC-B54E-8DC7D3777BA5}"/>
                </c:ext>
              </c:extLst>
            </c:dLbl>
            <c:dLbl>
              <c:idx val="2"/>
              <c:layout>
                <c:manualLayout>
                  <c:x val="-5.0142944298930951E-2"/>
                  <c:y val="0.100663824022683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5.0142944298930923E-2"/>
                  <c:y val="0.100663463738274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D00-4CAC-B54E-8DC7D3777B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 budget class'!$A$2:$A$5</c:f>
              <c:strCache>
                <c:ptCount val="4"/>
                <c:pt idx="0">
                  <c:v>Low Budget</c:v>
                </c:pt>
                <c:pt idx="1">
                  <c:v>Medium Budget</c:v>
                </c:pt>
                <c:pt idx="2">
                  <c:v>High Budget</c:v>
                </c:pt>
                <c:pt idx="3">
                  <c:v>Blockbuster</c:v>
                </c:pt>
              </c:strCache>
            </c:strRef>
          </c:cat>
          <c:val>
            <c:numRef>
              <c:f>'drama budget class'!$B$2:$B$5</c:f>
              <c:numCache>
                <c:formatCode>0.00</c:formatCode>
                <c:ptCount val="4"/>
                <c:pt idx="0">
                  <c:v>307.09098283628214</c:v>
                </c:pt>
                <c:pt idx="1">
                  <c:v>47.460783958458975</c:v>
                </c:pt>
                <c:pt idx="2">
                  <c:v>-8.9137944696047864</c:v>
                </c:pt>
                <c:pt idx="3">
                  <c:v>-33.975769264649863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00-4CAC-B54E-8DC7D3777B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8404639"/>
        <c:axId val="363165743"/>
      </c:barChart>
      <c:lineChart>
        <c:grouping val="standard"/>
        <c:varyColors val="0"/>
        <c:ser>
          <c:idx val="1"/>
          <c:order val="1"/>
          <c:tx>
            <c:strRef>
              <c:f>'drama budget class'!$C$1</c:f>
              <c:strCache>
                <c:ptCount val="1"/>
                <c:pt idx="0">
                  <c:v>StdDev of ROI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6.540384038990989E-3"/>
                  <c:y val="-4.57561198810341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6.540384038991009E-3"/>
                  <c:y val="-3.66048959048272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 budget class'!$A$2:$A$5</c:f>
              <c:strCache>
                <c:ptCount val="4"/>
                <c:pt idx="0">
                  <c:v>Low Budget</c:v>
                </c:pt>
                <c:pt idx="1">
                  <c:v>Medium Budget</c:v>
                </c:pt>
                <c:pt idx="2">
                  <c:v>High Budget</c:v>
                </c:pt>
                <c:pt idx="3">
                  <c:v>Blockbuster</c:v>
                </c:pt>
              </c:strCache>
            </c:strRef>
          </c:cat>
          <c:val>
            <c:numRef>
              <c:f>'drama budget class'!$C$2:$C$5</c:f>
              <c:numCache>
                <c:formatCode>0.00</c:formatCode>
                <c:ptCount val="4"/>
                <c:pt idx="0">
                  <c:v>1237.005846858892</c:v>
                </c:pt>
                <c:pt idx="1">
                  <c:v>171.07402012224722</c:v>
                </c:pt>
                <c:pt idx="2">
                  <c:v>79.940991348302802</c:v>
                </c:pt>
                <c:pt idx="3">
                  <c:v>67.523761813347548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00-4CAC-B54E-8DC7D3777B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32454943"/>
        <c:axId val="363168143"/>
      </c:lineChart>
      <c:catAx>
        <c:axId val="138404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65743"/>
        <c:crosses val="autoZero"/>
        <c:auto val="1"/>
        <c:lblAlgn val="ctr"/>
        <c:lblOffset val="100"/>
        <c:noMultiLvlLbl val="0"/>
      </c:catAx>
      <c:valAx>
        <c:axId val="36316574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38404639"/>
        <c:crosses val="autoZero"/>
        <c:crossBetween val="between"/>
      </c:valAx>
      <c:valAx>
        <c:axId val="363168143"/>
        <c:scaling>
          <c:orientation val="minMax"/>
        </c:scaling>
        <c:delete val="1"/>
        <c:axPos val="r"/>
        <c:numFmt formatCode="0.00" sourceLinked="1"/>
        <c:majorTickMark val="out"/>
        <c:minorTickMark val="none"/>
        <c:tickLblPos val="nextTo"/>
        <c:crossAx val="532454943"/>
        <c:crosses val="max"/>
        <c:crossBetween val="between"/>
      </c:valAx>
      <c:catAx>
        <c:axId val="5324549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3168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Average ROI &amp; Risk by Movie Runtime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'drama duration class roi'!$B$1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78A-406D-8827-5A64980F5B91}"/>
              </c:ext>
            </c:extLst>
          </c:dPt>
          <c:dLbls>
            <c:dLbl>
              <c:idx val="2"/>
              <c:layout>
                <c:manualLayout>
                  <c:x val="-8.2335314783468852E-3"/>
                  <c:y val="9.50228952802792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8A-406D-8827-5A64980F5B91}"/>
                </c:ext>
              </c:extLst>
            </c:dLbl>
            <c:dLbl>
              <c:idx val="5"/>
              <c:layout>
                <c:manualLayout>
                  <c:x val="-5.2145699362862973E-2"/>
                  <c:y val="7.601831622422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78A-406D-8827-5A64980F5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 duration class roi'!$A$2:$A$7</c:f>
              <c:strCache>
                <c:ptCount val="6"/>
                <c:pt idx="0">
                  <c:v>less than 90 minutes</c:v>
                </c:pt>
                <c:pt idx="1">
                  <c:v>111-140 minutes</c:v>
                </c:pt>
                <c:pt idx="2">
                  <c:v>90-110 minutes</c:v>
                </c:pt>
                <c:pt idx="3">
                  <c:v>141-160 minutes</c:v>
                </c:pt>
                <c:pt idx="4">
                  <c:v>161-180 minutes</c:v>
                </c:pt>
                <c:pt idx="5">
                  <c:v>more than 180 minutes</c:v>
                </c:pt>
              </c:strCache>
            </c:strRef>
          </c:cat>
          <c:val>
            <c:numRef>
              <c:f>'drama duration class roi'!$B$2:$B$7</c:f>
              <c:numCache>
                <c:formatCode>0.00</c:formatCode>
                <c:ptCount val="6"/>
                <c:pt idx="0">
                  <c:v>503.62661712882414</c:v>
                </c:pt>
                <c:pt idx="1">
                  <c:v>164.5575135743488</c:v>
                </c:pt>
                <c:pt idx="2">
                  <c:v>64.014370066702043</c:v>
                </c:pt>
                <c:pt idx="3">
                  <c:v>38.012858046723146</c:v>
                </c:pt>
                <c:pt idx="4">
                  <c:v>31.458367265409567</c:v>
                </c:pt>
                <c:pt idx="5">
                  <c:v>-99.599986214285707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A-406D-8827-5A64980F5B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6521055"/>
        <c:axId val="2093806863"/>
      </c:barChart>
      <c:lineChart>
        <c:grouping val="standard"/>
        <c:varyColors val="0"/>
        <c:ser>
          <c:idx val="1"/>
          <c:order val="1"/>
          <c:tx>
            <c:strRef>
              <c:f>'drama duration class roi'!$C$1</c:f>
              <c:strCache>
                <c:ptCount val="1"/>
                <c:pt idx="0">
                  <c:v>StdDev of ROI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1.6467062956693569E-2"/>
                  <c:y val="-3.325801334809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8A-406D-8827-5A64980F5B91}"/>
                </c:ext>
              </c:extLst>
            </c:dLbl>
            <c:dLbl>
              <c:idx val="3"/>
              <c:layout>
                <c:manualLayout>
                  <c:x val="-1.3722552463911308E-2"/>
                  <c:y val="-2.8506868584084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78A-406D-8827-5A64980F5B91}"/>
                </c:ext>
              </c:extLst>
            </c:dLbl>
            <c:dLbl>
              <c:idx val="4"/>
              <c:layout>
                <c:manualLayout>
                  <c:x val="-5.4890209855645231E-3"/>
                  <c:y val="-3.800915811211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8A-406D-8827-5A64980F5B91}"/>
                </c:ext>
              </c:extLst>
            </c:dLbl>
            <c:dLbl>
              <c:idx val="5"/>
              <c:layout>
                <c:manualLayout>
                  <c:x val="-1.646706295669367E-2"/>
                  <c:y val="-3.32580133480980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78A-406D-8827-5A64980F5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 duration class roi'!$A$2:$A$7</c:f>
              <c:strCache>
                <c:ptCount val="6"/>
                <c:pt idx="0">
                  <c:v>less than 90 minutes</c:v>
                </c:pt>
                <c:pt idx="1">
                  <c:v>111-140 minutes</c:v>
                </c:pt>
                <c:pt idx="2">
                  <c:v>90-110 minutes</c:v>
                </c:pt>
                <c:pt idx="3">
                  <c:v>141-160 minutes</c:v>
                </c:pt>
                <c:pt idx="4">
                  <c:v>161-180 minutes</c:v>
                </c:pt>
                <c:pt idx="5">
                  <c:v>more than 180 minutes</c:v>
                </c:pt>
              </c:strCache>
            </c:strRef>
          </c:cat>
          <c:val>
            <c:numRef>
              <c:f>'drama duration class roi'!$C$2:$C$7</c:f>
              <c:numCache>
                <c:formatCode>0.00</c:formatCode>
                <c:ptCount val="6"/>
                <c:pt idx="0">
                  <c:v>1275.5420119250427</c:v>
                </c:pt>
                <c:pt idx="1">
                  <c:v>1013.824235285887</c:v>
                </c:pt>
                <c:pt idx="2">
                  <c:v>231.95746185711823</c:v>
                </c:pt>
                <c:pt idx="3">
                  <c:v>163.38016544956636</c:v>
                </c:pt>
                <c:pt idx="4">
                  <c:v>208.88692877304683</c:v>
                </c:pt>
                <c:pt idx="5">
                  <c:v>9.6034495305948042E-2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8A-406D-8827-5A64980F5B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26513631"/>
        <c:axId val="363115823"/>
      </c:lineChart>
      <c:catAx>
        <c:axId val="62652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806863"/>
        <c:crosses val="autoZero"/>
        <c:auto val="1"/>
        <c:lblAlgn val="ctr"/>
        <c:lblOffset val="100"/>
        <c:noMultiLvlLbl val="0"/>
      </c:catAx>
      <c:valAx>
        <c:axId val="209380686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626521055"/>
        <c:crosses val="autoZero"/>
        <c:crossBetween val="between"/>
      </c:valAx>
      <c:valAx>
        <c:axId val="363115823"/>
        <c:scaling>
          <c:orientation val="minMax"/>
        </c:scaling>
        <c:delete val="1"/>
        <c:axPos val="r"/>
        <c:numFmt formatCode="0.00" sourceLinked="1"/>
        <c:majorTickMark val="out"/>
        <c:minorTickMark val="none"/>
        <c:tickLblPos val="nextTo"/>
        <c:crossAx val="626513631"/>
        <c:crosses val="max"/>
        <c:crossBetween val="between"/>
      </c:valAx>
      <c:catAx>
        <c:axId val="6265136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31158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+mj-lt"/>
              </a:rPr>
              <a:t>Drama</a:t>
            </a:r>
            <a:r>
              <a:rPr lang="en-US" sz="1600" baseline="0" dirty="0">
                <a:latin typeface="+mj-lt"/>
              </a:rPr>
              <a:t> Movie Rating </a:t>
            </a:r>
            <a:r>
              <a:rPr lang="en-US" sz="16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lt"/>
              </a:rPr>
              <a:t>to ROI and risk</a:t>
            </a:r>
            <a:endParaRPr lang="en-US" sz="1600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'RATING '!$L$1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71-4B63-B383-F9E8AA171A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'RATING '!$J$6:$J$7</c:f>
              <c:strCache>
                <c:ptCount val="2"/>
                <c:pt idx="0">
                  <c:v>PG-13</c:v>
                </c:pt>
                <c:pt idx="1">
                  <c:v>R</c:v>
                </c:pt>
              </c:strCache>
            </c:strRef>
          </c:cat>
          <c:val>
            <c:numRef>
              <c:f>'RATING '!$L$6:$L$7</c:f>
              <c:numCache>
                <c:formatCode>0.00</c:formatCode>
                <c:ptCount val="2"/>
                <c:pt idx="0">
                  <c:v>117.68290977129624</c:v>
                </c:pt>
                <c:pt idx="1">
                  <c:v>60.64696791719691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71-4B63-B383-F9E8AA171A14}"/>
            </c:ext>
          </c:extLst>
        </c:ser>
        <c:ser>
          <c:idx val="1"/>
          <c:order val="1"/>
          <c:tx>
            <c:strRef>
              <c:f>'RATING '!$M$1</c:f>
              <c:strCache>
                <c:ptCount val="1"/>
                <c:pt idx="0">
                  <c:v>StdDev of ROI2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'RATING '!$J$6:$J$7</c:f>
              <c:strCache>
                <c:ptCount val="2"/>
                <c:pt idx="0">
                  <c:v>PG-13</c:v>
                </c:pt>
                <c:pt idx="1">
                  <c:v>R</c:v>
                </c:pt>
              </c:strCache>
            </c:strRef>
          </c:cat>
          <c:val>
            <c:numRef>
              <c:f>'RATING '!$M$6:$M$7</c:f>
              <c:numCache>
                <c:formatCode>0.00</c:formatCode>
                <c:ptCount val="2"/>
                <c:pt idx="0">
                  <c:v>330.51560321930003</c:v>
                </c:pt>
                <c:pt idx="1">
                  <c:v>450.77875415085896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71-4B63-B383-F9E8AA171A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3683359"/>
        <c:axId val="363159503"/>
      </c:barChart>
      <c:catAx>
        <c:axId val="58368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159503"/>
        <c:crosses val="autoZero"/>
        <c:auto val="1"/>
        <c:lblAlgn val="ctr"/>
        <c:lblOffset val="100"/>
        <c:noMultiLvlLbl val="0"/>
      </c:catAx>
      <c:valAx>
        <c:axId val="36315950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583683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+mj-lt"/>
              </a:rPr>
              <a:t>Drama movies</a:t>
            </a:r>
            <a:r>
              <a:rPr lang="en-US" sz="1600" baseline="0" dirty="0">
                <a:latin typeface="+mj-lt"/>
              </a:rPr>
              <a:t> Rating Market Share</a:t>
            </a:r>
            <a:endParaRPr lang="en-US" sz="1600" dirty="0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223120008492197"/>
          <c:y val="0.2694040786985587"/>
          <c:w val="0.52082461738277952"/>
          <c:h val="0.7305959525815714"/>
        </c:manualLayout>
      </c:layout>
      <c:pieChart>
        <c:varyColors val="1"/>
        <c:ser>
          <c:idx val="0"/>
          <c:order val="0"/>
          <c:tx>
            <c:strRef>
              <c:f>'RATING '!$K$1</c:f>
              <c:strCache>
                <c:ptCount val="1"/>
                <c:pt idx="0">
                  <c:v>Count of Rating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9DB-4DE3-9852-06C3762CE0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9DB-4DE3-9852-06C3762CE0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9DB-4DE3-9852-06C3762CE0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9DB-4DE3-9852-06C3762CE0B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9DB-4DE3-9852-06C3762CE0B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9DB-4DE3-9852-06C3762CE0B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9DB-4DE3-9852-06C3762CE0B7}"/>
              </c:ext>
            </c:extLst>
          </c:dPt>
          <c:dLbls>
            <c:dLbl>
              <c:idx val="2"/>
              <c:layout>
                <c:manualLayout>
                  <c:x val="0.14259149406482793"/>
                  <c:y val="-3.580725223718152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DB-4DE3-9852-06C3762CE0B7}"/>
                </c:ext>
              </c:extLst>
            </c:dLbl>
            <c:dLbl>
              <c:idx val="4"/>
              <c:layout>
                <c:manualLayout>
                  <c:x val="-0.12210313024908366"/>
                  <c:y val="-7.7800820726188033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9DB-4DE3-9852-06C3762CE0B7}"/>
                </c:ext>
              </c:extLst>
            </c:dLbl>
            <c:dLbl>
              <c:idx val="5"/>
              <c:layout>
                <c:manualLayout>
                  <c:x val="0.1183055775839281"/>
                  <c:y val="-3.4565990607336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9DB-4DE3-9852-06C3762CE0B7}"/>
                </c:ext>
              </c:extLst>
            </c:dLbl>
            <c:dLbl>
              <c:idx val="6"/>
              <c:layout>
                <c:manualLayout>
                  <c:x val="-8.9242903915361091E-2"/>
                  <c:y val="4.1468487183723771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9DB-4DE3-9852-06C3762CE0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'RATING '!$J$2:$J$8</c:f>
              <c:strCache>
                <c:ptCount val="7"/>
                <c:pt idx="0">
                  <c:v>G</c:v>
                </c:pt>
                <c:pt idx="1">
                  <c:v>NC-17</c:v>
                </c:pt>
                <c:pt idx="2">
                  <c:v>Not Rated</c:v>
                </c:pt>
                <c:pt idx="3">
                  <c:v>PG</c:v>
                </c:pt>
                <c:pt idx="4">
                  <c:v>PG-13</c:v>
                </c:pt>
                <c:pt idx="5">
                  <c:v>R</c:v>
                </c:pt>
                <c:pt idx="6">
                  <c:v>Unrated</c:v>
                </c:pt>
              </c:strCache>
            </c:strRef>
          </c:cat>
          <c:val>
            <c:numRef>
              <c:f>'RATING '!$K$2:$K$8</c:f>
              <c:numCache>
                <c:formatCode>General</c:formatCode>
                <c:ptCount val="7"/>
                <c:pt idx="0">
                  <c:v>2</c:v>
                </c:pt>
                <c:pt idx="1">
                  <c:v>1</c:v>
                </c:pt>
                <c:pt idx="2">
                  <c:v>8</c:v>
                </c:pt>
                <c:pt idx="3">
                  <c:v>23</c:v>
                </c:pt>
                <c:pt idx="4">
                  <c:v>151</c:v>
                </c:pt>
                <c:pt idx="5">
                  <c:v>156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9DB-4DE3-9852-06C3762CE0B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3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ROI Per Month and Std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'dramain month'!$B$1</c:f>
              <c:strCache>
                <c:ptCount val="1"/>
                <c:pt idx="0">
                  <c:v>Average of ROI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D4-4773-872A-CA3DA54F6831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FD4-4773-872A-CA3DA54F6831}"/>
              </c:ext>
            </c:extLst>
          </c:dPt>
          <c:dLbls>
            <c:dLbl>
              <c:idx val="0"/>
              <c:layout>
                <c:manualLayout>
                  <c:x val="-1.305483028720626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D4-4773-872A-CA3DA54F6831}"/>
                </c:ext>
              </c:extLst>
            </c:dLbl>
            <c:dLbl>
              <c:idx val="1"/>
              <c:layout>
                <c:manualLayout>
                  <c:x val="-2.9010733971569481E-3"/>
                  <c:y val="8.3747316541446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FD4-4773-872A-CA3DA54F6831}"/>
                </c:ext>
              </c:extLst>
            </c:dLbl>
            <c:dLbl>
              <c:idx val="3"/>
              <c:layout>
                <c:manualLayout>
                  <c:x val="-1.450536698578474E-3"/>
                  <c:y val="1.674946330828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FD4-4773-872A-CA3DA54F6831}"/>
                </c:ext>
              </c:extLst>
            </c:dLbl>
            <c:dLbl>
              <c:idx val="9"/>
              <c:layout>
                <c:manualLayout>
                  <c:x val="-1.3054830287206266E-2"/>
                  <c:y val="1.674946330828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FD4-4773-872A-CA3DA54F68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'dramain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'dramain month'!$B$2:$B$13</c:f>
              <c:numCache>
                <c:formatCode>0.00</c:formatCode>
                <c:ptCount val="12"/>
                <c:pt idx="0">
                  <c:v>7.8743558976216503</c:v>
                </c:pt>
                <c:pt idx="1">
                  <c:v>84.88113937666418</c:v>
                </c:pt>
                <c:pt idx="2">
                  <c:v>338.09640952137875</c:v>
                </c:pt>
                <c:pt idx="3">
                  <c:v>44.414837074653498</c:v>
                </c:pt>
                <c:pt idx="4">
                  <c:v>386.96668729066755</c:v>
                </c:pt>
                <c:pt idx="5">
                  <c:v>111.3490432933999</c:v>
                </c:pt>
                <c:pt idx="6">
                  <c:v>114.27619400166392</c:v>
                </c:pt>
                <c:pt idx="7">
                  <c:v>140.0477019443916</c:v>
                </c:pt>
                <c:pt idx="8">
                  <c:v>21.824601558291867</c:v>
                </c:pt>
                <c:pt idx="9">
                  <c:v>13.774427677844326</c:v>
                </c:pt>
                <c:pt idx="10">
                  <c:v>107.05154359736068</c:v>
                </c:pt>
                <c:pt idx="11">
                  <c:v>25.644958225101533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4-4773-872A-CA3DA54F68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68620607"/>
        <c:axId val="363191663"/>
      </c:barChart>
      <c:lineChart>
        <c:grouping val="standard"/>
        <c:varyColors val="0"/>
        <c:ser>
          <c:idx val="1"/>
          <c:order val="1"/>
          <c:tx>
            <c:strRef>
              <c:f>'dramain month'!$C$1</c:f>
              <c:strCache>
                <c:ptCount val="1"/>
                <c:pt idx="0">
                  <c:v>StdDev of ROI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0153756890049324E-2"/>
                  <c:y val="-5.4435755751940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FD4-4773-872A-CA3DA54F6831}"/>
                </c:ext>
              </c:extLst>
            </c:dLbl>
            <c:dLbl>
              <c:idx val="1"/>
              <c:layout>
                <c:manualLayout>
                  <c:x val="-2.9010733971569481E-3"/>
                  <c:y val="-2.9311560789506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FD4-4773-872A-CA3DA54F6831}"/>
                </c:ext>
              </c:extLst>
            </c:dLbl>
            <c:dLbl>
              <c:idx val="3"/>
              <c:layout>
                <c:manualLayout>
                  <c:x val="-4.3516100957354219E-3"/>
                  <c:y val="-6.28104874060852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FD4-4773-872A-CA3DA54F6831}"/>
                </c:ext>
              </c:extLst>
            </c:dLbl>
            <c:dLbl>
              <c:idx val="5"/>
              <c:layout>
                <c:manualLayout>
                  <c:x val="-7.2526834928923704E-3"/>
                  <c:y val="-1.67494633082894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FD4-4773-872A-CA3DA54F6831}"/>
                </c:ext>
              </c:extLst>
            </c:dLbl>
            <c:dLbl>
              <c:idx val="6"/>
              <c:layout>
                <c:manualLayout>
                  <c:x val="0"/>
                  <c:y val="-2.09368291353617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FD4-4773-872A-CA3DA54F6831}"/>
                </c:ext>
              </c:extLst>
            </c:dLbl>
            <c:dLbl>
              <c:idx val="7"/>
              <c:layout>
                <c:manualLayout>
                  <c:x val="-1.4505366985785805E-3"/>
                  <c:y val="-2.93115607895064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FD4-4773-872A-CA3DA54F6831}"/>
                </c:ext>
              </c:extLst>
            </c:dLbl>
            <c:dLbl>
              <c:idx val="8"/>
              <c:layout>
                <c:manualLayout>
                  <c:x val="-2.9010733971569481E-3"/>
                  <c:y val="-2.9311560789506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FD4-4773-872A-CA3DA54F6831}"/>
                </c:ext>
              </c:extLst>
            </c:dLbl>
            <c:dLbl>
              <c:idx val="9"/>
              <c:layout>
                <c:manualLayout>
                  <c:x val="-1.0637146241687722E-16"/>
                  <c:y val="-1.674946330828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FD4-4773-872A-CA3DA54F68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'dramain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'dramain month'!$C$2:$C$13</c:f>
              <c:numCache>
                <c:formatCode>0.00</c:formatCode>
                <c:ptCount val="12"/>
                <c:pt idx="0">
                  <c:v>119.62397667446311</c:v>
                </c:pt>
                <c:pt idx="1">
                  <c:v>241.79614572837761</c:v>
                </c:pt>
                <c:pt idx="2">
                  <c:v>1783.4023050808908</c:v>
                </c:pt>
                <c:pt idx="3">
                  <c:v>138.41980771704402</c:v>
                </c:pt>
                <c:pt idx="4">
                  <c:v>1393.1951284017541</c:v>
                </c:pt>
                <c:pt idx="5">
                  <c:v>351.38096731270326</c:v>
                </c:pt>
                <c:pt idx="6">
                  <c:v>324.31718383389722</c:v>
                </c:pt>
                <c:pt idx="7">
                  <c:v>304.53204411862225</c:v>
                </c:pt>
                <c:pt idx="8">
                  <c:v>154.54355602780572</c:v>
                </c:pt>
                <c:pt idx="9">
                  <c:v>101.98620810099197</c:v>
                </c:pt>
                <c:pt idx="10">
                  <c:v>450.91862867381968</c:v>
                </c:pt>
                <c:pt idx="11">
                  <c:v>273.63507830312403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D4-4773-872A-CA3DA54F68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65238383"/>
        <c:axId val="363201263"/>
      </c:lineChart>
      <c:catAx>
        <c:axId val="26523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201263"/>
        <c:crosses val="autoZero"/>
        <c:auto val="1"/>
        <c:lblAlgn val="ctr"/>
        <c:lblOffset val="100"/>
        <c:noMultiLvlLbl val="0"/>
      </c:catAx>
      <c:valAx>
        <c:axId val="363201263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265238383"/>
        <c:crosses val="autoZero"/>
        <c:crossBetween val="between"/>
      </c:valAx>
      <c:valAx>
        <c:axId val="363191663"/>
        <c:scaling>
          <c:orientation val="minMax"/>
        </c:scaling>
        <c:delete val="1"/>
        <c:axPos val="r"/>
        <c:numFmt formatCode="0.00" sourceLinked="1"/>
        <c:majorTickMark val="out"/>
        <c:minorTickMark val="none"/>
        <c:tickLblPos val="nextTo"/>
        <c:crossAx val="368620607"/>
        <c:crosses val="max"/>
        <c:crossBetween val="between"/>
      </c:valAx>
      <c:catAx>
        <c:axId val="368620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31916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countrycount!$A$2:$A$40</cx:f>
        <cx:nf>countrycount!$A$1</cx:nf>
        <cx:lvl ptCount="39" name="Row Labels">
          <cx:pt idx="0">Argentina</cx:pt>
          <cx:pt idx="1">Australia</cx:pt>
          <cx:pt idx="2">Belgium</cx:pt>
          <cx:pt idx="3">Brazil</cx:pt>
          <cx:pt idx="4">Canada</cx:pt>
          <cx:pt idx="5">Chile</cx:pt>
          <cx:pt idx="6">China</cx:pt>
          <cx:pt idx="7">Czech Republic</cx:pt>
          <cx:pt idx="8">Denmark</cx:pt>
          <cx:pt idx="9">Finland</cx:pt>
          <cx:pt idx="10">France</cx:pt>
          <cx:pt idx="11">Georgia</cx:pt>
          <cx:pt idx="12">Germany</cx:pt>
          <cx:pt idx="13">Hong Kong</cx:pt>
          <cx:pt idx="14">Hungary</cx:pt>
          <cx:pt idx="15">Iceland</cx:pt>
          <cx:pt idx="16">India</cx:pt>
          <cx:pt idx="17">Indonesia</cx:pt>
          <cx:pt idx="18">Iran</cx:pt>
          <cx:pt idx="19">Ireland</cx:pt>
          <cx:pt idx="20">Israel</cx:pt>
          <cx:pt idx="21">Italy</cx:pt>
          <cx:pt idx="22">Japan</cx:pt>
          <cx:pt idx="23">Mexico</cx:pt>
          <cx:pt idx="24">Netherlands</cx:pt>
          <cx:pt idx="25">New Zealand</cx:pt>
          <cx:pt idx="26">Norway</cx:pt>
          <cx:pt idx="27">Official site</cx:pt>
          <cx:pt idx="28">Philippines</cx:pt>
          <cx:pt idx="29">Poland</cx:pt>
          <cx:pt idx="30">Romania</cx:pt>
          <cx:pt idx="31">Russia</cx:pt>
          <cx:pt idx="32">South Africa</cx:pt>
          <cx:pt idx="33">South Korea</cx:pt>
          <cx:pt idx="34">Spain</cx:pt>
          <cx:pt idx="35">Taiwan</cx:pt>
          <cx:pt idx="36">Thailand</cx:pt>
          <cx:pt idx="37">UK</cx:pt>
          <cx:pt idx="38">USA</cx:pt>
        </cx:lvl>
      </cx:strDim>
      <cx:numDim type="colorVal">
        <cx:f>countrycount!$B$2:$B$40</cx:f>
        <cx:nf>countrycount!$B$1</cx:nf>
        <cx:lvl ptCount="39" formatCode="General" name="Count of Country">
          <cx:pt idx="0">1</cx:pt>
          <cx:pt idx="1">16</cx:pt>
          <cx:pt idx="2">2</cx:pt>
          <cx:pt idx="3">3</cx:pt>
          <cx:pt idx="4">32</cx:pt>
          <cx:pt idx="5">1</cx:pt>
          <cx:pt idx="6">11</cx:pt>
          <cx:pt idx="7">2</cx:pt>
          <cx:pt idx="8">6</cx:pt>
          <cx:pt idx="9">1</cx:pt>
          <cx:pt idx="10">58</cx:pt>
          <cx:pt idx="11">1</cx:pt>
          <cx:pt idx="12">39</cx:pt>
          <cx:pt idx="13">7</cx:pt>
          <cx:pt idx="14">2</cx:pt>
          <cx:pt idx="15">2</cx:pt>
          <cx:pt idx="16">10</cx:pt>
          <cx:pt idx="17">1</cx:pt>
          <cx:pt idx="18">1</cx:pt>
          <cx:pt idx="19">5</cx:pt>
          <cx:pt idx="20">3</cx:pt>
          <cx:pt idx="21">3</cx:pt>
          <cx:pt idx="22">4</cx:pt>
          <cx:pt idx="23">6</cx:pt>
          <cx:pt idx="24">2</cx:pt>
          <cx:pt idx="25">5</cx:pt>
          <cx:pt idx="26">3</cx:pt>
          <cx:pt idx="27">1</cx:pt>
          <cx:pt idx="28">1</cx:pt>
          <cx:pt idx="29">1</cx:pt>
          <cx:pt idx="30">1</cx:pt>
          <cx:pt idx="31">2</cx:pt>
          <cx:pt idx="32">3</cx:pt>
          <cx:pt idx="33">6</cx:pt>
          <cx:pt idx="34">15</cx:pt>
          <cx:pt idx="35">1</cx:pt>
          <cx:pt idx="36">3</cx:pt>
          <cx:pt idx="37">146</cx:pt>
          <cx:pt idx="38">1428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GB" sz="14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Franklin Gothic Book" panose="020F0502020204030204"/>
              </a:rPr>
              <a:t>Movies Origin’s Map</a:t>
            </a:r>
          </a:p>
        </cx:rich>
      </cx:tx>
    </cx:title>
    <cx:plotArea>
      <cx:plotAreaRegion>
        <cx:series layoutId="regionMap" uniqueId="{00000000-6983-450F-957F-E1DD3978B338}">
          <cx:tx>
            <cx:txData>
              <cx:f>countrycount!$B$1</cx:f>
              <cx:v>Count of Country</cx:v>
            </cx:txData>
          </cx:tx>
          <cx:dataId val="0"/>
          <cx:layoutPr>
            <cx:geography cultureLanguage="en-GB" cultureRegion="IL" attribution="Powered by Bing">
              <cx:geoCache provider="{E9337A44-BEBE-4D9F-B70C-5C5E7DAFC167}">
                <cx:binary>7F1ZUxvJsv4rhJ9vM7UvJ86ciKmWxGKDAa/jlw6B5ep933/9TSHESA02nhhOmIdDTIyDbpW66sus
XL7Mav590//rJl4ty4M+idPqXzf976/8us7/9dtv1Y2/SpbVYRLclFmVfasPb7Lkt+zbt+Bm9dvX
ctkFqf2NIMx+u/GXZb3qX/3n3/BtdpW9yW6WdZCll82qHK5WVRPX1Q/uPXrr4CZr0no93MI3/f7K
9YN0+epgldZBPbwf8tXvr/Y+8ergt+n3PHjmQQzTqpuvMJaKQ841lVgzvfl5dRBnqb27jRE9lJxS
pun2mefLBMY9OY3bSSy/fi1XVXVw9+/9sL0Z318NqszdLNbN1nNzz28X89s+mP/59+QCLG9yZQfv
KRZP3ZrC/XYt5mAZH1RBvdpC8D3Y/3vTMOVyDOKnnr8P1I/E7mB0SG9/ENkTuMPpIUHrHylu/1nf
3yjbRvBPz+RxyW/HTUS/vTyVvbn69bJ3x9WNHzzjZmP6UDKqEcN4gy1sqt3NxkEmCiOB76DH+9D/
xHwex/5+4AT8++tT9N0vvx79s1Uf3GRbBL635X5e5Qk91JSubR3fQx22AjnkSEvEuN4+bqPrT0/h
cby34yZwby9P0T77/OvR/qO0613+nK7FoexQa8E0qPTGtch94AXcF5IovtX3iY/5qTk9LoGdoRMh
7NyZyuGPF2Bz/miqulzGz2l1HMIPAWXEFMWP+niQE9MIS3Dzt2ZpYnZ+akrfEcNfq5mK4a87D8Tw
4ddvh5NymW5twT83PZQcCiY50fwOf7AzO3afs0MuGOUI041bmAjgqck8jv1m1AT2zcUp4icvQPHN
KrZBkzwf6BwB6JhJCGzvA5kd0Nmh4FoSgTc6j9AE9J+Yz+O43w+cQH9/fYq+mf96fb9qquo5bQ6Y
dqEERVo9avq1hECIUyT1JtacBplPT+dx7LfjJtBvL0+Rv3oBlgYSqXj1fFrvUHwoBaZUEvmYsXck
PqRYSYmp2D71PqP78UQeh/xu/hPE765OAXff/HpVvw16D65WeXMdBzdbDP65kf9fcL9hOG7VZEp+
TNNqd5kuvy6fD3wBIbykWgnEHzP2jhaHAkEcqvjjBufp+XxH++/WMVX/u8sP9P+PX6//s1WaLMvo
+bDn/FATIRTewXbH0SpIArASesog/cQ8Hsf8fuAE9PvrU9Rnr3896idVuVw9I4FD0aHChBEu7hys
2gspIaRXXDOpNrsBoUlq9fR0Hsd+O24C/fbyFPmTF2Dvj4HNPHgN/3s+jSfkkBGMFYEI5/YHYscd
jceYHWKxFgzn24dufOz9XA7erZPN75O4j6M/GT4RwuTuVBbHL2AXLII0XqZff7Tyv0dfC2ArmZBS
8DtNJ3uSgMwXIkyNYZfcC2qXzPyJ+TwuifuBExncX5+ivzj59TZoAUntzTPGmgycKmEQ4ZN9Ygd2
B1dUCrWNQCe02tPz+A7od/OfYn53+QHkLyCrPVplpX3OxIphSKyQEgD8nqYzdoiIkgortQn7wR/s
avpPTORx0O8HTlC/vz6F/Wj+6zX9aFUmy3TYQvDPg3uOD8GMaAVFkQ28+xq/rqaAVJCAz2x+to/e
2P2fmM/30L9byAP0765P0Z+9APSPm9Quy2dEn8lDrLDkamtRJuhr4O9BMFRvDc4++j8xn8fRvx84
Qf/++hT94w+/XvdPblbP7GOBplcMKzYx8w5WhxjxNXP8uNb/xEwex/1+4AT3++tT3E/evQDc06/P
aeghxqScKKBy7izKfoAv9SEVUC1E7C4EhS2xa+9PnprNd5DfDJvivrn6APUXUJ+HdWbp6lm5SweB
viNgE/B99rTva2/jewxkPSd3wnmA/dNz+i7+26EPZbC980AOsxeg/eUzWx1ODpXgWAtyp+D7kb0j
D8HaQ8V226Yw5e9Pnp7Qd0SwHTgVwPb6A/hfgMs9qZfxczpcesgJ5xypu+rIJMElh/i2lKX4RPOf
msZ3IN8MmwK+ufoA7ve/XttPl/mz1gchkeIMcy7Jffi4yyfQtbILLsgE7ien8Tjcd8MmcN9dncJ9
evHr4T5f1f6qXEc11VbfniGkJ0AdQN1VsjvQ9x0sh9xWaKbUViSTJPYn5/S4BPYGT+Swd28qjfMX
QKidr7qDL6vl8waZDiS2a+pe0Z2S4O4ekOAPKIPOKQGOYDfS+cnpfE8QO2t5IIidew8E8QI6pN77
y+B5pQDEpdIQze/7WmhWA+wJ9IfgiQH6mRk8DvxfIyeo/3VjCvn74xdgibKyWz6jo+X6UEOxFkKc
u1hz4mjRoaRKCz1hc86fnMbjqG/HTTDfXp4ifv721yN+AfXxIM8DCPK3+/6f234sDjV0NaO1Ldk1
MgSK4+uIk0xq4z85icdB3xs8QX7v3hT+ixeg8BfZ81oYCOsJxI4U2qE2jPxEAvoQg5Un26B/GtU/
PZ3vyOBuGVP47y4/QP4FuNmrDCjM52QUGBRDoP6NAd1NlLnPopF1yw7XBFqi7oPQXT/7E/N5HPv7
gRPw769P0b96AWbnXdbU/sEf38rgZvl8dsch62q4oATJfb2HQhVSEkSjgWrYRf1n5/E49PujJ/jv
35wK4csfv972b2b4OitXzygDOPHCqCJram1jgaA0vucD5DrYUdAOPnG6PzmbH0nibimPCuLu3lQO
r69egBzyZfCM7bAMqiXAGsM5h0epTQfIB84oNI7v3N/bE09N5zsi2Aybgr+5OoV9/gIY5ffLoHtO
mmFSMsQEgs1dXJ9+3uPAbsdNkN1enkL7/tOv1+gP0AyxWfo/DybhxJQGi0K3ZPA6WN8xKA60pnEE
RMO2NW3a7PohhaNlXw9ewzHCr9kPG6Afh386fiKG6e2pOI7MCxDHO/A2zyUPui4HUg4nreRjBt7R
+hBhBdWT7ZHHicu9A+xdvax/nHP8UBzb4Y9LY3t3KowPL8Ds/PT6/16rzv/Esn9W7e+eRJ20dz3X
bvlfL9vDQ9q3G9tOzm9PW5indvW5BPI/d1L/6ED3/anm2bJezm9Pwe/spB/f3cp1MvRHnmcj1ZOv
v7+Chs9bR7nZxeuvuBu3afF5ByFyfXC8ilfp8v8O/qhuVmkFB/YPoGhx8L4MqnqZHnxdHrhN6t8n
M/dfu1pW9e+vHGBfoQgEByY5YoIqOBv56qBb3d4CZhaqQxIajAQ4N33LXKVZWfswTMJBJwThsoR+
U0oggQf2qlrnr+uvRIcc6qjQCcyhCxIKSFsMgEkZbJbeA3b3+0HaJBcZLKX6/RVGrw7yzcfWMxXQ
jsAJ0wI6XzW02sPpHrh/s7yCwGX96f8b+6QPksw/RZHfxotKZojEs3T0ivS4THGbfGCc59m1jVif
e8Z3aNleU9yQbB4S6ft0E4lsAH5sPgDH7nwE5gyWtF40NEITQGZ/PkSQIVI6rU3sy96kqmhKz23D
PCmpK+iQBTdOW6naX2Q8aRtqqpHr6rivRurEs0BmXurMezESYbxSyw0n9P3ZgXrszQ6gInD0TEDj
DILWMTaZndVJrGVLG5PVIelHN0+agpxGtfTjo6EeWqcxqV8yP3Q9qFGx0a15rIqLMI17vYDTDo68
xNYq9NS8IBzdnRcEowyUhUOPg0IYuKA1qjtSJLSgqSOC0zLlcTbMR9Sw/o0T6UZU86KLHSVNKciI
mGlQlBYf+46y9iTCOpDKxW3oCeXSzhlGaXydFnjGxFCF7xMcy0+4jeK+nUVlGPjMLVveVCb38IBi
dzcKvRP+RjlvsnwoA+vfvTvj/tf/nG1fyHH7/oe/rq/fvvHXb++zBP774Ue++0XrFzrcfxPM5u4F
D+vNv/fLAzu03WUTS7N/QmZy8+fMkALW7v4NHw+s0NHyOrvP1Nebdv3xjXVZWxDQR6wp1Jmhu2XN
cW+MizqUiIC2cih4SnjbhwZNvrMt0ISE4X0FoMUIOo3g+PxflgWynnX1VEvoOiWCw4sL/o5tWW+G
v0yLpKCT0MkB5DsYOdjSdK20O0rJYiWLKgGNKovwkmVZNcsDkc/7itBNF9J39+X+k9aNPVBtwdAT
Dn3LGAruAMPuk+pcDl4yUKNwHriySD3TtyOZ575Xznegv1PRXXsJecTOmu6eBE2JApYGZWY9MZcq
8Iuk59QQv/BmJGS1Kfuhn/34IY8sBxqt181Kt4dZ9dpm7wBnuSqLUmrDA1kcW53Zt9VQ1gtF/Cx8
wt5CE/d0RUwIgcENMCiLwyFCUK7dh3k09xvLozn1iKKmyerCO9NFEkTzoo9VPvN4qH1jx0rMYwum
7zUU2L3KFMFIW9N4Ikndse1rMsvBpRRG2bqIwZaUfWl0VGfjO90EiM69gSatG2YpIefWr6K3UUdJ
eVQjam8K7Gk757zpc+NkMvukuTckru36FJ87RQc3iS3EtyAdQ24q5CftgmYt/xaMgSNd+AoWXg5J
AQ/GgYO/MqcP7JxRkkXG6TrO3SiPtTr1QilytyG07M7BDIoPTd3Cd1M0RrnROGlbU5a1vJE6lbHb
Eg+Hpo90rN0oksOffYXaz37FZOjq0Ct9U8ZtWBuVpn1takmT09bnRbfwJKpWadQl3jxG/XDdel7/
qe+S5FsSB/ysyKIuMA71m6u+V2O4iCyxLSyc+Y6rq4B/VknGcndMM+e6agr5wWNJ9MGreVmagHlY
GdJgW5tEJ2HzWYVhTNAM+0n9OVFd83ZUGSCdqij/wiRJr0hpY2tI3YVvEuj/jNyOyTEwdaXrzyWP
o2sIeoJr2DXN0h80D004ZoK6Xkby1iBKqqXE1Ri7IwbJIMcGhYltktiZokPUwRcX3Z/gkTA/StQw
VO4I5c8/LU3pOaGVvixL24YAJq1hEkUbfeqJGgpDo/7tmHd+5o5NHb1Lm5IUbhol7CNue8cxuBmK
60Dr+lPvxd3HInI8ZQIxBDecRtW7SgkSL8hQd2dl1PWD6XsRIxONtn+jdC/sDLdxUhk/79EKdV14
09osDl0Cpw25QW1pL4klRTNrWFo5puSqjY68NMSnBUSA1Og6cN7EJPaQGwVpjt1e11426xKeXtZI
N40bjyX1Zk05EGlwZtPWqHFMxst+7OxFmuD2S9RJ/9qWvZVXCpzh50YE0jdF7aepWxZK+e7gNF1t
igZ1GK6TbJy3RSSsaevSK00f4vymKirqmS6QzWecJ1ljiOzoTZTVaecWwo9HI7y+8EH/MhkaFDrR
uTOilkGEIqrMxP2YXKVU+W+8iPnEhfNNLDNUVUlqQhUNX9owYK2JC2BXTE95FINvj2GXxfDEeI69
Mv+K/Qpx45Q89E3aOB2b+VWTfSjDdvwQgdnXsxIJ/2vD4k4bv/LlnwktxCUpKWZuFksvXE8mGk1a
6vISNR4nrweP+5WpIxzl87hHoP8oh9adWT7SvjOaJfzPqnKCG1WJ5GLImzCbDRBTFEZX1undIEQy
MlCTTIhLheeXZsz69vOYdFltOth/Nz0o0BUNyedMeyCtqG668wr3w0q1AWhSU3hR53p+msUzHXlq
HkFg3cxUjtLYRFnYOLPC69nHEkzml9JzVGd4Q7tiBganTE608NJlkAzWMZWgHmiUHcpwYbPKZi71
aBoY38/DxHgQBzFTxXQ4y5KihmUyp3sL45IP1AnhAxiFfbK2aX0ys9an30YMqtLrnoZGZ6IqZn3g
OdSksfareRAP8SUZeRzPCcu6KwsLiBZthEZX5aKdiTIm0Yx5tpCLSrDOM1ZlYb+gPOC5mw4qUkdt
xcMeQmpCOyOCVrymAnd/4pTnvYuTAOYETftd7OZ5TcCYxVl0wT3ssGOCsmiugxypGYt7mxnEy+S0
jmOUmSDDZT4LAr8xfdFHtRtTsM/S82YtLU6GRpV03mKZdqbqeqQNHgp+UbZJFhhvhIIdA20NjCSN
Dmaxr+JkFkYNbd3Mdk1i/Eb7f8a5DYbTPuV2FeCBs7nlYXvB4iRsZzaMc+IqVPfvGsHiDJbAimGe
hEqw4yjVuje0z3TgBnSofTfCbXXjtV7juz5qaDKjcQ7Gt3JqfKxTS7QJujQoZrks2aeUpTY2lZTt
zA8ctGq8rGBmgJdQJKaV4piqwRcGgqAEGTbW9NgZSXESsVRpt8DCf9OWPjcN9djroeHxexTF+top
ePkFqz6uDHMqW826srZnPFHVeU1RTo80tlk7z1RQUJf7fhDMkjIOPjgyR9ddFvRXDHdl4komnOgo
q+rgIkm9IHPZQMqbPOrwJ+u3Q2/qzvEgG2mLMDRF2JaR2whZXCOwbfO4UTSdNcTLrtMu7i6zEtEZ
S0p8AW5Bnld5iTrX6cmCOFLedPD9g8GV3xK3E3VTHkeqU2+HTqz13JbgZIqQpznsv7R671WJf6UT
3g+LklD5NWIeES7OY4FnsiQjuF0J9sswnJenTgDcr2uFRNYdOgTepyS16t0a++VJDcp3XQAatQt5
bBablsrxWJJABCaxZTBLdcXf9jgNsrnfVOiYpxh2ZOvr4p1tpVwGRVFJ1xvb7ixnovSMw0jN57QO
kxPwvdVRIhRJXRSE4yfQTbzMdMEcM/YYHEjYDFF9RHEL6oTSJM6NysP6z3GIbDQbhgAsQFC21WBS
zfq3ktUseZMNfASfQoaQuXmhiz85KF+0kGMWXw5KqW8+ovl5A44C9Ah2n3V1a4MvpF7vj5DRRsww
sqV0paDpJzggFnwRYeWDYW+5c8xyyxcBTbxq5pS0Y24fqDw2SLfgHTroPPpgu4rVLkplw0w8sFqa
pOybfCGHhiQmDAdYVwfRpDb1aMs3Q0nbzCQODTKwRAJhwLSuwSvP23rUPja2Q+1lGvMsusQFi9vX
FS6KiJ4UlrNLIouuM4hUIDsKNqqCQM7GgwsWvrhuI2tiZ3SwUarE4KXHuM1mUesHvdvB4bfoddrS
TpyUPtgtUJwM03ndBe1FaAnJjhpVUed1P2g/Mn0nndpVhR07g6Us3+cBxJ0mhCHK8CivL+ouSf25
SlR5nKekj+Z9IqrKDDwMU1M2DCTPcNRfp05HxGxQBJ2GTlGEpvOjJHBZ1Pj0LQ1hx4EjccglqUht
F1kbDqWpehmSi5oIiImqYgDfhUai3pQ5ku0iqEUoZqEFQufcl3k8zAYgJMJF02MRnyeF6JdlmBXE
cPCL8SxyqPRnYajaryVhHkSQft0rw2paE+OzJMTg5NdzbgarClCsVviuHev2lPVZ9bUZ2yEwXGRp
aSLr4MTFJQOHY6uy6txSozZ3nUqIyu1rsMEoG9BJF8dOOUs6GSvj+DwvLse+r6qzuqWhnuvKo3oR
cdQex23iKx94nryNZnELJJXBWNBr2eFKzslYRmzuxZpUI8RMVUjfBnVMFo12yHiSDG0EG8MX4IHG
oE5PqQ57p5xHDaqTReB5AQaTQ1p27Albe/mssjptXEntmMwyiCnEEvsQ/hvPgyQE/DKyqbiuckn7
2PhSgTtobaTZWaGYA/Py4vwz9kKL5wOqQvTR67IeKsNBqIuLiFWFvMgJ88FN5RZ8MMR1Ilr9txiL
t/kqfVeXq1V9tsynxMULpCTI+u0C3+cktm/f2aFSb19HsOE8sVi3xADtIPT6DDcYqC0tgfXhmgQF
NlRKBWTV+u18d7SEwvB6A+hUhU1CkAJuDVLvO8YT+ogxcJ0IQnNoqdfQz/S3aIn99BpYWAavj+JA
v60JEoz5muTbSa89mvloCPUYmhwxu2hSFAjXNmHZfO5ZDaa0HcM8qhdZATH+BUL1KK48BXnWsQ5L
PVyUuM9pZHyqqUpmHY2S9jhMyhqi7aFW2Sz3SnQZZTr76NtAMVMmcQj+oYsCPs984YlL5nPPWzhZ
4vi5wWmqSuam3Mn6alFFQ+EnLgpFV86LgjRXfGwRMZo46EKlZXWjUe0MF7mjw1OS93h02wplyAVq
VLAjbYsOuR5r+Gfc0LoyJNQ2maGOcWaiPo/PeOdB+hkFATjfjtUlhJZNGiIIBaVfLcKAR1eOZaSC
KbR5vECkxeIE4XCM2UJUA0AVO7pIsal1aYfmKT5ij43YyAY4inUzDwhardsZdmVTOGlLADNIZZzM
hqUZurKsQCC5fp1Ea8e0o7WP0Dlrvn+Hz1k/D0hm0DV8+x8ja3ZkVxcCW4HK1QyyXiccmSEtBASz
UFjWXSOSEEgs6qDw4V0U2RDfjLrC79u8qz4PXQUqMAQVZCs/ntKaQfqLNYMZwQEp4H6QBkcLPBOd
zAjSmzG0NsWBAZsm9Iw5GZk12egQl4e0G49k2EEmoGJdiRkp0j6bp4m0T02D7BcGGFDcSMNGge58
OLMIG3bC3gmRNqMTewM4A6+OxSwLgBF4G6VRoE3k1x1aMM/xCkPgFT3R694KukI4Lma4d4B8j6Kc
jEtq20p/BJVXzB4BiewXqYlUk49fcU09eQUur/Pfdd44eDe87aucuwiICp66P8Z0n7VbrwU2OrzK
RmkEL9GCN7XuSxmFyh+Cmue+CQKVfQGGQiZz4dM4fEKf1kTjrvCgIgAPYZgAj0aYvFW3HXXiKfVA
O7wEQJN9LVynVTE+Y8k6I0qh0jK4HU/i5onlTQ0aPBW2DEUYY6Lh9XgT9h9YnyJPhe9Zo4i1xo/y
YUFF5s3KUJfHP4bywQrhzZ4KyEJYIwRITE2oVgsVJAjV4sY3noj7fIZpRLzjekhbdToUNaT2kGn3
vX5iV6xZyD1g4Sw4nAYnsDsEvAKQTx5be62iSWWBG2F2FG6Pq+gi8cIC6i3aqz7ioawWdSLy5Y9X
+wBZeKwQVEDFh1DoIJxsxpEk3ZDBkSN4LBrHwsW8688apfLGBDhjNz9+2n4VB9QUKGV+2zAKjwV/
N1mkrCPSjqMMrRmdqDkuy1weeQ2lRw6EXBeVJGieCDqe+gDwEyoElbUHCMPR19uT33BYZP3arf09
4nlRQSD0Bf2pvB64XBcirSq9qsp0jJYx5NOVNsLCvI8UH2UNWmajMja4dWKo1kU5whzi66oW2Hez
qBTDhezDNj0bWloJSEaamLwtekd04CYjUoe90c2YjZddVvXZkQcCTi6zMQWeW3R48H3glrtiuMpr
JEZDPOGIy9Frg/EbDYqcd8eoEtGATQtsz/ihCFqnXVlUjPZDx7pWaRMOKozOWBcQdh6kCBeXqU5E
7wLZmonQ7WJq5esIyWGAdBZ3yoPME2pn58DgsGTeq74oh4UdAzI2bgPJJfkUOkBjtSea2YTlpgml
jj/4Y0yB6+ntiHugC3xWmpCO/fi5USSIZ7blKTcsyq1gLpKN76iTPI678HVtEfXPy1al4ZEYsoQd
w3dYPS58p8+81o3gyeF1nPq194ZYVkLaAL2XYDoqJByVQZ4RKshfQXNl383ynvd6Vo9twsGr+44T
ZaaRxOPzuCBJTy8S3BcD+5ZSkXblcZEnsRPMMprqgcxThxW+dIGhGBgxdmiH9MQGiaNW2kl084GU
XTR8iwTPpTV9BhnOtcNz4FsCPy0KoFT6yq/nGndOtYLIRtYzOYx+uNI6jtNThwIb1Zk0CQvyxunT
XBQmsKOfzSRGfTePWB1GkWEdcIouCVUaf2JkxB0ULHHWnZJGJPq4s12CXG7zuj3x09ZxzgUaLHgf
J4WU852fBkN6AbFL/i0Jc6WvbOl0vnCbnOPoMzD2FvIt4Ifb2IioH9AZRIUBuRqAGKKv236osgVt
yKBAcUXAT1XNITyaBUA19R+GvOyhCCO9aJFnbIB54SiWbpAnYcdPfZmW7wOUYD3P6i5VDkRHthHj
tUodr4cIE0SWmTBWGYuOIIeiaf2mKoiPxVGeBjjOZ7qL/HGAugnH89GpK+qiKh1fd0K19Kivkig+
6XLwK70byzpolD1V1uGymMtQs/A9lAWT5uPop+PQuEUZIv+kp5Xjg+oqnPSLiAC3BQwkQgEUd2ve
0eITqRuGTrPWtgIoLO2JMQO2A/L7zgAdDofGDNDSQswsc5JuVtKBhSe0b3PHrfNcCOv2ToTIhRID
IGuyvBjZNVQZcHACwvXzOdQoajQDbiYipyTiEJACA9+HX3oSIrXgRVY05znJ8vTNOCg8nImk6QIo
3VCnLdyIdIU87jzU9m+GTGL/SHUS2zPMlQ0+yjiwUXPWhkmuqnkH9YN6gEJRwvqTPEC1p67j0nrV
By+oo4CYsQxjKA74sqvXBH3vaf9D1bIgOBasyrvmNAECTZy0kYyoXage/moDeVsOsQP0O0qAU7/M
lOorZxZXFCyFGT3M4j+HriP1p8ZJVGACIDfQx0Q2qHktUZL1J0DK1N6Z4/n1Fes7xm6Gmsv4KYf4
IKSBoAbeFAE1QngrGZRa155rJ9LAljqB6kLvmz9Yeho2mJxwGTzVjvHAKUj4bjhVJblEEv6oxOQp
ntOM4dDH5TfgVxAwe7mDqqMshnDjqOhVmS7WTFn0hK+fRsDrqicEFhIqufBGWSjo7i9NeEOfZ7L2
vhUAfuvGLE2jo5IAUQ5VP7+DvoUgqj23LusR0hZvqE+UF6Lh84+d8cOlE3ihKrTfwLkliDroZBY9
F4WnqL/2h74HcfpR3tsyadw0VrQ8KyBtsImBvgtaPOGK96MAAScD4Y8JQNUeFBqaTChfS35HsoTa
gZCCsWPaBiI0nt8P9ZGCkt9VCpvGB7KXw3YlYyvcOuABfSLA2w95IDWHrgB4+xq8fw0OMK5fh7f/
eIdY0TCoPC8GjdFxTElxaknnn3sp+M8nJP3IsyDfJxTeRAOtTGxae45JPdIQspcFhF76jQUHbHrO
o4tchP3874hzvSx4uQd0yGDofQCWQaxR30HVS7kfOcqTi2JwCjdLo+qkSjKorsgCmbyX7RNS3Fef
9fMIxRKakiGagnxVTVKOEMGim3YAWs3r/OPUz6rjTEKhRFEIasaR8ieeN9UaeN46hUXwRw/AQMNr
IvfX53iibWtgfxd5lCkXrHe/6P12dFntVW9Uo7DJEk/NHEGzJ3KeSQ59u1QBHRhQ44Vgg0D/1v6j
mwzi8JiMQGg0UP07jcC19i5YDe81Qn7xCYl2OIESteZuXpbctWHSJYuwCKtoBiQmPv2xoB/qFAH1
BbsBRgsOOKPJ9okb1HYDL5xF51ugWVUfxq9t5hQB1LLr/InGq/205Hbp4GDhreNAWknguiaZ10AC
aHxJrT2qwlKdhGWkXZ8BL0vyxnOpSpEwWejQJ5b4yFMVNOpQMJGQhkF+sg+4VRUEv5Q5i5jH9WVG
SHcixNDMSI/IO2j2ilzstLx8YrNOWwUhJVgfoYLMAbrwNWFrwm93C6lUQhhCdHCUyTFCR1B36yCw
JwOUZAhOxAL4WsezLh6zZpzHMVSr3WpAEsq5qAxt/cR0HsgZqBEGiydAVDDYZROFt03r2VxAVNWE
2OncvInL+P85O68duZGsWz8RAZqgu2UmmeVVci2pbwh1S6K3QRPk05+PmgOMkll/JWoupqcxGigy
DLdda+2/prGbAnvpsuGtR/7bI5Hwik1pmwbo+d7zPjUGc5TdiT7G1EdZUXUHzzNm+m1FdfTcirq8
k3n/HxL3fwKbLqyIi7Fy0MyBXohfMHbLiqlrFEgjeZoLpX/MLXP+oNdybg7jOGp0M+gvXLEj586X
F+1uGCrqT3zQFl5v96L1wtCskfDvlMxGaPZV8q7WcvdUm0P7hUf91RR5/aEagFkkhHPvX/92L4wY
IT/yQFjp7VJxheenrFqhl50TD6elIeksSoNyUdbIT6Uwp2CupRHNWuseVV6oK/drnMdT275NhHfJ
uxFlgbG5x53GSa3RMFXTaRqT9ZR5wxr4qvL/7Wky3S6ZqA7rPBQHH4RZWE7jfOMUjnMq0FI7upmn
AcmZpuMYm628ciEX75xnZPG+6bJQinPs3TtvWocoYOiXk9ap6eDbY3vS5Pp9qqZrLvLi9FlJUOMA
AOi7gtEi56dvZ101NnJdTmXWmwdV0x9bUzncFrmtfRu0VD4YoOICzU0GecU7v7RJByg0pXkWh8R/
vnQjkroXq7+cqKrhs+xpKAKrTL77nO2P19/Y72/mv6UkbhrJQRTWfB9mLi3G/U3TbldZbszGiROQ
4VgaKtCHvjnVlVfcdiV9s8aMy4NJq/FJ+YtxGmTugC3o9Y/tujjRWnZfRGW2h4RE7eAXRvVYFUX6
EwDuNatzfiNED5DqcanAOKl+ESDtquFDVXUs5OVH4BuWcVdqSqx/a1qpYQCSuHjntq78UE2609gH
n8b5lVvZL49p3eS4TF4DxVPM0PmtFLOnptK112hu3Om21tr6vd1N3wsjnU5UEMqDTGf/rtayIXr9
js4dHD5mW3gDkCIc4ArG8J0vbFdSFY5K9cgVRv2j1MDSHVO319WhsgBABJ1wpr8y2kWfX1/33Nxu
624BIv0q34fNTZ/qfF3DLJrE7Rc9GjPPPFF0N491o8xTmTbctJzL2/9hPe6YD5tgUTi7ILFdLEWx
h1K6Hbvy3l29+VHL6eL0a/5Paij9inl9aXvmVgX3wYjjO3emRLPaHshHp0eOaPx3td0ThQ7pCDiF
ZJyymxOLK076xRUp1xpQDHi+ewhwM1h+ZpCmRbPQk6Pud+ZpoWwI2HTKg0qJ5j8C1/+nvzy3I/+5
wI0FTt4Ce4AY6fwCSwE5QLUmByqyJEjSZfow878cJ2fx/oelwLYhrYCvsrxNFvwsGrIt8iQzXqM1
BnUgl0Wzg6ZRIMliFWtvcgL/2RfWEVQ25svRzd1igzEni/AyI8pnZT9IO/UenK5vg5pq3YfX3+Tl
EeIAt0+PuBZH6O7eZDU7zjrnth6Zk++GfuoX4Lzi7nNBQ/1N0fO2KzDmiLaQuOjk2vtYY/Dtqs0N
R48KR7ahLUZx7JPcO6Qz2Ytup+B5Zr+I3r4/SifbzXFFQMbP7210UtAs3qBHXpOBsR5i0XxSYrbK
W+Ki6ppjuzShDFEwtiFdROoYpN0nZ/ojYJcpM6PM1cbundG43RJA1fEADqteWh1oNzNWAVVQb/mU
J62ysisbvjSmlIq2Pjf7FTTjdxu2CxNexzQakblqkvZcpQ51W7ZRR8Xn0AKJDsWal2+/2i2lx9gw
A4uSxs5zuWtZmfbMop3jZuFW67lN8Hb3S+YaYWct9rEal/7NnySweT58Em68pr5Nw/nzk+RwR+EZ
yoqy3Pk66eUcGUstDhuq7j/yJP+nnXnpTLdAaSNWbK2+XaikyUyNltZYkW4RjJt1Od6SNxEjlsV6
mjRfBpbW2sc3v1zPg5MBOALKGGWa8+1l4Adye5UW3mlJj4PTVIexW4sbWXZ2+PpS20n9N0b6/WVS
3aGhYMNbY73dm8ksCrmasxhRVoGwBfZoPc1uNj/ESks/lGZVXFnvBaPDCyXuc90NG2LvzrNymkmb
c9Yzm8Q6GuugnkVa/Sg6Ndy8vrPtkPY74/O34Dyg2oJyzu4Qu3YuinFZo9bPhq/6WFdDoJd1fsWz
Xy5D5YHyLJ00uHWomp4v46+yUn2dGBHIXgHuraGWeDAb0/ry+nYu7QsFNBA1BElUC/EN5+t4vqY0
mQsj0kuPN4EhilbKWj/gSLSHKZ76kELmFAGJulZwunwiG1THtpGcIEDks9utLIasSlZlROQlRjiJ
WYvqzvq1tKl6TEvnWlH4peWoQdOhZC6EZ+5D4ZrEwUhoCUUzCIojX3lbhrPdA5Xzk/G2yxZXHl8/
2v2KW7lQbMwYnUIw0qi7byDWurhhhwP9MT89TL7xczTdO+VAg6QPPb/Rw7Mafp0SKKgXcFFid5w1
7BO/0f0hHLVJv+0ICk9a1cRlUJUeUMA3bw2eAyp1VJlRZHF21tkmV23SgcXa0UxPZuvrxwIm4906
Jeqgt41z5aM7LypsPQQ2h2HeEGGbxPLOC3qZTn93EkOojMG+rZN2eT/6ZWwfl7HK71lPPoICj29N
6dhf+bfujeZlW5+x1xt9yyWy379VWRA7zbk2hENSKuhKTh4tNHiDYujXK69mb8lI0gmt+Q8BDSnb
PolW/hQDgLDacJbO8m0Cl54+t90o8zsna4vn1+/xpcV8OMS07QUR6O+e/h9FbQvImmVkgjiprfP7
2Cvq0G9okQ6+bN++L+qNWy3C5nF6+ytUVjyKzhFtuBpp1weln0x6oMUQHoJm7uq/37wxPDUfH86H
1bzd11CMTgwSjG8voacekSZ5fxWdnx/hzoiPry+1d+VcGO5gIxBu5QdKbed2LHcZ8d7F7hBW8TDc
OdK5JbcQIcOxyIsWK4cHsTZX3qOx+bM/vRCLUrkk8KXExnPZ25bMs+hQl40M3davnzWbZxKkTj/c
rDMN3rgwjHu4EHEEBE6PIbhZS5gpAfMqXbXqfVkLuhdlk65X7MILZ+GAriQS9yCWYxjOz0JB2KsN
l2Y+A3rqqFarXx46AaE4Abty41R9FvWtgA3xxivgr0MUn/gYlUaTSsb5skMuEguoyBwCl1gA+4Eq
FL1tHQBtrbf60FN1MIYrDvri09nW3HCG3ASpgL637onSVFo0cyiWsviVWaMfSQKG26bV5Vsf87YU
bH6fW6emsw85rHxsUnvJ5nAWthaUVWkd8qnsbuvFLa7EpVtYcfauWIrkno8UZSKM0LbrPwxCtq7d
2jnOHEqhiafc7duDrsfzWz+ZbRW6wpBgyRHB9+1WKdc062x3DmO4aSdlFl2kMreMyANISUGo3feD
uUZvfyTI7DmUSQAP45DPF7XsYbS6NlGh2ZnW0bfXLuiA7bxP2ywOjGJ2onIc67davc2Ob7i6bZ8k
jFv49ed5xoUyjHxkUUc4R70R6xN2aAkNs+revr9NLNBihipthotan9kuQz16FHVnc7F+eJauqkNu
1fFBtdnwqRG6OsUkqP+8fqovfAa/AZEgz7ZC20WzOdXT3uqNOczs6Zc1NsbDCIqFMptY3v8vK4GP
1F18FXs8P0pR1RS4bYsPLtOTm9XRMC2+9I8VncEr9mQfFGNS2dR/l9rZEzdOtVjUyxx6kGAfcreA
lDS1sTw4hTUADIvTZ21K8oPWN/OVSGcHoyPU2dYGpA5Gkqo9z+Z8m33uZW4LtSccBh9aDHHxrQ+v
77l0lQJeXBVQbepM2h8ax/Ehb3qL/6xPsXqnQ9+470ztL7OUyc2ULVULexDMAzmtrl05oRfsBG1i
/B2O3AHYsf35H+86Jov0BeXG0BiGX0ZdLp8m0/WumImLAJqjwK1u4wZ8ayO0ny+yOmVB/YYbl5Nb
3LVY4cjrY+vBm1IrhIppXKk5XESZ23pI6lNyIEmw3N2mwFa1GNeJ9TphRlDiwBWMIouoQhlHzxtl
hPlIDnIG+V+2qj69/sAvnOfv5UljicioPWzKfH+e6SjWYowzEG3wfcpHozMm/SQdTz26Tb96gdeU
47vBHmzx+Pq6Lx4zGSZgma1vtsforEY5q0nnxZVWCZ95Wb17Objm0anK/jgV3rWuwAtP3AEVw6vj
K2ZYyqbn++dGkV8xs9UxprCFcY8mjHTyn5Q87U/QImDCT2UvogUw7o8pn6djC/W5O2q66H42i1FA
nErbAY5FXA7hpKusCQBKN8fEU9731w/m0rbxGEgWqUFxHwClzn+nbKaKovQ0heZEYtpC8jdCMsbG
ODBxzYqvxOKX17DFEzQRqQhtIho718vHZjktOLfQKvQpAKi0foOogZGJh5Tdasab7SlBBc1KBPH4
hInLz3cHkxIu3epNIZ08sz/UVFvVz3JYV+3gcUPN25dDWIM8nxq0BeZh534HQVd91PMxlG1WnFY6
bF/0BLx1bCZ5fnj94i6tE3NQKSyQL7JBXtn51gDRLR7yMkuYwuf8CWHMAjLszl9eX+UyCCd0+XOZ
3QlKMfezk61LOAF8O0p3SL8avZ4jb0CM/KuzpKs9GlZjAGvWpvELCFHrWIPBDZtCWiddZPXHLpPx
eHz9d108W4Iri7yHs6YsTmn0fPclaZ7VECVERizTYwXM7aZJYx3GsXXtU754s5T3GQNGvkp5Gp2W
nclKIFPGRdHbUZNN4zMgQkjVFTg/fenqLliKUV1xjy8syHgx0kgaGUg57psm6VwgceUaZuRJu37Q
ufy/LA9uj+en9mM6upq64ugufALxG501/kE1zuBkzw+TBK4c6iU3IxXrzTszS5wPulVYvxIBGyWo
wIdSnNNpo9wlo69XNzLTriVVF9HItroHR4OG1NbI3T0zQj3fKovJjJI67b7VNDOfdGoEX3U5NMuh
UHlylKPuQNYwuytP/PIpcZbI4fxm3PEh7WIuN51HETuLGdFa2bhNSGWFtmWPt0m1CD98/d1e+D/2
ieIC8liUP2iL7d5ta7mlLdbWjNDvqI8ZIOQPnOgvRBKyow297qacjbd/K3QOsLfoHOFzAaHtrtef
NDIGzta25+KxWDQ5H7tSurDfVujXV2SGXnhMwNtQY/vdQb0owCvL12wxD1ZEEpsdhbmo+7VDIgcK
cvvRauc+0pOifJw20l+pm83P1w/4wizyUMDYQcWit0HQtt32H0Fbkq/xOralEa1OUd3Foxvfrn4+
XLnGHcyLYySE4LFyjfSLALbtjIJOqlP19SQiTenxl07V861EduarrMrEOQ5jrKGQkcoyDcvVVu2h
Wczpb6rPrrjyS17YL7PAEJDaZL3JGXY/hFnYtmzpkUWqSOy/OlBnt1Mpuysp86VJ2gBHWAcoLMQK
e7/t9MobavKyqOyzX8KEZASVnpsFOV49xB4I+TffIj6UdJF6JNHq/jOx0HeZyE1ERLDwb4oE8dHW
vGv9m+0pnNUBuDhCAqSYMH7EojuzJzU8xjpIEYnFTg5N17QBCZi88c2hOL2+n4vzo9AAM5e9AHUk
HtzMwh+vcqh7Ejv4ilE2g0ENkgSIkFN79bMhm/dxXkzH19e72Brr8SgZUGzhRmgW7dZD+GFw14G+
g0rjzzr4OFR5EPE5ih5BniuXdWHTWMxFGQupxY33tm+5aW4lGpnnRrSY9fJx9Qf5uSpXcOjWmt6R
nNGQb9b1SvjzwqJbCVkgdwwIGyLs+Q6rUethNLBDQJ7tQzv5+r3TuPYJ8+qEji+X42BDjX39WC8/
ezQoNz04EjXg2O6+ATFore+uCCBFRtEnz4ap9QeRWf0RicYsyFNND5tqVcFkiCYa9cZGa9C75ipf
uNvtk9j68lTsgZie71yv50TTnJa7rVI77PRpAuuwlmhBxtc6jhfGhe3St6VaxiBxmiC7Z9SOmhkj
TUXHMfaLRxSkkvs1h8r1+qm+cJUEy3wWVBldOoI7/6Qpv/YcicnumlREaYYUSwGWNNL0TNwnTiXu
AaZfa/i/dIq/m1aAhMGm7BNRZ0Tey/W4ScVNH8ayLu/AqSAZscDmeX1/L3z8QF+QMCUeha29N9Fe
XOm+pAdBrJrrx06ztIPh5vKYtV32oCXmtRb4S+eJNyDSBRJLSW53a1YMcn6DykV9U5jvzKGhE4Ha
Swg81kd3qVHB6BR59PomXzxPWp3kW3wXGO/zV1mZi5N3sCGi2dMR0RmKPkhNzQ91WGxXlnrhPCmX
mNhTAf36QscT4LIykQsinim1pQnakpCGDqfwv0G5FMfEdvsr7u+FE2VFlgNKTqK4r1dVTr7OXUzU
NieJOiZ9vgJxNt0TRML+wVzSvxcEZK9kAS8cKM+StWiu4qP2n3nqdqszcsuY8DI5OJPIo9lFdQQh
IXl6/e4ugm+UUQn7LXImZCX8PVCj1ZUwCz/WIws+Z1RYbXOska46Wm3Zbxy+NZLe2oZxPL+5Ybat
DFScOgl5JoX/81cjem+ps7EC3JTF1RFQ4RBI0ZBg+d610vhLr4a6wxa6EVkAbTpfyh+9wbGQb4ny
NgHX1CFMm49T9c5MEWQ0teFakfOl+7PIzLeC+MY3330QBQjtZFwwMMn2cJwFCEUs4uoGpMOP16/v
xZXozgEKwTER9p7vDHmewkWpkU2lS23+mJdqdN4bWqobwWIm69fXV7s8R1Jh3A8OaENt7B3vuqJU
VfgY6pa8OdKEX4QZKeMJ1YvyTi9pR76+3uXuNtkJSqTORmoX+u4cB7AEyDrUIhpT3b4RSGNFqbl2
fztenH54fakX3Pu2FjB33iJQNCRUzsK0ET0H8v8RDQ/ltvZwcNACQnwsydy+OyG9kCeRPcBgfXJ6
syiqA8BvlPDa3mpo91Fci5Pb13/RpeFBF5vcFMD91ofbK6m2dHe7RiuoCScxUlEBHrFI/lGOQAzI
XqakCqmkA+J0p6wwrqz9wkWTE9Pk3OArAJu3P/8jZrUNtzVUPNlRUkBlwIV45l2dml4EE7hDdUul
V0K6SzP028LS5CSoswHhnS9YZutMCFL70SgRAhuXKfsae1N9S21QD/NOk4+VFSPzGE/NFft+WeXi
G6UYDvYWMLWJcPj50qk7WFU9KvCcaavHgZ1w+VMHCDCvxvb7OlnqvkJcMMjs2nnQFaDjbmqbU7Oq
+ZNwOxVW/mpeeY2X5095i8rllnUhNrzvuU+wv63MaQiLRJPe26Ycw2Lp6/u0adan1vau1C5fWg7Y
HLj/DfxPund+BAD5cHOAdSONLsDHzkR/4ID6FqKvhjutYVcKv7zidy4/beogW1oJwpRYel954TK9
1oCZG1lFWsugkg0ca5k6TTQZfnINdGJsX+9ZvgcChMiZGWQexQnysfMdrgbJvEjwqFJm/VF4rQoc
OZof1LDWR0dOw9FeC0jrVVn9g/X8imaGe6gU3VS7cZore78MrdGyB6CI2QarCDzy/MdUBeis0ehN
2i3VcCoHfykO8L+Qen3dglxeK+vwqklx0fDx9sG1Ls1pKlOqW1m9pJ8q3c3undKo7ivAhAG66/+8
vtwL2wKeACx6K39b/xHQ+MNoyMKpk1SALi0UZ4ySg/3kpY3+/PoqLzwcdoNL2LJpOIW7t9p6Q9Ku
FPMj1GrFp0GlZYWO8jzfj3U3msHri13aYNpGWzFJp3PmcZjnN7V0xUICHFMflGn6PdV8+ztMpGS9
pRysyRA/obRT1qNfceXqXtgl1UjMIT59A2Fu7/mPsxwMd9iitS0lWsd7G9kMFJHl2EEY1PTPr2/y
hWfCWjTlCMe2SHf3HD2DEoES1LPsJa3uUozlMbeQRIAFkoapW6RXUMgvrrc1gLlGPv69V0eZWHmj
6+BpizW+KXOvvHMJVm69rhBHk8pP+D/sj7ydCHADWu85goS0vdMPi4isKndC3wRF2xSxeyi2RGyJ
neGaR7kwNvhrPm4CF6grG1Xn/PKsYkktr/NE1PWr20dtPbgftUx1ADLiXoa6J10jAHsikkBr5Zge
3VL6p3WhE6zXRn8AXHzN5Fy8J34SCHcMLq/KAmxz/pNWkKe9DeI6qkn/7vnVS1grIBqluxRvTXlZ
agPAOXBgqZLufVea9yuy1LqIaLy2T0k7qlO6qjQccjgME0T3K8/pwuyw3jbEkyIlQybBtZ9vzUY3
EaE4S0SD2cMzlBVt7mBdjMG5YgwuzhArQI4ELI2SOSXDXdmpQKXKRfXRPPFp5tGgRH5a/N4MseRf
Xn+xF1sCX4bd4aJoltqY7vMtKQ95ygTMN7Kqc/KRR2PfwVJIr1A6L1fhr6YlvhkYfaN0na+C3IkJ
uFvaJ6PRrCrMitw0kyBWpZLem48Os0gWDkXXgTu5b/GsVikG1QzeKYbd9C/9JecmrhfEsQp9fjN2
l+EMIOW2uTHkXix6vq3SNXq7sTrvlBWC9pHeD0fEkayH2BruS12Lr/Q8Lk+RHBZAGSCJTdxs/yqm
YiwKp2+9k3AWFVL3XO9jND9uXn8Rv6vEfwYwUMo3XsPGuqNaBh/ofFeTgzZt1QworGuz4QSW0Zd1
fwvTGS1cP283gfxpBHL2yBfCkZoQO+ITfdLUuoOc4JSoERbINmtSumUw93WJAnVhMaghUcxOiAyg
+H93o139TBED/Ti3q/cOErD1bCOLjtR/Vy6fgdCO93HhmB9nNQ56kIy1Zxwg/ptZMOeJ/W+uhhYl
cUjEj8rT1fd0NtF/7KgM3w85tbyjy+wamoq96a931LCwf4Vo0XStGU9hBQ4ExvfJbELb8E0onE86
ksbTQ9yibxo2ZeH88C0Jz9hMRfop7sv5e2WuKUgJl+LIQyIFckcYn264ie0heWrkNA/RWLnaFDk2
4xiOwNiqJnLRJemCpNBzN3RmMzGevb6VP+axqeoTHV4vjFGxQTjLRqn+h5XAqDwmKOU2wBOtbB4P
S28jw3/oy7Qoj6VAnry9G+sZVYHcoRmNmtU4O+nJsHOkyYLBS/q4Ppp+MVbvalkmaZj0iR3/tIQa
85DAA23LTEev+HZo1eodvLTqDHnIhNZ3HKEYqR4QjmZdVFmzX/mB7tG80CJfprm6bepBqZ9V29kd
5TfLnzBH47J8mWLXQlHe9fzeP0na8+J45UXy4M4eJPWNbQwKPWpY0ZdthrpfjTadkjBL8uaUt2I4
VkBHEKJNxBqN9CaCpFkzWLF1E/aDF19Zfx9FENATAG5KC7AsiOo3a/1HhDStslkgH+dh7KjmbnDl
93ga68jxtC5yzWb4dGW7+/VI/rFcOLWNCk+bcRcl2WbMLAFExe4Sq2rjaPbNqo9W1ZtoltY0Co9r
WmXzrTBb0751ZecNIYJd5r1i1pB/cpVt2idX5NkaTXGnx0iX9roXVJ1ANSmRmVf83TAZIA3ARCv9
sWEMUfwR3hrsKQv90e5pUYl+R2/V6gLEtPinxrfwviIMn74MiWs0odnN5nB03IKyBTMgFCONpDOg
ClbNRvyumrYBM6h31puOdEIkRBuj7r9J4Egueg1aSk8WLt6n1oTH/64Azv5gaG3HMARMyj/6lE0i
ZFBNXj/5iD1Yp3nQU+PGzM3ilyHywq4DvSPFCrAauf88u2b7QeZT8o2bqhA2R7jvMTdkNj26traG
89wN2ccZ+S79nt+qsn8Km/7NX0muJevDsC4gSGKrcxt0FioXxGVdwD5GVAD8uTKknJ8zhS7sadH8
poRkrqxHvzGW7Ie1+vWJfBbYSUEXxhehTUNMQ6ecdnR6cGy4lNRr8r5fjkXWV+bXbkg61d7MGRMJ
bjw0bTMkRFFNBq6FrNmA1L2z2ncmual2nHq/S56tJdfVR5QGjR8DYZ1xT9HMSBBAan2ao55ZVmHs
IxV4ED0qZV9ff4mkbrtPb5NvIcmiLIBOL5X+3dOXaTabmLzmDqUYo5OHjlqOG8El5oNPtaZJhsDm
s+8jZDecT6WK1S8/wSw8t3WMa2c2xjYXrDeBlg2Ud8ab1a2zf3SvTp+SBkceVpNAYc8yzFaEGR9E
YiHWrkPaRZVwMYMqS836HW98zhHt1NGAbZfVGLgvvWmeJy2Z2/fgrLUqsr0qbkJdn+3sUHe11eto
kaG0huS/axTBsOhooRz0tAbG2UAyLR61Ks+ysO4qxlAECB+m3hexSLF+c7TVs7+afdn848nUQo4P
/SB562Xb8JYROSHU6bAHZvnkL2gl/syW2G8xRI7Ml6fBKRvjbhmLMazq1cwjPy39vueYLIuBSAAD
5d/09tzDUrYxkm9p6w93+YoQOLMVEnuJgyXuuuyIonqzBkaaJ3GUUwd8EmbjS+QT6zr+5jjV5AS1
ABx0m41us0R5wtf9GJdJC+qNxzgc4szK72LZayP+s7Ll8h4BNJ+hJbpa3cjO4IwUNpWY9/081zfo
uqviAJhu1G+XGnWme40Q/71mo0FeBF6vZomrNPtFO6S9O+SfCwZNfV37Kh4RUmX+CMM2pNalKJuX
Q6UfdSvTliOy4IV9dBvP1g50NtLGOUhmtSFBCKzK2xSYlmoFtDG1EwMw0ibT3+k1El//usyQW2/y
xWqqcEj7cd60z/28fE/gYv+luloWn6g8r0etNnLvzs695N++LI0P7ZhMBkMuCn05dqhefh34fpIb
pL245BzkdacxRmk1T5ae524wOw3Ee+TErK8A6DMbgd0xO+I6re6Uof23fK8z6GbvJMIry/fWlxbX
ZJiqfFJFWmYMa4nVp2T0mENk6sN8BE5MY3aYyvomaVAIOy5zi4ZYEGepDXkbcTQzKBHVLT/X2hL/
LbR22HTbjZULz2c9jWBfVzc249/MTy56b9mDREiKulE7Ndmn2JJVbp7m0s3cW7/n9Y9Bnw1W3x2p
/xRVuIq5Xj6hf2n/FPwh6BCxAnkNLBRSyyXw82KQpzrBzd0knZHGTriIXopDnrdr/t1d6d98meNY
aATnDsoP96mn5eIuXVPPjWqjsB56zZXzzdJC+31kqoNr3a+xVhnHcshbZmRUSJFCjPGUH5rNaJY/
aKBN/j1/l02wGltjG+pu555GZ0kQXEyyVDGMJNGy9dDAofCZRSRl+/dkdFYZSumY/+oxnYB/p7bN
5DGt1iF5r41W/5cwOvgptaOs5bTMDGA5+G2a3Y+jKpbHHu6UogCFdwnLwdBuqWloBH/TRAzNvBnf
H/NgQQc10jcag6ICX6VfIXGUzWM+V+Pnrkbj+xcxmFWjKxc37R0Sf7PBGCDd+JHoaX5NVMDYUoU/
Y5wN0ACsG2e/9aou0pbZWYbW02rnjh5xrtO5bZvm6E3EJfdua+XeE9hOZDeZTeHdaSZZ1BL0jDta
D8boFrEZWCMjFt8Xk1yroJBlOX3Kc8djDE5to4Gl5jFjOk/Bu3X4t/apLylvX8m8fjezz/dA3k8u
BOZ7y1v3YGRBPlQo2tt3niET2JNWM5a3iOX5/RGx9IKgtZHZ97JuvM+itrsq7Cq3dZ89wTyyg6/o
PTxodZLpW2JhiC5o6P/GH0hxcthVSWJa6KbVlRWiutIYX2Qx5HeiaQ37Yy0K8cWzB2MIjAyVz1un
HSvvCrb7NwzhfHsbN4kq+UabuCSg+AMg0TixprsZTFIblbWuP44OeWw79PW7fNELPxzEmGeBn6g4
BWctv/VL3VjHBenYO81bvgk6Kz9Bo5UgOhnR8FmM0w8vZgTGlRzuwm1TEwEAaMJCxmdSVjyPWAX9
zt6Vy3zHu1raOVCtzJsgyVtawYxRy3J58Jjb9OTqs2qiDYL2VjkVOoRIp299ZUAs5ONbjPtHzCzG
lC5k7Oh3AxXHz7SQhrADBI6caY7BV0lF5Ph6sHIRNQMtJ1YBQgJUjjvaJeO5GM1J66R+p/HMy5Ox
xssaFC7tbSaT2NIwDsPYa9rH11f93Yg8fxUAhAmcQOhRgnP2zbxkAaeTqta+K8i46vdevzKX4EBt
sf/XMtPUebL7aY3RzgK3E2pjX6lTm1YEBEJp9vrsK4QjA6+Y11/2sqz2QTb1NIxBbCOme1q1WP4z
z3JiuNswz7qLXoXhPTCrtjOPzFwdp+JKf2Zfhkbo6/cc2v+UvC/UBsYycZkjpry7RHrzbUtA9I46
vP/Qd8r9OfazduD/UF8rpFyuShGWmrAFzpw3u7ccvsUMMHOk/NuWbm6f+rz355tmdifvmfk1Zfqp
8K3Be2D6jnmt0bwT14c4T9cLHUqgLIS5yC3sXmpdWBq1oba6l4XuPzBGCQXiAXJS8j6jLfrMVJq5
DfLOEpKBS61tvksLFEcjkSwxkmg94rg3WODsackZ6VQHS8cgv5OqzPKrSkxYIFbeQj0gv6l/SfZo
oQoZt/4VXuOF+/gNZ6ZvCdfwN8z6/HNLpExHU6+1O9cZo8XPku+zPSw/+RDsZ3xhEi5GOr5DrtT+
yUCk+Ep577d20NlH4COqAiqHbIGPATnE8+XNKWtrlLaL+2m1mFib+sn8UA4dU6FmQo+KuWkFKtjK
SkX30aVc2uH5bfmMxLqtDnFbVO43K7EbZku6BLgMGV6ruPrHq8bscXFjr4kK5njNh0Y1rlRBCjhN
C0u8RL8EYvTM4XkGtP6ABKRQgRIMQ4DO0kKWZAJwK34IWxNkompByiYZDGcIEVdPk3s6Vr55Py7m
7AWLLFrtWzuQKue3gjlIDOHli9fTwDYGGMF6Gkv99LrtuAACUDbc8L0WlV6AvvzX+bHV8+pTGNPz
+9lJ1BpY/jLcMd9xfqKC3pyoA+T3Pr3xQDeSH63yjDtYRcP313/E/uXgplGiAPhAKROU075c7zdt
lsTOON3XPZ2g2zLGkAZ84wYjTaaJ2qZl5Y5+FEY/W5FmN3p2L7JGL6M3/ww64htfD0PgAUM4Pwq1
rrPhlelwz3RP5tPNjqsOI0L26mD/P8rOo0lOpFvDvygj8GYLZbuqvdQyG0IW7xKTwK+/D7qbr6sU
qphZaDOaoYAk85zzOiMp9SDx0n5rx7m4H6eyCOaxqG8s4j9jlf9dxDwJWJ4aYxd4iJAeL96G9BNG
coTKngjBiL39asqwBN3o4Sa69AMhIGk0je2ZFkt+t9reM0gAsOqHvJ8GuQT4Zbt3bRHjRtGMveh2
g0xHuZF66+REkmrkYx68URuyHYLj7lwvWjV9I34x8u9GVXunyiKaFEO/ornr/Fhize/JtnF2NtEf
+4gMgmr77yd+iTFwu6Dw641yvK/uS++fuNINc4mFW5+E5/yYNE+MmyzJPyVt31g3IMYrTHy9FvMD
CAa8X3C/i2tlWe8VhNzUp1EJ4iDzzgqioiSDZ2zndN8MzEaJbjPdeiervvyooiTZLGk5fGEiNx4h
xd389i6rBTZ6DXSFpf/H2ODSdmNmoKnknMmTgPqahn0/xgHe1i1ZbTYjzNDo0uWWFvaPeP79Clt9
p6iLWN9sHpe1AtuJo01tP5ywtPPoiuyiMQ9jbXTjQeU9vppW3ZZjeuqIdhWvM6rB5rEl7WKTz0Vf
fF4SBlSffQYdj2nii3hb+YU80dkZLqNRqQ8/cYxX0851liLaZ0zv+2BxYpdYvjzPnC8jeSecWSRi
KvsBiUuunpF9cejS1/afhVWnItu1uAzV4TiyVTO4sSbvARFRG99YfFeDJZ4/RCssveErrTzOixXR
qEiQ5TjWJ9Mx+4c5sbUY3knXFAcdhNLDCyzX4w25Zi1ZpUPf/EDdMXk7PcvUjKiORXqHOELbpBA+
UqyznOSNUMp6PkyLLrJNMxvmcbSj4SY3e4XeLt4hohManVXnAjRnvP9sesKEVaJqeXJdVvBjV3Oy
36cJ02Fdx3731Oa6/aAt0o72wijs5FGMVt6Fg+nk2EAT2eN++vd3/JePC04L02JoPCDPV3JAQ2pk
icKGYOs0m9PkjHAoB3ImdL1+HFoveVLKj57oMoyjtG0y9jSczZqVyjp9iiWkyf9YiPNqsVfwVs7J
SkW+pPhMSRkpNRTmqWOQzLxncVTg6tWyt1rw/kUDhr5xxauDFLrlypsFK2V3WQ0c37+UehgLPRJa
fzLVGMtQNW41hWZfptqGl1k2ZA5ayuhe9Iy/tPVqxqwbwcwIzk1emPaNN3K9t3D7/Ag8GVAJXf0a
5RL6qjWOPNmd66THYgEE22ixNTrf3VilhO2RMSKO/14GV3UszwCTCXt1lYN9wEp4/wyMLCfbw2z6
U8Wo27wneSEiJGHM4NoCGqTRU5NbogvggpVlGBWL86PhNakzbKDkwRcLA22SR/VkN2CBot1pk1+I
Pd8vycV1Us7q1JjF+DUzEONs01mIXTTnZnUD4rwwMOf05S6A2PGZWd8oevj3d5FnBU6fwus5KYq8
+9D7rf6YFU7bBRN5UVmQR9mS3qHfHx9l1Q3Vs9krY4A8ZmTJGxVkdaMquCqPaAnYrFfTJBxqIdi+
/z1WjOEUxs/5OefZypwaYMmXEGvmzgT/6JnmBE3s1m9EoFZqQ0KRzvxfLKV5g+lx/XrtP5I+euoV
hgJDf/9DOlv6C/5h2TmLrKkl+6BWnfpc27XhhxWifoDL2ZW9dUg7utSg6sBxN0ul9+fZiof+pDzZ
28kGVlYS6SFkP08rAjH4utTD2iw17xc2nRPz+Tiqz25D8AZdM0HMoRONs/z578W6PrV3myiET9Su
oHprgBTS2vc3kwA5qT6OjLPf4QXwSavJKzEaDiyiYcYmG8KkIbN0t8ilrz7++9J/iFSX116FLbq1
fi/8gPfX1oiZH6qhs04AUdZUkcQ8ETikJSmFMCAmhvgfMpyOEn4LAIEdmF1ejGlYREp2XdCSl4Qv
l55FMD96J/5MgcfR1Y2xtybBJpm5Ge0+P5WDNnkvBqhdSHiJQ0am0otSnPqoar8Y3lC/iB7wFa8v
v5dnEaUaScmRMZconGVuvk5pTzJsMkwTSVd+ZT4SSwoBrBiyOT4zgZR3XgLwswUUjvvQHMn+2rpr
EO/nshvmaodV2XQPwF3V+z4f23gHI7GZPhqMWt/6EWh90wPe/RDuornnurMSPcy62vvhpZiD3JWl
HH+W0cwxARu8cwLMvMxyX+NOPO0dVzSnorbB7fvSsPYdQXTtAUSlMDYEjFflGpeH8PLcOG5HGdOh
xN05hT37J7G6/+9V6+rHvPEJnE4Ga5xv1BZ/NOkXb5gDaPWmWaepV5TWUpttOC0iORuy6bOj6jNS
42miYGeRWd5kx8RQUXrnt0PtZ4GX1YlRhlK6EzkFbk/5NebRGVpRbxD63NcZDpKQdT5hyu0/knO9
MtcsoyD/TBlFnD/Appo/tA1zk630Lax3TLaqO7gJ+SvJUXq1572jOFhsRy75ZupIPQomkQE8krMT
GeTTdVZhB5E+ux7pXYafwZv496K/nAeujgcGyqBVfMEY/fJsGHD4aOPe90+uKtWvBprJ3iHU6vOi
W9GTJlAVkuSsSF6cksq/sYP+Ef6+fx1wyhkMs6MzQic47v0H57szaVql451UGUWcJn2m7C7EqaL6
7iZ1Fn+kKStcxurEPcdub6cfO2ph57vtKfINU4aZY+gIQ//GDKPvZYAt1vxoqtgd9Ts9y+fsI80N
VspB4eEGP4VAaeKNlbYw8rSjMn6I2kRLN6CpHpLkRY5ql1pt7r/FeuI/etFidmHf8qVKEmyYtAsQ
i/oB5kSNn+ck2++TPtUgV/9+JX+e+cVjQdhggblZPvXk5WNZMBA1nEazT8RBk72OuzUWPA+63Q7b
qVzabkco97i3y4zEncQW5WdL8MHXAQSJdmmY4naZ/6uViZPeaWsoeVBhcSG++LIF6chKUrgw1rOd
tAjjdLCs0HLHyHmdpNf2YluDonOMVgZS1EAvC04M28usdm/JNaM0UpPvfLVLYrFe9Xby6nsvJ55z
43ZZxxu0vRnEecpS6yhNUbWvsCEr8ymHvTSee/zFCH5IpqUJlZ7O9hZeSZ2qoGwMfWMM3lLtZbU6
YYH88lj5Xe6zLGmAHnw3z16qym0jouudGccsr2va6FOdadnqhji3CiMKL7eyz05k0rF1fDniY99a
y8nsKzLuArY6/0DmKj+WSDEC5QK80uXvNM090LkmFfHbv9/jH/r45Xuk8rbhl0N/vnIZTAsNau4w
6Kei6dISXyPpfaPSioko7XCj/aHjGZkEvR4tWwhOc7qdUTeo7ejyAWwGQrViGcho7oz7WY65/ihd
olqeM9mbH2MIpessuGRu/bXGFsp9jZOc88LWVGtyNC3J+LnpCjf50Sb4i1Zr20GGdNtZfuj3GUeY
hy/oq9+WespkOSt3TUL9dIMf85fdhd+EttnB6ol8z7Ue/p9ZP+Qcr/BKfz45IvK6O4wnhydTWOZw
zzdnaCdLjrBC/HFIu/us15b0lvTxupyAssbchlHWypC7jH5R4I1ookf9NDhaF9/nvRbfS2vox1Av
Ii3ZzkSUlSeIQYvc/fvtr+Xo+5dPFbGOUVaHerCHi3I1KWqYlUOdncFcVb5delE9T0aB9lKzG/fG
TnqFQP0Zkru0VtCgWG+XVoy9rUkT0b930uNylFTxXmzGhwhDFmxtTFXVn4cWRm+oTNXkIdNQYbMR
CqHvSq03vG5TDHOnTu2cTXsPqZpFcnqckSffVIVxZLmqkmxDLLHjG4/p+gWxKlau5EpxpyNaV9D/
rBBNz70sSUdxKqbU0/cAg1oZuEvjlS+1DQ25c+zxTR9WHeK/38+69C7eD7U7kwCfrhBIcv33/3Ph
Eps/0xiW5AwM16gN8sDhYGED7OzRFSyHHk+5T/++4nWhjjyVC2KCyyT8uratSolJKN3Iua1Ta/jp
j8r4ig7DG/d42cQNomNsOzlwItL9Ap/xTAgSBK+LtjyzFQObCo5AAtd4CRQHc3yX56k+75e4tqeN
ldWGA0Tvp2+zaFT6YMde7R6G1pK3ko3+srRxh2OVASDyp3lZJ5NkMYk+S89eguvehwX/LuOjNsRw
9AJqYHu8FXB3vY1Av2AgyZPTaLX0ixFwPI1Dm2Rpdu4zv8YuQYORuBkpoaMnqmkvffS0SG+Cru+S
7wMqou4G9PWXtbKiGGt2F0NBVCXv1wodlptNduefWkK476ZocXg/bq49D1gX3RtFtIw3yrKLpBu6
XQfWOuehvUKsoAEXt2x5PtFMGuGno9JdBswEZI3P6VhiPye0Wrafi7hPuzCfZAo7CGiqDwkxTbwn
PZ7LL06sxxF0tRFi3Ws5zjA8DG0unVtzy78saRsSJQpahqaoRC59+jWh3MZ3ZHxu/YiyO5jFmC8/
4LwOD2JmCBLIMl0gzFWmG+RF0jyu0q+VhtVH+mNSNX0V7+DtiP7s9AzVAscoE/HgV4WThnKuve4g
JtP+LiJdECs+8A6qXeyWY3xjunC9DeHlyIaMqJsNG3+w92+4Gtpm6USenOtJ1+8yHF2h9GppIg5p
UugktAtYv8Wa5101t9gRf7xa3m9FDGfwB1/zW9D3XEqkStMmW3XK3JMqVPOEeH78bHtVR/3VOpUh
A7dRMbvv0pPLaXV9FGFyaSgr5U+9JnaG+J3zmM14X8yQ2yTFD4bp3xarKOXHDFrG8ganepi3nUj9
+kvbzubBdvIxjkCOk7Wd72NG7FvfY2wTTktZ5ZsaOlS37RTO5edWL4fqh2xFk8rHhFjzTm4TMWZV
HMzk2Ak/VKNTuefJRLP6YYT7fAQxaqxdV4KiBZx53MOCdLAL4EdU3/hUB3Yw2yciOs4n8VWZWjwV
O4vMXYbQ/950//Ji7VVO66LWQj116Q2aw/Zam/H47LFVlRtM/+lovGRBmwzWoPZL53gbzLXgYP3n
C69iEKb16zyf1/p+RQFT00LFsM7RPA05rQfcaTkSqCt8IUXAqC07A5re6uf+0lORrEBPhdAcYvKV
ktRNSqrvMVpOHmIf1w0h4DlyN8MaKoK68MZf2tRkUUA2q+7fRZa33Mu+qnpcYpUlAmewYDSpNPNO
WTZ725Hq1F3naXq0w8YoTcNF80s4dxrA+CdsyRjCd105d/cU3Lp3iJgDzKfEnzPnNM4kRH0rZji/
D8Jl7vyytFb+bZwImCYnS8VOaEfQ2dR28GCTOpvOyqNq3DAVvsV6+XNCvP/EVmIOhTgHCOiucVFm
9EYpXLPS/JPNF6MfSa1y5cbs82p+aau6euNTobQps9j/QD9Tf4FpOHoTLlXZ0rnMSu2k2ldVJn7i
aA9h5d9L5S+/jm/fxNUIV8wVBruc4I1S2EnkFeepGJYI69GsUcnR0lN6I3/JPXcf63V3rxIctz8a
zURobwBbP8Xie9KH5INfMjzdMFxOrW/jjJfjrYSg66+IwSslmrbao6wqxPeLuV9tUSezbM6jrbI7
zcuidiMlBU18JBg6m/e4pOAKYakhq+SN2vb68F3bYBQca8gs+tGLrVnN/ZKPkEghgnfeb4QgCuq4
TA8yZ0AY6E6TWrsb7+MKyYH5wSyVxsFbWcuXaJzhomXJIqM825OT0TsUUeoc/Eh5e5lWzzrJib9z
cIsA+t38wZEKV4xW+fWzBmrX3JjeX42ZOfzBIxnRrD5D3uWjdzO36Yh8Z1jrLJoKc89ASyQNUX6K
Y2iBYdsn4Fo7nCaxx0trt/qW1bolhhs/44qGuL55Znn0GEQdXk+Z83jyGkxv+3O2jGJOQ2NstHFD
ie1h0T/bk2492UAbjwP8GBHCVbWL52FpR/Q1aTmLRUD4mLwE+rbWpd5rW6vRcoLFi3rxsSuEFT2z
GYrk2C3F0hxWJlryRNB869zqOJyrBcVZAHcdLhEw71rFvl/MBYTm0sQT8hxXXp59zUwzqV6cZPTg
m2a+cWe5c1rDuWLbhlYBUrkZmyJVb/g95bvUEVD3Obr0Ng8J2YsqGJnMzkK2dvdLpLtl9UqmTfWi
pTPnTVEs0dcoH0ngbmsOuE3dlN7H1KUxxBh75tTJTCty97j7FhkxpDjyWAUAlGWpO7vOUzMUSTSZ
xI1nni76TY8IrDxEQ1R6u0UZdvzVQVk1bsh31uxtXus1gHGUMBlYjA7NDrmnQ/kQ24VJ8HztW18j
lenirp8Mp3sRxYRffF45fWAkkkBaiCRGeuhtmUqEa/DpjgOfRxvoyur7oNHi1N8S+6KMowOpITok
kw5oaBcGpR3cBhdnpt5flm+kLtoMLLEbaWL8kaU0nJCwEa/MA0jLhfjkQG6DBpmYEr7Uvz/eq60K
M8W1A6Zyxh0P3sj7t4stn2OjKYnPwqn04Xtij16Ik6NCgqYGsfEHEudj4hPMW5v41YfKhTlhAA5c
Wkr2qvcX7pMGPMRz4vO8JMoNO9Ofzj0PpYehQtLtV1jZaXeXtnrjHiRU2zqc2de+26pyvpBWmCPa
0qbcn79oqabhBQA4AEAaqLSuhmPuwG2+iy0dk4qgh/j2PeE8uyWKvgaMXYzCANggG5NhdlXOG1O+
mKVRZWdfMEHa69nsboiBsh5cU0ZncBtIoh6yFuaAhSr2JVOoJLQy3QzcPHdhx8PrvDFCusb9+E2r
VFcDNYUweqmcjunwelmU5ZmVT4w8OQQWcQ96Ld1zF8epCFFpUDSgJDB3XdzK75Ub+V/g+aPJF2at
hrd/L7Dr7YNyksAl6ra1F73kJ8S9S0lFMMOZioZo83aYy03f9lLBfyyTYOiiGwDfH77Nu+LFhYfI
QJYWGBoIVKz3K6ugeilyApzPIveaBMpQi3gJ+r+Wb5lkWmbI9DfNKe+sQiZjOA+Kx7DxClhtVlDG
oh2f9NR2qhMldwwzAq6yD3vLYuajcLyOlzK58TFcNexIof9kozPSAVu4DFaCdQBmNyj77E5WdTfk
tfvqFf0sA8Oph1d8NqY8wEFPPFZj4t54XNftFCpYXONWpgEUJs6r948LoyOofItvnlk0XpUfRac3
b72l1UhrCO5Ar9C7ZmKD7zVzWhpbO+0yOwqmWaJtcTN99AJ4JvYQcOxrWpAgCvie9N5c3zeFyuWz
pWXdvK+NudAD8MLKCCUcqWfVjhOzegiEZhJ6wh+WfKt3eTq/apqwvB+5LvNfVl6lSL6MdCT+uTTn
JDTA1D+kzexOwTyntruNLHfINmiOev9UaRMxpzs1dmRVBVYM6hjWltHa2Ya9RuibWcMW94sx1PKs
sqSNVVAghTSHMIZ5/jyZeuHdQCeuRo3sDuwM+Kfbq2/8VfwvKCBT7Var7iY51nbQEA+PBGdxtb09
V8OLl6Zo7OxVZEXlcprtodypyK0PWoN0jU2b3GBL6neWnngvWaWgXzqoCgNEpbd6ocujgBEV/6x9
EGUjdfXFjpzAFctGs5R37YJzk1cU6c8anOAwt0JsGwOr4SIXN3aHv1wTkiJuwYy71+tfXJMRQq2i
Tqi7oh21Qzo1YxhpRhWSmaUOOoVJkJrueGPJryXw/24Q7A1/+NE69RmD9ksz6iZr4P567XCorKX8
YLuRmwcJuAtmZhpgyI0VcLkB/rkaexG2UAzUr+z93N4XgKHacGhQaTMHq1IN5UznNptZnxIWqD+a
t5hDV4+VO1wnJPAbWHXIF95/07ExqraF/34YCt/+RHwSkVCNF+fVgzVlPdo3IYsPZU+1daON/9uj
5TSkY4Rxghes8f7CJEX5GF/pw6HuO7lxlV0vOy/v0i6AUeHemlZcPVrm2KDSeAa463z4knEuCTZK
K9rvY2nhmDrlTrb1KQN2GAF9lw0dx7+Psj/Tj3cLh+v52M9yvq4uDFfG26WvBr9anIOEPlcgvmrn
eBhCq0rL7KnNdEuF7rA4y6OTzs2dzEXjnAtkSM1TW0pa/3bR46+IN4x0I0shkPz3JuSRzGdv3xhO
Zn/x9EL71rKjkc4yW0yrHFVnHyrcWvMtB57vH1KvMp7VnGDpm1fGVJ8r6Tvq4KdFmXz0CUqwk13V
R3NrbFlwVvQjRbOof0tA1Nk8INz1iwpbbeiLH5IR1FwGbWyP9abM7DbZFED7BfzNNOrDdiiHH0bU
GulJE6Qm7VCiuPGnnM57OGL51WxahJPxET3q2IaEq+AfXbHLGmdFLbzFSRVOumzN0QmRvo51C/nB
1GmCcCWz7qo5robVCW2UH9zMz28ZS/9lbTAeJBhtJc+hCbs41oRu0Q5lRXKc61hfPhhJpgd1Xmq/
1CSX4aGY8cu6sTwutxUYAcx0cYdiFA13/2Ls7acjtZ5dpMdc6sWDO3g63tnEZH0lSzq9lbZ1WTKg
svh/BAjXGiQ6f8DU/8Vj6rpnlDHD9kGrbzLeYHQIT3baeBEOByKWzbbqPI3eS5C58p9vFLIRXp7U
r/DBLr1Y7VThkZoNNh/5FIG8kKke6415by3G+OPfl1qxkYsvbs2w9yBPUp8Yl9xq4vQW+jXpHOgk
VNAadYYuAXnjf01n4HFiusWW+ad0xODy/b6l+xgiAzN5hzhuhPVp1EZl35XS0oZbO+TV1gyzlGAT
LFxgLrOVXOyQaWrAcke7cxgIEHwExlYvWuzpWGxUzYKDRQHs6Kux+I+YzOoMSOY4HenKpbxivdEP
J7bdLP7BLclh3bkz7M+db1DrFh2yzNCBEFIf/v3yrg4DrokWE6oKM91VG/T+oYI+lfCCInFgBJv1
97PWMkK3YFo8YHn59b9ei0WC9w5yORogrvn+Wm5rt0UNSR2Sktb9UFMZbQdYb2aQuLP29F+v5SAt
RcNIrCVXvIwNKeNCeLGrkjsvsqHGjBMicRMektwgPR1vlWXXGxmfOpM8zlN0cViUvr+zFS1zoMNF
x6bwrUPhz92Tls3tZhl8D1Ju2d1IHPrL9UB4Gf3S1PNI/YvhJXJqrcysxDmCNYwYik3JYdRqBhNI
evx91qXpdGM/+fsVCYyHS2gQAnBxh+SOWdMyLIRotvZb6rX6kyb17o7dRYXSVuP+36/vcvKwimKo
jeC0MbewrnRqOe4JzNE1m31aLBtmU1YgbK3emkOuB5Em5kNa9ssmJs1zH/lmufv35a869PX6MGF5
vCi9cF++OCdKxK+u6AvvqOBTfUlwrzjF1aR90Uqr/OKNoj/YtW/kyKYq71xiTbBmpFl35WJpN37K
9SHCL1mpm2x9K2h68dHYZok3M4PUYwWbaYNAZv5B5+TuJPjXY6b3aLwbCDiHHBbEr38/heu9gc0W
YiE/4I/l2MXxvFCAd6ldOEfB4X/X45yxTTFjeXXr9tYZ8rfl5eN073BU8tovc59LP8pRkXKpprKa
HQLuetN6lRcISNt7Z8bJ4d+3dr3DsyUQ8clkC5ySydr7D5ZxP2ZDs85y1mfLDFSbdSevprPROw0d
00x+QMhTvSWouL5NWiikb0w9eGVXqP9QSZrbaLKOLqYon0ddloGzDEglzE4LwUf1G5Om69uk9IYX
yvCfmQVev+9v019Sy8E4AXVIYU1hr1Jj41tJ/xJFVWTjmhcXT2IwuvE/V1lcFkIICBB3io/G+8vG
VaStu67Fdjimez1u7aMHmBbEleHcODP/dofknyEhWssCesb3l8qGNMJltLSOSFG1313kyU84wltu
gEoGcwpOoeW+KiG133iyHJP8n9+XPQBI/3Nl8/2VSywcYKV3YIuOqV5KXGzHYyMdelO9BDoJJunn
fmBFvbQf6rpstO/M0rpjy3fUH7VqnCJofKlNrTQair7DnGEdhMYCEAob0iB9oKuyct7WhK5oGKBN
zlOcuabamNqsfeCcmbrQgBohYC3HSj+maEqHJ81ETLpdxqhsPxmdo+azKoX0nsYawH3rJn6D4TMp
S3Izo8EzPjeQlMbQ8niEd4tRE6ZpjqQsbEbZLONbhx+c+co+rEMGL6H3BppEqRVUeRF9rK2qMvZG
hRphW+PT81ahB4g3RpkOD42JdUuoc7MPsFXL5NRiTPQismkqgjR1CjRcI/JYTBScb65Ruq+9FS1Y
KpF0c1AyNn8bELS/a/bYiRDublUHwhJphjE90FzQmw1LeoC0vEuaIW+34EPpQJJSh/5nKQ3ngfgU
CkWpl/OjS+zjy6oa+lJR19C98fgCF+rnXYafWRKaLROpEODEKz/qepWPgcqV9Rk8VSbQb/Wl3aJ+
7s29N1TTaSgnAXHAKoytEi35fgsBoSrgvxtOMLw8EM1S4uwx1kVzSt3ZJ0k7yU3cmUa/xUcNBMO5
96KmzkKaD4FQxUkM3EUyxWNdoG++Dq2Mo3055sm9VFAMAs1r1A+SaOyzXlnjQNMWix8ZzlRpQGRa
8SVerT5X8znZas8CE5rkbJNHWDxhvWWJ77nZLnddGXv+d+XnZbabEqMtN+MoxjpUbTP5d7hlameM
dVUUdPPclkGM+Rl9uj3r7WOFBJ7RptEU1k53ag4CqekIdhNf9x/jJvVsbOzGFhgd17J8j2Csm8LU
w9riR6OPWXOPCBXiRWthKPC7Q62dhDZKHQTaZW8uW2y/7N9gw8ze3ZKZH44raWYGGCjq9mNEzg+G
PM6CebXLpHJDwxgNb1ohSXEMrd60zj08uG4I4MK0CsrYPIlfZesvzxYSkOXb4Nr1XBGxPJTfG1xw
+i/GHIlvjer5elpC+UZMliKkbAgC+oW2uk0bo8JhTQ51j1Qk0fCJxBWp2uQCGe7JxeIinoLc0eac
zSXNtZDkO6QSWpLn4pWvcZQvhVHjmwFkB5Es6aT7I+8NgaXMMuJainaln33U9VryKceUKwny2Sep
j8Vs/9AU9cah6BWzT3RIq5IrNl57B6X5AXPX7imTg+4SFo2BWFinc/FLtmlr4Z3StGJrVl478tu6
ov8E7KJ6fA3SEsF+nzCwnG2Et3FNaPahWnR/Cdm3Efs3kHDmUwGprvvppgyOf47CapqnJG8SG4dC
PRpx7+rt2g6tcpDHCpJuu6/mUc0BqCzURuErjeFtL+yGZDVm8I+5mgpwMdOcfwLv+9OmSIGDAcrm
VARjB/675cka3RPcZcvbMMnXP0mpqqfUFo63i6U31cFs1LhbDUae8WF0y/BaOdr0DEhX++RgNN0Q
33erTIT5RA+8o5u47/xi+SfeKY81996La2QrDlZC/jHrjPhjBaoM+OTG/AXfVF0wuE68uumxVHYw
i4o7abUNrGomB6dSrLzWsuqLMuw6IfHWQWeYbea+1d78chFyoxB+MApNp4GgGDctj54pTXPTo+pq
sSJaYKo03aoZgcHuWee2jZ2vVTl5j3Ss0wg1ZBhEMBfWmG3dkefwXapsItW8wdUpnMZ6ApEGPoNa
5kzYOEroS/GuseVAsFImU8AZxAJG0CYq+yXgs/1WRex/nxwtAcA3WztcWzGyPHR/+jkOGbsPIQPz
Kevj5GVxaqhto6/YOIok8d+EGE38axJiCPeMmZYjppMzPuVRHX2a4qIt4MEP6deJWIR7t62Qq4ql
Ge4TI/fiMCE5e9x6g5iOvt/VnwsB5zFQs9G4gdeL/i2GT/xbCgPz79rp2nYblY01hMPkpj+hj1dp
IGu39s1ghAvBuKICNt83I4aHS6P3/n7C7or0ITkKPZwGjZe0dJjpJcnkpSFFwfxsQJdPgnmwh+LR
T/LprTfj4jlLI4wBhe+09aOVtcJ6Ni3hzwnBikgGjxOEr9/9vKpypJm3+XMxLfZp7pWLxF3M1dcm
6qcvWtLa+U5jhkfEHPEd54TUMNy0it566Obc0QM1OC1jASnteN/qi3N2K10YgTvV1QdCdcUvwAK9
PWJFppjrtR1vxYKaR4+IDUBIMqFThujT64K4npiGLuobJJ0qguJ0MP/EkufwZu6Z81n4IZpWeQ9p
xUE53mjQZVrbv3NyDggM162sPMqoVd3RpEnpt1mfDdpW1gTIBVGGpWpYZF17NlPcCXEUTRMic+qi
h7bUYcwbOGlvq3sb7vyjokFrN5lWdfibdaWFWabppOfCj/1p59Vkb50tALyfmYxWc0roTlAdVdln
wZCa3YtXInWghk+LbEuPOvwaUKZ+6U3GkVvsRXtMymytAiKBZx5E+IU9l2nUDGQ/asUY6FgAgML7
vKx9qsbhJfcWVEOr5uZxrhuXGiulG8N61V0eq8LyVIBWCYhAp7yugqmjhOHEqWoQafQYAu9QvXfZ
hnz9h0t+poITqPr7Xnjym4g1lZ9NTXW/9JLRR7DUEBVftbLIYt5p5X0yEWZ3oa7K8Vcm9Ck/Dgg1
q4OhNxG+GrIy/bARmEwGnYHviIf/R3bykk79dMdYb8PEae3+Ta/7vNnGndSGEOzX1A9EgK4ynGUG
hkstvTf26eL1L3aCqxI3SPuyIebc85BhRjKi1cfKah4ap7lLJI4VAdkrrvlrwgY73XuLEeUbLBTG
rV93+KJSNY6/Rs6Tfld7EwQsRQSxdW/nygH/i934s291Sgat0xrZhvU8+qEdE0QUGAzWkuNUl3O2
F5o3Y3c5aC1uY1jfWpCTzKg6FLlKtuCB6L4LtzPfMJJY6m2PHASy9zBTl/n+Mq8ppRPWchNl5P9R
dl5LciJbFP0iIvDmFSjfTlIbSS+ETAvvE0j4+rvQfVFXdXTFzMybJkThkpPn7L32Rtcrm/4IdRod
bkVazr70vPyzkiqgNmJmqG7QLI77ACBSm1HTatpt4xECcuy1lnROY9bMfD/ksfuaeBUoOCSHo70t
ZZXVQZkkUcv3FSFRmDcDd92rk0ocAYCU9LKFViUvLTKgzq+jQdup1UJoFFC2DkS4rq/nM8PWBhxl
a+VthFQl2rUNFms/raM0O+RRrPMiTrgeAKm1qEqqObUzQrWVpP7M5l2bjgkPPYzBqo1A2SUKY2El
JnWyxvj3GzNL/hlMHaWg5fC1OU46KpVhKngBcmg6J7WwuUOQzWzHpzodoMF5sQJLEg7R4lvVQklX
tOjQfHOOcjzOzsBDH9qpHNX1oc5KvB8xiATTTdQvqawd7cFb1sxjdyrT1lc9MYERsZL8lMtFuqFc
+vzehtnXnSAgiLCfWTgwKdSC97dvFikeLTF4fegmDb/AWazyqSpxBT+qjRZNwWxUghdAHzJvO3VK
DdvR6BPtwCZ0gD8p60bIe32CRHPQSf/y/L5Oy4QFPGmA0ozdBM5TV7E8rXMoqmxHR2bne4wZX2rw
ix0bcneMQ20ssnqLgtjxNn07KJ9yDyL5dzfhb/abVO8iyF6trZD1rBXKAywPjdKAlasJYQ9zWJIL
yvqW2XxPmVIWyue2XqZHt/OK9GS1g8iZajMjUjrB+u1SnMogV0RV3+iLrucH0xxVw9e8mjtXa9M8
3DFycrwgq0Qz3Zp9STlDPyxTQPLklF5W3FbOFxTwyjf8zUb0fZna7k6gqxM7pW9V9wqi/b3NL8Eu
tEvodTKYOdtnWzktg0HE5iEe++MyFuKLrrV6EA2KuVXL+U8/Kvru48bJ3737+bYX5SKkAxTybPLX
Fsc/Q40JbHGLh9I4YBN1shujHqURlhTwaGXAjKQMcBphwfLsWv0YJSxDfjON+j63FJI5sCkhEyBp
z3vK42RlNrOEOz5txxQKNW1F39bi5EbtkqEL9Ti1H6F4mtUNSj3tF32gaks02JzAus25eWJGfRcO
4wAkBx6nMD43TpbqJ11OpbzpJkRbMB+LkYvR51lQqHV1704ji6KvYP2T3/OmMS2/XlzzD1aNyDxo
EECfUCtF803dSuvFFlht/IpPyJ+UFcXYeXakpFthLuAmaUo06Yl3tBXsGzoXOQNOb1TfddEB9ZCk
Ue6w3TbimDrYGA9zkqpiSxdjOc32pFdbDZOntklmO3+aPXdInholQnrDlpCZjTnkRsbXQfzXwHAE
oChBaa0CrEOEap71NjEeSNWqcni/KZyfGQn+ifHvHDRd6TxGUXGlE/9OL5Xj0X9iuEF0ATOVt08M
dqWGbm5kHezGS/dEuGcPyjK5S1h09vysd5gnHK7hSU8HbEAAtimPhrExjyqZyFdamu80bRixsKjD
t9YYkJ2dOxWT7onKsQ54YMd91wz6NpNYwwzdA1MIDKb7TnzNzyyJIudKx+i9Q6/pq6g3GCuBpX57
GTSALYx9VPsA/IuSh8p+y1e023p0uqniomr46nCZTk4OWP3jl/a9W0AjF10D0n1mkn8V9v+8tIbZ
unHpzPaBpnYU6qRWOD5vTdSgOFCGgJYBGIKJzoPmawI5DEYCyfCafFr3DnVCIa8sXO/0QdED8C8W
Bqax1rqw/ft7sFVAzHbo2i1jv2umymtDRSrqcZBFk9JkyuS4+fgavHP5OeSaYYw6gNbkWTO795DX
5fVkHVDv6GE6JPFushjpJ6mZHMH6y13f4fswFrP8/PGR31mliahEeI0Th4SBvzfnn5PtNYmSUNJr
9oRwt0UUZz8KhMb+DNboMODFXpWthI99fNT3zpecMZRqvHq8dOuf/3NUQy+jeG0toT6Ga/ujKDwj
2Y7g8oNJdybyDqYIjvYAyGCbzIt3TeL+7uGZHfDPChg7P/ysyEU4g8JJ57LfVoj5T66cp4d2Ek4V
9EkX/YrTut9XFLjllW/U5fAI7YfH0E8jYoiS4+yzWEm6jOz9mY4NbMLBGbIoBexh8ZN7/VRlfuYO
ZSB1NhN2Otq3qD+K/9wB500mUoIpw6puOF/zYPQY5Ai41gEHub4tARIcanItc6dargilLt9toivA
j2KSxWnFsP/sg9w7E2r6hXVloN05bo0KtcEKCqSnVCZm0d6MZZHm/uqicrZem2ftJ48WdLJd8sy9
mUZtvDZcuXD6rXQ9jLvaSkFjlH4+PwflVWl4bd1D0rTWTu+ob32TgnhnF95ygkDSZVAl5PLgFK0o
ToOKpvBkVjY+m3LRyxDVCZv5XEu7jVL20bWbc/FC8vN4FzEwoRKCJnX2auDLgXKMFvFgJ1Vy2+r0
hoOKDKobUc7aDdm5SGJcO91//EJerHnrUWmXr0oXoD/nkwqam2VfDqN7QLPuPMB+QMmqN1P2wzRR
+vplbrpXjrh+Ud6UapSEVIYUa3TX2AyefXFk7LqRK4lNAOetg7apymSfzmTxJaw/14QEFy88XvTV
R4p3kqHthTqDgVKPcdJIjopXmZ+n3lhu8jLVS39aCsmMNnZ+zaLudokcHj++sJenaRlozJCw4OVB
r372MYmZF2CEr7OjJ+yj65TRK44Fb2to0KeuvNaXTw6Hoi+6Aj64Sxf8SBKmeBuH7Fg0I01uOxu3
DETbUIsd/XUxaxB/dAavHPSdK7uODFGnotBAn312G5fe7Bnq5PnRKkkg9Ts71u86J29PSRwXy6Ev
Um2gMTVnyT6G827/1w8JogYeH9zXkDNBCa0/758PiaW2OtWaiUdqIvpJkE2DLZmhGz27Qmv3mWhX
16UVjRsltscvH9/by3PHRvZ3h4OPjICQs8WNNWPSF6bQhyjucBrojVbCcmODH/fxdFSVoT50tpja
ALWc+ufjY1/KgslhWVXBfE3W0LHz7wg4fmNuSvRbKkbUJ+g3XbVTNSHZzkLpOvQT07QbWbXoS/qk
FNEz7hXUCs2wop+FDekkNEU9VnGw4MYtfmiubPQTVqFY3eVlZ+ztIZdfP/7Rl6sMdQa64PW9/xtr
9PZuNcBiaaiaDcV2dGPT+fk6o6/f6lb3e5Seec3oe/nucTii+pAosMYQgvb2cNooGc22dnMoYsSM
Jt3qP1g88q2otD77rzP7tYRiPMejiD+bA749FtwslGV12xxiM+0/54PAN6L+P4NJA0K0mSCOPqbp
PF4pVi+/sFxRlEQs3AbSJZq7bw88oDLlm0rSQueVozzSqtY3wqjG25Si/Vub0AvoEFZWvuMVIK2y
Wulfu3qki4+uIb4i/bm44sD2UIjhPGeUAtfr7Co0s0L3SrTGQavt+aVnBn1vGrHhHUrPHK8B4S7W
O0gIKydaBWwOEu78zBFgE99QI8OhY6gTfZGLTtunPHjugfzgHlKt3eVRMBNjVVyxr188yC6rLEGU
HqpIniv1bKfWirpNKzoHh8WWhe7rvDu3RsXAr9bHe7txrgDvLy8rh0OuAEkLv/7FDikG/iBpVI6H
LrOnsBFz9gAcOdvJqbhWmV9eVHz5aGrooKB4wW7w9nGyzK6EIFCNBz1Vs11p6tEmy9ESlTH9Y+wX
+l2pxeKK5fS9gyLkQWjO9XQvdlzIQNC3W+Z48NZIrTCp7GIMRnLbYp9psFns46VtXzPyea/B8S+W
cPSFrJ7euvPCm3iO42pogTlu7i0H5GPRi7nE+id64MQ7GdGo9sc5xZcPi6pU9CD1olTffrwgXp74
Xw0X1QFWAlToZ5+vAbqbwr7WPOC39VpfqE7iFyZAZTHl+ibvy9dWi8SVperyaULn6LBesO8CUnne
mEtlrmQz39JDnTb5sdCs0QjwNjpdoNC0i/Yfn+LFqwIMCI2yvQqaUVVetOS8hCmL5nSnpm2m0nfT
hrFgHCcMZeE0vtIu5wr/50PiSVzVebrJGnRec6UVXh6XyJET8jyN8fFUMNAsMgoEm2yd+NjExMV9
fMh1lX1TzYKqXnESq5zZ4KN8tvAhP68iHqThpEIC0iBWO2I4NIIp7OvHB7rwrtOBQyzFgmfonB82
vbcvaIeews4yVZ6yFk3YISU1sgpS+uHp77iX9hfX6uXsBQRVp3nQV6n7TeX5LW8ZUmUPjL6n9Fdd
OZPtQ5VxpivV4OXNdta1n3093QwwUMbbH6f0zij1eFBPTUnH19dxOfg64oxPLta3fdnPV9p3F68v
eAN2SWuqBUBQMp7fHg8bLPBbCTq+LKR0jj25OXe49f4AFUl2wNS14VPWGuo+G6ds9/GNuHiLPBhQ
JFzQxTANys/1z/+pPLUErH+Jse2EhXm0B7+Ezi5uLUlazw2+tWtZ6ZcP2HqqCGppja5+lbMzXcj5
cpuogtLs1p35DC0c8DsBT1Zz5Um+vKT0ZFZ8GgPMFde0/vk/5+VWFsNue+VKUtGk80Y09QgLSR3y
l9KaXXkgLjzqPpGwWI6/7Misv318XanQOMK/79Jf+z0bGS4uv4Qv39tfMFTU1XZXLcdu8rI7WxJ+
GSoT6jy/9BJX91NRGUcL714WIIko5AO5bfGffjCA0lZZXjlPHe/NY6W3/SuSoOkJCmRc7JVMtxUM
kbwTNx5qt/RbXU6F3EbQL6Ob0ogBtowMKm/QapTxc9KayatM1ygZp7KnZ0OIcYS0q3f7mVEgwtYm
Vv4kTSS125ZRaDLT5c+a9p5t6HCDjaVbKp/2VpWFfT8M/ePMfDffkhzXWATVFIuq79BQm5pPCpRV
/ijrViPWkKnd93Zp5/4OnCzRz51ARhHgsTYeBlmN9VMtrBg8zqwNBPuURm+pe9Oo6tdEdbR7LVmG
75XUbFA2eLieYkYXia8sqfwjJq1RUAJ2eYu72aAg9rizgM5NOJtKG1nmZiicaVtHFq2YBUPBVjcS
Nzp6ZKYBmwHrTIzn6I3FY41gIrvvNKFOe2OwursJuBIjbWdIrP1kLSLZkVYpoyDrpKNs0q7Ny9uu
yKODiVFIEn5lt8On2W6lFmg101A+ekiptjFapThsHYApUNTZ9oSpWk5Pk4jK6t5MNYLN6mrBu6i6
o32aTauNAmsY6Jp6BITAMe1r4c+1HE8Co/Lo15iZvldgBRxk7q3Mw4xp2RDGOK6/YcA3VT+bRD8z
90zkz0HBuuynyI5e3UlTrbsxN+DGiELXP3vD3MV3FQ7U+bbpBFGr9diWhEkvEo1DOQvjZGcltkx4
cWQ9pzTRv9vEd36akoXIARymMwkyceokAfPfxID2a3hbh6RUc6dFJo8I6uK5Q0XV51tGxyNqVJ40
nSBb+jXb1iDdbT+VK96WBRzTkwbQ6fc4x+0vVW2sbEP8nlY8mA4BHjeLG5naThmtVrv1otZg+znY
7vMyWEtz8EZkEpZjTQOZKoWh3dBmK345Eg6wv5CRl0CrH5ueZ4269wtY7mZ8HVoZN6eGEAb0ZINR
fkca4MZ/mJgn+SeLoEb5x2JKlAPB95woJEbOjvZG3DbgEIa8YrjNJnw3UWBRjEtjfhgMoJgb0wCE
ephJmyo3WbygMCx5B5owN9u+D4lgwJUEB3c0D9Ic6UMzsVa1z7y4ivGFvGJG/84IbDMojMn8xShv
KsJ4XNUyYPNM3V+GQognRDT6C4H0lXzop4x0zrpQtcc0GdApRZqr2OHssLJ8zeZoYscAoNn2jnq8
mL8x7vM8oBRRu8DJl/LTsqT2U0mUax4OiWo90XGQ+ZNOmUqEnOnI3i9oDfaHOk6NeUuSWtEpgWvW
k4YpAB3VGBIt5FU/KM36H3SDlu8E5qm/1bRkxjQmyDa+iz7vagYMvbvDDObBJDYiyKORNkUk0Bo4
nENpodxFlz3yP5qeiDtiSthyQqbs1c9FLtcuiBTWzaSW+HN6OVht2JMNWJ1a3HpLYEJlD92lN6AM
OwTQBpA7hnvZt/R+W7Vbym8KowZEhBjzeD+skRwG3oeuuaFTFg0btXUiK1ClTYtBh1d+xB7G18+Q
5fQDtktDdgOKJuHDbPVO2mDKbrMQH2Rto6qxIO1oU06ub7ZEX/uUZKaA/g0YU2RU9dfRnJs2GNOp
+zp7DS9tRNn+YqSx9y0bRtO8dfTYC0EGWsNR6aJo59Wmsgax9UO5Z2NcF5lf0Ks6Noue5jvUiVQf
ZaM0ugwy07KRC4om+6wl1Wwea0y8yUEnMfTQWstQf2oYfza6D2QH3jQyvPTWM/NhPg4YeY4K7WiN
6LSosjerlvrZK9DyhUNfElgT9dqksCLXxjfyUVoiQT2UtDsK08wJXYQNapBIWODEN/VKBMQLPYCa
+95Y1V+8ks/bi5kWevXQDL3THzu3Q2KSNXpT3resO8q+Jp35NeotbSE4rtVJZBWlZsrQmATS1RkZ
Hd5PZrjuVy/WvRfM1mT4QZ8rHVAgEBVCJJw2aJQY8fUBKbQ7AVkzDZx+miLQ3mQDW9z7WYiovuuh
fk8ndvhkXgblarfM/DqtevGNSMQmPUye3t8UrpfnN+XYyWOpJoX6efSkCWzUrDQ/bXVlCGdbwHle
1LE9GBoswZBtjF4emnEUWTDhuPVCi/Lsi4w778mEDWnuu3p2kpeoVrPpYRUifWMBqX8KI1FulzQ1
imNCzmf31WIzN21I5WUxUv7mHboNlKtHlD9aexzcKNm1oDTTjQozXftBhaSAUNHbGvpMpB6UocRA
CmW3JhGGhEfdQj+SLg6Abyddmh0E4KXhTZZmLm4WfY6dO8DnU/c62InzCmS0rrds9k2xVxchfs99
jJa0bho4erzkGbNSjQlpHa4zeAQxFFC7xSJj7CcNoakJbbcwXz3Y+BGxpTLRtuiLNTOUdmxpv5rE
1qobb/HaCM02gt7iJWp5Tg/YIrXkDxAa3fRzZrEvssDZs4/TpYsDtyjHvcY9dA+GklrPBfkOGYmn
s8rWh0ZXcnKsWQLErjrF2M+K05rBlELNPoFtmX6kTgr7JLMUVTklrV3EJ3Nwijjw4tR0bqLRVXcp
xrxiW0MTV59UqXrE70KU8BEsqOUW93hd/cQA3MaA8FsTnY5DUFQg0SPYO6JmTG273k47kD2sTJiR
QtnVJhIrdPps7u9YoWLIenFcb5JR0HgolXnJG5IOemGHjaaozS423fJZMTIUfY0ymNG2rAw++C24
sC2KDH0K9bTSk52zyDnbUiMSvBGT5Zn5oxY38201o7MNlCnuho1GdOwQ2kJYL9Kb5jiANcRMH3i8
k22m2it+tnObatvCGxG9ibRwtq6ZjJQxbh1RoXktik9D8QC4z07/08nIaiGuNVaHP07tIDOqRYYD
C5ghbZIx0d0MAO6i6cK3yyW7zaumsA7wxdOwiNbcHWWRRgc4pbJnuD9Ob4HJaIxoQwk8o5xychsY
+KA46XdAEwW1bjLJ+5xOUR9YbWMPYVq5o3vHtrNP7glNzoYv86hUuxL4CCUdjXtvp4jeqZDd1fGM
7KrtV2O133j5rAgfFaDzgA8kb26BbTnTZzbK2XPDdrHaS68j8p0KQ2/DyWjmr0o9oo/2G7so9WBk
ptzslV4dnbBLC0vZYLlB+U22SBOOlSXHYMJMLrEAIkmqSGhNlOkXAcRQM5ymNswNDzcCJ1cvZ/ov
tOygNhil/T3PzbzbRG025axUdDBCqTu9vW9JdjjFJDrFQTsZ/W1q2L195zTYbAhIR2ranGoIEObG
VtCUBgl1GWAOJdNQ6hamQUN2cr3qFpVy09FfipQ2C2qK4/KGoBA8DxJlLyoEZLprxU0v81PLQMii
eDRbxVn1oi0rM+S1GQFu1z/KrrLyUKvdikB0B3DVxpDVcG8vmTL/mhalBiJZZtOhVfMOpVZJkAdh
IISQ9IHBl0B/aLyp/7So8ZDfIM33CLXoew+YEi6UWlVvllJLvtug6rpDNHgz6xYbQP0zmRxkPiPV
p/bEbNeTeQAKOhn9GNQToNS6ZbBexEtibPmiDmXoZrR+Q0EoYhxW8VTs7Qhg/22ijtZPRNwN82fh
OclOIV5hn8JRImWvy3OimtGpqDfTMilGgE487ULoL1q5LVPqtUCiQ3nk0AR9i3ZealhLnT3teIha
C+tLJtUg6j0jv5+LnuQsgh9LGiNN0gb6KEfvDgo15ZKZJJX2XC6r3rAgnjM/JlE3J08yH3qImMCb
93ZcpOqGRFM2eBqKUjOoc4R7oVXXKqNYOt6kNvhWC5Odlaz1qmAkJLikFBH59NNVKEj8QriW3MSe
VxBEo8VW45On3M8H6hFd7JfVM7q0ng14nmZkhHqSkYnPl0p4PAp9pW/6FNG6lcNPvq080u43XGUs
mInasdMQzWI/lrZO9bl6GOJTP5d9i1PFxhczCIllpChlymJFst5UuEvyaI59tPWo8mPY45PXPTuR
PmZH4kDSR1jtzrwpZux/0IcynL0MY4es3si0KmQwdkNX7Htiziwm1/RFoCxqZGj7ZYckHGHmYCVB
JHOU02VqW9+iZUYjGOmL4m7QFVI5Q45pJJHXYhEWm0gl1YIkZ42ooaVYRX4jU9vpbxVbBzevk6C4
j3vXJdEPswt1Luo0ARQwkSr3rZzzYBy76Kvtoo/xbbxL4VKwK8SBQvM0aCZZOcc4YT66yeU4fp8H
k9yO0dBlv6ECibj6iHXtZ4AUDdpKexrzI590d6MYcqlCDYzaa8cKkkfIBGzR/RJ5nX1rS9WUz2VR
Y+dSI7xp1ZQav/AQtPOt06OE3E1aFX9PjGWcj2rpuiTwKHUuPvVRJ44lRJw6TKbSmPa50PUt4HQP
jeCctOmxrJ24VhF7Ew6+GxfyDMPYmms+ZEY6IBag6aG4jyqY8+44sf/60S6x9qdJbXwIhWt25s4A
SrWVfMjKjSctUsOqwVCICW+MtG0TH/QtFhLqcyR0eo9HjFRwCecQHJi6RUxYLMeKRprYOkvdyJBN
jTUFiCXqp7lsERwiPrC9eVO2OSupai3mC9H1hdzMI6jXjYZoWQtbg5jhgblj+VLnnMS2THTF/qKj
e+2fWoVESHLNy9IM48VKTHilqev4ZkqUSKBjX1q+R70t5R0f4UmErNyldRjpwbHztVQkWG2uENaM
vtkh4QD5e340BT8fnwGrWByAMreHXQ7qrvezDF2wvyDESEy/LfOyupuqWJsoEu1FbNjoqARSxp05
3Q5513/CY9BnOxsSr7VbNerHyUYR4JPZguXDAtnd7hYNBg7D7UptbnNenh9dykJB8jahEdushc2L
AB1EV7qJDPisd57dCueZD63mPMWpRrnvo7jpfmiR1WcPLZoK7cbtOz4BgBXa5RbTjIZ2eJ5Xb6PT
ej9ZWfmOVbVMGhgSVJO+2s7IfLseR8WmGJQ23cosVl96NI1q0A0J4tsIrAlKyXmKX+04Eyr7OFsR
sW+SNaJUVwbh57IimmamiRd9lVMxgjwfhqmMg0hoMqNjr+rtNopmLUT+U9OLMLpg7lsnHPn27XgO
acuMIt183LU7b/yuhwc7Bjqb2acGDfBtzy6Lin6qDY+9s5FXu7pi9p5rJc+u6yYvY5d4V4533qXk
eIgUEVaAzqNTeK4rGtNY7RiYJScZK+U3I9dN6H6Wvsl09mRBxK38MZF/vTOVsYivXOrzoc3fY6/q
NaZkJj3Ksw58Llulj3SOzV4lIywxaY+ozzFzOM3yVUxl9SyTTr785wuMugNuEFMqfXWHv73AjAQy
dy669JRGDAf8FDvpZ3NqYQIJCeYxw9oUXxmjXGS5caKkKIPtdME68rSsF+KfVjCmaF3z4iU7AdRM
Nn2TRARA5uLBcFIR2tIu9hDcmmCAIqzRqMQn7Ay2d+Vqv3OnV60au2zwiPS/z0YKGZbCtscocCIn
1njxokG7V2pZnmgM4Q22okwePYcOseVhkP/4ml9EI64XALmChX4H2MBFSmSPeVJbDJGd6OLWxT7H
fEMKaoyPgKZt3Dx1BVZa3vAOJOvSLMuhmRPerzxW8CyJaQSd1OnzFmJhtoXrQR1bglpuQDqcUHFn
P8Y++a90mFXVBhCN3j3IPJNp8dt71mlLzjuuEkZZ6MV4n9laTNHkFvhC8OQ2u86hL/m55AvW7z++
WpevBaIOMEkW0nqEfn8HV/88LbaR9W6Wk7to1Gq17dqKgkRR8BH7TpqJXV+3xXjMzM6+llZwIYFg
uoiN3XFRQDDTJDHg7TmLHHNaTJT7CREMWzk6boVC/7vRkQDEsYqrzyl/xjLHBKQDrPDtTreDgWbr
b4049Cuz+nd/DTNPJM1IiJlan40vekdaZF0oBI+5qE0o+5flyOiAUDFraJqnFrWZOM15x4wO99D3
zAGaF6LWwYqp4eT5+KZcvD0UEfzHDp29lwVt4e2lUSSR3Z4u4pt0tIpnvViyQ08cG+hKPDn+mDdy
rwsHc05tXKNsX3wSDCRhyJkZxK5UyHMyH6gyahVEN0cnr8uv+tBFW5JocA+ZxnjCwHuNwHRxqjz4
EFGR3wCPw+53tixr0BiXypjz40RMYJBMk3VvtbV2u/AbeQTWnvQkXvgoJ9fu+MW3lyOv6BkNgDU+
8XP8jIQh13emVxx7iSuC8FS3yz4Z1jBLXLx/VRtD7AT2jAQocBNZJeE4s9PZOqTG7ma1w2Nmz8Ps
bbp8rLyXTJHqssupUsytZRdZsiMLfjYPhavlVRjhVbu20l+8upwAKt01MkhdRURnT0mzRE5XKUtx
nCmfbYr1Sbc/Y0h11XVFc/pfpBmUQDZBJjdXFMLvHZoJKu8L6lNGVOvc859Vo1nmPKpFXDCUL9U7
blOZBgYhaU8KG+osgCnwh4y9a8F0ly8pZ4xo0eR2MUey9bOvShnBYOjcuaSBqc6Gb0x5vXPnKvsM
TrJib4NqbGd3Tppi0NPdu5xMD/gOimn/sjs+gx+/pO/+GpYtHS0hQjWUv28vgqWjKHYXuziKXklQ
Mq3wqZHc1kdT4QvtYzrR172jtzyT1kgmDdb4Pgtw3C7ZPUnu4oqK6703aQ0gRyi7ToLPPTh2Mw2j
WqrlURBRl9r9uFlJeH5ZR/jkhxjrmqPTc1YTnW3gx5diXRzfzH5xjOGAoLLCgoYn5GwpLzB2qB3N
mKOSWO3eTrR69tvJ+Wn2dfz08aH+1ojnx7KgClv4Z9DfnNesbLcq3Fl5jWwgKQ+GUShWWBV9+mlO
8rp+JHCu/oZXX0m2TFWaFMO80OKvCsRt82QWrq6DXcggsqZe175O9ug8DUaSa1tVm9T5y8c/9r3r
gnwYqS0sNBi/Z+Vf0S5iTHN4LhNNgce+jZ+zuRtujciOrhQ97x6JOgsFOlUPy8LZs8hYFsx93Bxj
RdW3a2g1g54EGmDZrDz2j0/rnSeNJWcVEON3Qi+y/vk/b7/X9wyVDK05Ysw36Do55SQPCHXiu0np
NKbD4GS/zGT3NTALSne68qC/c67oKZiN8ImCYXWudQC5sRDxkDdH0ZbZ/ZCU9kO/9NM3TZ2M/X89
Uw4EnMwF1EyTzD1bYpW6G81+rsZjjHExzAWWMqXCgdIZenGrKHZyq4rladDjazqVdQF985TDcmJh
oTRjb8YO8ex+ttWoOhHNcEZmbnpTDjzPNGkc88qlvFjHcXhgxLZ4kWg+kMT29k4KN7VTXe2G4+IU
2kYKCANV3C07aGhEEHRdv5dx+/LxNV1/+ttT48uB6txlRokO2zpbxO3eyZ3GtgCl6mqK21YU7aZm
4vCoSiw+bNdr56FuOovpaBRTBuddIX5//BPeOW3KDXQyLsUONc7ZT+hpHye0UL1D7NgOo184Z76m
L8spIzIzD2okw34xwNH9+LCXN9WmziGzF/8SRz5P2VarPLMmattjjeM/8bVRyT8ZAvHEx4e5/DDx
7FA0qui5MEeisH97V5W0YR6G2fmYeGjOnsC+YDBemBrWz93iaSC0U6InU99LNeVAVEYlthPVeOy7
bgGLZd8M2Dg/f/yjLu/6qhBFuIhACTGcs16bf9aMrpk9mFTKeCwGW/q6sFrs1mYuD6wyleFDdMlf
oyyaNgjRmoMh6Ap8/AMuLz4/AAcXGjcuC669tz9AGZg1DVYxHYmEM34bs2IMvlKYy39+o1wX6SRK
ajxaEK7X+vqf8yzsqZv7xhmP48r5KIziGUuZu0HI0ty4AjndOrQ4fHxq/4e8vX2naKgQ+2ZrQGjX
WOa3R00bwZjD1uVx5ql9QJ3fNAE3QyXYu117rQpCvsfUEQbtNkzEFIjaSjdASzyHkWXEuk96hpbe
WamSHKvRjEjYRaMF74UkG0q7vO+dsNRkpAb0+uk5dniI0d3gcjYpu3qMYQ7A/y8q+KE6kKXQTmLl
ZuC9ku5I9NoSFfclwU7Nl9ydPVz0DGqWwBnF8BiTfcpfRVXdfGFY1jEnmNLUfDSZkA/3vFDuHhp8
rn3XUDR5r8sILj6QCvqRzZCOk31DjAmckU7anc3ksGW0m9qJWm7oMgseMqUWLyKKm2dYIF5zbK3a
+EH/pJ9p5lYtAaesD1oV2qs+PmhanAZoOIdi10hy116oOZXXiumst1+tMrSBuSwkTbuCtuFYyj9J
Lb0bsGVICnj2hIt2wFm83agObGAYEI83nkz1NYko6p7MbM4f85GcPHzdkYfUZuytEclEl8tdjafz
ETwGQ2l63LwfNJwHOjhIRZOXRZeRvmNgnMnXPAOOsZFSHcmmzRC7HAiowgHaWxPalc4xlFtG1uOX
jElI+y2dvPEhwmoehZ1pIZYYnSVe7huCasD36J0zPehNkis+2uP0S8RWKw9im1DMDTq91j1AXMOe
0mYlIvY+JV3Jr6y07P5wkRiptU2VVMGQuSsPpHTc71FRDPWV6ubCNkNjBE48hFrqDXoV1tkuEcCw
tKktCe02JvUZMkycgDCh+09Qb2/8j7Mza27baNbwL0IV9gFuuYqiKEqWLC83KNtJsO87fv15xufG
BFlE+atUcuGkMsQsPT3d7/JVB5oxrpUISZmTkYhB99boussNVrTqObFcH0ie17QD/CLwwLu04esP
UTAZ6L9hda3SKHWNYloKxDLvnR1L+WvhYFPjgCc9u15jJ/S7UcXPRLQAUWx4hx2E8CgHHNK2n71Q
DJ94duYAXav0uYb18gDsRXtssMD9bqXKNP5tnv7bK5mrngvIJKWZ3XsoNmZpo9sViAt4bJFnUlYZ
ld7auL42Llx213VIPl1KOsjv5xJSZ48COOugUkRWP3K8WSjuH7ROcrN2f0Gx7V5SDThF5VByFkme
fgqGMth5CYjJhb0jQ99sDYCkEjIJ/LxR5k9Vl4di23k1rIB6tPcgm7oT9pDhNjFybWGoq9qJLHVS
TqBqQx4OD+MyCuvUi0g5ejRbK718TeIMLE/nj0SGJA9Kbd0VQfH1fui/ymQAmvCuYJIhk/E6nl83
RSagqumlNIqwXhFZyg+pGiknPU+nfxXFBxISF/HSvpYv24s5lRIPpk4OTmUXVPPsuom6TM9cRK6O
IE2BRgFusL9P0PXo8dhR8wsxAGTFrNCqqzXJ7fizR2Mu2IxTo4QSs6cu3LlX8065F+lTRwPbzaNg
XkmcEhxNfV9Yx9qfjMPEg2XXJKay0fRWoS8Gc+H+pMtjO/t82GJwLX4TkkkqLtd56mxRmVVgHqvO
srbcB/2vKNErbTdBysi3qlNHr34QFhEyoTFKTvdHv1py0N2ygUKrkssPa9nL0c2xxlAKtOjRszjE
LZQRGJRVf8SdEVABJeP0xXRzZUk0+MYkOyBBdUuSqGCszoa1ysFwutbRjyC+3HWqOWH1kZAo/koC
P1M/Ilt3P93/0KuU0eb5A88HI0LQ1xT0Lz90DODDKa6nHUU46h9OYaFuAiRnX4/C+AULxQWYCpyV
hqWp700aZcUCX+zGOrsCyxALNV/i91zZw+/rmL6coR2r0M+/pkNrvGGgoWwA1ysPcTqoh8T2yxPE
56ZcWOSrqAX2mvWlbURZlBrb7FzrbZPyh652jMdmrFcwnKZ3vXJpcPtUKBeIXNehmtHgQ8C6YDyb
HP1ypk3D6POWWHzksMpSs5Jv41JtsFEmx91kxLUHxS2yf0vwHm+wY/T+MOhD9NfTffkrZt9sdmHt
Tb2qgXn1/C9WbhMykYoywF56w/SNMru5LlLfr1a+m/lLZPNbMw6rQXPZdZyw+RyMKZCSbGDGh9YT
6xLYClBKXVEfpEx7uLC81zsL4xJ6kSoPIR7Bc+K+n9qpapdoQgYIxRmoFTgg8/LUP9CHtEOAU2bz
y1PiKTwlXt4uUTCvjzI1OlhW8E55qmAjcbncRhSMOTQi+6hMHmhnHwjAuBnbEGHbQoSboNCthXrx
zREBFbJlqRvxNL0c0QGU7ebUSo9GlhbbBP4y8qZqpr0WbmWDg9f1h/ux48Zq8r6nxMSNLNtqMoj+
8QwzW81T8QkWx1JL3KMx9Ua6TZXYUwECN+XCYDdW0+AaRATJpb1NR+tyMFtRLcjqQj/Gtu2eByO2
30BXTI96N5WrWM16RPStOES5zRMLT7+r7yS1gk9mk9fAvbkq4PQdAI4qnfJjlPtmvVPjQSUzjqci
3wi9BJt3f1qv1pFKNzuWgKDbbOC5hr0KtprURi35UukDo3nhAapvfMTOKzgk4Oj+dmYFhAUb0Q8S
HM3m5pnNbBUJ6CVxdbRQRNsVJScTwacGn2BDbLU81r7EShB+1pLOeL3/pdcTCwRL2hLIBiVxcbaB
3E6xOksfq2MTNfqrak/GOVbSeB0B31oyVrm60flKh+yNyIvbCVJal18ZpER2NzSrI50352D5TfxY
cZuDFO2y1YRIZLnSo3KpintjLV3DYP9QMEZdw5iNihBammb+gHpACjlpjUay8l4h/PnWARvaAjlu
FzbP9TUDaxU0BL0SQgGMODnnfxzKKQgdW1G05qh4ZvIJrJNX/bJVZKfZsnZGmQ+xUDP68Cwr/Van
XlQdUIL3Ape6VJjTyfnbFTZ4AtlkrzAeqUbOfg1Yao5W4IzHCo1y5NwkRMEff5G2LcXb64KcgLrL
05WMGf0eFvnyw/MmbYMK2fijTw0hPegTohZRp3rlXu8zKrvZQJV8Mxi+2JaTrVTv6kQ6AzgyN8dx
BZajiD7f//irkMUvAo6iwQlAg+PKy6dAwc4MgKIfi6HxHWRHtDpBd5gn0hHkO05sAQDFcO0HWdjs
M17ezvv9H3C95wmURC3aloLUY55Dj6kz+jTLhqMJ8uxjcIw2W8NHSuyHqQx1cxdCEu2/W41jLBYT
5MPzj/SdSw/ZBZRzeKn97t4Zl6tBwGos3gv+GZh1OR0TwRKII8BVsAUrBRZSma3TPvfjH0OLBvvW
96ccAgqcAfdNiyqndTcFBn0ANPg0oS1E9PlmYUkwCCFrN3En5zfOufyDHMLsvP7sI+pt1qiBKDwc
V2EAHPzByZX+jDQXMkyU5gff1raTR4E3WU2lKPOD0gRNu2qIGdPS8Z1tGWaLLUOCRMQgacDH5HLa
vClzFXh/kM8o5I2rnhJ2/RAkLZSMyhb9sRut8WRpcBV3RTciuXR/w1zPCyFKtX6/4knH0cC6HL+m
m6oxL/pT6RjFPmUZbC4DRMF+dZnw9zryOcnOHZM4TleJ1mcF2hqROm7cxhvWmlEsaj6Zs33EhAhe
JwggcB3qHOvLH5Rhi+gFSoSDJiSLBzTIynEVgJ9fuh5m7yAmHhsgOiVI1RBFri7dpHFH9NcL8SQS
BcYOTA98QTsrRgw8yQCXbbs0y+11BpsyXY2T7YXrcqhF+nfx8v9/huxdUHG4wWVuaWSXRq44T7EF
jHuVKvzoFVrxdYe4NnYRC8Ndbze+mt4F2iS0GIHsXc6um1hN5Q2289SaOurQ8ajlB1PxIEPmQbwu
k3DYCEWzEZLGk3rhpro1Nj7q9Dcp5qBBI6/OPy6qsC3TYugSB3dkqtqHjNIVfSiv1w9BXPnKA1I9
vrsKwjF7k7CuJUzMLDbKmQZXAEeUNgJJ3bxtbMKk7UYepE9KnVqPpt9lGyKWtZsUrV5X46g81EG4
lA7c+Gbkp5BWo8/J1WDPjpdGwLditXGfeI5H5SaBF4/Qe1uMG9sMo6NfQ3oAz2K9GlWv6QuH+9YX
89oFeYW2BZXJ2eDQftHhotj0xDEttqJzk4cx8oyTrWpf6izotlTQnd1CQLk6V2jsgJMkHZGNc1b7
cpVBufnDhFT2SY19Axn+yKydn4bqae+5ZSL/Cj3KTVeh1nX2e6bGo/91qAo6lPRhwpfUSaw3eIhJ
8mmaOpxwEssfoUeNg8j8Lyg1eVUBlW7S2rWrFtLLSdqv3P+C6w9AFUdm/S5CqFJQ4fIDhmBK8GkK
7FOLHy+iK4VWC+whYLKraxEZafHepIba0LLxBlpByBs0sDvq1sA75P4vmW8eHpHYtvAKYfuQ6gj5
S/84MLk7wIehCn4aIZ/A1XaVCdEq9I3R00b1vt8XpejrB5xv1fS7HhYuNIb7v+B32/jPW516GJKw
9BZ5B6m84GeridpSBhm4VJ9c4Ov+plXDwn+YInBrq6gthbLx/Ck+RlgB+weqmtpnzCEIIqvRqH3r
o8/hBBjr2KXf9Vx5HBCkW7NcTOtaLfE2XSGIMuAciy1mdgbObw8QTBjovfCDwN4mGpBSvDDVwHhN
vX6y9sPQDV+tQmuHg/BaVcUMpGq7vW+lebf1zQD340ZX/XNNAhzsTBNW7rpJXNybHGNK6mqVeZ2u
lrSvUmcDdSRrVmTXiDAbacvkuTiivBe8x5piRbstjjeKVQvoWp1hwdAw+z7RXhPVHw6VjyrxWTNq
vdoiDWCYG6ywWvEt6qfpXQ3AcSGsjFLgw/31mJ9otBqQEuFyJF2gVjlXWYMjJgLM04MnH7q0trP0
rjz7paE815BnNlaKfxI+vIs1w9mjBrgxJ1luQXDtNESF3Kh/bEQcD/q0tgr3ycGiZp0rcX2os5xv
zMbBfo2hyfxlf4ERSYd418vwRBowF4HN3MhQYj1yn9rMcjaeoKjR4niwIR+Dknp/Uq9yIAazBC9v
l49DJ3ve2Y8Hmkd1VQQnUGCThgB2CLYroNVqrCYafyMVKzV3NmU0NpITJeBWi2ZU401oBcFRnuJk
4eRfTzi/CBwQTVY5B2J27HDHojns9/4pcyrr54igwWcesDSia4nnxCFhqfgu08zLc86AhD0cjmmp
IaF2ucLkQkOIOKV/yi2jOeoMu6PhFz7a/WAt3EpXQ8FUAJksbSxlVXQeUtqg83iF4GFfgfB7bvVw
eEb3KYQ3Vy/pm14PRTlXtjaluaS04b78qgqbcuRDNeMJ7l++Hd1Ii9aGW7kn4tioLGyjq7MpFTWp
dfL8Ubn35rtI1VFEzehuHH0IqltU9YDAa3n/iPbkhOJDpH1qO2upoj2/rBCZpBRH34BnMM24ebbc
ocXRAmiyj4kbYizU1KW77RoP3Wrcv5p4pRSop/aK3q4qMxi+udkoXu6fHjmHFzuHlOq3dRyVFoAg
9uwBM/RVW5RV0p7UAD3wTVIbbvLkl2M6/rg/kC5z0/lIDley8/81QWu2mqUf22WM/ALPIbQa1/Vk
IMXSB4a3KVLPeBlzrI5W5agVAY84eI1rv8f4YcdiUQNf1WFiK+9aaxfVKdU7jbdF0vbwk8wc4rsT
WfToIUna7kfDez1bGQBaPjzfNTqxkAdfHW5mDMEk9Ecp+sETmn2HVlUtpVm/PlEdaR7bGq2aKg61
Rw+uy38t5jvb+xN3YzyubwlAJ5bSRJ0FE62rtUqzg/rUdlO+Tkwv/cFdrI/QZtOXtMjthUvq6tRR
idZBrAIugClD4nt56lD+sTrS0ebkTOX4WIc27k6DHU8/ePktScpeHTo5FhciiD6iF53Ty7HAwbiR
UzvNSS0r/aRFg7LDHtc7YmWo7+rWGv7Tg2FcWMCrQaWKLeBcC6IX/uxzLU1pTNXDLFZPvpimNeYq
2InrfbzX2gJ8HRAfse7iPF4w5b06aHJU8lK0oCgt0Zy+/FS8z3R47I16KrQJRKFiheM3UIbB4f5u
uVo9kFNkfewWqUvKFXQ5TEGPzDQUSzuJ3+ZeemamR4Ke/ar3QvvbnclYckNS4eerqOFdjmWqZNAh
hNvTEJrZI2cAkX/J+LTC3zZIdlZ8/P3HyZqhDlwQvOQ8fyrUkDpY1MH3HmtXXbF7IcLjUBUgvu73
S/vkNz74ImLxpOeuI4lhgkBEzk766GRlLEYrfp48H/u0qKI8vBncqKXdK+1UprI0XCSgrOojL+z4
KwAgNAkQeMTyK3fRnFSoNqpr3R+aTwZIpWKdYiVzxuQn6VfU2YTyvaPSi50FrtPJr3pI2YpjJZLu
O6kpSlG7pC3gHXdJm35gluh8QveGLBjLEfD+UMzD4gugWGVa0nKc65ZRbYOTyLaAoMej++rp4lXB
AJ7B1044e6i1yyupcqZ+bfNcG3ESDBxsXXrXPFNr8+F6+L75EhkF0gqRyeuGDikK3I8VRkr6IQ4x
j1trkSWGVZrGNeaYNeXrtVPi/PKR92kaZNuKLnr/lCbdgKAAWlD4G62sUM/bTzmOcsM3cn0t3Hh1
MygL0U7mvpdrTCsb6UFoL4IC3jzaEQnqPi7IKcY4KN/MyC5xF8J35aGELsgCIFRVPXhCVn8rLupp
97c7moSVZieu3/wG25XB/4/UHMCdg2dH4Z243XLwtXqL608n4Qo8w0GR3B/t+mN5CpJTgdGgg0QH
8HK0UhMSYJTrpwIhHBy7kmArTDwLXSUKHywnzg+IAaGAkcRLNgXzNoes32KJYVK4od0hSwyXQ9st
+jJtMOknu/GjIyzD8KAnAXILESL5q6DssWMpGv2E7R96zaPTrGip10vFgau7lJqGKf8yeQ6hk6Rf
/ooM2z2zjTrzCaU89Vy3SfTqhRYCHXE+rnWQkNrCjF/dNUQpaRtEpw7PADBXlwN2bi66fGxQYErj
6d+yir71koqEuJW3RtDHXEdT9Jdy9MRkMBAYn+CADEaedtblmGHj4HZZe9Gpz5Xw6LeD/RNRgu+h
6y4RBK+mk5GoCKJHz5UG62S2n0bDM9WqV+PThI4B3GzNK8qNkfWjzen12+8Y2jbZwoxeXXCMCaYL
sVm4NaQMs3u0Lboa31YvPiHukh0mv1XANfX5BPpU8d/vn5ebY3FgDIphFqCX2Ux2AW7KQWTHpwEJ
txVqqNoPA/nGn0YWdvHCZXprLMItFUyq2azdbC5zRk99U4s5mwUhFUr4xnPU9hBpSrQgtH1r2Uyu
NrIgSMFXn4W+Ch1tL00IOoXc9q16Cns0mC1sGnME7LRmiaR2fQyINkQcxiRXwM3qckuiDuELgCzx
CdGP6MMKI+cDy4TaAwAcNZx+3MJW/ljwVr+/gNdhh93CEQQHSAFZw03rcuBRTZIEIVJW0O2CH2jc
mNsuqaWkZOQ0u2IcBao0rhau08hExQ7Bxg8dGt/C2sq1u7hk5K8gUTJlXYQC6yz4tYlldTjfMeGt
OrzgeHiygvKf2B869VAhgrpCuGUycJwEmkh9a6mKfbXelHJlW4ZTg6ICDLHLSZjE4CqICI9ns0ly
FCXBhjWop2DUaVHpU1EVqJLO8pzNwuRfrTopIaUCyp+UCaGez0qxTYNlboXUzlnEYenYq6xU4jfD
KEEurcuq6PIOlGQACKURo/ZJk+DTI5qdabK2UeLT1qPnRP+AnkcKs8NX27VWvKNF/yhSKxmfBBrW
JvQ90f5c+N3yWF8sF6LH1IpIzmQVnNLS5Xz1oqD23ZXtcwgtYpOPY0svOIAej9mhAQEXS9S1QPXo
GLia8hbGubtHObdo1j0oEHWNfF/w3niNv7CL5nYvGvASWmuSmUvaKKE1l79rshrXy5Wue+5COLYr
NJ6SYI0qnC3toTEhBfdSfSY7QwxohSNBuWsK26w3Q105EUaeRTG84g4nf2Gou9FZGyJFW4iYVzsd
XAqBmdcqeTpC5DID+SOfCfPWzNUmip/VcSicdWDovOBbK3pOa9hxmzzqaxOpoNaBk4r2br23A9zU
F66Iq30HCZYrkOoU/ARmavYjHCvvyyipmmc7pfvYBnr404pKFY0eN9PeR0RkNqhcTl/ub5vrT+ex
THkD/jTVsasWdWO1Fb65dvOcV3WLOK7XHewxGqSIZYxugL7OrTTaKGPhvBa2WDJPuDE6qAFgGyCQ
SG70WYTNPUp9req2zz4Kd59RbFDbHU/gHrNTXt/+jy4PmheKtoW/7rtkwFuxpBz6en8KrgINuSwo
WMGplxzIeakip/NucgM0z+jzeDtHCcoV23j8x6k1b42aYvXtr8eTkD0oPrZwwGDNDkQl2inBvSE6
14gt+qthrMxw7WZx8aIhp/Sv7Y1FvL8/5Fy0nEMI6NWGuIpEA2nkPP8YnSinRdZmZ58010Gj1xt9
ZUVSqRiYVLYeHEHbCCqOXYHg6jYdFLvdkfpWBW57IOU+LN3XuycDbYsQpohZBuqwECiuUgkYIfRJ
kamnbwlMV+6VPw7hmCPBoJd9eNbR7kKWsB5xjsmq1vuIvWEsd/dn5HrngVdhlrlY2H+UMy9HY/jI
GvqyOLsiG6HPKeiYuaH1xcdH9a1snG/UpaGlB539iBqhqi4c9t/E2otoTSIPBoIel0RiUxi4HL+K
0gpwSB+cc4gr5xibTGNtw7gKXwbbK71TMJhj+xHAns82CChHxXPQxSYO9AT3b3UVj96DgLHxQUBD
gxJpX9cH98lzbJdgZ4nh5YjDAOo/RYTq1RDBFcJcVh/2TqznL3x7RhYKAltb1SpCgM8Z+/xE2SB6
Td1K0XBpDrPXBt9gd1+C+Kw2YkB0eFOXcZZtvdxIEHcrjBoqQFJoGGHWnvKGEKMeveIF0vz0aOpP
SIJGGkLKPvrsT5NmTcSRMtbf0cjzPkAIusajLfUityIRXvKv37Z1cYy1sTA+oy7VjGvXSCpjgzqW
721qiEPI/DQ4gO9QxuPho0CULnYj5YfhsUBPUDwaaZ09U2sowrWFNW59UKA3GYcugqp9Zgvl2m7o
JgPTKVQmobkpfi0+Jb1aBMrf7y6eq1iugv1BCuMqLVaB8SNZE56tpukfxyof3nVgyU8eDgWcPrMu
/1Xi0hqpzmgh7rhBIv76SkMxh4InTzh+gTo3glFjteV0k8VQfGk/VUoSvAdB2mwqoSbeGiXCeh0q
qvlshoW3o6yiLqRR1+eLU0wPCUoyu8idlyuTSkz0rHTv2bOCsNpFuTvpK9fprWStO/FUIUJeTbb5
NXLa8tTC7002LrKY8cI0/OavXJ4zHlzEWH4HoQ8MyOU5SywbYURXD89hNk34zXtmqL45lVE/9X1X
O3CF0/SJe1l8zeC0PGZZnnwFMO47nyYuf/tLEhVF9K55aW5/sxJ6YMcoqRVrqY8jw83sZ/JYk+Vr
sk5qobNwVKMjxfuCxqoGXOxx1COvWgcpV9NKCVCyXnFt5b/uR8DrDiRy0LT5ab9RyJGwp8upCVPA
Vi4iyOeuBpm6VdQ+ew+dOqu2eZdKudDAgi2J1l0dRp+nwDXStZ4p/anXohIkv2L4sbVwNf6+8C/m
QaaJzIHUWaB1Nq/1WFOGmVKfai9VXiXuc+EFbfMy8ojXn3Avq/sNik0uYpKZ6QavozVYyknExQhO
Ts27YKVXUZC8A6TO+7XadHTedKT24m1XjVn8AVahL/bY+PXu+1C0o7/N6Rg9V9qoDp/GdkqHXeEZ
vrrwcNVl5j37KKlhZSALx5mknHQ50UbZxk6bmcYLnM/poI7+9Mtp88x4E7rn742mdKMv6BJyLt2g
D91HN7Xq5GA2bfPFsEtETAPQ2U+2mZjmlyoJyifRU67Yg7JtlScti7v0s2thbfUpFZ2urKtMpF8S
Tw+XSO+/2VcXH+LwUjE4UJSGuCHV2RMjsLHHFGnSntVa1Ijj48A+bGwVWdtPXV+LcJWiJBk8oKrb
wztNWgx1ktF7m3zTN7axF8X814PdFH8ba/gt1PJBldOTkb3Xy/kN0W9qM7y3zjgxC+1BCQz/eQrL
/NEDHrWOsyT9VnooP66Yn+F96p2/FN+D9S3rEhREeUNQKJgHmc6LchoV7nA2W3DmK4Az5j+pXYXW
ukdw9E1tgn7hk69LBGj7ymIZ2Ax0D65UQozAJW0E5XVW09D4qfbd44in5k7CSFYRz3L86p3YK9ea
8PKXmofuidJJslsIIVdvFvkrbCqElArp37izmR8GvTQaHiXnWJ+QxWnL0mw2SjZIwXYXEWt0kLXh
oHbU2HNr7LKjgYQsxmyYNxhI3BOctS+DMhnRybKbzsRlBJXXjeYmERJAoGD6lTVqSwyW68DHryb9
gmXJi5kAOMu9tNqDQAyb91zXBdyHRO9+cn+k0zZv9enZa6Zf+IQj9a92ldgqtRTahH/9quDKsmQ2
Ko/+5YmC2YKiDFk36mDgMS+3rhmaaCTEcgILU+yCyPnHzBv9XYUV9RwndeEu5J1XtXSA2r9bJAZ9
RDSnZtfhFAp10BtnPBPO4X0H9fRSoCC8d0LdfwvayVpNg8v5EG1lfb2/WW7sFSo50qQSiidX8Wxo
SvYVZezOPk9113x0XlyHNE0Qv956iFe8GHXyX5i77cf9UW9MMDpTgPWhupAKzV+YMBIGt6gtccZI
OO1WShjEu07Y07e0qaNTW4b/3R/v6hVD+YCMHsCrkC3GuaZRLbqq7uG3nydkXR/SUh/e26ZqkfzM
lpCWVynWbKjZ43my40px8sg621kKUNgJKmA6qpU3m6AMemx1RLiP3TTZDsYQnSPDWqIQXSdX8Gko
3FO3RyEDGZRZyQLVP+S1PVc9D2bpxAczLYr6ofKqKaZRWFYPToZ99hbhzPRX1vQoNSk8xKdD0pTm
c0fn6KcxddFrCYSwXcMmCXdZHIxL3ZPrfYcjAeBjQhSUc2Nef1I6rRhIQvVzoaCk66hDu1Htqn/v
vXFoTzqqa3vPxynxb9FUAA/BjUgcrBTymPdQaAcMVUSGfobGhQ63Iwp8rU3xmlNpfaDQ4B/ub7zf
wiCXoQSEHqVEGdkoZM3TObcOB7MoOnFGh9XW9jFpBWIscWJrq0L1E/EYNGrTMgH2cNDa3h53jV+7
Cjdy2IAdMMpMWUch1O893DftzCtq6J+MqVXAII6m+m+hh864F03WPLSaOnprX+RlvCqdQeQovupq
tMl1I3G3E49pa982GrBJfEA6qT9pOjGS3hkSHamHZsWm1rG6e7Vay9x70DCCr5mq9G8UBKvs+6jV
+gdq8QqRgT6Os+rCoj8ETTd6jxXd869pX2avSJe33lPPMxnvANiP/rjK+sb69/6sXh9nSQckgkDU
pv04f0ZZGHS3eaWJc0O/LNh4qeUp2wy4olQVwg9iqfJ/HZ8ZD9QrflIUh4DGXd4HjW8oqC+r1hl3
KXAzRm6S/cW0JpDettS9KEU97bUxbLF5sPFy2hod4fpQ4Cr6EIRCb773eUoKEuUTItGy97tpwbli
C+KCMd5hDKxR1qtT8rb7EzWXamWvS/FPXQL8ZT4y14hIiyob0Cdrzig9CX5oqgcbfcJ0RVAxtd59
UxL4k0HR/0vjNt7GtK+cFwRJMuwds8DQtuFY4RlTUCxYK2qbd/FKTXTR/lCkoW+tO1nyxoz701J7
+TqM0lqmSE2rFy0hNMIup9yPw9YuASucORITxKk8WKmZMB7rPC9Wlau4m2wov7udGu+4Q/661cq0
sbnQUgKvQG4t768/ql7gyZws7tvmPHJzvmquF3yHlS+2UjdnP41t9VHVHRCz+6t1Y5tJx2hkg6jN
y2bo5ahKkyhTJ0R+roc+9zaQkLyNKBzjocAkZDPgodUcCI/pQ+rnwFLvD359JfOEoCXA5SiZoPPB
czO3QsdKqnOaJfqDWg55uFYdXDYjypBfMWOLf9wf8MYNAFSLSwpADBic+daECZXb6Rh157w06m4z
ePmgHdI29TdhEfTroCt8ngpp/Pn+sDcmmbqHZOUhl4VBovxZfyxtE5fT5ARtf8bf1Ei+8gNgIggB
ZHvT+3VR/1NJie1TNmGi+ya8sVmIXTfHB0wljeVpcMzTXEB9GWlY3p4dRUdnqQrhkbUGtn370a0Q
cRoNe1SxTaqdcJ8rFt5m97//1rRLiAorTCuT2/fy+w2I2kWixWgg67FWrswmCp2d6XTeq5Hp3QqZ
COxlh0EJFwobN/aXTDKpIhCMEAqb5UU0utwOjTK+eyr7g96Htr8K8Mr5qXsh0bT33KUU40bwQ20B
SIFEMcBymot2ZXZslOze/jw4Ihwes8HI/iPGIzgdCzuujy2w2H9i2ULcQ2L3fvWV6JRNVQ6dt9Yx
JjCPRq/Hyl7BIwjMsA8lm/qYwJIN6azW3zemE32u0i60F9bod1ZwmTVInQgKQVTCpXzBLBL0eqTn
+Yj3WKSF/auOV7OxKerEp5dvePiX+3H0EviUp9cTHkDBVsF0od5M+EhVxzoIwpxmKF7Tq3xQlXiD
vpRarkaXnvA6dMrCfSiKNK9XvagKAzOkXI+/Fgg+9us8GcR/WDhpX7DC4fzhH0BD0sj7PF71kw8J
7v5mvN4U4NrRUpXwfolZmj20hkRohSGU5sxWjR4qLqXPPq/PUxrp4YZT0S2kY9dtT8pYEsmI0iR4
Ba70y93faHAKXbXqkD0r42RatdkQ0Qq2S0h2htOm7YEwaGLdgdGP+T1ow/7IWUKn3/IzvHn1zIKY
YsHG/6LnWhu+avZk//zbOZFwOeIhxT/UjOYZo4J+VTTU5nTW3UAzEJY1A0B9bigF79pdHKkgle+P
eB0SGJHCNP1gzicx8XJSqqFw8bLpp3Njomfbm4n+6A/Ku+cUBKgcs4xfGZFof3/Q66WnUILOMJVF
6p1k5JeD4mCYOlXTqOdcz8dNlsXSxKsKvjqJ+tAPonq/P5zF/+7yRF0ONws/PQ1KRGF79dwh2Yxh
i9t8NwLraxqN+uf7I11nLiCJYORQOaCMgQjI5YfFjjloSVWo5yId653oek/sqD1ZyU80/siHY70e
6GoZZg2yc4qdeI31NF4bq/s/48YH865mq1NRgMkxf2K3+CeKMfCss9DGalrRq9fBAfrqtgZCunCs
bqylzMQJ7UDzCLnyt/xxp5qBU+ZZn/M86ZJpD6RiNFemlUCpqmr7wJsn1Xb3v+7WiFyg8L9lI4dH
wOWIeCGZUN0GrF1LJfsUiTjYu4M5INeXtv5mQlhoIVu5MZ2yNEWGRA2BpHQWOCq/xqUQt91z1k3D
tDVTq3Ne1MR0xxWYNs9ceKfKwDfbrjBVSI14ItN5nXeGwazqble52jkPCTCpYrjRHjh4pS9Uwa+z
EYkmpLtBIiJfOLNTqATFBGgo1s99k7drrTZpBCVWv0th9+EioagHRN8ilPUa6sh/vYScEB5U0FUA
dM1FXTrfMIaS0uw5TkrcrbrQOxgeyBO4we0mQ7JjSYRJfst8TjVyNylzCPFYnS1hWFJcBIatQ5PL
TGy6IhQh3RpTYsxLnzQvctcuRLPXBnmek+KV7jqsWuymkH9ZUsa4EXCRnIKpI8EtqEPIEPLHeeGR
XWZG1GtnruTkbaq0+B8o0MmDSdjtMQNNzWmjKbqjLJzTW5uY6rTgoiUbuqoztn0xhmpZame6vsbe
7Z0uXCkyAmETKX7eX96bY1nwutBfok47fzNTgDLjnH9/tvKy+17iAYm2gwUgutMQQ/kfxpI4Ct66
kg85SyNyJcLtcOC7CiMd/uk8CN0ImOqd+SNvUR1bODO3Vg8FCURNKOwAE5jtIy0y3amiknpGkdt9
MEcj2JpRVu/cWp2+0eyfVmU1hZ///hNBiIAH+r2F54WrvDDbtq0m7QwhkbTDj9XHVC+TdE3jhQ7q
/zCY7GKA2KdgOt+fTe0UiAha+jmPkUY5qhDLt4ajwEcIlcRamM4boZzKDPg4m1cnEWg2nXnvtH2P
j+wZa+HI3cSQr1Qe2q7+vSx7ZdN2YbfkGn9rBck3CQGkH1Kr+PL8TQHqHrmSGGehOOUmFLmBgZdw
oo0W0dXVKkPs2NLaQgC6cSKAkVFJ4oKktTBviI2ianF7Nok/YaF/49pOtB/UUuoHLjnTfL2/hDdm
FXIQlzESPA5QB/lj/ggxCLh27jTa1FfDKjn0WfdvUaNDimyjUNmfsbEkfXpjThkQqRl5JEhgZ8so
HKzzQmpaZ9so1PZXV3du/0AN0mr37GmP8rcO/2KDEpI/Leja3Rqa3ENAUgLgz8xefisem1GLHahx
VoRSvIDeSuO9MFDA2QNai7/zQuqz9YSG/v+Q99iSwgpfllMJKeFyYNuPmywghp8nxY43FZIgGKmG
k3eafKc8q22SV5v7y3prD0lRH/QEeRmA5Lgc0UdhQjVqQz9TNlZeQkN4GHDiPhrvYntK44WJvdGT
s4U8khKtAVJj3ggbtAJKlKmmL1PFa9AJ3NTeiLShbIAvyiMJWrjrcF9Z9U2Kkr4h/PA5KBT/kXqK
9un+l1+D5SRHEvgRf/MPyAiXn+4YiR/XGl6voW+z1nn3f5ydWXOdOLeGfxFVzMMt7NHYjjOnc0Pl
S9LMIGbErz8PPjcx3mUq3bdOtbaEpLW01jv0homq9Zx+qNtlDokq/bXLpHgYpD1FqHPP48EWc/sL
3CQ166xAONtFS2RHee91BkWNmcIGzyZSNa6wlz9Lw0B4cKy+fYrggqCMHQnSCsBa9yCAqAcjyf4x
X/1HUwkRdifuPd+NL1MaNh+v2ZXyw6nbClSAYssTLLR7Nr34rSkSBH5iWfdNlTjnRMvLD1Vbjcde
T03fHmJ8Ga1s3LloXh8+V0cSgJ7TSvDkQfdy/pTG4WZV7vxEQpMNwZyCgZspj7zvNTtDWUwv8atv
kDzZiVGvLzj2I8VZ4Ey0uGAfvBy3En0xZp6YnmRkjL8X1+uvcII65TPwfUKwZcZO/NeRCoQp1SuS
8tUEZFuxNGXZxvgkue/KWDsnba7r+DZjP2oZpfuhXJrox9tb/vVhX5+RKLagQ0AMeD6df9zhyZJO
iMCrzjveyfXvcRwt6qN29HWCLPnx7aFeny4kTgD4kD/hUkik3YREs4wJtlXePlpDuVwxqK+uQ4Ng
+tGbyujOLJDLGpNBPSZ9jnNiM8X6Z8voEyTeLS39lhiy/pnmWt3v7PBX7yAYF2BPUbPjO3MHbaKK
3kZND+SlfSwHvfk9e+oM14lexp446avdtAry8I5E5wUu9itidO+llalFg3yE1eFOZ7PClNM2e57o
aP5Wv/H1tU9vr/jeiJsFjzK7R4pglo8DTI0uQOypuERx392n4GHOaaqf3x5vu5k4n2sHaCUqE7Ko
N7w8L43dKZCa0vJBVGZ+JSwbD7URvdMQKNnr3WyvxOehXF6tmNdS29t2T4qmlDjllOVD6kT0uMyy
noD4FfU3QLRwMd3e/qHVdSWDXIuNnTOzvY7WsWmdWNAFeNdS0no5zaGzZn0a3OJhnulJpUVjQwMs
XT+2B0xg4Y8av6u+dP95e3G3H/N51PX6Y5Oiob+9jPKqMT2hJAXyPIsa6rX7VTO7BKDNcj+VIt85
rDfnSCORBjavAfqgL+eIBQRWg1Zfot40wYmL6RbpvgQdGB2FFrdBJ2LzDuawMexkH68H5sXDy5GU
ADs5uOcvB26SqEhzcy4fsiiRd3FWfx6GZunoIUfaJc3n9B2c7fnyt2vrUMInZ8Y8kb3rbb5oOaoi
sqq4eohxKy79ujC87lSk5jwdKisyYCZMXb0TXG5NdGUhUhUhrwQr+3KiYxNHeqam1QPecPgbF513
UQ0gwTGw8Cc0IYqAxvjeoK9PKJ49QCyB+nNo6Hm+HDRORkm/XVQPDZJJxzFdNBNpxGF5yFr4bX95
sa4SL9QYqTDxHAGIscmmuibFDDe2vGOsVZOxNnWjzC9Kdf7bEj8DeVC2oK4adPmQung5q8bQomIs
O++YRESTSJrmB3jSo78CkN/1bl//nVY9/UTGW0tKNJlIjbZHER84TZmE4x2zWjinrmJn4uJI69aY
5oA62s5w24/2PNz67GBmK658szs12lpuoujesXBF8z1V+uYoejs9J0XW7GTj21j4PBSCqi5ILcoL
26aQhuwSLt0mUI6ytg51rCM8pvflTpKzvbzXDQFykmoKkBVUkNZf8UfSYTUTunDodGNWhTdUbNb2
0UyAe+haVZ5shZdG7U04CM+Yv7990F/Pj5Eph4HK5XHM/nw5MkyKUo/sEdWazPBOtjYN8AviPXmj
vVE2G19HrWtoht47co9pKA9o9imxQUG8PZdtQHheRVZvtZ2lqf4sivDHKqJNY4jKaL0jVeqVCDKZ
QVwn8uRa/XBMe2QQ3h7v1qwoR6HUgSMIVfjNNiSpa1oTOP+xW5zslC6wpfSp2NNyuDWrlS39rBkJ
Jnwzihqpou3L2D22i2tfcqpxid/qlXNcakMebbpoe769r+aF/wIKJ2tOuiLxt10i1VmiYe61/LSM
bv3Q27J5wEo4O7y9eq8OMQhhgDpIgXBVseXXv//xtWKM43sjB6jbLHoTqDYxdG6r7OjKptoZ6hVa
e0Ujc90SzaDQ8mrb7D/FFoqCc2B+6uIm+1wAWzxb3oCVTol4xncTHaAn7v/0aHQuZkh9bUXveruz
f8dlN4CUpCxs7uzVbbBbfxE5Ie1X1piG82b2YimAQkSYGKJ5V15Lo6vuZpFUB0Rq6Xfbi3Yn6T/u
XGa3lvzPQdet9seS5xg+tAJ69IlKe3vqtTY6RChUBWMGn/jvvy5F6BV4QCZB8vJyKAuNpQX/0Pxk
JnVKTggpC85wL6vL6GaV+A+jgeB5xqfBX9zWwYYoH3A+K4AldSmqwa3OUQnIpzr7hGxHs1eieXUk
V3A76dHaRgfjvn1+j8ChZF9W+alBoOFR5RUTqAs0oqxM6lOZOdPOZrn13XAnYWaUhAix64H947vF
VhaNpk4UkGajUzqd5qOROtWhicnK3v5uryIRFS40NvhvfeKDZX05lJ6Yelx5Y3Q0kR92P6PTZZYX
K0/q9orPqGME2KJGyJmROgJKHBtUIXdu1RuTtU3AI4TcVR5iy0FVtR7F8GxQjno0Wb+i1sZkai4N
8YQzTF3v3Aw3vqSNOizlYeiHID+Ml9NV42UiLqlkEnk920hfpMABe0ck4AapkHs8pNpF/G20R7yK
JxpQXA4Haf3mKYHEck/huytOEm+xAN26/iAmfTgt6Kw/sWeHQx+3SbDkYs9Ecft1eY3+/ynhQUrv
cdsm7yMbFOtiDGEJ8GQ5r4gXZEWM7hEN+1Ee4OR0HiJBZRtmeUJB5+29tf2y61t4FeJdHXXRk9k6
dKy2B04EjSlUS9dt8W70mp8grozjOGh7ApbrPv2zSPc8FhVCGOQ8vCFFvfywaep1eYmIMhK/o54c
27E0sTqNZIOhQ6r3B6/Js+yDa8fTtUc1w7knZfDi89sT3l7y/AgwFjQSuACpn27zVCNR0O32MlTE
Vae+RJ4ev/cy6X7IROe9X2alP6FKv2cwtN3SjAQlierourlcypQvZ97zaxZEOucwadS5/d3VuVeo
Jw8x1/6oZNrS/6i4RpKnt6e6N+r69z+uKDdHKYAu0hRObbbkXzSsV63DJCkNfDVt2CsBz+rp09tj
vt5PdDoBWTzryoPf23xjVamtUe8KGVZKt7jHykjH8QBuO9d8N+2mPXDHjSnC9iLbewZB89p/OcVR
IEuAP5MMwYfb59Hq48+5SdxGFj7Bskpm6V6K9Hr/gJrEuYeiDqbkwFNfjqggmdq4CX4G2sJN4Vta
j+lK0/XaVY1Vxb6MhIPHXre9nabZqxYEe4iEDMOgZw8yGh8vBwbP0VpRKqewjzXls9tGA16WZepo
h3apnnS3cS7aCF7sKeoiOzuhbal9jhTLKa6ZGfd7dJnXt9aqPLXKlkOxYjE2bxQPWYy6GpM5bLIh
/gfgdnyX1+rvAXmkjxwq5x0dmewD4arZubBeXyJrykhDlsMEMmRrYbJkQ9k1SjOF0VzNJz014kOM
PMwXYfXafZUk2ftppOplRkv3DtX2st0Z/+bE6XTQbFhRnN4mUETjqLWWw2egrjUCWbC9lrL+iM9m
PLb2EuB1UXxpjKb4bcuu/vL26bqx+SCyIXhDhg4ScKunmlDKG6KZyRfJohwBx+UPrTfrjj/IsT9M
Vt9BUlDbnaf9zVFhga39PSi320x9phNAPwnjhaRO0qM0HRk6gCUOupqLFhXpvjpzZ+7hk1/1dNjw
9BLXvhtiQ5SXNict19TE6mF5hG4EnkB6s3qwmixF69dOvKcymvEjqGfs/3LrnbJmfhow+fN/WPDV
tAZTOdZd33xt+i7cmvTlQyWJxh8oMH9PEjXByrMtlQ9RkjYfeiXxTm8PuqaOL+MkE0exan2HrKjA
zaCqTPtF692ZgN/aZwVug0CFNYl+vT3Mrc9KWokeKW1UlnezviiIrk0xjFE0rOy5vRyZ+66qqCJA
5diJA6PLtXcS/qP4y9R5/bCUE931PqObsT3CpsTUPU9LdrEjxAkb2OhpatpPVVdWOzv31mFlHDRF
yNTBOawr/UcE5ImoDno3zuGK7vrUNVJ+1uvcvShxoU8nx5HDu1hvPd5egFB3LuwbkZBYD2li9dSA
Vb35itEC/4aarQx12sU+B2gK9TGr2ztj0bQ97vONW5HqLBeCQcEUVNcm1KPQ4C4xpjqh1o46bxBh
HBKz1688sYfzmJa/kDM3/rXn7JNpZOLnX2+k5yI4TU9gOYgEvVxlm0f8MmrOEmKaIqMTOeVQqX6K
iVYczHLwkvtqTAf14EzpsmdZcuMLoyYKAACF6RW6u4mKg5F1mZvPhGMQdArmwVGy3JuLTEO3d6kt
tBmkWLVXwH1n6VjtCSM8Izo3Z5VrEVIUr2oYWNuFHzBXnopW4St7LibJauVZyiE2rLF7qPR0qYJJ
kXiyItSjO1UQL06sXqtFy8SBAoStI5GW4bBsrp3x7yo2ARiepUV9GPTJUced0HXjXoGTSR8RXjGQ
pm0GsTSuBxtbn0P0BeU314zMwFGbbE9M8EZOtnprkAZy7sgDN9thRIfCQuhfhpQWMszTFhyyTWPw
Bj+yy6w6z9awp2FwY/u7tNfIyYDCUgjYZCN9Hoss0+USoh2mQxpp0fNaMkd9RKm3ftf3WlyB1HCM
5pon9vQjbVUwTm8fghvHHbA0PkrPpqVUjV8eArPEtKi3MpWfMHanTs2H9FMEYaHxE2ssir+sGjHS
enOS964KKrymXo6WSa93W7VUw8Ku5YMwBjitElqTdq3isnR2rtEbkYL3Glnv/4+2hTUDGEmLKK3U
0DXi6ZwB7P6QgvH4ohqDekGJdoRPm8ud18utb+pAMeTi5vXEq+LlFImYc62ViRpm4HmCrvXMu07I
xNeEXh5nGy/wWVegvWMw/S4ymngnCN+aMwzHFZf7XLzeDJ9MDrqmkYZHqDScn+WwOPd0hpI7BIW0
OiDDTuqDLVcc0Nv76NbpIdX4f03r14VeV9GTOG9HLbSFMUWpX1dLMTy2ROrutFrEI2+q450Z/fv2
sLfuUWRsiB5cDETKzaGdDbVKdYWDmSi5cdCw7/joShVXZVxfDkAysmM70100irnYwQ3dyvNova1C
LyCggVZt9rKl0u1Awm4JR8pXaTCsR6ejLgCv9VPh5UPmZyO0mX/6oZxWl4/aCXCf1DW/NCLtr8HR
6xmmEbhaA5ESgad5ue3MyuQAjWIJk6qF65ODkG4i1LekKqaDnFo0dBFeOE+T6V2HrC0PUW2qfodA
4M5GuPXgw8OUPijPaJjhW4IcuAD0NC1+CbZszQ852OIH/Agl6Lo4vaRyNrClsmvFd4eWKvqSyvrO
6ymjaBMamDuh48ZpoJnIQxslHmft5rxclYQImLmTzjcqZX+xqMwduW2W6aAYo3jUc7WGHFYlezJo
N3YlUtmr6hBt4DWbejksWsZ1RXddhtJTOjXQWvwMgpzKDto4tovyaFB1kC3caBaoZGtUDXfmfeNW
pwa54m2oWYGi2PwAQ6G+PUhe+4lUTeR3sFlFFq365paOtnPJ3pwr1yy1k7XYuyX6mjWG8bT+iGEQ
D0PZZXPociKFP3HhPegdNCu/k1levhf4KjXnt8//zVMIpoBjuMJiECJ4udRKVZsdEt18YawhgtGU
1qOmoWSGQq9I72albg6Q+sU7qzR5Ys/U1n2rqaO95/WtBV9ZX7z3oAWA53v5Mwq1bjSrWze9qcEA
qGR6iAW8/ArT0J0p30iHKOXQQ6Y9Dq54q1ttgJLDDtlRQx5b+vvGLrojxn/a+7cX9kYYezHK5uTE
TQsso2eU3i60r/1cRN8qFPdOWuv2x0gb3I9OFRVXx27agwFg6Ovbw28PLtAjtij/Q5htRLMtKpNM
MLVmd5Fh3kbeg+sUzbe8mbOvqixT5KeE7lX+0CGx9/aw21kDvgWMSGeEZ4UJ/mDTairp+bR4QDmh
kZRLFsQgdTwfjSN5zsteDAdpp4JCq2g+Nr2LryOOl94edWi7ldbfsKaf4Pl4Tb+6szxt6jyZa06I
vOToHtaeqXnQ2gyUR5F3Tr5zVbxeabqZKETCqaZXy7CbnevhU94gpIHXjSw+l2XWBCV+A6G9eNN7
Cevs6KSuFry9zttsYZ3jWltmrVdVje29HLtDJsyqcjEVxYXKE660/L7vnY+1CYRxgXTaHd8e8cY0
Ae+vtNG18fVKkbURHZ8uEW4oI5kH6tAP75NZxTcZJY700Cpd/VHzpmpP0//msFxLQPlhg5ERvlzd
fLCwysMjKYwz3bpqxgDllxzUez8kg35AusNB2diZ966j7R3B+q5gq7UtTIOI4PdyWJQkbXVMPfaQ
sIfcx2rM8w6lbQLke3tZb2xWBqI9gNwn8O7tO9ZESLSP48INS4cCTJV7w6mJLP1aQl74+h+GAhyx
6nrC3dm6mXR1Y6belLmhtQzJQ9daOpJcjQgmHaHyvx+KePYsTULhehs+O1iETtYkXigGq3nQVNQx
gUFZX6fR2YOf3zgJzGXt/674CBo8L78Uj0JvUeB6hoMSj+/aBYsP+jhROEVx8tSJ2bu+PbVbOwNw
JXBZqstI26wb9o/S0qzVVZY5rRZmad5/6/ol/xnp+Ee+PcqtbQ+MkqYvBSiEODbRA69MYCZkdaHr
4BsYyBLtfL91euuKHIYanQ0rqs6jkbp78IwbFzi+VVSTwJs8l+leTs+JujHWh9wIhd5riw+5Q96Z
4LAvnaWgOwwAUT+XtirvB2jEShBZZbJ3oW4TovXs0a0jfgBHZgk2TxIUCJ3Mi209nIbG7PzFdGo0
1evi1JbzOASuXQiyhCzFkVgv6C/9/cqjjISpBrVfniebC2fiOmhMhAFDJ+ngMMyivWDeUh9TJWk/
ylRx/Q6W4uHtQW9tqvVmXScNfXh7XsDeKJSzEi00jL48pLTt/pf2dfPP26O8yvVYWfDIlJZRHdFo
ZW1uNbWq3QTzXj2sMBW8q2jSHO2+A+2t9PqRHrsDtE0Rj00MQ7zoUSg9dKnnfnn7V9zY2jA1EDsA
ZMc1sEXb6Fbl6kvpaeFsmaMZH+H2dmbQ5nCkgxJNsBztdfpXMRrfY8UZ2YmcN3YX9GXqwjS/Ud7a
vq5SY0TsrVPNcJji+CEtXe1TXPeI3NVD0QdymcvfBn7dBxdtzJ1M/8ZVRU1hLe6DqVg/xMuzRTyp
O5k3ZpimRldf0qEerKDLde+b0c2WSI4NSuP6nt7JjQiDvATfHGwMw7qblCyKG0+d9N4MZ0iqx8ha
ug8IvLgA0o09t7MblwfvGN4yMGvttfj+coLOUsRiEkIPFSOr6lPf6pN9GNtYmEhMAILF9J0HhfVu
MpUq/djAUr1Wk/D2hDdvnCa4WnxclpoPvV3n0kXEWuBWBm/TKzy/T83iiNCZuexspRvfE4YXXxJK
FlZA2+Pkykl3OzM1wj714n9rClKtv1hNd4w7F0+qZOx2Wgs3jg6pCAVP6AvkQ9u7aXEX7kG9MsJx
UpcfxZTTBuyW9+ko3DPo4ul+ybxypxx3a5KcFwQ9KRK9xjuZ+jjAWEyMsOgg+7rTaII3AhOrWYN5
5GG8BwK/OR4NXnYQD3DqHy/3UGYWZK9ja4RpZqYHJ8L4OFXbKmiMsjiTwAzXt6+jG/cBxQ206Vah
VvSI1t/zRzzPiQTZsAhcI7HDrWufmrE3/5Mk0h2OMGK1Ob5EnUezNxJFosynCSHzPZDnjYuZqj/4
Kg+t0tVgZZNU9LlTi6Qv7NBtTFeIQCu1RHyeysEhxWhTPIetLBtH/dh7WZV9AjgiB4T7EA7BdDma
87309/Wi8GzCkJHCOnVmtMBeLgralE4u68YOKyrsxTGuu+Eux8owiA0zf587ef/e7XLvi2tU/yH8
MzbwbhpKVEQAzG/GHhZIimyucCqWcQ6IJYj0xUOdOwiw1WK8n9w+HQPKbzhSd2Ddf7+9IV7fl2z2
1e9ihcQ6SOG/HH/R+1pLlcgM4V3Xpr9U5XQey8XO/EY1ip3A//rGXAfDlHUFwoKnWH/MH7uvz3Qi
oVlZoVOl8uhmSXXKm8S5GFP3kQQk+uJZUD0rI6nOyzBm1c4NdnN41phyJ6oIlNpeDp8OqbDioVt1
njp5DyKNThpagh+mRJMHKPDI+w/AYQ+TUwhsyZG703fSrZurjcrHugrc1NvelIfJhOMsDuEYx+ZP
WAx96PSpvqbzvHfQb41kMQhwP5qe9rav0C511tiJa4ZKk1yK2I5+xqmpnsxxTnbi/K3TwzML1iK1
S77s5goj3CJaabQWUBWvE0/oX1QOwqdJWs5PZTLEU3KAO+l9A8+pxuEyY0j491uYJIP3JPoiQI62
n9XIs8JqbCvMl8kI26KbP6hJM+AN5ewpBb+OtWvDD0Q3PZPVpGb9+x8bOJe5gSiiZ4W4FthNUJPQ
p8fYNqqvb0/pdVgwWUnejcS/9RNuT6Vi9sIUjRPyXk5Omju/H7sIafU8wpm6jpa9Qtat3bLaoTwX
ACi2bA5mLIiFzcB4kTnK2e+61R6zn6rqYo+V2Nkw6/f4s5kMoAiS69oIwVqey23z4lEajCl55jhh
7Rb2F1wgpzb0Fnsof0l3Ntsf+mQUo99GfW1e/35ZuWB0F7bi6qe12SluP0yWmkd22Kq0zH3XUtxA
1JYVKGWR5b5W5//7DwNSUuf8rdqS245tazS6W8euHSLNK/qLW2CmgQZfEb8b29KbjtCl9mplt1YX
YA3bh7QbONPmU47N6BqjVGwyftE8NWM1XhKnsd9ZYiguSxqrXVC4afX3z1igYvCIUSAlq4Ac//Jk
cG/mEC3ZQU5riqAHFcmDtc2L+ywVCG1YvZTHKVKWj/Og7vHib5wWjRuVOxU9ChKpTc6v17pipEnq
hlWkDEGyFMoxLZP0NDVqFICkr3a20Y3TAn0CUUMPwVIOzebGG3S17jSV8SjqWlcAeu79ONTl9wmL
hB1hqFtTA+i/kpVZ2VfVXWfmEWs2ksqcLYyjOhbqEcCNGSyFNsIucvaIRTfHo/JIerYaYW1xw9lY
RLYTUYCs+rG5zpPiPS52Kf63qLJ7LPNxDxZ+aympJSNcjTgle3b9PX9cqKkzwhnGRAaAZVUdOrwt
P0zYFn6eDanswftftRpJ74hRxH7I/CuFd7NHs6pEVNGLvTAaG+vUl6nyqXSz5dhVjTxhxdsGpmLk
3LKOHA9aQU3KdyJL+0pR1th527wOmvyUtePH9iFoboGldkqOTR/EI1wpKWYRWfK1kpY2otvcF1db
k8YX02zi+tRGefXj7UvpFfl/XQfaQWuhd8WYGpsoprdujE5F54XFoqtQbKtqFYf0uh+dmo6FP5vl
eDU9xE0UPOMG38KIlDaYh+3PQZqj+3W11Vm1dPbOMdfUZv/pKjkw1+Xz2VoV6jdHK26EyJHTGI+1
pgMQqq08NwLKY30fJHmMtoRdRmpxGHFffN9aPPT9vsUuzp+GWunOozK11cFSvOGzwwIYxyEBBxB4
xsC7yihqqz3YWmveRbkRWcfV7MUI5tmMviZKT5UL3olcvqx9nosmCkUJJivKDBlkJK5zH2SZZw9m
UJp6oaF8EQ1jPCCTWWrZEqB/k0aP2aJW+Ve6Xe34I1b1Bi11mxzhAn8lSzofGygr+qIMetvrflQa
zjwFbqHIGOtwt22n32O9LjIetuOk2H7Ul9P0ycRaKsUmG92kU7IQ1P6htFBLhH7qKr0awlS8b9aU
OO4lwtRESL8jBGij7zVj1J3Rk0ta2JxL7JV3Aq/GwXcynJevtirMOOhGN9KeLLcB8ZqLYRRBksaz
jZ4GvCzxDYMxVmjJ8Z8dUlUWg6+ZKERdZavD3fKk26bnLp6a8l66YjTfJTEyaKEEsZuedbMr3MDL
9dLBakJW5QUlUrW4VjBO589AM+YyqFBOjI66J23zW5e3Mr+gSRxVR2OILOn3Mc+1k9J2kXvsS0Mr
A9o/cXNo7Vjv3k+Dpi+/IgpKxgNS59r8AA24mFLfsxDueFSQs8f7EfGB4mmw7WT5ZSltnp7cLEuT
hx69ROU049bcv3fiChXDHKOk+gCVf2VTaSUkghB02xjPV+Cvixe0RTG73/o6rufftLVnzV61c/P+
rrD7svu5RLSWxWHqJ6R9jxN8azNAmN3jZGnG0hSF7yZVnCAYbjTGoAf4O6ix66c1nK3P+tBH9HQI
j3394BVSRIc44dnX+/haxkrme0piuveLjZrdUannfrrokIb4Z0uR1hht0RGyk/QhWnqnfUgVKGhF
IGxpFNohbSptucz0swqNSXDuH2OcFXlPG31ux0kgptJuvkrUmIs7pHPM6FQZBYC/I6LzWXyx5hq5
gyO5NCZZAWVWt598TTZTMsERXkDWHbAuz/HzqrpI2HeV50AmXmiS1FckxjvvSROpkdmBNmhF+ohY
W9z9iqMlT4NZzbJOOyZ2OXRdMC0doB/Ta3BDtxWkCEvfmyaWGLU6I0mnQKsT+nWHwVq06mhlqyxj
pYBI9edB8ZwfSgnpD3yiVj+0o8xqP9Ly3vNXulH5Jcc/ZDj2QnTiweOdS4G7bEX+hZoMqntxGfXi
tDQ09/TA0BNbf3RocS6HaOxM/X6w7Ma6StfhKXUoagAkZ11GZfM9KmkS3FWl7S4fp2Js5gQ/tG7Q
/Gxa8vgXUlzYf1E/ilKPfDZr1AVHd0W1uzP0+wrUk+LUSu0vy6JG3FXuEItLpjbOcIUalqFpoXa6
fOos2eG51MRx5IVzG1uLX9aZY/7Ka72LcbHPpjHzU8NTVjjq6KjRr8gsFfnDELVov2hxMou7Nu+T
/EOcxo26UnFi5TseGYZJ3R0Tdb/xFtN7ilp1UO8SGJVLmCl2p+vXBBn0SPhdTfPgoMfo7+en0rLB
SzSFKO3vidEo8c90GFsLhBCty2OiD9lwzoVQm5M+jHp8x8dtxU+B1ET7YM+Wgty1beYqZwFjqWT6
3xBX+XKCGuZmha8N1jhe4glBCsKM22s/qe+rcey3iMHID0rU8o8MN43yS6tL2znlVOvid6JrhvFR
SxplvKqiK+cvbBDHDhABaIbAbs1OnEdbm5tLoo9qcpG9WLd71c7j/2TtONkStn1M68keCy27or8z
RWEqUzFySQmFhpAet6n2YwTA0F0zt6mw6ezR5flRCQJK4AJG6gvfrt1+XI5G3GYzUiACD+gvi1eb
Vh9EjQlzQ40TU/0OLVRYd1UipexPxVzG4zfdaJF/mFyCgnYi7JTD2RM2pik+lWcY1wmECwwixJJl
dZBF0yQuxMCm+YQwRt19AymnyvpoD1HXfJ8l24dgMXeVwyMH/JJ4p2upJa+5CwTt0bETapvQ76Po
Qt93rrwg6WO7vpbqkCpXxnbsj8skp/RzEnOqr8i6O/NFKHoKxNyyapn6KKGm92NvRz0v084tfli2
Yk/hQB8Ep1Kzz6X1hQ5AjuJ6ISZbPxAIUIpCKhbVIIIm0l7nvLHkMGEjDGPxPAD56T9QYzbrAxl7
TW2yFZawhQ9MjdeK1wAUfJLUtatjhZcJIp2lVdZ4x0116jxlgiz6ocnKpTzmo6sYvQ9iOU4PJZRr
JagU1+7wJ0MPRvUHhEXqS4KsP8GiAb4b8G11JDjK1LQvMe5bCEXnwFJDr1Lr5Jgrsk7+sezak3eG
PbfmdJyNEjNhgO+u98/QjUr6Af09fTjasLZb49K2ToT3U9fDKPLRpBFYL6mc0+rRMafk86CCGL5H
GzBSzuNSpWlyBDGcOsJfBjtdfuTdJIp/u7ZR+YU1lW7vScZts3yps8TMs0DwYl4CaZYRueOMpPv0
aAwdzldL7xnyVHRoqmLrgrtAYwbEyTn6GCFbcFpKpemBlyFIfK7gJeqPcSqTOqR3BsH1AOcDBxtP
W1ekAEH5i1upmo99XRYHdA0gZUp9aVsfD7+iecoahU8lp6JCQ5aFwldGeNa/RZKnH522TUYit4Fs
zDCMHfkZvqdhPsvoZ5N2dOEVQdpwlAkKfoFO/+4fK3Pd9FGIys3PRee21XmochJwFQ0MeM6x3pwg
dlrlaRAR5hRRIxIEXAkq1ePURpbDaMCdz7Lu0CASYz/+St1hsHzXjdPvqKjHX1pDqsAaY2fUTmk5
FNhJx+glz8UyZUdAIAOqOjkOdt4ZsouZnwbpNMP9nKMCdtGUAeRmkxJG78qimj7iFBrNT03jKt4/
UZVrqQ9n2P5gUkBWPiiox00/m7K0P2q1NuIpakXRk1wsPudsjCiUqmo5/Mptk+hWmML82PW18dRq
y2L6XqV7TSiRYD/IlQh0VVE4zHzhzH12KLXeJhNuTIvUTkcRHvMmqdVnbtvYugi9m7H6FEb3UdAF
SAkKLNPvtjabNkAXepEH144QTK5NkXyMRjZkoDlK+TGtG/Erd90+OuveUMvvS+kYxS+54FYWSCe3
2c2J0FSc43BDjo7JROfyOwnm4L3HQrOevvR6Z/Ugd2PsKhZkc6pALZWsvCdPElSyu5xkpiWYY0aH
xpfznvCWqncTzUnz4LnSHPy2nV31lLJdF7w448z5NwK7xePM43l4jsGuiDPWzIoMJoxzczABozk8
6S0txHu0nqbpm6nQtvJFPUzV0Y7d2LvkSFDWJFFLHJ+zwY4N64Alis32sYzZOfZm4tyZs7TJljWu
wftxHNT0rJmxYqekd56N7+5oqR+KvJh/Zyr2dgeLX/IpNxSvPxLCTN233XGU75ZIah6vKJM0AX3E
RXrpAVslSiFW0TT5IZfjmNzRXi6TQ9Zg5ogCWOyISw2/3PuH8Flax4wopZxpps1L5C+q2iqHqYYQ
Rq/aLatzbuB6/4gOnRF/zZ3WqY6TUDvjnE2mWgcysaz2hGpNOj10sh3oKImqq39QNRmKo+L8H0dn
siQnroXhJyKCedgyZNbsoexy2RvCdpcZBQgkEHr6++XddHREd7uzskA65x8Hrrgm4Dj7KXs7+/c3
DWCHSeEw2V1DS8T8Iwj3+CrrZUX6I4KTMEMxmKElES7ujs9sFslRMjOmRMYvkgIpf8E4yrZIidhQ
P7pz2je81kGfPHCC3BqDojVd46IfJCXGSPmJZzwysfCN+gru2zfUnYTjeCQFVrtWXi1GLZWHaTOI
H/PqBjup1MFiy0QbfZZDOtd7fmYE4t8by3Zf+aSuj2W/kIRZBEPUnJQKUqz6rpeRYtppJpDc5RVi
xGru2KtOo75ZUFSEFCi0swNp7+YpoXOnj5uxe4xqk3jys7MHXLX0kUxsoADzMXzEuKfuQ6JGLyxr
KbfUsBLTsMsAi+38SdrdI4+Lo6grptAsHx2ZeRLDoH+ez7GgDPqF3XkK/7T8RkWpTdryvO2eYodr
Qv5XWzYhM/WMjl/PGvVp2VOxM1WG+K33FJE8797qBO9nGHSURsl6hKzx2yO49xqt1oeFkuS4aNOT
YM7O3bLXOOmi70MQn78iZlk3NxTrKPqlqQ/Hm+KdY8VbTKrfEJ9N+nucErcvHA3ngiOVjgQK74bg
PrBj+EWwbwGUbF4m78/JkfNVetSZ5ASHnGm5rPOm8s44TVbWKf1hpWNOQ8n9Mu+f9OAhE/Jag7Jh
7GtfPQ5zeHIeYBHLe/DJvjy9YG1z+vzc6M50QxMULbnH7yAeWXeZu1QFxLsvkyxIz16XqrcLGq4g
bZMwNwRhTvmUivi8+o7gmqNpyVy2bXLjPKRb71+2b83PqfVdN6f0Lv7nrlnzJ7aJFcXRE0UVZOtC
J1ZYn8+Rc1MmuGO0J8wcWe9USxY2Y07hefR+QAj/a80udhrptTyLONvFryEZQ1anjmOgRDQ+s/0s
/VTf297VskhnFMR+MHYRik8QlVKFHdN+kjWhlwdkLfyJCP6WOd2CscklCRff4pXlJO98E/eVGcbE
QSGXjENxYDLEc3toKhIdR20OZ2miv0yHWLOiBsV4cnYDRrML7W2VDM+GSmmGTCcPtlNTrxyetS5m
Qs1vvaB68oqO5aQtjnnNknx0TPtpMi5dVbHUxl53dpBP8dDeJOc1iaoXzPWaaJi6U09e0uO+NaG2
7xiB2fuOWlrQAWlWkqKJCfmm/Z6WqCMJh7+sZzMuYWc91ztze/eedrn2XuHJrtvzes9wEmfn5n1O
AzsQj+Bm+2cnDAddducZa16kNH06SKN5xjYxLkXGAXlw+G7LP3/rY7eqVz0S8Kec+aoEZ3SJWqrf
imQYXS5LU7dNPjasxbljMphTm03UE2wk6v9zuokSXW8jRqXgKRvXYh9m9TXkk3kVWq+mrZR7Glu2
3Umk3gBokeT0U4lvy+Qbog3Nwu3Qbgz0ZRN33l8RuGTP6tnz+rIHeOSzND29IaQizp81tX+cC7HT
/p59NQ3YegfXyVloUbtHejyofmP1uFiWk2ekVqCg6dFHLHQGx0NFeFW8l0E7YBlJExX/OGaWbJVS
7cDeG6s3ePIpyoPIBj6nsw0MWXku+sqjRxpYm42osmxTtzKyLWXASW3LTuAFva75jm8TnG9oHCln
Ff9HMQsWVeGfXeEPifxYjpP3xvXehnZLb5tt9Gfpeu+XGdKjzNaTWB23nvoXvQO2cJrU6TfZnGt3
WYOYC7dF8SNzOl9jMJDZBu+qzrwRK0VEoaYAO7jjNZsCDkrpiXw7NhPkfSDDpJx8ezb82YeoCGda
cPkHJNXlCJeocPXopRn5drgm8s14Xo0PTpDEm05nzAxKn1Z0E9THR17LYceH2ni7zJOl9xsCBGch
Sm9K3Ze425TL5ez6VJ+dMvPpyu2z/8JgpqK25eB77/w26vK4pmwvT9Z9/sL8o+htCwR9zGc8Y/L0
mQaOL4gXawQCJx9L8uZKkJVgnEqhToehZ1nkUSTdaMJPcY2il2/E8y+4+0G4POFGdRl1U/eHicHH
eSO1898xb0NUmXGNXycuZVHMul3Yr920/ef2alYV8NP5S/i04pVCs7XlqsWZVliqzbZXhMuN+NQm
ymwvsxvIh2SPu9eup+Evn1uPvk0u6eliU2S+D7RA8iEnnXgz7IKul6qhx/KfTQ7VF71ZxojhPoB5
JI9+vxsAE5NioFZ+oBI7i+ucZ4uGPAEg0V6Qs43zJQR3Oi/ghywtczy6+SI3y70+73VbhKEzqKKJ
8PBWDBdr/ziCM3eVC6OSfXN3W4NrxsfIoij69/NwurSS5F2y8y9KDJWv3f5L3Dmhe+/zxhwFxthJ
/x0dF2X0PK6hfvIkEP99rfEg3NWd7cf7jFlgKWumotclsD2wCylNiCwmX4IKsyWrQp5bwo6++OHz
CZvu5WYi4wGtdRz518Zs8Vmeu275V1QSNvfMIsYtUuFYk7sBCRkFhClckzedfUt9GwlxRdpFyuUX
E/JPR33sy2UMjlM8O46dVLmHIW+wr0Xv3rk9IsBuXeLhOruq76FB0BwVWB7drGAjp7UBgr3drkLq
ifUrW4/oPYn6ZL8kG3hQQQV1L3LgUKX+UhgZQSg47J5F36SJKCdq3mgitvSApjwA7uzd4OD/D03a
frPsNMOX1PrHG/I1WkCWJeZ/NSnVbs9tD7p+nRrtvCoQXj+Xq1g7GKh9TuZit46HGWuu43+hv3DB
TaS/iFx2GSvwpMl/zz2kPU51sBWZwvqbf79kSsrrhOzirUFzKYq9wc4tKYezlzrS69s6ZIPKT560
vhzZ9wTZIxA6FTc9kGEwb21ShYlIPgknAa+J2kO5hKGPnHYc90uVZJ0zFFAL51dax9N3t3HS/iFt
rPY++1IK5huf4a3CnbytObeKDJ5vqK0s/e609j5BkPW1w7OxlcdG0U01CF7Ki2f3Oi54pfVBPzi7
7z0mlPqzdFUjK71E3lfu3Kyhm9Kd3rdDRzK3t9iWx87VUVhNoWT1yY4g+DqClnb54k3OnyGZ5JSj
zY1qDNR6AY7oaEJkg2v9oCDjXt6HPQ77ogmF/sfv3vnQOpuWfGAe+EfeJcvNNPd2zN01NHARsulu
uVFwCJesH5u+UsOeNVVPWU9ajMk2/p0Du2zVQuIJ968995dZRcGf8Lb45JtlfbiyDIgGonicH6aU
Xbs809avy2PZ9c9OzPHvGD7wX+118+8mc0gErGtn9XKXpgNTcbkwVfWbAAzbBIEsT0Mkzkos+zaX
A3gAPzNbXb5Ew/lp3LdVFKo/oy/8bpOTlzmc3kKZzAOJJ+0t2bbdozfBsuMV6WJ1yPgaJ7rgs4n5
0gx081wsxclUghLSQadDaFtTaU7o59tb+Z0ArHotUtxmoqqhMuyFOnD/VZrklpIQHd/X1HSm7AbC
vO9O3+hXdCxTW4arsp/lxg1XpdOs7WMHKHxWrFn8ujoCHLJC7A5UEMWqU8PXvod9EZOEsBaqlsFR
LEAkU7XS2K3yTKMkyyMztqxq6WD5ntsp7gqrQnuLuUbuJZh9KeI++kwCFWxdUiarTMt+3AndiQlg
vIAl+M0ldDfz1+NOj6vmFM39TkzYQDEm5AjE3EYmzlG3oB99OLcXHU58gxO5tXM+y6591XMMps6z
O73PnjHMSkd8DIUg5HHJlZ6nz1Z2UpbSd/rvUO1uV8By2496ZzEqm3Fco2IZuvTVzFImV0kA+q+M
Wo2Hw1mVfmrisL3vonaLGe+943sfHcovepQVBmpJTWeJr6g/roqm+PvByiS7pDWl20UEc+Sw2an2
AazlUDnFTNmDDNGI5/5q16PY3a19RFQyrMUY+/VSDlw0D2zDksSBZA1UKbZFyGI9EZwUcl3aG+qW
zS4eAnBNINR9hsodGo2nVtrm+0ZQk6wieCfmMSaxvhwaR70yT897vgc7hXpHO1CPqLGc/wvqFIvw
4M/2mR/cts9R5LTHQ3furPq+iJrfKTlMTr7ugNBFyCP1nM5oUwud+fPP5UxB0NPO1Gney1G/2/V0
6vwUqawLDTZxXhrMc2+uwePpwsr9rNvY+R42bv2bXqONLOt5AKs+bYZRF/iVWmdxzO7DGjTzUfhe
Gz0GzKR7EYTn9N2uTf3PcAKfOUv08CnERxrk4P6zzg1Bq17RuJ7zszfOMFVDxgpYIKO2feVkwQS/
F8zmVg88pWMhtHMT6A0+8NOwZGQc7TEPYnnsuAirUNmOUe9cojiP9UI6z5w1CTV+NtFbSUcJZCKr
Me+H6dcDZsSJJpoUM3jJ8lgjdgF3bc/gIdLS8YpdbyBES7hPn5PguDlujZJpToyYoNAhm9Ak1cK8
J/tyNJczypy9BC/a63unWSf/xUE8Ol6aGLCX67pLngjGPnwgHNG9e5oMQwZffxagBbdG3tnIc794
Ib2YBfFX3JTL7vFuJPKUzJ2n6X4EC4/fJWlbyi9mO7UfqUythfFSHX9sk7Rh6UCX8t8L/0jvOjaa
9KKjFgTNeB1lS2E7tldnhFy4rsu07C8KN2mS+9MBCAjvsbMnr0yyFc4hmRZMs33H/sYZfUH3VR93
tae0ZA7xvW+9SVp7BbtmkN1EewxlQnaN+dRhCObNGW/F47cH/StOp3Wq9vFYPS6Jph1HXnjZOiCB
VP4dpKLHx3Lt1OZXVOJIdZkXHcri1Oky5CAImXsXh2P0gzOVhzMFCODpGw9a7IJYRw4XPEMJtvT1
fFyGVYFQHo46cwfEqssVLB84fdObnhRBlWbF4cadLPy+ZX7MWJbHvJ4yQvdmkOkfPm8rLberH99+
ITrrcx49/iobb3gQ/Za9WloI4wLJG+jjTkErBq7Q9L9PKBymmgnZQtU2p+/d9d56Wqa6qP4diIxQ
2sCM2pZu4rQPCek7P1TbomL20pU9AXVJNlZ9fKiFsR7JBTo3lwDuYd87urdTJhPMuf1eEF8w2FJr
P3yfZGMIt5FB+kxAI4O76x3rE/zF3FwhDT3xkCZRPTw7VAA233CZSecOsQlXvmfDHeJ/8c6fWacl
nJggcuExkl2vfvBEbHRKR4rgjJ7JAWy+9o++mNJ4h/ALRNBXXbskHPdJt6eX5qghuZwo+Ep1bOtX
xkwO//YQdy7R0M3MgO7iRn2+CezOlwMARrzxGrZiyOvs8M/ncfJ68Xpw57/VjS/OV+ID+cqJxEpF
FZD18Cdcg01c+FimxZRH3vqnTeHo+zkYT8nnGlm3vh5+u1XpznR/N0+CK3Gx9NLn4RrGv8wcKGKk
BS/d3UzienDnHsvkvobIF2x5niLcqi2NVw5lcmNOjkFlv7idEOcdWiB4o9x6axtdJ4ArL5cThM7T
uYA85CEjq/oyC8NfB5Bvy1JO7FN078OoJ+9jgiAFx1K2m8+LUfxCjUx9BV7aR/Nrv7WOKOxOQezj
3rPRXJbASbLPdo9356LieV8qUhTF/Nimrl3zgIo/wkft5O5QzUGninkKj/mp7UZcr7cv6XicMhvF
3w6i6s2LxxPWMMtA5kWvNtoOL6qQPq6yr8KOxZhh0lKQMJjl/Dudgntr59q5W1O/fjvAnbAe7QYu
DOY9TXKp13Uv66FZ/+gd2q+CGxt+WQRCbUUHz5iVe3xO+I1VO77sUXyK+8bRugAO2gvptl9YqFfO
tOET981bHad1kcXr+mc89EqFu4zeu1uBfVkvR/fL4rlzXrwjZNndcADwxqS/B4Jy35Ij+jGQ0kH0
2Lh8b/a0o2aWlT6gc3EeS/repmu3NuObp0wYX9xlVEAFrfmVhCbLuKvGWv83Bt7wErsrYN7ABKLz
UErrPOisS2lW1yFYaL+uBNeoPco+rFZQFbjJu7tGRtkLaguAq7pukr8yCJvwwu2fhV/n5Fz8S8u0
ZkrRNwPRi+4Q5xHVvP5dE/n2CmkePIJ3geuFs/jqI0W9gG+kU+507f439Ek335BGcN6EvarWdOn3
yzHNylwCusho4hXkBrURESEVjP9UuVFLJBv2sahM2UogcpI++t1PLTBAqm/HS9Oc9R9o7OV32p+f
EJpnUzlQYgXivWYUrO8+9rp8o3WlzR3pJ9XaKMDRratPTYWl2q9b2IdrEStXqKs/ckflrU46t+TR
yaj4jYd1ZJBktVDG7i6vbciyQOGE/rLXx3a/dTh8WZqy4RcDgnhB6eqygsVrdLfyTAZsYzpAm7k0
Q3oZx679R1pXfKvenpOfNP1kHutZev6dG5SexVEv3UfS8kuJItuqL/hNkxz53NBCvunppY9MMl72
fV6Dd3mm08exmAGw2VUg04lqzx8k5zasB/YGAEWe6zwNIluz9xMFUPDSB9P+3tpVTyCNwjh39ajH
HmHOSo/YPKFeyW3kHEkppMPbnyofvnBFTXwNapvUF+km3fosnfGIofva6KNNZ/c/JLHNluPGd92v
J1MR9p2gO/rXc3SxTop0Tz8cW/Pm1KYfqmkyW3uNjgTmdWUIe0JSNTygsfLIO2lQc4T8rhx4DLNV
Khrm5SuPIAvgIszgXVzlbkfRxb1cq4PhV5aYkmb1oZZW72hxfC4bh/Pfu/PwMQFpSkC2MoAt2Z/O
1UiP/53MkI9zQTfXrk+DFnD4UC0z+hRtl5aKKyqaYYazqRiRgAxlnXh0KoyZYYRfbcynimu2vzFB
dnbR2Rmya7NzLDdT9UZBdDssTuH13vKDFmz++KMLNfki0vZpvuumRtyQBaCjAUEXGcNNyGWQOm2y
5Staf8RgRzx0D83qUVdrliX6cNQ+bS+nszPchZaUSKQobpbTbxn/DRyt5mILV6NKxzbIZ44U0Wp5
ThTd5/XZL/phtPb0L7fNAPDL5SmKDxD3nFs3rCt1cnvlmUk6wJnFygraAeVHpvoMyVGoOwZHByCl
mHSM4qVHXcQifUqojGXc2vUhnlsb3yV4/hTFc2tz3tMhFrZVxw8TXXZD7TmkTzS1eTz10XNr+vHL
0pr1BwtNzcLtuNPXpvaie+4a5ZaZ1ZJN1E43qF6Pzv0qbCNynNZzX9XdOn09oXH/9ObMXsIlWA7m
mLX7pxgpAZxhYOei0RD6AN129++SM2D2Qt72qXfP/cN1umHPDeK5IBcyE4/93Kt7CdBIAgtc120y
9dbcFaP/wdIuEB4Gvvg2J2Loy1V6UG/D1oxejorLTQovVebn2Apzz31vHxMQerjNsG3GktPpS2Nd
/g7q5MBS7XhpOabjSQzz0fLFJ7WLnI2W+iPKoT/OrFJpuD74/Xi8haTER8Vc17OpuuMcHwzM3PxA
4ugYksjt6AhTo+w/+80x7I+7Zl/qJmSUOa58sml9CLAgP0NvfTv9Ob5suHxQE/gka14mJupb0FXX
s5o4ckuATIZ6zJXNGMZ90y3fo7QXH5yHCECGZmw/u6nbVrer3papDtL6I0USeEnTGqK196IRtYis
17eaFAzIWAbjlLT9OhrLQUycBdzkhBT6LQIiXpox5EIzJ3eECddDU9uAOxYxRnNcdjT7T5k13C+g
1eNWkHZsuwqJB7SxQxfd+JUKy+lnKEAoiiP0RHA/uKMan5K5EbBavl6Ws+xav4VEQ19Zwf2o8brx
cyI5VVEkctCmaYK/5zGuorXtlnKMZQi/EPQsDcaSgn2VrBHTi8q0e9zXgEWQpFJfpTz7rxt0+VCp
tunH17Ee8DP1fFxmB8GPSDkRBEjTYMe6U12tBn4RpF0+0EVDZ1dkhxB80UGl8LQ1rEol9x8dZ5bY
Obbt6HCQLIjJB++LHfq5B0T37P4niTWF8onLyVU/TrocE6X+M8PQ1HzodBwrYH7kuprl50+czK1f
QhFHbZGNTuAWo1snv6PIEMZgIK5L00jM9vOQtZdExMnTGB7rX75V58NdzmWpJEuoexdMCVXECRJK
2CkKs+Rz0vurRmHYz9sfJNZs7AjI/ec5sfbbxus0F13t7I8ns7ipvKl3/5Brfjyd5G2118Nx068H
ZpMw98dRr3extkyzkVCDX/Ci9COmXdIKi0DsBGMpVKQgWbKeGRRmYppYEOrkzUYnsI3y94BC2KVe
6s/bGDbd/YmgIy6ScD8EqVVJoAtn6CL/0jmLywWgPa1LacnVhTUfM/d6xjEc3+qN24slLkjSkFVv
M08o6vwor93kgC5Ys2y/hrUx9d3hryie6KBjg1hSBpKhT/vgniUIK5vmbY8KzkpaVLcO+O9ixz54
ITcUgYjnL51XupsFXAWM1UneRMZdmMUn0/5ouy51flkWqOY6A4qNBU/ovHs57Mt03HNBRnuJRhU8
zyA9SsqjnVFkh2RTJRedgHkWxxHFx91B3g8dtYNvubJRyTU80wvXyRwL93eGqPWjj5Q/8hHqLbp6
LCHJ7b/kbu5PXsdXuFRKBVenTvkvZcNJjdDG/UoF5IFAGQtUn4cO3IpJNvHe12jLnonNbdpLcEzm
xzCotSuOro+DS8huBk0zTbwvWq+GIyBLBu9+c7ivr0NH4u5TCPblXNi/EpX70FnJlRkLFLMHxHPv
8LA4TimPfX0MlKbUYao5B9J04Ot1HPnfPsaxvqadqkMmkG6wHDhOuD7Fhl9eIWS3f1ECNSe4ULQG
ebbeZPYOtO50iWrbN5/sGKisjHUQ6kvMHZH885MlecMSW5uLgcNMHvos3f4EvNfgH8IHkVtiyrFy
F8CWnDzRoFax6yQKhqf12Vvc/rH3tvAyOPvxnC2tR7gAV8LLTJPBdySSW1zZEUsDosB0C54R+EKT
OWsQfFmoFW6KVZJd+lDLI/wWrTL7JEJ5DiVcvzgqb4+mV0yAgXhskH9QMzm0LvxYWjt3OpPAKrGZ
fbdKoBzZacL+7dSNst9FP8fDneUnfsESOhDkFiOIuVK9vTzhB0LqInccEjedSC+5tnHqcqnHTVyi
8jyaPDxUyKxrIxbjJNiwmztU9xFATeglTFJWK1A0olALQlGbfyREZuc1wXN0lj29zX9RxaIFbsG2
FdRGaC8HXmxaW9v6gThctVR7YLrv5xbzrN3YzK/n2bC3Q6re5ONNq9xC7V330zjAvnnMPYzQtf41
ii15gqg2X5CinP/dWofxGQBzg9AgciW9pB3E/LR3IbqX6djDSndR/6YXDxjm4CYsXUS3Z77A7HxF
J6P/mh3lJItBn3wO4nav86klouyG6S+PujHpw9bO2bcZyviFZpjxY8s029TWhuqhl0P0ufP3/dO8
evrdXYKMoSPbj0+SDwfQv0Tjj14y1FsVaZOrZQ0/hOVNRbZF1tvQROJRSOsyd2HDK0N6F5+lcKES
uUtElEyG9HUR27+eBnhf9ps4X0XiXaVsP2c/MteMUF5+E7uFTENT3YDjqtOxvAxmWq7WS6aPxYzB
vaqj+H7T7vR98zbvsQk3Bxo1ZCWKpqUtsxmqL9r8ZwSUumKPPr4gPf2vnfaG74MPM/UkEzmjx2RB
MhNKFlHbu7HNfuO/I+Kjv/FPi7y6yaI+oYOLv99e6OvgQ+k5ho992LC7m4JGXdMpfWoWAHA/PMOc
KF8I5kiOPxHyZi9wv5csG79MY+pDb3LXFnMWXvr93B4bsh4mV9MznH4IfSBFmM7HGYlizj81wFix
edqWbf5WrwRnFt2CEuf43i0O6xVpn7pQ6bLPJUq5+Ht668CqomQLiold8zlq4wSN+KLW/+LY+vFl
8Mbk2W6jvD+2eGuAfleJEj6dEY90+wu+dZ5uMAPU3umkt4ud91lXbT+chNksXlLE6RC9K986XywG
0Lc1xRTSzs36aXam5r8DvTijFSkOv2MRuj80C8UvZ3XCb5MjvE+w2fNndxvFg2ycYyvddgguDXfF
kzfvosoAoh9h9ZmS9emLfxRMNghtZtPmabjElUY5BP/uZy+nim5Ko11V4KzjL29AG5WPmdc/jPDF
1xSNNIQZaetv8XSmvxW3/oMPXfovEyiOkhcPnkSi5ddg1sw58oJSwjyTWjl9bzzFFJ9K+QhUhm1d
NHZ59Wvl/o5wnlSMAZC3uwSvy6z/01lDpKJ28Cu9reH3lHflbjj2DjpjB8jshteGe/uzR+00L+Oa
+H+67Ga6MFGD3i86HzhzR9hDf9qQumedd4FcS96yxoonRuSZNxpV+mdvCMcfXM4J1F3tP7gOoZ+I
IM56ppOuc6/mSMdHd0KZjXDImaBXPGH+BKHTfjExvpyx652XZBrMV9uvvsmDTfqXffG7X85eBz+7
Y5UGw8V63jOsOTvWkbB+JTtA/DTE+SAa9sLuY23rgD+/qTugEbn7vwAE1FcMSQtqlTPmmTPzyJ/T
Q5B/RgFOiQAzdpPdeyJ0wCIzDEwcI4TWnGmDbWA/eN+aGX/MMomuOmYZPCOmXB4V8shHHwFHrpLJ
fjLkhrUF8jzPKaNjQgiZthx1I3tkBVQ4f86W4YTRB0H8Xjdb92WA9EZa6joGuLmZm1/6rCeN3woJ
kbLO/F+rt6bckMaleayijKUhojY19/r2pJuaYPLnjDHyZXEUtqQY/9dfeBUUiEGY2u/zlOHpz3B4
YRyLb06sh8Zx/D+MV4KGLdSi6t4uYX0jVqzfyjuGEi/8Eii38x/YxkCKbOY4+mMW8nBzMDb3LWjl
FiMbx9H+s94Rw98NsjnE312Hib4q/IfDr2E8hcvCl9Zrxd5ioyLVzvANJWQ0Ik4ZJk9U6EyOvpTb
uFiWqSn2SCKyy4otx9hpiGZ+uGPwH7B7DOc9u4ZCyHdr5cTzA9hAgpLElrXgtF0cOolXeY7quxO3
6O0KGPzOXrpE1slnldap/9wIxNFVFDXpPZ4Y+x/x2J0o2lPo9q5lF5g/T4Kh4YIuyBj30q6eSO3L
7MQyWS4be0bfXLcErK7LU7kvO2a8bDm7VynR5e7ce8qmPyeoh7iKum5W33QgbnKPMVjOE9dChG55
uwYrqo4OF52lSXQ+4R4qhLIpMgZla4lr2EFK4T6NMypGmuegZNhuZ7f3twWNN+SSLAxSO9OUwRG3
3ssE05Te+WJTNd8nZI78yyHnA6YeVnq7uvdrKjt+iM3uzhUpWqd0nu5oeQMG+FpTm+WmW3puVJGx
M7uXJO2O5pumWz74mmpiJ1+QxawaTGML3IFyUCwE32Nv1NP9jtMugRRh7n4IkQxkrLTmOIqw8Wvy
z0eEmVWH6m94asNE1SU/d7e5sGh+at75jbTI8OPD/NYYbt1v58pJ+WtLXGHYD84e6C9vtka4PwnI
9kmesUyuw5dYK299WWB0/Xus1LN/JUFjRSkfrpAzPAnDgjHKjKJ7iRc4PUSRmxtUIdRNch3nelL/
4ngaNpgaFMivuBrq6cccaA8e+vB9EJLASObVvVu87sUIXLAA53TM+EWHEam+WhMbWDaWNK6OwHUU
g69AfVo2KXFHjy7Kjdri90iD7uL4QRe8t6pLnGcYz5Nf77o52/lSQ3Gl33C2YDBwp3Ym79bOWf8/
js5kOW5ciaJfxAjOw7aKNWqWJdnyhmHJbc4kQIIAwa9/p96uIzpsS1UkkHnz3pPPHdZhlqdD/SnO
pCmTYgdd3m6X3hLQe5qzei6Y9icB/cXm8I9WOz6ttDw76WJXu6/RysLhiJo71i/QeqLmiW0eHMhb
6mKpGGIRoQGxwWyanpxKI4XsSke2ZbZXzC2i6MQvmCVnz01anMokk5fuQpR9YXqcTIzSd7EZyxKw
Ex109Mvt0sX7EzasOT60RpFZOZAsFgUjT8JQN3RQMWXLaSwpgg6Cn9D38k6xv/0UWHZsBhfO9pQq
e6kntKLBF0HwW7gOj0gyt47v7G+OeYpfh+yW1LCzCupXcjbRel9olNsdJ50z5gVfZ7Lg/ruJIfvA
GQR+DCT5wvto3DGQzxGOoeap8FLm4hKRYvqH57Mvr2HKX0NaqcK6vQvQUMqrULHRJzyMpvgDkdtM
/yY5RvNl8BFsD7h8q4JntrTytCSL6e8hLTjZKUkRLs5lMm6sEBmKosi9BEPoPjNhEP4mdRo2BzD6
xjw3+Jmc44wiSKZ1IIa9s0mKREYamQl2NdCUowaWcjs4pS9iHlIf6k7utpXxc6/pePaPKYp3+ZOa
UcmB+bezBu41ymS9mCPXi88AYaqT2rmzTo/HVdWuMzHYbqGsc33EA/52ip7VdPR2wzLdhaHOBEPX
WTVhLpPQsQq1RFnvh7MyfmDKRFP+I97IiWC+9QL94LR2SE5Rx0zo3aw9G9sINvD/b+NhfAXrRO7r
zmAT0jdbsm32LAmU8pO0cWMu5egFEaccqdYRMl3UEG7IhGoOlg9lsecigmP7Y5Qj4wU/GMPmbiyE
i084KF0mAIcUVVg+qaRpmt/Ca0peVXp9f+vyMSEqWxwpgHpfHZfGG4W4DMSM+unU8ZFY8REr9PpP
l+yKbxFpee2fxzSau/jdLwLyzbuK5Qxx7tVLWtNRlbJLr4Moh3+akyTbO51usmNUKk2AGW++u52K
NWjNPYhyorAbHZV+TsiSkmyFS/OSGO3REAVtv+5NB9aHN2MO/PlrhLzukVaMGDLEx3pkh8jTko1T
2+9RRJ3mPolaJ/xMtpFdoCw5WobjICIWOuwER3HlElcngneRcZgV930Se2gSHSv1wqtD9ro7BJyX
HLT4GrM7ywBgvGBdWBhgS38YH6Qv2vaacM8yzDEMO8YdNgKT8TBtxjvGA8rsuQtWNi2Sjwmm8mfg
tOygR6PMHP+sPSsC733SnLffVRKM1c+hheQV4EclQat2zB23GTcTu6uGnZ7bGHdQo/AIrWxoqA6R
Rl/waSPNrK5zkCFUHQzbnMT9oDwCNzCS2mTezzBS65chZVA97Lp0HTEdMxLsdtaZ6uzPBDRwLhHn
naqugAfCzD6GUxMa/wCwPw70Uxotw3YhYS2GL/IRDDz4LQLnRQhUz3svxUxd5cIp6dd6sy7FK8Ft
xcIBg2pR7MgKY3AefXZj3/F8BS0jo62MSsKihbOeJirYv9EWS3UNVQGMwtHxwsQkkZn4sblVNv2q
HGwFIedam4krAyHlIEkyIBsn0h9hQZ/T8jlVeZUaxp0UPDLer2XatieadUEMoov67rsDJFY9x0Av
+n+4JmX1LzC3nZ67WYEnx+GOmc1Sp9WuJLglIzKcZAiD3PHLPkKOrXX5Qcahay4LNtXxKcaPUL10
Hrmr49aEyXAxtlEUQhsEqO4S1GNEy5yQKiTimW6RywgZq90fPSjuJFB7isJHm1n0+tgJ5TRkx1Vm
9amKXK8c80YzKzgT42QoX9y2tt25SxsPB9lP3n926Lr2BZt+NGs8qrx71x4/17XxEUop1YkD/xqX
LC2+cakvxtl1C47qXOIKS9I8LkQivty1LTZ7tmWZLB/RAM9i2FU+YKddCbUExgszHYT8VJdtBMo3
Sum3Vn+Nk1z2pdZHwehVfvYTYjvpSNdbf2K50ANhC+4f7y3AYsPN5IT1OOVDiP3sUfg2ZeplPbc8
ucDBcMOEwjhoSV5bHLn8OVg14jnTqlQ6jBi1Yvp57PzmZhxjRBowUHdX/+L569ScCuql5TwmlPsN
FWDTOp8bUgfO1rp2s5/hMgJw2CNPFmrdLUnYdH8p8UuMu+Bn6Voi5rHFvQ1UIqF0ILa+MgJagn2D
d5uCixnq8FxiwLIfJR4wmBUO13U+pk4cfnO/SPdkyJiBWi1qBG1dAQSod4GMCnmss9qXj8QunfqQ
KivCv0XiJnreh24fmmMDvauhJMG/vPIDlvH0B/GKpcEh5Ktm7zkhitCO5B1ZXBt1Pj7vsnbgCSwp
Ew3H1Qqw3DxowRLqYpijW81cincn0Sum+2ipm/6oJpVU/1TBcYZjtFw780b8OrUnzni45jRAawlw
nPrQu2XICDZiFqQv8T0RDF92Gwrj5qLT1BLLpHlB4kHb5A3uvWnuMduQ6m70zR8wJUvdn+txcfGg
sGsDWoOa28C+hSrT4W1UEYs7YsW0VE7S2GalhiTH9Ru2yDSdZEQO7ayytRsVT7Jw1h8gJpjgHYWd
EWZspEkZnQaqnipnq6rv2aNjcBif2rSk4eWrNtGpj5YYNyVGJj8gVzavBQb50ZYE7Uzhd9E9n/tm
H5e1CsQxVFpnX2RSObFyN1WK3Shl7ds3wfbbT9xg4acIvZVbTGAuqu+bJUIMPGAzhcwQ+YtX3Xn+
4BAA4zlvJvwjCg0qZ3FRt92ravLnn1Sfs/zpG+LY7AzmqjL3HeVDeaYQS6bcLoTHuwvP+zCnuaWq
IlWrEy5Qhz5Kq/TNbclapCfptEuJe7RoNhZTdQPM8FRk63yU7WzVDz/olTGYS001hAwfBO5Ndvbg
NZrPMymxRoEt2pbxyUt4swdk/nnjERZTU60/8OA71fNG+2x/tzhUnD8RpLn1qy1Z2HgZOVjrDaep
62V/+FhHe7JTjB+K8OTalLnbC7Vit5MpLbWrQ7t9wy8j6kSxpkOfNzXJ8IgzDKtqJ9hFSiEA8BxK
7cgdDIzQyZg+4tLm9ubCjeX9BsJ4ng7Ijck44G+YdRzkIdyIvjmHOhDNO7sVRpzluB2i9W+2lZP9
RhJw1TeDu9h/XUiwJv+qpTX+f+4qZ93uGIqGnf/Q4aQ286FwBz2cpFvPvN+zyXSSckmVRkW5t44Q
JfaJnATpls5VdXfq0PvBMvhk2s9M2+vwtOpySF/GEi7KHYhTqV7bQaTR4ySdYnidGLE2v+SItetY
mS0Tjy7TuHgXOGHDDh76+/pPhPhfXCLs09wj3KJerlmiXe/dKmQ1o8cIKHzf0P/jV9dSs0I/CYbb
38CM+37VNg2mm4XSsrBr4gph4DkGOuzvitLdup9R1EXZK5k28vu0ya0/5J7gRD5nRRN7Z4nCFR6S
kRPoTvFcyBPwpwCnj3CBCKcV+ylyu5I5v9pauuYGGdjoQSKwDCuHkpVh8IwvZwvPsQfyqeZDCZZF
naY0wzfD2NtsJHkim9RXzQMWxzkhgqS/MJaS/gaHOkTZWcqtdg49w5tIcefiJpM52zsq7F9jlDrT
F7yYvlv2hvAkdH4rnTW8E8YbViffmGP9v1NbiSPj923IYZIG3qLG7nBrBs5/JqAcEeyWjIv1hI3S
1I+RJHrDmustqI5lN5fRWYVIVxUYCnqL67xuhLzIqY/LzZ4aE8R+4FtzLU2x1wssAaaU/oUk9hAe
h83pFcVHvwEBGEmwpQ/UYIP3rEnN2elAHB+4hM/JujyoRsbDsZLrEgmcJJkb/6FUr+CKkQKmJZv7
eKDPxCPDvBrXlfNJAxGtPNGYl9Z9GGJtn3OslyX07pogh27us7WqB3rzoVXBp4NWFb7IlgPrUq2M
OO4GvMCEBLmzNKSS1vPyeYjTCi2xKYfmujApbWAWbRxmgFkkGje4GFkdN/5g9qKr2E6nGeTV/DZh
ILmdb2OQxB+9pXv/D3BCKt6XeOgIcxX+mhC/GxihfhCocSGZxHhpP/SYBdNR0j6Pn1gGbIEPD1pJ
/W2Eq8ULxkeHQo6IIq8x7gtfvzgWkjFzNK/acuyWXf+S9svNwuJJj/J/ShcSkzrujJPsslEWMr6v
xg5z/VRi6zhuqtHLyYJ5qQ8h0IsIRsOE/+K+LRNSwFm4rv2PMQxF9iTajemjUQu/q0mp3rycpW6L
+WUqPl5B7RNx9p76Bpnp2qGNt4eIzz7L9u1aZuGpTNLpc77BAMh4ZhYriQ488yddFDTHK1ofAyd6
Oagu1NMsEbxPBEnA30Ua1mjz9HiCmt9n7tB8bNAJDBUb5tmWwj7G0YlvrSBIiFdCOJ8dbFP1xmhK
De/MjJmP7sZlrswDTgSz3f5hJNTRZCRP/EGhaNdeNtjpyaumsk0ONhs9ROhCBawKwc5KpkUPbkCm
XfrKPnJvjgylHEW+A7vl2M66YthehfQETRvNPf7hABtBg65VPxZZKJ09gVA1/VntvIkzvu2x3pd1
DAAhpdzBaVSXBiAou2eWKEp3iAIdgxaZpev0EFZBl72vYsxw9YYidcMdx1cl6T98WD07pLE1IguT
Sn7klJRpXpOBS9+3gaQ9Ucu64Fg71F7DJqUpGhVx8lEmDgGzqPSGLR/dokvDx9LzqTwubSjZ3RzL
0bfiGQ/OUkWvNFYBu6vZypqEb03mBuayTh0AahRbROiyt1mCztTUwRFInuu/dP1Qq5fIooC/K9gJ
3i83ZQh6LACVdHdkieG5alePabGLq6iIQSskIn00i2r7a1vPIxHRsg7Z6nKqbGhYpjgFkPcbLLq2
wmk73jaWMhv3m57WPhq6Rv0es0XwYVSedzVp5tRPJOIEreA0UsrkA6GQ4eRowYB4hzmRkF8OdAkj
AJO7Ck5BjwujIuTRTgltK7GCYtoOTIDRUFM8/PRhTh2H0wGmk86eUHb7+sxpw0QKvc/x089RUPX+
spP0UQ359PD9E0REESMF7IXvi2Mpl3fE2LF2gWNEXGYklLj8yLRezUUTPg3zhntKNvu6HNAzE5Yw
+a9dgVNJ7ZOhKbdPBQoDMBw7okb8Cpi+Cx6tIBwWfcgkHlOMgVXj+QdgQbjmelen8/PGVAr9H9NK
hgXNWeBeJrbEbA6ZoqvPfq1UXz3csDfToZs2i5Nppg0bnlpEAbe+LLe6rKaQIBQ45ItWIx4lvJvx
kpZXRCp6v0dhMuIKOO4jtfyjEyYtuWfqc3NeDXHTrT8m44EEO7KR3Rvu6Pqt+982y0wGrPKbKt85
+uHaLiwMWkY+0W1jBpGT1y3sSycqt38F8JLG5pJsQSi6K6kT1TwS0GmOI813+x8quk4RiFpMeIoY
KjAR31vePBMvtK9Cme+VgBj3ZbmZV3SJNDm541j/rUr8qLttjZYgQXV1Z6ffbRxfwdFZsu1nyEvx
t9Agm9ggBF5sR0sZ3LXhOpl/lPfecxkONQPNpcq8PFqIKxGAkv7TOqNRHTunqNqLk/rDse9sFZDU
XOcX7d1sHRiXdfLbQ1IdIY0YkDI4hzBWGgLLzY8J4uDwWHELt1+aXKfr0ZVnlUZ08ufAvHPOJmmw
c+Mxth+TtlQYO1olrzuOSHM3W6q/bI+zIJ9IYnGb9N6bvJnGJ9S3jiAcI7Y3kwfCTVtJzEv+SsYc
3zW2+ePMFQ8aIynn5IWLx/3qugoHOKGf4GqipBpPuJ1pzDVoMJ9ndKSj3S+tTwK+IgNWIPbUjNaD
3m5+zsxu+E/7Awz8BJvUG8adAKMDGFT/19ynrNnoRnxn52gRsr026RB40M+z3j8M89ws9zVORvkS
sRIt+IkBV4U/yz5c/KciRcy4c9hxOt3VmA6gxHRx708/kTDD6AIfq7uKWa7I7fGQZXhvwLyesqIC
pMsv67SXpisKhSm1HOPgC6feMLn7qQEMd8GTkzTHKtjIbsWemzmPc91pxO7e0vHsGPmm20fVRr15
wEgEFML8nxYPZ7t6DrGKQpzoVLZds96J1afDbZkqykVETVSVoeLfYP+Nt2B5g7elsaAwqmOkoGXJ
E8i78tK6aK0btYOq6wERNuuT9cAXt2Y9EQlcE4z3xq7P2n0Ubi32L3BsKKTYdItB/wwQTEPcZyny
vdfOTnhHGRW7dyVevOXOIQ4V4hNtx3b5GUaRdK5uhksf+T1afVxw2ayns4+GH/1xMgkOjgUKkbmo
tiV1KrKxfcJ0ug5UXEHSHrxoomCgrjGcKqnZYhgvQGRaPO9xxjlVe/zNdDUYlJt+DcUh7YY1PnZN
BmvHB4JIiLAh4CpyfCLqD03zavKULpxAaWPsj9VpGhRU3wTAlkqsko++NNt4C2nEz6wi1/rQ9WVp
DjMjyObZFCYLcpcbvXq0nb2FEUzzuyav81hiTSSR52F/PsRdZF9lg8f6PnAAct2tHJHMtNrJv3Zk
mSiRKTqQyreEyNQLIh1pTohNbnCSPslpjOco5s9T0BaXjiOPaNKCS/6Ju6eedykHWXq+2V/CHbgJ
4fEkpATHwiWOCTgltVFPmGfb4NvAlyhJjoas+3FwttqJUJeWM6ZjUGmVBFQcdphLpn1Gjx2hiQmq
XhaUzM1kzYHtvSwoKF3afU5GEwKl3TeTqzQkC8fJqK9H7x/naYc5SRKi64drWWNmDU8Eyaol91DD
tsO82jJE1vT7r3S1vpj3ayrHT5ieBInrZOnT265D5WQ8pCgYpMUIugqMjaLSV5YwdnzphQ865bRF
QxJDch8rZzxvq9vZFyAepKnorWf7bissxpBphia0T+PYBv9kEIz/kQl1o1MWpeVjUFBiHpp6oapy
B3oUWmVaQuzhMxuWSYXV6leEjVUfS4qtS1LWEKRV4XQAKLY64GeDqnDTrPtYtccCD8srtviG8BYp
4nsQgiPpcTzb3pHfI3gl6jX88Ty/rc8NX05/7KYpQlOA0Gh3CUWKc+UvX4+Nk2z1DxGt/490UY5d
C5eFsDnIAxxBNK28uOhKMcMKU30HXazfEk64b8cPU3tfS5VMj2p05Tu/0Rx+ln07L19RhQSEqK3a
4ezVehovVTcxGJWjKIsDQ2T4KGU2k0vwLGF4piJjexDQJrCgV3W/vPhY2u3ZQZoGZeJ1bXnPozV8
sQ65i4/bVBevC1JgkIuQ6vrQY4zSPAVEL5ELoirNwaFirS7ZMIKbZZpdd/hjWxWVex5uqqKa1lAe
fNYxtF/t0AGVQtgq5o6A9BD5jZ+7DmPCXZrhqyRxJjsdn0ETlwA40oaykDSB4EWyBzaNjWLPJEb2
+arRyH87dSjWiy9Bhjy7blnYGyWKBatYuUWXAG2QHgXmJjG07hp3ZgK3y8jdNYelrR0caGDhosfS
ndV/6HVO9HeBbPprmr26+cEYGCdIwrT5kfkg4Nh0M/6FWRm3fCld65xROdO/SE/dNXMgdpHKCCtx
CJMkecEjrppjPBvgLOQ/PdjL4IF7AAIsk953Exg7QC2EqfHRktd4Cki5IgMWsgY+0G4OKb5ICX+v
GfXLd7Kj06lA9LaUWC14DSCFwn0s4OY0lzGLMBgXQblFV5nx+jOG99Kn0tXDuFcr85UriqHuqKgE
mD49etgcBRdNTsxTCWAE1jz6uDP1fgQB5mGbSpMfhnZMHCcemH8OMNUbiWC09Kh4U91j1hZ9carm
1L30opPhPZIl+cq5vWFfaK2qtxbJB+Yf3YK/B8KaniwDRuT9qPNIgDusMHyQQyKfXBYkd3vWgQ1/
DQ8OM1nNEvEYFY/FEczXHZaW9Axud149eDGKCGaQvB2Slj3GOpuTM5UAg1FtWhfLGeMjdluZbXrl
NMDMu9XVvOawjDa8lgyeg+xkldwehyQSz6owYXeKbwPxmKFNcopXMUNszcgG1HcjK7vC4DjwRbVn
xiAlTTK9lneQzhwl0zUVyC7ehyecSMkD4cIKKwBJk/63WWKvuW9n4rsnqrZesYA1Lv5aJmx3xeKl
4qRMA+0uIHjwq8IXzqCUnvkjhutB60f5xI6MmHvCOa9AhdUf3RGlOVFpbkNeNhFHIbI8kfCyjX1e
MWrn8K6EY+geNoQu+wcUCjP9LyvHgSi1W/RVB3BQFC5rUYnlpiUeCZneufzJpH9j8ia4aRLJkYE/
hBO8fvEW2zPO9KraK/ESjVWxWouPuSz7j27OtvM4e0v5q3O3AqyiDyBJH+vJDhNJC5y6+WJigBSz
73nBzg909ghhd2GaJHGJHLHhMjNyHAesUOrxvuHCntimROK0JSzN9bVhr1/V8qsGX7tCCRrXNg8A
hmUH5v5Qeyfjg8/hCbm6xDGns2Z35WNq62TNk95qFspUeqm9V1aR6PbvKqVkglCkAogPsBkv+ImJ
ihUIB5/WaLz4UwJqSg1j9imZvGQHJDlU8LoT/nIWvSImnhblciWIFqXfqQX78Isz3lb3QCemfM3w
jTNNWdZLzUeJMNKn8KKxZ9R//TZm8TS3aGSZP0jzRA+/Dm8dzLl/80L+j1yy6MAP+NHGMTkPc9vn
sjZ4ikkI2fI+xAqKnNMYkB9+j0nn4gOVh3tS97Y7mTZbo6Mdp87+qH0WhjJIzVJxlXBNK1xCfiFP
6dRHJG0Fsu6u2bDUogXDf22RJJlonIWpVvxYKXCJEit9c8SvQ7eZmLV7iRmJi7xWfiuOa+UvAFG6
lruzTDOzPKyiEVfBs07WLNmcUy9uy/SWQbovhWyc9NAE0XK/yc3DB77xZt91OEtJTI9yuTQBUfy8
9JeWAICtsYUWhccIdMfuL4HRUCXz/UoInQ5qc6b7oZRk6AZNwfY2OdyMJ1/TyOwSGzXR716RuNq1
CP5/uWLL53QmgX8iOta8OMYJ4SDchkXoztM64WhiBu/s4HgwmzLeGv1O4ltihWeFzp2UIbQVSdI0
t56snicABfx5rcufM8vkTE6uwut+o7MvwQ5j4PYI1UiVe9SjBL8pyh1cri7CQp4lfoipVxExOnoE
ssU+tdr5Hc+OWgkyerRwSwPSjdi9+lqtJrB1wzVgSIrZ4cYGOf0Iy55e2WNL4Ps6JgoIiBdgtYJi
bH7HKKv1U9e45UJk2QFuyJHZT+p5nCaf0Du5o+ZUuTF17OJo4ggs9hqYI2ysGpnWmRjBmgGSJm7X
16dpDMTyIKl0l7NsTfmlGw5hlFV3fSutNsFhsRs4p5rpncwRhKhpoGm7ct+xEeYMOFyj1lfN8paV
dRQf+8CY5WgaI7+rjEL71hSr16FxIgDVC+Y8iDtxAFkHG60hS7yFPztM/t2hbW3Q7taq4SEOOy7+
HZ28+ZWVIhnybhiCJgf6oJl1CT89DdtYEwgU9X1f2u5dgZzAJDkM7W+MhmV3J2Dhfng+HJ078EXB
C3P+7gPEzsY0zy/na5rqhYQ5RhzMb5s1hCmLdQu6R+xp6X9MVMvkEoJ9M1dMdqN8zOJouCyzwFMK
MCJ7J3gNVF13xKoxXjXCPoZ9ScS+bhnBVVo3wYGhwnLAV2jJh8mlQ9JhCZS4YbsKzL2AjLL/Yq17
a44h/bw+NiJi8lD48LiPgoUFxR4IRXZtC4wsOTnF1pxbHcQXAInqBMJQET4wVYZz21CcPJKt7N1D
PVqHVLdglwVhOEzpPnbbUx1UbM5RWO3o/Dbbcva0iRsfAZNt717R+M5DNTKsuiHQJzKJkAJ4gQtw
2UbVn8xfXR5ZK3SWPHZxUzivjKaYHqVrNKmrG8tgvqyy7KZjjRHc2TVOlv1eZQGKoqPiA767+sSx
4nkt3TPpSLrfbGAg8ibbNGLo7qxJ9IuweZNye8wYJtwWanM+L4lXjFjIbYNAFNiEueGWDEOfiwKy
NtDxUi2fnp/RbuyKuVLvmp1gaL+emvJFOUn92t3Mwjs1ZI58aid2SJ1Ux7LCC5FQx55U4yZgwrTE
uLPJln52ntEu9hs+OxpH9l1N94tOh+F7hnjwZBRd930xgYzFgopPHyEmBBO+U3MTD/co/IDF4Nxp
iWvC5fA3lgRkPm5b89KGSfdd8Dv+mBuaHTL+fJCIllq/gQdVE4JjtzH/TSzQfZjnjAdEhB88EEOC
FF6KdsjrZEvFObZ4tjjW2sy7TkmWXNfZBh9RWvePrC8GrONhafuoXB8iV5j4kEoRMdcflvIJ/gsB
8/kB0yQz83LFwEkoffHG3KucIfmzGbZlXNk+mFaneqYnp8tEG84F/DpCxA5URLAoHDeNIpqx90PY
rrsEHM47s1u+4MYOBedCpVd1pLrs0ryNdADYeHSaX3MUm3cw5miIAuTbB16Jor1ntZ0zf8ZlwrI8
V1fTEc2icx8BMEcPQ8C4gUll3Xxbtxzuq6mbmv9mP3AndrQgS1Pop9BOWfLA0Ip6GHil1lYx4TLh
Jn8ZonFEWXq+tzPW/eZdsTShfVdqkw8p09/+TxqFkXzGD2X+Kah9zb7zNu831ZQYrjCqpx4vhGm/
ROS0z/3sthj0Yh+ynG3dDOO6p6x58COXLBEdDcqJytxpesmqiGFjwrd9b3VTfy9B4TpfLlFZAovJ
ZJMjj0VBL0P71eWen5ALYkQYntcZKeAC7UaHL8zhEve136hEOHz7MVrvOrfy05eE3HyQ4+hf26s3
9uqv9jJXnBaTdeMdCyM7Rjl1xHhyMPjOdjKVq0a8s7ObGz9GXdqpyNnkj06EffaM/9Zf+ScH97+x
rbPw6kep7/4iz7q8jqorzHWue50QifC8Gd4r3txnepOueBPkE4q9xre+HibwsK8rdsCRkcMyX7IG
zf3HCKCXXRvBEp3aYYYHTn0PcYl4QoMz4hObWhw9pJB3651O8XuyVYylC+c2w3lJ8q7J2uPsppjC
MsYz+xBO9AHoOCs5lzp0gufJsGXwvrC+wnol22XdMwVDVuxNtr5UtmSpF6W70nsb1NFnu07eWO7H
0uvNrhdFjz87gnuHR0VWJH0oCkAiTkXwXzgiGTy4OK9+Qtxr3FPBYCKBIuSr18hwSeVxNfoby0VE
o/5GwNEY9WUoM7Bp+bAPPd8z5pq59pBWtnmM8rphzHxfSYQ9P+qX8Fei5BJ8pVSfl5kFCciAbKlp
v4PQBvOeQmckZsAbgR2iUNkVqcGjrd96cV8rVk7mxOIKOKsjXdW+cpln7aDmTZ9D6FXM68cpikgS
J/IrawcgEdMWTjUTKYX5H5zv9tcpAjoIsNDh360nrfFQmsUy5ErbghnASEsj58WnVaMVHnds9KBc
g8SLa0BPnUPXOmjodGA4E56lLuzmJ3atINgwuC2TfdQaC8l0Zs/jhPl8gpTUsmeENmu8QQcxQ52x
QxSIYguOCa+Gv8foScTznt21g0TB8fx3KvYYEn8wQBZrW8gsQRUtO59r6Z9nMZVDx53GbxYGlCyt
oKXgKC7Q6XauLtQzqc+F25sLsgIcmZo3g83kG+Q7tIas1sbSOrjwwcg943SObLSePYrjdYcOQ9pT
wm16mbGv4hXsYKjsJI6hIIcJuXxW7QZTtEW5YtVK2MfNQ70loDMSkgrYeiM9/tpmBu43e1ECXMr0
r91mlxNPDEAemAfOi8QzU1CwNfIaZJlLrDJyfGjB7RL+CzIXWcMJgu5Y29b5wl6PyyuasuZpWQWH
XAHKS6D+dtMHTgsAsUnDLjK0UH/et+KmGXuEHW5xEfiheRas/ofwK/fH3OtxODCQxn/dLr3PN6H1
+hehpH+PCAJGILkY1ez8PljYwINyQnYC8l4PBi6OiKn22+fYyu5ri/0KmihDGpbl9SGptkKpAuWu
jWMUdLTVnRek/WtlElxIncFwy6+m428LU/XMlxbbfQXFQ5KDq2vn6FaxYD+4vZlt+7YSz7IXfknA
s0ZwwOqmqn1gM0C8bIzdur1He/a2DLF85ursABRGnOjkGQcW28e4rj961+CZX6tx+7n0MSZA3sy+
2ic6Tp9qT1Mo0GkvBCN9x3a7xfMxiULaHOHtFITsjgXJl3TPTufeo0NoUMDx/osPPfvbHxgCTUJg
E/d0ycAQuHykq3+3/hhk/eauP5KkjcC5YbaijOPzpmYr0T7twJqPcFwccm6WnLLLRo0n6ScrrF14
venuZrc8sXZmyMjYToTbG9SQet/wPl/g26XyajvGwbsKrgV52SrF32rIvXwavzWY4EHAvujWZ67U
DUX63RGmhWESE/w9JiJOPzzbI5x31LCvaJz8J07W2wKbeubFdNQiksM2JrA+Zqh728FPi+6lLr3q
j1hu5EESd85x4Nqp9pOYebqg4RSPsdeTJ6Z6YFjIB8FtbIuMYjops3Xcr/WtFen/x9GZNcepq1H0
F1EFAiR47XnybMdOXihnOMyTQAj49Xf1fU2dnNjdIH3D3ms3DVVSJWSb7tvJHxj6FXmPmILssA/U
pWzbMcLcrdhLrM+ThzRkNyI0+OesTvqPJCAt2ORH4pzIev2cOAfNNh4q9TXPjs5YOuX5B+Zg+1XV
oYiwgQXmKQKW5G5b38Lem1xurU1OK/sWD17CAFca2EGssGn6/QLJOoMIZIj4qsrwUqih/YwXplqX
hA/vDzJCOCLA5Gjx1zJTF4WMNT9ULXQERACj2TcmUU8yXByzH8I6u4l65kj256TIYHWE3dM0NNGf
Jed1OWDIiJ0NGUqi3gOPZME4saZgDs32lzgCSR+6djNLJxPO1t+FoQayyjLK++tlykPRF8zhcMrN
kLyUtQ8WY0Lgn+1m2MXttm1HC5VK525QbawvBA+La4MLjjPnO2b8FFODz+UjnyV764FIyDOrL34D
XECpOTSkOdFjDXN3bQvm3bso9hf+hFH/m5+wTOs3rHg8akZA/ZjdMVLjT2EAVHs3P3MSQAodzK3P
AnWUOkQDsH6sQMxM9HOlkcZuSFTi7W3WHugEW+Y0uqZhHv12hUb07be6/89OKA+ICGntSPDnCNjz
z+pBRgk2tdfp6PFOB0CNxmPVInpjRO2j5EfR0Yijhe1tvio8ABozMgkLM2QilEvkyyT5CW11xywB
EcM0kgTrUup+qXBhRn9Y6CLDE7hUVpps1OAPs8nmyumzaD6xb8Z01U56ORUEI1AbqjIjvCvGkx1m
fv+da6mjfZR5FZDlXma/Ow6mbywTRHa1YxtndNgZY7u5GXGsauaTf+O4k2uyrbNeje1l1b4fnRkE
d/htY2S1fPw61Ca4TVxE9T/ieRa62nEQzT0SSt9bGTBuNS1FF5v4l/IQjO0YyqYhJjNWMkfRNdnN
r5Edb+/FHMT+asaOtmACwNFZ6aHYrjkzB1NlHp5/P7Hf7KQDpAde18y3BcB5DDpekC3Ph9vWFtkQ
zNapfw1xWfQSZ48i6yOndMfInDKjOZtV64/SLfh7xFEs3VM+MxDZqMqJvuMEqhVVGR6DTYPmuny2
aTmQyFIm5W/FyDU+GTVGH46O7ILeUGKn8evW/NcvAR6xGnokX4wDmpeUaLr6PZy+SB/joW/fkS3q
cGMoe8FWNKomKyfVs/oYSTh8t7C7ERP48bCcvNmHa50SqrMcY4zV3T5sG7fejWr0H9n5mJGjgLlr
tMGvVfZX6+l8/J2yZnX/OejVBbfEUMHbwfh9tP4sn1PLxPWzyy1r58J3O3tuy6jGEA46ra22DLPy
6tuw7xyHXZPhN6amWFLsuBsP159zo7nh5UIlrf5OZgQByK/iVLe8Wf0YMMsQsk5Oij68DhESTEKV
8qTYjEHYES0F1WkQT1FyLwM7AgBWgJyZRAnnl2WBBMTaZcvaLQPOhTSknvedWyUaarcoffvE0ZLV
/0IW3foUMLgl+MMw1d9AEUqbN/zt7fLqFXJ5XZCwMqqap4gXvJXQC3lWcwsVfi3E28r0PeMaj6fs
A7ZzPH9mQzG1N9cbhXjIiALnuCuKAJgCfoHkatDyEW9UY4fbK4k9Cfdx+f8FVKGfmCQUEI+6otS7
jihvStWQDcuGWXsyPEVGL8upr1p95XrnqsFvZ6e/jMSINwrRHyE6WBIEZqYR+iNdikY92DKMw51r
+Ik/K1O0wReuUk+9KNiufNpIkhm7QspCPEQylnniEG8prTvYdHt2RYl7sMakR6rxXG0rK1i08/iZ
dlOj5B2+0YQzCIVzhOYxWSzDO6A9QCTTap76D9xSgDDSSCfmkZVAG+5bw4z9p1l5Ryq+Mzi+BzQN
Vf4Cb4wNSSBN9QPRZC83Y7/Yp2ywEI6adVqRiMJzVSe/Crv5ylK3Fz/aoVunnRNqYiA37L3xdNvE
9Yr/WBbM/lnjuRifBwLwuh+tL3lMmKUw9ghRZPPQ/7XsddETqRo5xuoNCpqoQWtPTKZFrkNT0hCv
AIw+wDrD+qi70pHSdtUofYIX0il09OED68L5ihQj+RkJmbmvsA0n8F90uRegNFo9GhQow61iXXtk
9tE0qPARL5yxlgDxWT2mkr+BcYZscxA+C+ecT44s3ikYEcoD5q+0O23rAiPLe6R0E7xjAvPBCTKH
w8KHENLZDgAsMAxiSXZhncMQeM/RQsgj5b57QhpRRe8s/8jk8tBV5rtOLuLZ1nm2nELgBzdrU+89
iUsMiA5ugX1pmvwSNi6zN3YWKXiVvKZYikce/e3sT9Vt7u+OEmnYnb3UDrv0y4j/BlcvdhG8BtMC
nQdZ4eicVzSRGS5GFzbhkz+kJEf662CXR9ZISDVJ+M79X6XH1vYn71QR7hF6IvmgUwm5wk2FhvMX
yfEILxUjBbLcKqWnmtD6hYkFRa7CFbFRAXfzRTDk6h+alu09zrBkfOhjJ0YR6ALhUzjSYuypmvU9
DgSw0lnMPnhELPXg+3H/jsip+aaHVcl3zK/5bdTARLMUomSTkq/Nf/jcdMS8rBLskOZ5zrLz3KbZ
CyrsNd2N4A+GrQHzCr2E9cED017NYo5vKa+2vSjux1GIm2vbO7XYhUXQ16/J0g3eIVhr+tRxRrsK
PsWuC/lfrnoKozqMDmXcMCgIo4xNRDPN4DySuo93AUslnro8t+1u4j52foSMdOXXODofKY4bzBSt
cwwUV0XQ8AlvCIYQ0QMJL+vE6MZvudY1BiNByRp3TvHYBvOKyXgsc9aTumejFi1qvo2CmGrKNFDm
hHDEtelW7AtR+9BWrv5Yet3dcW6r5z4XTIudBw0iPXiGnF8GR8Pbro/Rwhv3oxWUV5vRgzcHdC6e
ymMxhvHPLIvUvwgJMQXBGk9/y1rWhD0MpgNJAND9TY+yJnyT7J0GOU4z/6CvRdOx5JN3CxqkUiR8
2YxipMeqdUqYYOK8Jq4kO3tdCFwIhQQ20jUnfeGYY8H4VggXlrc742B5ihGdgjrtWeru6yVP861E
WVgcK7fPifqs+z9VXLktfbbTIZx0YuufUoq1dh8i8r/1MWv9HZN11zJU7IQFsYrbG51zWT1NSx+y
QYKU4v6AiAOVDlo1LeCkarHe5rUA1uv5cWdOtRy6/rC4DN0R5/Si2pL66jmnEu82DbpfwOgSEoXn
lmhGl4mgwuW0S1iDvYTUkRBFYR8PA+JVk/McLk6zfAb/T5sp+jnHaiuIfXtAYj+fqYSC7EGItvui
M62Ho/BkCBRhMADaU5ENO2xaHa4cCGoHXzb24ChCQjZk6S7zoR5inZ/rHM07JBQvZuLJS8OUT1o1
HxP2S/WjR4WwXsNQTuF+TJS453zkU9GeRJgFz4mZgu5nmBMjTXjIMpgj21z1IyFEDBpbxb4TV3YE
lA2wPHEFuXBGS7skBIwDRUUVyF5SbsdZKruXYPGqcyCr3AFz6w/rwWM41j3LaR3+xeheWWEsS+TV
16FNl50RdxY206V1NzkM669Ma1lvOC0Gh+cJPD/BNxgunisRdfnBo+C4J5m0RfDVI5rHfD7nzrfn
u/jb2PQE9R41nvHz7QR8ojqxflhfV5H28XwU2JECCmws+oKvw/ps5v3Vca5ImtCH1HVCqZlKhz0s
TD1sn7osDhwnzjMKxs7btiNW65h0v1LW+0gGato2GSsF1NXapzM1jfm1DFF5DWeEWtuY2Xt8lMaX
PfQk2D6SUlJR4W6XWmpucOwA6kwz7c1o+yUXgW3AFbMSWcEOrOwzZRajfW3kXDqfGRrEqzaVmrcS
Xs5yIEmQINTeQTdARUklDNhoHT9XTEH1ASkeiOTRgChCP9y+cMC5b0SEJOuL7hUFHrvNtqFWmvGc
Vd2dwRyGtQMIoRq/CK5D1OGhI0IR2yQfCUq4XywTRcF3ODPAQBwl/FNbR/WT1wftd9vc6SFrDzO5
j+PFvxXOwOU/rmKGq1S07rXuvMX8rt087l5cDIwHCuaOnn4JZfPudXWYXhSL7uriMig7BrmvkVTM
jXBfOtaHaD48Kb4D7/6k5JGw5P61YQsHxY+weS7AD+1eEk2SUJkYj+G356Xdbu1SKN8ERRIexA7B
z96WeUqCXY0cQu1mvoVyf2epBhzxRHke6KCWhpt+1MWrXtzJPQaGAM4NHAyGLOzVAGlMwsWow8zc
OMmRZbJkcTikiQqPydSZ+zJk8NfXINPzX5Iu5L+ekugGFTJDoCBIrz4OWk3rB2Jyqo3Qm5O/2nTp
+KA9J3nmwIGQhXB5BCvmg27d+CNV/vn/GSFfrl24INHA60T8GVVK9rPbYyjZQyrn5Ky7rHG+nQFn
rxC6jJ7KLA9/YPZo3Z8sV5vo1Tack0gpuQpdgpTXLtx6obuOP/15ch22Rnfpwy7L+ihBDYJ1eWPp
AFDI11mnzzlgXvWORicAjcVS1Pk5rEFwBXW1aACChYddKi4NFHIT+vDTXf4AnGqIWQeKVXOxnkrt
LqDkuSH1G9IHvqLqJ5bOktCNoVMTcQ/t8GAGkJ4wbrtpuo5eRqjcJvPrlBear7z5TpkLya+gGwZB
49CURHQxckWrTk/E12L4fqnwQGoFnD01OdxRPTo3zH9gY0aMLL9gHcQRZ4CbTGeto7k5VQq97iFQ
HLiXjAovPLl+mDxUdJLrc9CtiD4Gtc4pgSGZSM90waixNy6LyuTS37O4n9EUrOvRzcPOfTI+EPIa
WBpSAK+Ga6Wr3lClNvy2+B/LWIQvjV/qy90ku+7b+4IAWIb/LAFZ/RMLs7TdhEoKtTC54jscgN4F
W7BkCddGaTq8l5Mdpj+jUw/NiPBLq+W1jbLK2Ws73x90ISStA5XUeypKkqE3lgfpm42cI37eFQ7+
Hhpi4j97NjfxOe5o1h7qWsnLSrRFeENdyVQw4hUfPxlimuoYV74zb7MhHqHBLHrYgU6pxv3A0ILb
NLrbYLeVDOT8vSTJAJ+Yx3ce122sVvvhAPL2n0KwXqyfyZdm3L/rFgcT/L1ne0DVrvtHZolyOLQ0
FagwsorGHUFjOX+PS2MYLOrO/ilslyzP4TT3mLfHKSY4h/MWa1tow+mFSYrnob+766u4crJHGJiq
ZgLHQI1lPqFaWxEutnkhsHOojtnEQnFryRC5uPUoybuwI6domRdduwPfp57ullzaJfIZg42cvdp5
bsgkWzahPxC1MvbwFw+uxQ4OAYxA+J0NnfSNDBDhXVD4Kn4Nk071QYMReJ97APtbCOqK/JR5yli/
zZNK1aHOPedCkhKaFVFA5dmzCqWa6sbI67cF0Z64cAqkTQR0FIVXL1CEU1fvVjA68uAzdfvtxsWS
sI6Ih0fGQXdxJjTaXYobe+XTmOH1YfygArGZAQ/GwKJuDgxgWLFDGb+TzwQ5kls1whr3+27WJNH4
nd0x1G2f0wI/9rZPBjoFFO6aXIR7QvDiAZzbRqMzuWz1xvCP6mrTfow4v8UTK19XbHuZekg/ARY+
oDssrxra4rpdC4xlpKTVhb0QtFf880ADpYcU9NnVVzpP4R74/fzRFL2DvHmMnWtBqpK85a6/xpc8
D9sKYFYw/4tFZ/JPjrLppY5z1V7Y1eKV3SgWZC9F7M13UrFrmSRGExpSn1BLgsznjubCsjJlEOVR
5nhmxEFLjvW4T9qs/cKEuFZPfJtNc8FDR1DbkoNDO7NDxFTAY+4vfwtKHu4MI4d6i69PkFQgGGHv
uGjYzztdYonpbogkoqBOqpD0kRJde4f/Ptp4Bm9VBDjXRWSbt5cKmDQIH6ZhJ9UTQQFLkGHWzqCF
IgGdhenrijJQndgSyvmjGhUmlAFyw0kHuky3SNnvGZQE4bSvY4p+R8a2dt6iGWslxxvLvmfGB8GL
0zIXeE75hIhLzxJGPAEG1qNyCkSqHRuv77YmcnjTWW3QFqhgPjpLnT+wtxfBseAEuVh3thnSEGCc
j3EQGpJTOIALH+9rGDVPGGfdoyTVBmRl2+jhsGQI+t9YV6bvBKk23akpI+do65E0EreP9KWMmDe+
zKw7i29s8gbOXSTX/K8uHAJR4YLy4LMg9fvPCcnGRTm9S2bmjGt96p20vtkVV+5m1qUP51hhrN9G
uJ67y2KgY7MFi8PqoIwzQ9pZiG/gTyxkHY/fc+eQ8cBUYmKbRq5KmD5NIPDmCyQfgOwZtM//gB8a
tEzs9V75/jN+v0jlal/6oAjQE4yV+ayqpMVPrdgZCjKKmUCyb2n2XIc6OI7cOjhzCHbyNnqpAJFi
tTC3umFX9exqXFDMLvAPk4iat3vbF3AHWYCslL9gfEm1tEOy7hNrQeeGjGTULYBm+pxNZNhtuywr
P8c6KvxDROx8Trr6Gj4tjTcme3xKfYhb8Q7hXlnlvCCiYcHBTNdHDlF48S9MSABvAImM/WPLUFxt
0NV0v2DSZUyekjvpsKCUYzE24aBxZFUQ2FfQ4m3CBUzCS2xdtITCLbqXlqrMPdEoiM9wMB7r4SKy
J/JHm/V5dlFnoUFDi42benWvqI4IHpt1F8WvmaojvV9FoRkLj+I/JqKW9o4n7y8ltb0gFEWB7HIW
g0aZtPvfXfxMAiWxiv6ll515ieAZhVvHsch/UKfhG10I/rrTsXsyikxZ/fWGHAX7lsouOoBsCZJ3
Ew3ZxQNxWf3Dv+TDn8P+KlDy5UMPkNAymSew25/d6WjgT8w/AppZ92/i+X1+itA7MRTEwAwy32ve
pyREP7MGeYr/N+3JAt2xLpvGK0CMCLI8dqL9Co0fq0ITLG8DIBAqrThb4p9kASoIOwIwIGSTJnsk
ZGHhlV58xEeZo0QOtnLOSWLM0ZJekygv/huURGMmwZ+NDGWiwsOkcM/axLxOUaQmnb7Nep1udmFZ
vG0JpU227lgvRCZiNHsS3DXDe9hESbsZ+rHJj83kBCAh4jl9ZKXGLy60IVyv8VpxjUeYgBudrHgG
LApWzinELr+psE3KPxwwd99oQwbiSVXQPk5mcPpjG+DSPxJTcK8MHRbt577uy9OsUfhvl0qtmPpS
T18By86/UffUFQESVFqPS26CZJcNbQS72KB/3wFDDLGjSmAHiOyJcDi5OlpS4giChGw+ry6T/xgX
cWTACjHxjo7Z+UYXTfeYtS4oxyQITP2jXJKVNVOIdf2Nvh50qqNoGbcoJNCOiUKJExF6ZjnItZXd
xVZZ2N4o9Wb+Q+GE/8HYGyFWDUIdkziKCDiUNfrbFDt9fyZPENfcAmssYZTOB/YjGnP/Hex6xIZY
4quCS5MKeBsFQsEVF4Y+Md3oxq806pSSV58yefnZrLN2zjNRnA+DrLEiMWkMfkhELHKbDwFRWzAM
VkIYrNMOSABl1iEKJAsTEIAba3nk/cmCo41L2H0Fop33QRNPdgKBnsGj04UR92iDACKsOzDQY1FH
0y6mktbQi03pYHaYzd025Eb7QPfLEyghEaCOjYd734Wdei8KP5kOMA7IiUGBD5e7ndxIbwiXhUnK
hWtuxFnegVaoc+lNltkB0uQX6441gtG72C76c7JkOlHDIEjbM8HCfRApYT5g6Y7kTtIG/DS6ZZnc
ISbmWIe05iLkJ7Zqk9DOxEQsD+MrSCuyKehJHWxrruguerBS31ya4TttcVT26LlN/8hrmq3XpZyC
X4VT0rWT0jGst7JY3O+BYKJum6yd+hhs2dCV4+UnmZSTNNvin64XFvy0A3sYjvKD5jglR6HwnZ6E
ETd+nEt3jB6GynJBg83wPjLbx49MqsucOy+rmJM31t4a0RIOBTdlOugVNNpDafP8afZslG77VpO1
5xSmyS5cPOVTTdtKFKSn4uhhZsyKVdsf/f8K6BtHTy0len0YkgemII68QMScOSxEkj1zmbl2wyJb
enu75mgwsxbYnEAJw+PU984Xdn7xJ6p64jVxKvdH4oCqf51w2t/NSHgaIqSEQTydbFE0UGdT7zkk
vxLCUCAcpJjw9WiGxcKUYjt4Izr0xBtY6yb+SHJry/T2NhHmJra81FCgxm5FzrdRPLzLLl2X0Gy7
AGrPzrNOeWgZ5Pnbusv94IUtemn2M1FO9xX8pJP9uoL6Rq3q1N0DRQOpf5uJRMM3HpiG5EOml3RR
fjL+kGVLKeYWxEph+Y5RjXoTL8W+iRCl76Af4BQfcPn+C8QUfZSUtaQzz1n3G7okahEx28U8dLYV
/afPxm+vdGVCRoYOixMY7uMnkR4AmiRaxie3y1Ctk9WMYge01mdNFlS8xXoBOSLntA/ZVE3jJayj
2d2VwmdBUpLj/LwEDLtPQzHO49kOefQK0oC5QcDUIuZHNyQO53zm5C2B09kQUEGX38QJGYo4QrPo
FPWhQsojcF2eiQpHjAyETBD1R4TkD58ewvmNxjiBy2W1fphDm6Yv/qTQVDO3+0Log+AnDLFV7pk8
ZSzZ0ypohs+wTeL1TLdmJviibQxaPUpW96T5pJl/kwbo3qlJYfVKEsfytBhFm5JhODvjcUvrQ0di
ZvvIqiu6QuINeegkph2QCy3c6ZXcmupag2bzjon+P599jiLwpC0w/JGMrH28JoE+5gFYj1+o9MWT
nSkKdx6RGGYrNOQuqq8F2MYWAUhGWMlsO1XpTQdxoDziE5wwQoaOJ7i8Aq8ih8BfXybhK6a/pR1e
avhtTIzHEA/Xj9AlF+C7BlEhrzGcWWBisUqN1z1HWYCmese/1iwO13XpMbpg5umzDOVCtDCQooro
4xXOAA92PjHb9xDXvIFUsO3BzjZ6obAM2v24zs21Gyp32oVegHe9XSlIvmiLsvTI1mBiFF6K4RL7
UPN2FBt+vK9GOXw0i6E96DLXQh1a8vDUKmbOe6GF/ItJ2HA4Gq6PTdc04rOYRHQFPVl8RS0hFxsi
Wgx5eVr236126aj7lrgFonBRzGxCFmR0ON4YPiPmTEjLU+0Q7Uc9NC2mx7Y8+4hszGlp2zk4Mp4h
OYgSksXtXKK0PpLY0P5cyfB0vlx3IWvdgYpX0c8k04n00vk5xuSLwMLpy/bbcZDpbmOwB9SwskVK
SAifw+gj07X/C5btWp5HAgUeBgAr80Yky/gfVItC7tbAxy67ShzdJ3IorNwzPWvry2TXu3UBABOy
VVLgYtZ7GNnRuoXDH+Wl4e+s67F6R85YrdjriH/OpgavBC7VKjtnjee84G7XmNIiJBc38hkS90p9
niCFXkRvw2NLiFZ6JqS32tUmQa6xhXyU1Kc4Bkhytf4ChgYeAUK2gIH2lo6mzq5sbpeXJOchPWHn
XLibZUbipw65QpH0wdE5UNkjj1uV7cM3bHHEdtapyfw99iNsBAhVrQWNEZDEBFmNziUfmJ9DRPdN
lu/VWEnSM+AULfO9hcBfAqZEr1/xZGx4dtxqyP+UZYlF0am1IHwFHD9avg3140plz9+Ds3dgw1pq
b1dg6PD3xESRvyfbgIa2pp1bAUFgDyQ5iv/xDmMVkn0AEeOeaj/+Z5CRjsiPexZBbUC7sAlp+5nj
6Cr9TP2GkeaTZA2TvJEXh88SSGOMcZOXBCHMdamGzv9HFbIWh4kL6l9LFs7PbiRE+xxHPTQry4Jm
Rdgg2JrwBDbxBXuFvpBKkCaXrh+8tzGWNa8l2wrvUOGnsheyI+b/SGV2/zRMgar7C1NFe8w3kiXo
GHXrTrsQutESOsMjuDbrfIgJK1Sy5EwZmDeWPo1ymiPZYjpWmvcawIz7kKTMsv92JXEBxwVJIp8p
GKvgiwcQ88V2gPSUnDK+fPFby9H1zkuOmo/5Vjc71Ukp3y0xr4rgP5roHgH/zFd0SWZJkuzO8YIR
fWTAFO6vExYU4BHvHmEJyaDdMwQsDMUOUt7k5C08lJcEtyuWDoF4lBNJQKNPQjfoFEmuyK23MmGU
a3ZihhYLOgXOCZs43wm5xozPJeQmmSMfOsDM8EZjip59GgNf34PdkPLV83r2zthdpvzgTvzEj6ij
EWfZIdRn6TjSP68qrJjJBRKr1gSpy6eXccL+kPaqeuQ5TUg4m5jSAz0uAdCosZb7HDpWwEfKMnm+
uBkiPGbEYaQ+ajwOgOIqrXwWxK35cvNOfPdoZ+L3AXciYHwWhJfYDoa0XVmoV855h4SzxTJqhU3Q
3KYuIIizX2u0+hBs4tPAkopce2/0rwZs8HykxKTZ7pwoYrqIr6XehdEchAckBqr69AtWH+fMUpK/
xxkIk40Z00w+EDWBCBqutMxRFxS1zN4YyYY07yWDAnkceyjejHbrO5giDuGzgk5X7G52a+rQs25U
T6rpGwKroH5c4VTlByZpye+mBVKKZxE52qEeycjc1p5lIUWLRI7frLr5y1mn+StTVjqnLuxU8MBM
DS8fUspyp4GU/G1MFyBnlIUPz3XwPGdT4+22aAslg6YVrUK5WSYXz3xhzGz3NcE3MblWQdecRocc
y32oIzJdXSAszrmVkzYXbiZvOkU+3dcrTprp7i2saXXHFCZ7HrOs36w4DQglC1zidiI3CX9RPHCi
DA2V2FEsDCw2CYIGpLUVcUbHOg6ImcfgCepUjKF9RnsdVR+Ksd09QtiIK7/A4nMyIhfZlUkMYdP3
YfTGVbdUP2OM6guEgS6fnFc5NMhccgNkBZcveo0fAHslKEGcOyjuLfIAudemGPJrQqYzIlwnyMrr
0tmg+blKcvu++aF08t2FolfedzOwOz3hRk/jQ+sP/uMY0b9g+c5SZzuVQC0u3Dcr9ElKQP5NTzbO
awGrivHM2vXr+GZbty1RfxuIAxcDn0weTMgI7MJmwizfmSinrzvJFNSMXSfmjkni7sA0ZAEjG69O
szMuauVAAO4UKtAxndyro10ZbWfSB7ubrCaSFWNGcAyQ8yBtLOFnnJ1gLCDPZVuv1NHjfeuCaqnI
a8iSBqDXBmGvuhYiSckQh2iD7J30cHpixFAAXu/dSzutqjjOUV0Ee9JveHnkAOQFciIPwhtz5gi2
0BJztoMvcex2TtGsoXWNA26xdkyTP1hYpvil09y8t3JeJZ+P5O/GT4U0y/BOFp4uXiT6nLs6x3gJ
VQM5ObiXWWaeG7hXoPgg8+GtL5ZcQrTClHxQcyxoFyDXd8j68iQ5tjID1r/xZj4nLBQ5FNV1V8++
FgSEq6D5pNGdX1zpNx4g2hwfAgMyeXFZJDk08U6AMF6V4o307ZWsLlsB7thjXayjneBYxVGTd+3R
yL5XH0Gc01WyjFwP2LBxOfQwf0Zk32xq2D5Ztvi5EuqD4xU1OM5hyfuklSEOEdLWr2FS4m8GTg5d
EUclHNKYcREyC9f9zBi8EkmJYpBocrcLf815SWo1pQjJ8HSZBE0mHUE8sE24Lp9RAZHk5XuN/9Qv
MiRRDdo49WI7KM6xTZ9A8MF2ruE9iDLO3f2CrOkeeiJD97gCaH1n0cwepUFTXR4lIw1kYOn/I5GB
9uEKMVq4l2AWcQF9XhIioGsqGRaEIwmlo56DX6hQoJWwMcNjuETM5SGt9mF1jWsdHnyGFMS69JWc
d5SOgpOVLDqU5bKYWboZg9CL86eDy447guEz13OyhaqR/stHtydwsZ1AS8er/9fkpPClVZL/pgcC
a4EG8S/0WLIdPDziZ79mVLYhgLxwfnMOI+VPBh7CPUUi0Z+V4ykkZRX0wVvbBvDoAt/0zSmfUcUi
ggNU/pjRbv+qmVUVO6VV8e52wdNs5rh60sUsbkqZct4uOvTJiFkUGMd4cVz/1Ms5APXBOpCZONiH
nCMCreYbffooD+xWV9IMVkOZU1VLQSVaD9RXUP5W22C/rOkfoRQhAIRg35QvqhNT/mDEWv7x1jbw
9nWNtcHwmzm0PVv69/V3uaAhPNar381b1KlEb6eGnvDiMfobto3yim7jlLJF8tDU7qeeSvvZe73q
D3VkvXivC8/xr20aJ188E1N/hGMapp9TBZB7q5yBAblSi3yoF3qKXYTej5jouUuJeeoTsXDDJuI9
jizhdF08rtMP3VsQnDYO3VtLwkm9A1RCMiiDL3/etV6Q/WgWF+eVX4LJwGrEfjHezTF6u607D0P9
gLekpaJtGlQ7i7e4V3cJCavucJ4Cx4hS46J2K2pqv3cX55/7OmHByq8EpHXNL8bmI1xonWGVWngS
56R6pfNNv8DvMVzDisVMy6gkDbZh6jp4EdMatW+9G4gZQGTXSjhyW521znhbG2W67ULfk79NYa85
xGYVxrsYiRlGwokxH1gzPCkzMmPdJ1XAoW5cvHGDY/gZ7xoTTCkMWEFB8YBP3pAem3bA/dpVdRfD
TIfN1LHG6NOC2VnR4d/pO8twssmlQehrnchDHo4Nj6aiGnyvdY8ZgSZ2fcB1nLGQ7R3s9vpZdHnv
Hei8uvbH0rgryV2+343xocyTAR+5zPAoDxKP82vdBYYPFrIc0AlExga3JcvseLnoFRnjYSYup37o
o0bKW5GPnI9XLw1aklVQakcTODvOuQDuQReaI2t5Y36zh5rDr4QNafFDZzVaZiJQYCVsvYFQ212h
u7W5uQzrUZPVTHDBhEXJCC6qV7jjJ0bo1dFr+OtvWYXfCcQaqwqEup0JnUthmFMfV7fO8ue+Qqu5
oeHv+Y9qazMgdil5AWjeJ30bvbmafxZpKwhgc5aAmAa3arZxFwxXsmiC9c2FM+dfuqkCDuV4y6TO
hkZ43uSUoMSHkkfBjKGRC+Vu0INhOlrWB3/ofyzegFJ5iMwoIlFScUk3UIBSsEF0UtBDL//j6Lya
I8XBKPqLqBIgQLx2brfbOc4LZXs85CCSgF+/h33b2q2ZtbtB+sK957asVIdtNLjOQn8MUntnQ/iE
hOALU+36Gg3xLnSsoXgSGZl/7Ub7hOde25mLC7lXD7DpyvrBH54yx+2qK4XU3L15hu6X2WYexzvP
mnANughxYZf4df/Te+6S3OGad24re2hfkHmL8uRqBzqYjxlEMDCoibOZXSrBonKYBdV2JdgEpbq/
zaYBDnJhogmtiR5XIlgNKOqzylDHYgPK1XfO+2X2gEX9gkgWSs5NnwASQ4oqQgjofDEyOLo6RNWd
guL1T3O4dKzbSMwstii2CEMF1YwbKaQMJEA2ANrHqt2Y5jrVDm16pYFJE7U7oR3MCV0Jz3kvB/Vh
M7Z9r1H+onlBhHNNiixd7qxxFOUfECNt+lBhuIS0AyZmQQ7eFmHwPNCn6R2sBfNVdxYle+1RmZzQ
w0cfaIObM7QyVPfo4gQvPe3U7VhqVIz9WqgR68jE6YWFgw4uAHXxFQjEl/bW6MmeTgO6AmevS7v3
HxIeXgxhBYSPO2sg02E3ce19qxY5/dHxvSHBAclwcdPays92dtUU4Q1PNOkUEP7WfAbTfLIZKdqd
59MLQBLp5puJ71tsjcdg+VajK0C1AXu2v7RNEy/DyRsWu/y7eGq2bvg/BOVzauvpgeTXSdxajvDe
qQxlWZDePGXgNqEzoC3ZNlmn7PeplNOcH/ku8phFNPZBj8kiEad/msQdokPhBtlbyiqVmLWclw/b
3gpQf2ZhGSasv8Oqf42yOG6x2DstJkpQeIV98KjQiivr5yj6w8u7uMBwWeijXdBJLHZ0mKtvvy8N
ccn4m9qgBAPgZNlXnwPsXM9KOqDMc5yVdZJ7gbNzVMFgbyiiDg3lkKZSPxv+sTjnHqcwZyiTZ/lS
L/10k4QZCAbN3UK6TVZjUW58mPFAgr31Ucsz/4s2THbvJcbSG54wg4p+VDiznManESRRXUL5jYEQ
f+PD8uQpUBkZ9Qlk++a9YHPSkDjFt46Zf7YRmmkQgwcHlfi7R1z8HVIGogJhXXXmQNKY0yOyiJqJ
UUhQ9oyolHwDEekT2VaMlvuKRl/WR4PwyD7nKwGIcooMoyffw88zmH4sTgXw82SfeXaD7xNx3MUk
TRwSpYTLYu/aOP8oXazoLJoJj1G3ZPk3L3n7x2BzhybrC/eD/RG5dDNUxPCY+A6hzWzRmo8qiGwi
bMcuflt0OTyAmWJyXeN2QN5GsDQOj1qO1TdVWWh+c8vlfmk8YjF38dCm0w3mkvKpCgf1LwE/Yshk
d4xCDKsgY2VJX+VbpOHT8hZM0jl3M17JreWytdz2TGQbVjhcRUcWqhFS4GqAkpJWnnyuVTvnuK0g
UrV2sVZMjV26LC7WSHU059nEuJCY0bPqR2Q1ZTOW5SHtJ7/dGSozoiAhspMojNCYvN+pYW2chHGN
RKZNmV2Cp0TMSG1mtySUDM5hIKbc2uee512d3BrQfCxuds/1wiZ+DB0HlnwbeCzu68nXwTa1OJ0O
pKhM6hhNwcoGB66d9e9RvtKGilbFLbodgRGzi033ldsp2DUFQAjDL2kII/6Djrmp45YvFcIc3nMK
ObkxGFWgxmKPdronM4TIATZo7RfnOmIl/rekoMK3rZFWvi1nZjkQEcjCKaG6xc+24+Ks4pmf39js
UUHDAKQbZw7RwSdN7RoJb2Cs3y7T6UWWdZjf1EvcJCfLj6trlROcjelPj6OzmdLFJbtbMtXZjRjK
PicccvFN6kPke6NyyC6DaKtstdCG9dWQHCF+Zs8heQqfbgRyx3LaDx4buNwxJgW9ZX7sgTfys/jN
tTHXHHXpoLQ8A/Yup88RbwDy1ckLi+PA5OwJQqD6OyLjQ4c/lrb8NFE/TFdifojyRB8LsBkWf00I
WI8Jf6MSp2HTaFc/uCzUlahcBAwuLo/nwDjkD6OZkOJeWQy99NlexMJ+EwDLcFfZXk9ujGhL+8Fb
ptQ9etxGIVJwS+ZtcxjGvDAaETqpCQPwMASEVPCVp8R8Can8ApBkdiDHDUTo3KJZYYXPulAL9RdX
lJL8EOQ/n9DjjAFxx0hzN2XaMX7Az2jA4Yhuxi6d2h0g+2r2oUhJuiUcdyVuFyrP6TZsSOY+SCPU
DWSJ6HsMQGruhsJ2mw/qyDEj056z4ssBkvEGxmQgFiSufoN2NMdKTu4blozgN+FGJurCpiPAI04y
F0HndyHaArNzNCw8jClT/Y/+epxPk8jA9TUEgLyhyebQx1DHbawjwSYk0A5TmsT4XnQBE7z8QZWy
fGHLdP+ANeaXcRRrHSZ4WOoOARKiNUoH011KmMtyWgZKhi1+EqxLIaXgBxHR9sInH4bTiSSOYXUK
0pzfMzfO/AfUU5VA5kLFpa9e6vjLLbRCa97hFgzwkxOhAvvPXrlbbUWXxLsdAAZs0VWV37rxTXdu
ADTBNgjcrLhE8KwsgMzEojx5gj+VbSJUmQyD0dpzfIKMsK8AXHNshWMbPC1NT8oGMv2UBOsBXxtv
A4nIKVfoq9sI6y9GeNs9BfDJxOOU9BG3N2oCQlPwpdW71i3L7G5Vt7/ylpAn02XFvAWDkzmsYuf8
5Ng6B1mdR8Rz/eBlQfzZR448DcSisCDN5HTrh1knzxmhnDDZqPmh2WM5Il0lDVnb129WkZU0Yild
M1m2GOL37lgStiOH0enhriWm+TO1ThvsXG33y5HFbT7fKOZa7N4hLld/0RGHfBAZ73f9WfqABI/4
ClxzWMOB5jcvt8Z+m+Ur+xO4BWkirLV0FD65Ge85lav08Yxh7weypMAYtHlDWu0mQ6uyEbVFdm4c
U07d+GHZaUC8aM6jw3qdA4MpSNJyZL+qW13bealYlyVsQeeu2roErTvbhYDO8bmgkk8OcLTEUx2D
3tyI9VtmsFn26RF7Tx4y4qg5UYu4NyiJTCluhVDlidhJsipokRZ9AtyDUCCjtP/M5gAzQ8hJexpR
ufL7Ij97AEjjR9+wx1K8M7GvKXmiljxA1kvzlf0FyRVR4lmwL0cPUpfiyH01zozobpA2+9LJd1tI
jb0174XjavchmceF2wYnP2Ig9NMvfeLMOBGXVF9HwfUcOo0JD4m0mUyxkK0WlL6FJO8WzUf7RD/R
YuLFR/SrSu3qCxkDhqyCKR1uee/LAF2uaF4QZhD8jZ6D/qW1chMBJJyHZD/UnnefsSdc4GdiGE1b
vXzXvO8x3dUA15ixvGfj2mTRBwgFpm0ENQHnK1EFwQnPDTtwQDIw9zTtH5IrN3Syo8upU507urBx
30JaroYDy5PU2fO92pjdE6PYLRWDu+w1852w27U1mxb/iKqj53wUKUhK+8nJM7o83XqWdexrd26P
ntPxKTgpuwQexRh9SGbN4nWQnilotiyUCI1g5rQTaRoFvxN8l4gUKFI7EJppwHkVHGw0VmbqeMWY
rBZPCBfn+S5rsFfxLIOxrYex4TIlKeHKMnRgIDpwuh0BJHhfLDkchLD01f1RVyDnz0gmUVilOUSF
rYdT42U1giXcz5bGJlGN3TWzKHDJdpzZ7ViT0zMbjnuqxr5wEPsRchDjFELP0N8YiwtjhwmGo5O8
tSq+8cm/BVbfqfieqToMIINPx+wDJZfpdcx6MlMoGxLwdDGplB8qF8U1jOEYkMiMcwbDNlLw3pVb
hqUc55Gl1bdEUAIRT6Ph3XXMyxkxVMnwuMQdCSdMHtQNyRukLzZ5FF/s3FLhmxbDcCrIAMk3vhqR
RpAENqMmYyy/agNMu0hRHWF2OuaW7WsSPAE/guDLlF7dlbYgqKrGm/a7kHLZ7xBQGrkVq03h5JfJ
BNPIC+nCLaSrBl2VK09NMkNxHTzSBiiAKqUO1C+DuW9IRdoXNOjBPgbE4d52Kmz1viXIRG7GARzB
Ic8cKq6RPLXsPIFF+9XxhMIOOyKgTXIB/7UL+XGnxA/AekNsIVHlxPIpXc56NAAJ04yCnTdZEqwO
JquNjz2bG1a6geaKvmvQkwQu30bXjKc877o/XTb1Hoom8p7XlG9wDtzb7dClzS3eWa3Gk08aX3eT
C6ew0fFwnX7YusF9UBqYQ0iydMlXY5yJzabGs7hF6A7AsaWN+dJBk48oDmY9jwgzwbt8RqKoj+DE
SvEmEYPnT/A7ovZuAoS1cO5TW5gJ5qK/BqWmETY7h9Uzs8UF0gJ6NTzDG82gLXv2ywD1QUCutmJx
n1ARZ9Tu+JTyuPPv8EyQA8QGYGW0LIQLzdva6dgy5PnYrb6VMifTLs0ZKNqh5z/OKbkDpyBRnFkb
v2B2TpJdT9QNKl2OfzbjxcxqNtrLQlW0UTyVMsoOTkLIJXyWAdzwU14KO1wBLFY3PYVI9JFZaK8p
+01OhOUcH2gwCql3y1yHfzyryJOdtq2le21Ibst3BYrkOyxn03NqRZnZ4Hdl0DPRxattB7n4WjGQ
fCpbCmV2k525cZWLStPDuP8UW3FKN2MIaT8QmpmdA0TT87GBVCs/Lbr1jIwW1D/ZdrSyGLzfkhZw
KbuxWz4XaRDibnm5C0C6wjEN6lk4ZN99OpRr/lVofH3nMt7iPmQAioZdeXkRsS5FUjr3mzJq0LOI
IIXHJhNGxHdDgLzkoqDIsREsI/SRO+46Tx7I6LYUaRbEk9d3HICRRNQZe+wfMdID1tq2HEuSfPEg
hiwDmAoa6I7+rR6cjcPCEXI7Ora0+FEuKjROS85ldPhkbQFQy4luRJJIHZBYt5aenPk6VLHX/GUY
ODG9iWzhY16vndQ+VuCPUOkVGNoxyEN+XlS/R36fx1+1rUJnL6dkii8OqJWBZEt7SqLlY+K6+pug
hpsoozpRPBLugh9h16AQmSh2u8K+y9Jw9U7R/L61JT69J/aOrvxo3N4C4uHI0U5va7G03n6awLns
kQvnw6+kh5ARS9UENkY7cvl6d+xtvRItYx3BsaXScZN7RTy6jaIpzVrMdsU8tne4Ocd8zzlYVPcA
oiRaQhB38W3qId14aG0a7O9o6uA+7e1OThHLY2SdCV55ljT+j0c54azS36j4cLnZ8HgMTLFuQgFz
+WPGmocEvuwakbJ3q9kVGcNqr9k5mLbDPUU+7Bv+RnDDX+E0LH78IrE3sFRkxZIGx5rV8vjdSWW3
OHOTxjqYuvXto9I9NfMCFjCBRBSQsbHrUISFhF+pyAhM0yUl1taxyFBhz50E9S0q8DAmXC1dJAsX
VC1jfO7s1hNwu7Rv5u+a2ODgOEqfFSlEXpzJn3lG3Yzw0kni3SjrZkZcacLydsq1U5ObntBBjxEM
kG/beHBsDKOoHuEDl0B0D/OD2wHPns0qK0wE1N2qGbGfdikoy2BsgLoAZlaNc1yypZ3uYNAGkokb
hBwEP2IKXydGHsW+K8M5OA54bLpDgzY7m7al15ck3kO6Ec9kB5GsyXDKac/CbTpyhVOZF5x5WHpc
ACZ1NDJ4BjVpBSSHT/RmmCkWJwUkiBgITX5IfQMNFx7DAaqgrvJTCeRB1hgwOAxJTxsDm7eW6KBM
bGZ2481n3ve9/+JrhLLkLbU+sUQmIPVyW2cmcTus5HS07I+ZhIXNLsiwlvAv2VZ8V8OcV1vcdp3Z
THEk5GeukjZLLrw3gYstOkeXX+MlAJm/IS6EU5qRsCDDLxZtBLXMBxG3UZn2oWC2krwG1mETgCd4
RXgL6JgbfpmWi/tjYvbh3rKvyMWvX6GsR4o7WeCLEUtLRZhEzjQUajFp5r5ANg+2MZAnt4kHF4nh
zErhpvSZtJ6MVOnqdhQupzpRIWReYZ5Bg9cz8996SDn+FNRx41/0DYz9iDBy1EAaioaSIiG0dFx5
xlhPPSEYdFXS8NBLW/u+j/+bvfo1AD0uH5QLQWeAqQvQCSdonQxPA+WXDm+YZneA4ra4PlPwOxV2
3yK9CyAGmewOOGFt1KEGsqb1Ht+vU4JYrEQg1BZsPj7pmewDg3pdZct4yKssKD4j6oDxonjy+qOp
WrIpyjhMDWv0qgtP42T35tgImwQ+q5PgihhbYHQ19jyTrrRSRs+M+/sRGXCCjrPtSgc8mFGKRPUY
2te+HPzpXNBboQblQyp3JXo1FsmoFRiYZUX6hFJWM+f3xpxkI03bsJ3xQTS7qqLm31km7CmNmF/Q
rSUV6XQop51N5859cmJg482ngM2f2LHSEi8OD1B4EoQqf3PKM2QsM1/e1m5PiK3TLu+6EM6wF2Ve
GWzhHe4tiVmEmZIXoSLAbcBctJmS8UxEVPTb1S5xyo0Xqe4XeYjnfdHa2A1fCQq4rY+MxTsRrqzN
I+o5Ym+GyYWuUGddGRyY68FAznVnbWui1Vj3uaM1sszjROp2DZ4+g9FkUfI7V6a+oA3JAOrlC12U
TdVOQVR4EyaP2MHMpkCSYhjXeXrpurYOL0AXxho3c4GOLSbE3tmzmqJUC+KYyJIgS3mwAqvOUG/W
k7dwKEJuRMqrkg+rr9PlVIJs7Hi27Sq6cAogk+pH1f8kbB1fRCEmVr44zlDK2zX1cCWRfzCbok5g
KE7DtlG5qr3NhF0OqMTs8w5YIE+JVwr98I8NJMB7mF0KkT3VjY8AhQYluSFdJhjvkYpn6bkLvV5c
gqmYvT3JEMlrN0qlUP/SA17hl+u3TCGu/PKrmKlc5YHT2kUee4FDk9vWn1h5xW+Po7zi27C718Fa
ZixVZP6VW4PS6xtYDBZ/cnhZITTRmr85+kI/YUkunfNCcttPEftNDcoJwjh6vmZJSQyMjcOaLzOX
Dvrmbz+iAYNGGobLI7lZyX0N8Wk+RmXp6S0b3jW8phZBvQ9IcyZkpg2qEyrjRO7spg41M1BEjo+9
w67p0LfEUt0vPZP9Z7ZVpHDw+SQ1xy3xSBsWBt6RFglaXtLlbyAU3H9enWYnJNVg7jFupS9SD7G+
yXwX9AU5O3DRfWWJuzkecf4SLVo+jUKO9aH0Z1uRsBRKovRA3eqN9NPuWVdTznCaw+iQIW6ujiqt
43slWW2fRpdpF7E7RYgtdSQqcm912gceJZNIbNyAAfR9UpXGBzU+SMwNXa8YyMSZtfXtFAsCGQAy
ODNjmc6BZeP0HkwgaROqGHMPGdD6Di4vcTuWH+A4tREPEVKLNYYYitC3jlUbkYqRoxTImT7Llqie
NmUPTbCo9VCrCSghXJvM3SBKi1Fl4nRaT2tMbQft8xp/RTFGtl0QWd4TuiOg9UNl4kddiuyvtDJx
WzEmZxD3P6TLCj1k+/myrAci3ntEieXcw2DvM0Zp4HirWw9MBfqwvhOrTnqKQjKQwJnlK7Swv8Aa
CJCbdQu3jZ+X5se2qYEDkgygbAR1eh6JIljnTLj/kAKOkmwuayn7nfAbPV/QtsfNLeI0LBFTlnxS
9c0+IV5N/DLg9fBujJeQeIWzIX+vrL75zgiP/5tB2bRv1iTnF6tFcrlly1jdaH6ldJdgJWdcY5O3
8VLbXfgWc44+eVPeFOi/OHwFGvxWvJQgdZszaTzjgb0fn7KKAoII3cYz2wDxeUdxAzh2Av4cfTO2
cpFzQCkrjsLLXOcktEp/FiGWv4rlEomLw5IdQwi2uPKsQqgTpd7MmjLktyehWsRYVXl1QppcYYJd
ifiDaK/Y6257QIKS7ThPCnOT2oPcKXNmZiQwLTdmGAP4Wwjtr0it+vjMN+gCbbbRPu8q4eUsOpqQ
jm6y8ghId1909qXHw5huBnfCV8XNW93NbWpG7AnGhkrk2NXOXaDr3C5Lq98GlQ8f+BzB6YSWyvN9
EFNHbofeXjvENG7+aIZBME9ShmyflTV2f9tFYLwPe0MYEmKRzFeXwqn88RvnHeNZ4MP+d2xmXsrB
kXrasNwTv8Sezr9sWqvhVi8RcsyNX0Xxj42EJ4dTt3TuSaUkfW9qgDucpqjhnQMyclVdB6286tDR
1rlbN9Be+yzLiEU4sXbhAXngQMYHUa7rS9v2LyaGwrJnjbqiBBFREJBE3U6CGvwXut2sSlwcRwjd
tqaXGCbiJHE+fdbB3m1HGtj0UuGeBmrjJiWxvYiWMDtbI1gfN7LssxrCgjiXvKUs9vvIqy7IysgI
BThR/2TWwjQ6pbB/VrXMP3CSxd8RHDyzr2bubtQcIZ1pPwY421PZ3kcNVeI2Tkao6XXfxp+gtbEf
gW3yWc3VkWYYFLPEQ/ToAfZB1zjsvMAlC4ugqqLc5hKXPwH3wRpKKC35hPiHhaOfEsQ8Ec+tHkrb
d/8CDBgBncvW/SoS9CQn7BZ0xG6N2IewrznY+8QZVfcutpGc+zsV+Z0tMOrdmbT1Vgoq/ANMVAp3
+a7w1HKGuj6BKCwnkImiDBt3l042fpfG5J2kmtcDaEz0hf1Jj/UE2Ayahn20QxSC/FQl4UU9KJJd
gq1YbHB3qOHRtLQ8G9ViVb2pOy87VQNdwmXWiQYQ3jIB2Cw0QN4+sYYsOHB2z2daCokYmChX37oz
EhtGcBIRTc8eg6k7vjMWTcR92bBH+IetBp/2fggaYKOHETF1Gl9Z/hEifWTR4Hb9PgvwlNJ/OKOX
8Tnn8bM1CS8FxhRGQ3tbDZ77yiEeBHsvSbJuOwdF/NnhmOj+LjP+arlnltvbW9/g3SawW7rll04K
/zL02AewlyAlKAmBQmO8y2c56CtCvLk7DGauERQiibGmnUclFvG0OxYuSB0xuntix4sjwoOVqzf5
XDghjIbAad99OK/1ERduU9/NOEMtbJMRvOctCK4qeSD5K3WYfC8MbVDdzIiHWZxCdcBfTiIO1DG/
2OaWXMzFcDCmp4UDGp0XsYExHmRERmf0Iz3NpAzGNWjADzk0sLwV28UT02uyhK3E7duV7QFZkV3u
bRSJT16MyWwXlOQHMU6xiteMhADnGjU+xSsDCeSmTPZb+cpUbvgNeYGplZU3Egk4+VzLeH98wTaQ
4NotT816/Ae1Lo9+443BqbEZLbPVAmFzYrnjxH+J90IMCa5Q+oe6SRB6Bxh8kxMJOrPL4ly2orp4
ydAPf7ngnfQKFILPK8Owt0J0avnsrPX6E0qIOHqGMrVuFOdFAicoZh7rw+oYTw5mAfXFHRcr5yS9
GNElVezwHszJnB7jGNP/RncTpjI6ciTr9PKCwUpi07z4lIyQafxCldtMUfNuKxRK9pNHU89uoSRK
PbtPFAZVbgAQUvkC2ZmiCOoj8AalPAWYqJkfqHoccgEUVKgrcEfvtwPQMd8yxlDdy2gLQt+YiWsE
RIEVnMscSNKjSSl9PxocE/7JjRkOIaGqDNbzZBk3c+xZw3uSeKq+qQ2C2i2T1UYQb6Xb8N6tp07s
GVQK7gbiKet/js1K8IB8zYNxmlQJI1AXjucz+vaxOI+JYWTGPCZE+hQj7ZSPLgLUzwE/mHttSS3u
D3ZEgQFDwcHuM+d8XYeR5PaVFtFORm8x9yUkaLctopMfJiT4vkkJkLeIAScbWDxRBshSrahJXppS
zV/UFfP4qEMCnIkoMrZ3RAHnYBmyGqnKDVrzqrnGcdVlF9IaguyuqVn+7EIAhqys8XpUDHeAdrsY
NrEBAuB3XOiqDMAVHCb0WI0OiQrArdbd1ihf+vZxKr0oexnyMUXfz9fCoTVnLOO5ZsLIekh9O2jb
FzoNQ/RobMclGyhr6Qmi0DLq/fcGg8oExGLAs85/UW743qtw7v5mIW30CSPU4J1G5dnpO1eebT0w
MTfRk4wz3Z0oY0gWNFPg4hl3ba6U0utk9TChzU72687HPgkPz9veT1Fu0VOzzmbXJMggiSR286j0
KE4pczpiZiFdWC2iI3lgNm2osB3CjNRNE2O42fte2pU/AAngWkxJkH5oaeLzJLGxMFByyMVCNDK+
Oj6TDkRz2kxne8zwhMnY+D8ReevdtmUwTfpQbnGJBuHo3DEKJ4okz3hWd+sN5q9TV/89dEALMfCG
E8UCsAZLg0wI+GbV2e1pGcWw0qo0hioRIvdkZTPnDVABBYq0rdRyEwVYmZh5TTAj9aiEBhBoyOPp
mAvF27xHoNIWavpjVWnxOCdhkmCcSjwUm0ixITfDxHufGu5HLJFt/CoSmC9M5411tTA54FTqeKG2
CPKo5hGtyXGN4E3f0Fv3/1LToEaykOCzUW5Sjz8CIYOBupWCLKcA/IvxGguyh5o4YoeM12/nRQNW
SOTfSJMrs6j33M+zeqeR23+g62e5l/qTIWcWn+EnmhqHwCCyVM6+R3zdfmQw/tYv646nc8r5ruUh
vcI0ZLBZ5LUa3sGKFl/L4nQrUs1E1jYJBvcRVJB5Mk7Uf5JZWf1zOpl/R+TN3jiOGYA4NgjzNxOX
OTY3pEVfDEdRXrWzbpt9C4fB2odlkX2EQwUCz0b//JniU3u20MYnyJuRn+wMlsW7MiEwaxO2Nfor
IG7tT5dTrbBnd/JHrLTuWyhc51+epv+nNQ1DsF1U2aLOHnwtIF/aOdGAqI/Z3sWVvfNth3NxQnqa
79gilxeFMhPyETHHeoOCEaayAVdacehp/Iuz1KQXYY9kkZFFnGukorA4KpWPSciRGeftks3YKHSC
eG2jOkFHQLdnFTj6ZP2vlU3nb0nTbH+ps+p075gqSClgKqidWeUElx7RocBJJdmEq7rhd9WE26S0
FUFY3Phu0WMs4rwaCItCuKoEGhX0ilk0HjkMyl8zavltGc7bFQheWjdD4+ufgBVfiIavrEh+DRnI
72ML8tV+WKS+611bPXPnxP6JJD7iG2Z0s8AwKj6nzcC5SvdmpUF7bhmBgvcb4+K51R2hlA73NYm+
NUvbvc3K5Z/sBuvFoAg+Lbpx7mEqr3QdsEwdO7M8QXDC1b41YeaUxzSKMaHNSaEubbGErxUUjGE7
wHFA3VjX2EZShyIFFQj23pCN4IOFaEafTamcp3Hsk0cd2dyFsSRAC+hAPN3Z3VgB5kBK7m4S4GQX
TH3LtxipzreJS9b1xp/owtmw2jhq5ThNb0bMcDJpRtl7srNuUWe7FTPhJCzPHmKncTu0Xv/IWk2/
ZPFcX7OKeKwNmhkGZ14XdI8F1EfGNHEw/bPzDO0ImzD/6OZ9UR96QT75wbJIoN+iOyfAUulp+YN9
Sj+rdowRkYjVG9yPdlUeqJtINOe9r8etsCin9pWXLmZrUgXeCjGd2DDjyx+yXCTf2J4CZkSm9tId
HsbsKaSxDagao/JrcK3gJ8z6MdvxJJCR1dCSPYXQfvgxbHw8e5YI+hKuNoXtEpcWk7alyV/bcEan
UlrGu40bu3IOIZWT3gRdxgEatwySiA3iXN2EwMk+2mkKMB/7fP9UDRGPBhcaAiHOBtjsQ5PaD2Qh
ck4B5LK/YvZEPFT1II/d3Bcf3uAUH4Bbqs++dxFW2mKWtywcspeo8mFB9xXj+vNYZuWxmKD97Sb2
2p/IcOiQokAj5TcLIihqh4yyN3BqyJsOavPkBOWB5XiHvXU8y4r2WUUIvsE7zey5Wl5G8ExNQzlA
sA0iKzsQ0IzpHcmTzJfghyz31oAx89qPkm7z2fUtQpcxgCjsQNp9nHELTXsLJ9afIknGe6Mw6VFe
Ox5F21jKZRViMQUDKVe8WgKl1wbrqEATGceh2THt6bK9QASEkLNjDrzphnDFr7NtYZpTB/ab4v1l
oe5XOehxQ7O7idt46LcMh8aGvThKgD3CCXjP5Brn7x7BX2Kz5IZY87ztFFi5MSEZQncRLVgMNkwe
So7KOxUs8QVhTDPt4N9n8WfWJe6/FKmTv0HD1TFeL3pMGGVSf6WgGi4iNSv839jQiek6YkWwyly9
w/2153uGtS30DxRb12SanPJsZxMkE6AdJagiR0P2zGhc6lPVZqvwEgYF3CfdinhvgV4eL6AqWSbK
FoUnwwrbuxt1af0OiLGP3vqjw2uNDdY5Ek1//Lm0Ub8Pq4DdHb1V8pq3MAnDrNHP+VQG32HbGW5R
zkB8qrBA9rNwJFQlRqG3cpBgNmnQQPUooGnFkdRDuHHck9psWscpJ6IPAMghD8VGCEdHF0cSi2sc
QjqOkpPX1JBGlKF63yfwxzwOdc/8c0kwivc2rVDPFruzVlNC052xctofANbZ4U4+N9E2ZV7NPtcC
gw6MdAwqBh7CizbcaKxGgH2xfRhSFT4hVePqxrYWX9kJs8YSYqS3E7ap3gvCcTPo+nX0hlAfW2cU
G/fY9Cwu+XLwk9vkEq6ZmZNa/dUVvZvTlJ9tUVbJhQJC3vP9a1ThTZZ8Y0GuX0tVMn5uIhmXNzGE
DQbzlmBCkLJK6g7tqOrniIQcyuc89q4SlxP4nck3n3Hcc0uz45DtLrGdONiPPjn2G+GUDboeJtY7
w6ZLbcYMhyRC/a69d2l88eZ7lv7mTScPw/ej+t+E64c8WSQWCFXlkH2pEAe1O9BJHiqRwIHCmdc/
hsQNMWrM6uqMgL0ZmT8FxI6tRSfDjmBy3gsg8+xD2BWvXmZiaMBVqupcxMk6/u9y9IIDJmHyCti/
chvpBLWt6048pQTMVHcTwO2fGE4RYTeLTvU26fP4rUNOOvHiVv2dqsvJYonBy7px8gH3SuG2PQkH
YfTLA844B9JwxXA9E8+cjOVzvFRttfP6bv5jY714ZOHQe1vG6xrUNzysu2jp1yeGzLr3IJjNmaRa
KbZLF4qVRxUBz7DjMY8Bk0zLh43U+YobEGOFGABp8PEJxm6BNzbo9AmbNlBFExiPfBh0+/Nkw+4S
LFYpWnLLq3dFaLlXmwKMrJa0VBfSv7Eq8XU69c5tXVaH8+RSjPUETIqtZVqHHTbVCVYgewnNvs0t
v90j0ubT5xgK3gqZMrNNEPcw99CNe+L551drSlu/+46ifSunkTlGj+D5cS5XqxTFrdpV4PWzddCD
LVZT0uIbKiRt2YBp4NTiuiGwJR3HV0INq2ca7/F7SrIcW1FHTI7FqKHZVswsy01CpLjYxktp/8fZ
mTW3jWRZ+K909PMgBktmApiYmQfu2kVKliW/IGTZxr7v+PXzwU8W6SCjpqO7HlzVBRIEMm/ee853
tmZD2CH16mzerawsfkGyXr3UkPciNsfZyRBqIxNrF5g3PIaIQC+rC+1fLCqOvcJ7EjnrPmn69wAq
1tepYP66UBZd3DVxcaHalQ7Gsq1PzfpQOy1HL9ThEdqvPglfLIF7ARQnwfTXQa1lB3SFAVodDPL4
tLxseAsKaq1lkNGpXMFqNK5YuTjQ14hQkpWGXKDfYSXw7zFzMdWy6HxAZQzZdkgmS2W0xGuoXDz4
oc8ewKgbSLqf99/ThInPBmdUvTaIDmBKWCK2od1ZVdqKKX4XHOgv+5RbRa6tBpyQ+n0zRMawcrME
ndnoMKa9akgYfcbPW+8ABuqMByfkjoxrGbEywjajdh21kwd6gUfCWkHisd5arYEbWZFA2VwFDmb2
zfy4SG4vb9GaaTbMDQ6g0CrRDVZkcmm2KjcatmcOUMSBj7AESR0f8pLyKnEEbAhHEG6ASIncVyar
tQ4C0c37rWP0Zbuk+GTrwKZcHmyyyvxNaajhWx0OM/GlMjEMM3IVKBiQexDb1bT5O71WAbbAxIay
0JAbf4kA2kCJMcjQW5QZ4suViGNYPLoeIg6pIGqDqQtz470pgEwvWcLNhwneEDIZ2ZMd1aHZIoi1
ESPDfHfGytZB3E9XxhCF9SZLVfLVGcdALgooWwgwqBeSXVMXLinSOPm8LVldHEPoHoIqrTja/Ira
CA+k2aDmuko1u4ZWSClD71H0wtv5tEqwtg/kX8MbSu6msRMa24vfZc/KJv5khW3Cc+8j1udvbdAH
zIry0jFWZeb1HF/J8/1OYwDWSDvUBU0lZnnWHjZMUa3wW0aPYVxZPbIG/uYKw/LEe4GVhMxthyJn
ZUkteJ1EiurbDy3/Mekyq1mT7iS2na2TqTTIuL2j3hvCrcmRMlwINiKdt7+FplNrsfEB4Cl6N1pY
L8uq0LLqGU67s0/1lsliP5mVvpUtylB0yxWHO2YIIfxuCFT0eMwyesd2mv3EXG7ky0T38GwQPWlM
a02oQMPRhbuDZT3U6KlwToG0R3EXkHrZrdgwKyoZyF6vXewA6qvaRr0LNTkV3hjLQIjpB3M6tWq7
nddKgRCSCLts41Dx/rRoQPqrCB05BSa2lkfsQmy4Mmdshwmr+enQoqloSZg2MCVccd6203Hdg6WQ
6QuKIUZ3Rd2INQ0VFCF09DjIJZAWnum3FbclTTk8VkmV9c8pQEN7gSCHaQvaHFKVkTGbtCUjO5px
/USP+qkMd7UuU5unOB2B3tNubX9MKKuidV0hsVgZ6DVeY1b3HxnL0dMIgjZcZlJNa4cjJ3z83Jcv
VhtlN3pNkslK5BZTdEvm31LbQkYDQ6p4BGwWPEyWIzAatMn4iy7t8FPHzvJGOVlcO/Rbo1UB4g9q
lWjSdQJt9CXgBz4wpEIpFLe09sMgB1xfuplAU57OnTa3aOuBIU5K7BRmnvieNwymEbVu1xcg34l2
bn9QfNFD5aUsomSPaCZQaFSdvDNpRbA8r4xgbFlEdFN27pOLFy3bNEGn7IVpjH2M3abSba9bpA5z
6HY5GcPY3IaxmTNfRmhVfyMHgNtkx8yYaXDXoW5d+XD6W0Y3+ViiPKKtzJw9m0w6XktDS5kAhzyf
c4xGY4XbhrjAgVn3qPOmlIbvxoJdDy3s1YzpsEh9L8GHNLFrDY8mshm8FJIVrHz0TNtkeANbQJG/
Fqmk9V9MZeips2z5zXGAlpEE/A8jC4zlU0QoNJD8vrDbG6LrXLER7RjJrSLQMPvA02ra8CLMou5h
MBa5WgN2AJJ4bbmQWan/faMFOh8khsLFS9NzaO4Cp7XrbOe4ZC6pG/z6DCDWYeCE3JDBKiDurOsY
d4RYgyIcwKgE5NYtdPr7+nx64ISPp2+gVHO16TGB059ukXwzugPhySKZioYNnx2qtq8j8gO15WBk
OakTiJ0IXMVoNbPAekDtEenjE8AckoGXQYBlHeSCyfKD+yf4GrkQxhZRhS6VyiLMDDy0Slqcz6n1
VoLI0nuJtJ68+wqpSFKzPi3wX2vfKhpuv5QQ1Qu93KpeRqAGKKhSglqWTejJrwy1SfBpc9NAgycJ
PV+FOQaale47ibXsOlX9miXDZAD0IpqxJ5XEh4+Unazz2AI5CoBccBwbxl+OwmhNEHY6MBFC1k/l
g6UhXuPD0ndICk1JC6Ko7opWk+MC2rf73U76cQPpne48kRoNyqO2oYtmCwtVXN824duARP+bT1Be
uB4yK6PvxGGNxDHmYnLH52D27nBomHYYpqjyAQRTlBVDCcLdn2Qr+Kvm3Im0APzNuc5GBDQ1OA4H
RbW6hADqVWuIRwTE55JUkbDL3Fc668hXsMKm6loxwkdSWccIIN0m1Q66EvRnpBWVvwKasOMynaRs
b5yoMp+o+VBu+S6F8WLSSQ5d9wLNy0JKwEpC163oiuwT/CRFxkBlifkR9VFoOmS4W0Kzy+tmfkRW
EbYZbav3wxRCkDIQ73peZPtLAswikB/G5HxRnGgZpqKjMMnO60yMYGg/yRIpY9LU+xF92MAYixrO
pOlTFBjAWR7IP+MQjMAbGkFGcEgbVI7a1VXWXEde7atV2Jl9t3SkRzMC/Ar/NFwduYiy3PuOkqj+
6qIKpUjFZPFTGqX1A0BYx2OiRp7swmyAxQ9waxdhA7x0hbVNfHV1ur+bjC71HsEY/SW+W7xr0djv
QSwN32VmFXemItB2EzLD8dZE1Qh3XRPCxo5pzWgjq2JuvRImxuOlLPmByWdQVbIkVYOuGixXV19A
2oJZ4HTeyLA0in5kSUY2a1Zn2j1QpwT2m61X11mcwVe2lVNu05AAxysXy/2N3lTxqx2wIJMRCkhw
Be8ADSLqZvRLRqOEvfCmMP2KxsPA5weM63sQxuNHD8GY8zVqk3ohRz8MFzSGOftwHAY6y+1g56/p
iX5Rgdm/mVOTP3qSH4r+YkYjItPg1hMhZoHLHXv9PUplxpi+DQ+xMXdYw9QaOyDrDs+bIHMO+91A
14bTHiYCilcMAbbfR+96DrTViMMOz4IGyAHf0xR+dUfDVqsALaG7KRhQFwsKAiYFQJUlJj2DzRrA
eR8AiiBgC+cv9jmS2+z+g8PfSExyOTQ3/I7YhiLDC+dTF924RctSBMyyMKUzMxXsN+mK2ZY8pdBo
OHtlyOHIo3jgiDVwYtdC2e7oTFblslWGfATjM7zjX6zeI04sH8xy/ZYD3zS8JniLD8w/m1ew3dXT
AKMcylBggNcxLMU3BgLJjfgPnG+oL6n01yV80mJX6nYAWKNyOzK42oJB0HWIrp94KoWPwFz/+1//
+b///TH8l/8zf8yTkTH7v7I2fczDrKn/59/i3/9iqjD/6dWP//m3bUldF1K4qCptGp5oUPn7H++H
MPP5h43/CPQwqKuaQXNhpc1dBwq/8ILu8fxF5OlFsIs4JiEqhomCzfp8kY5bx+OmCNJSI31OEi+m
ZxSiDYoel6bW4h9fzaGmNxxpWcrii32+Go8CZkPHRvmmU0+u8VwBfR9Nt722GDf8On+x0/tnSKYL
jq1ctHmkOH6+WAwInzE6QV+Izyp8SgR5skZp1uv5y5zeQWmgS9Wp3kxho+T7fJkCVRUwKFfAGcNV
dgegQwVfe9T4ajcKx/Oezl/OmP99fzwWwnVtm0AvS2LakiYsxs/XG+kmtiTqqX0G1xzfQQ77gVLO
b2kALgZZl/2W0Szi7tToupJEB3OkDHdbL/muMZ0y1/YgA5Z5lr6uYwQz1RM8oMyHEdKJgoVZRVEJ
UQGnDzv19sKnN04+vSNcxetnCmGT8T7/aH881CNRpojIJrUH/5gSUGABAhrJfUzxNAR3U67Sb7AI
5/jLiO2CvSsBNlL0r4Uwo/r6/Ic5vZM8aq5j6JxplaSa/vxZ2pGSmoFAcMh8uyajSviKgm0wvvVV
YMOiwmakM+a5OX9VdXIHXK7Ff3jjyLOU8/P0xx3IInibbd91e6fPvB/EMqXPLKUMRmavOI2hTvTj
7flLGqd3nWs6pikMixfBkPPf//Oa6Rww2+r6fuS3ca9Q+o6QQMniZm6eeaQU9WvkuWrLxpzSq3UH
lRRvGvm302p0e7+C4dbA8LqwGrind0IZxDBbrqVQWEj986cqJmTHQ1dD0SIXt7ETCF88HFe9GQm5
ZESbQSkUrESwejNrF4xsxMsLN2b+if94mVhidRYGhL7oWYQrreM1wm4gyoyesc84SnDULbpQbTkf
T9qrRfTf49RkfUZ3v4MtXwdjHRAspPfpNfNNV4+vrSDGVchBTqaAYliOxOr8B5RHzygfkIUC7ALb
m+safNDP96jKK8+OsVTv/b40puhatQomFA2NgCDUHoOTdiuqsRuupsDBqMu0bbKNZVQpV+11p3fh
OVcyZlKQAfDA1pERz/hELenXN/jGIbLT7up/VUCcCUMtNeb5y3rsU+iAEcAgDuttBD51JH/KGwiI
rponAkiDpsQoUXAaJIZJc5qV6WvGjrQP2W8Gg7LkgbDiIt5wmKWgRNfXjXsH9lEPRqoJmjWu86Bf
RwmKlOvcC1FiIKnsn2UHknxNsicT82XA+bq5b1l5xb6If494Ey3q1SNBuoArM86K0xIkEZlnJiK2
rTbFunbgUyWvBo2iuQnvc7yRSR92ux5XaHrdlsP9pIFge0Tjhof3wuN8/JbNv5UhdJexAZmCis37
829FKI2ewdM09j0cy1sAycwx5mwOQlqhUiwzQRTHCmMKLgNaHh6YzL5kmBTYGxmCY3g+/+jMT8bn
R9vkqWG3tVwpWHCPVtom74UPHKU8NJP30NdDsHPxmy/7pBYDL338yxEZWM/Oyy+sNn+9sJSmQWHh
zuvJ59ug9aKAbFRUB4BcwU6PiLO3s5rGW2GmjxHwmVcaRfxhhYZ4d/47G/OScfSlWVxt3mZD2g5m
8s/XRhDGszCMwaFAxuWuqIhJxx0KvHvInBF0IONMrOewMxAiEFp26NF4f01cjjrnP8jpPbCEqeum
aUgpddeZN4E/FlxgOmhlcw3/is2TLjzDXBhJOt6mQEu3uijD90hXwRK6svZy/sqnC4ZQbCvK5dYT
wWQerWjgCSaAo7m2x8w3RBvw3sF4y1E6EishzHFlKKbbixyd/sXF9Pe3+nz3+a6IT3QDRCDm+aNt
Rg+ToUb1mhw4itqEHnUWzqTNAKvNSMDZQOVlGJSw1yOdJfUocEU2PQ2DbKtFM+InClaIIiMEa1pn
qh0ev97bmyx3w6+hIrMo+jmmAK/vxs4rzW0fpX2wbXzTZSYKQY4Y0aINGP0HWHAXqiAED9ZPZZj7
CtHXDZNbQhKTmreQoUqo3xFIYnKi1nXmSGQPISrB10gCG33crrrzpgBLEDaWHAinX0F0wPoet/Uz
hVn+iC1z+uaxAnp7mZel2g6DQbO2w43hbkqhR/W2xjnKULtRnM8D1er2x4TnNWVAgsPmWioJAQIs
Sc//1woi9cg4NL3Nor7VtiNsINR90FFQ1k7csOa6glZGCBUov3Zld5ZDfnNtKlpbZH6UT4FGr/iR
dPomvcFmSsoNLRYn9he57DzyFbEwhOFtPaRDvLGrwTkAigCdagde9RU31BBhbQSO+yZVKr+BaYNc
wDSqJl7cztS2DRn7o3OFyrYMegAzm8bU+52TIl566cVY7RAIR2hJFYdn/I2UeAv8VmOwVpERY2Al
IrCuTEygtYh+VAx2SAuDZuxmW38sRfnN6X1bPVYmLqBHO6pRXlt5IAlBHkGgr2sqIoiviIkANJR9
pt8xl7OjcjP1E5LUioQcZ4lNiFd6yLGJvlXK6PNbG2nCjUGiuvrZj6kD7CvtX8x8HJh9S1ovK5+c
MbI40qJf4341kQRhYdvFg80haYnOOaiXTPBGbaknk3MdYKYet7J38m/kCKDB6bGOfVW6TEBxagpO
pwJUQQTQ5JvVuFW9qUevsF0jdwtjtRjxDZdIlavcIRwicmQAn2fse+Y5aFbd5Gq0hkS/oufdfS+T
1KcpBmAcv6WAN/Wl7tVk3baY/O1NYCL9BffVdHZKdHNkzkGWorsx7NQWT81oQN+dSehGuBKpq8YH
HoQkfa+xM3v33mDm/ZWGXBP0uqZFxdZmeoTD0+jj9CaLw0Y+S+H73e1U6rJedENgfkxQSHi5elof
N72Z4l1ewr8oMTcGUAbmSMhim9oosp+1ctImf6M4uF4hoEWEsZmLGiqq1Na/DFrhBBCnVTGnungy
30RObQ7pPYDXvtDQWY+VhVw0rvd4TaPk0STshBTyONW8h/OL5FENzk6NPocxCqd5YBRCP1qo0JZq
VT4W0aFrS/+xCCEBL1B50A4cQnA+1Dn6hQ3h97p7tDZagm2JWSsCLts6KnbJ/eBtpl2xj0N6wzRk
INQuA+UwmyTzLjaQ4ZAANRFlZm2akjRa7q8XuIRjGqA/bguHTv7Wb/y8vGamY0Uz7ZqXBgDKBA04
NQmmMBgQwVHIR8v9QQo1/GkU5EOYk9uAOpohYFix1l6oUE93Oin5PhxlbKnTmj/6XqmjEx6JeHDP
W8JHZdI4tAhk6bFbCAJCJbYBEpTu3mIymgerGjdB8M93fWmbhgBByK+JCOpo11d1Cr12CMMDjUZq
LjgD8UPtEvAk0hL5AvawnQSUv4NMa+8HV6vXGvL7C0fb02eKt50+DWBhl03fPar+Bmx3iWsQgZbI
FIYCStRw9Le8uIOz9ntOX1c0wpR94bn621XpvlNq0X1Q5vH5gEBr/MyE0R9sXQ/2OdKGn40HJEah
QH3AumNY/7zKVbrt6BRYBruUYx3VlV3REINuZfmhJtEp22nY6wacFmD4qjLPbUjQgePcj2X/goMx
2naIfjGXUiaiCg/E4/kX+fTpU7qjFE0lHj66PXM19EedBXpwcgvDKA59lSffauDJt0BmJaTAqbhB
qDFhFfdZbvpBay/U16eFFpWOUkLSr7DwFB8XWjbbfzKU+cFq6+i+ay19NfSyfR9sB4ZhIjk0Yzs7
nP++f7mooVAj0D0gTcDUjy46IHnLahU2B4+J+Kpuc2cdFYF+O+p58AUqSHzNpEpc+KYnN5lqgTM6
7B5WLscWR69XbI+kCRa6d4gT1W6IaQifncjJP8DOkTGbU4gYN/jNcPw3Lh3t89/4Lxc3hWnzXQW3
WR43jIAH55jOuugJRX8yrdxaljvmunJrFIS52W6Y1wubFpG+0jMi+M5f/KhDwTM19/RYXKgo7PlY
8fnxYqyIbXkokichgx4Bv84vS6V0qw8JsDo4yAjaYuvBQo5yrYWR8XT+8r9blJ82DdOYW2X8Vcda
SMPv8/XpEUPPYTM6/CYnL7UowZaSO538Obhk29G3Ekg4dLveRqXKnsGqYmRweH+/jF6WLhrwZS/n
P9LJA8gSA6dw7kao+TE83jlj/P1aQjhaFIfJwUptbac7FqFiJuiHXRR33m03EVBz/qonqxzDXt4w
QBNM3k36n5/vw+RacOV8IQ6lp3nOzYhv99Yr03xt5qUbk3GitR/nr3jU1eWXNx01314E6oYrjKPV
HN8Z4nr8ywdkaulzXZJYaaNY3kKRtS48ZKe31LIMaXFUV+yfpis+fzkfTVyHZdZ/ws9Ufc178w2F
sQIgayH7br02XiutiP7pIZ0qVrBnmrpk/aRx8fmiFZE7pIjilg1ry7/hzOYsdYKRKPM8eQ+60r4p
M8q+BZVDd6EBenpruTIqc5sCjCbJ8cI5mUM+xEkbPOX0Zgg/8YH7Gl3lP8BpwZt7/neE+ME3+fwO
WXjWXIwTgreIZ/fzN815mDlDhfaBKqGs9lgw+pJFa8LAvAaXLuqfiIK97hm9hY6syTdS2o6U4Iyu
83bodPAILrr/ummMbKPMQvsBZYL0tDoM08ee4EdvY7UEXGNVQiNCA64cguvSiWuL4AbdJpKvbmEi
kxU087MbJILh7FlIq6u+h8vzSDVutB9IK9zkPpZOqXPKAqs0PGDHI4Ku0awC2F9fEzBtcap+KdIw
/UIoZECCaBgC35mw4hKk0urlh8GCEK9yFVU+upXa6uCQZPF9XbWOt6Kw1snwCrLqJ7CNEcZBWxfN
HZJI7S2SomvvjXioX4Iq116drK0/EriF0dof6ulRydQjSrBD2nirW608iCGdPnq6cE9BWpHLEXe0
lhEXDozpQ9MEcsikK7jrLTNEWKtDqr9u0ig/tJ7RNldZVk9ylTOZWBYgHZxrpPxkDDGQR6kgIMGn
SLKHyd8xfkP96GBAfYGhjECr9eviF/pAzMtYbKp6mzh6HzxlnNy1n4jPyvxxbONoRfWXDxvpzkHu
Hm2WW9hE2INp7Da/+J8w99SC/Yer0CetRUMYAPI0vfui9fgMv+bgQgnrY1+4JjfTctZh77XRagyM
9g0jYJmvo2rK6gUNvBr9JS1Za1GglaK+5c/VysSlABPdjPNcEVboM9gknsp0Hx1OS8PG0fOxuhX0
LsIvso6Iz5jjpAYcRL6FYXegpFoE5HHZSylyuavyDEIqHcc8X7TYTMRWhmna3pUjvRMgUgBDX2xZ
xt41QZs4Jkkq9UKwvJy33OJbas5KX4m/5qW1Ry9eIVprtx2JddYT7KRaMLdHOL0hgRzhPGXkiFvD
dDmgaqY3DWg0cueV5r2rPpBFogFowL5/KRmc44QmlTK6keSTzLwWA8tA6rRpfpUFXvhObLeGS9MP
NY7y3SwiXnVFH334bFNENLXltzTJCHnR4FZtejcAiByFvnPXVBPBtKVH+PQr7e+8WNG6G+05dQjq
hc3zD9ZxdMfwa4de7AeLf1PvW1zO9wjYCFsogpShQcvi1uIvbZiKAYI3XkGFNvoj6BHF3N4OlTo4
Hk3/2wS49G1fda6+o6ZiFaEnEKNzJDc3KEcUOWEZPmAXG4aNOwvdvuTd8JugZIugX/BRRx1Va8oI
CXOMllmboetRVnqAsLsdTgkNr0YXo6e07ZpPVMPMlXdRUDWvqM7ajwnk5o/E4OFGhDLDPOvOrb9h
VR3CW1LMovxqGDO8LdMILEeE0QBuooZHfaUPntZx2svCV9mSKPPDq5xG0BJogRmZbWR+lKIZvF1c
tMT1JSkF8qonaCJEwsVc8Ao6XkJECsmQYh+4cFCXsVX1zYdXI5G57lDaT09RKzEZ4r5u6B5KpcXb
EnU/zo6mkC8Dz6NE1sJusYtHbWC8SPgakpCgizdREYbFUi/8AX4dBTRMugGh30rvHE9c4XuM4AnZ
2BG5g0DQ4BmlpkcHLwmNVeNV4t6eBhuNcIShJtxwHFY0CkVSvArXCPtFK70+Rxtlk6n3NvHvJ0MK
n+kmo4CQXxrLa9u7zqOdtkwNJ6u2Q6qwCwrfVC94BXFBeaKq7lruaitX5ZzBfGMVOC82ZkeTYiE0
I0o3gwT7As+bMUIsMiTlTsU58+CqtmRhdgnTUcsBpXOxwsSjQSXKR3fNv8Astypv8p/xGPY/0cdn
XyzQhO2uc/mBkIggYNv5pU7Yq44Aima8Lev3orNMea9bIVGeJilmBMpZhRVcj42OuZBWIdTDVTng
fNhqBmqWPbye6leOeYsQ8STXfsJ987ubtnVluS4JXQz+cZkiGCDOQw5Gdhy1jioGYfWCJLrROjDf
9cEnyKhY6cLBjyrH+kC8LBgjP2/7Cxv4aenHZW1O1ZxB7Jl493n7niq0nUAurcNsGEVXB+SVRcK5
j5MpvVcqv1BynxZjvOGC45zlSDLAjtsZOLLHzDJr66A5qv6GW3nO7kQ3QmIRTbwZDrUrSz35p8dY
prJK0q+36cFLLE6fv2RegJqMuiB5AssPZtd3S1B/edo9EMaJnVIbIRI3zEsW0q2d/MIPe3rIcQzD
tCjFMH04J4KCMNUzWhadc2j7ArGcEvTJCegJ0exI7PptLBC9TnR1loUxeV8hd6MlPV+l/eUjWHQA
aMnRReJgcVRtMwSuBiI8sqdmiAmh7GPQQD0hRMididlk6Amr09fJqsSZSuRJEsvu/vwnOH3MwPwy
qEFro8O7Oq6HOeLqcLjs+onC1ZppH/2cTGWIa7zY2aE2q+zL+Qsaf/nONuqv+TyFFIYezuff3C6K
pgDCh/MQKgkoyT5zroLSoI0QT7ENRU8WtfoF5Cp8oHesade+xeYG6rpimousEdt3HMWk34QszGtZ
ivTn7EZnrNJ7GKCkC8VnG4VVf2uPcLUvPDSn74njMDjnFAgDzTDdoyfWV3ZN2nJQPc3QkYLyr3XX
Q2I4kI70TkNkH3QrlgvA1edv2+ld4/xnujYzLmb2PLOf75pb6Ro3rimeLKwhVMpYj9Nt0zogqSYS
QChgGrJ70FaO/Wsft/jJ8CX6w4VPcfq0cBI15Xwm5YgIEfHzpyiZayRwDfOnify77yXXJZc5wPDW
Brm2NIdJvzr/tU8u6Oo0e2yWCMEGxkNwdEG9xp1ArNSTgXfuruz1cdWHQl4z2SmvrcjpLhy4Twep
9PfQQ0gauyz56rivaOcKu14sic/MyVFhgvQ7+ddFOLJoNc0nVxZX8pd+cuxnoVo4tuiH8wdczEJe
OC6eNkHmj8L3ZsthF9DF/Cj+0eOzZdFYZdR5TyJr+41FYNI9JvtiGbJu1YxVs3AD50hb9b7uvSUm
XNXQqKxv6NSNQwHn0b3w4//lA0k6rbOwjN+CafPRiZLcezh/7IbP4IElmURl8NbiKYADLccsWJKq
Fq5KlEy0381pvPZ9jMirmDjhr9Is9O9NB57q/ONx8la4ktaYoWjB81vRl/x8i5DPumVlBCCyShxy
CwgGzjvK4/6bCCZ5y9byOkqgS3mr61dxSEDzhVty/HgaVAYm9YkzX16yjX2+vgvgXCYtslutDIvg
OvbAdj7aBRnXO1zbUPPtQgbqwpJ9vARxUd4KGPCWVLQnzaOfIfOzMI0Sx3mMAfP/aBpOzduaPzW3
pk7FsFYDWJoNkY5l9XT+dh/3JNktTRpDyO9Mk0b68XaFxBTJGpbjPTIW9zspVGSa5pOBy8R0e3ct
p0h7w6CskUKu0LdeWAtOdCazUBNtg46kFAEg4o7PdxvFHpYyKf19npXD+2Bqak0yblosLTwub4lv
N1uSRrQ94bFYXnH6AUjupoVDAX6pd3WyTvBZ6IEzfACRirpMHC1MWumJGq1DsjfScLx2QGthZjej
HTir6QagDyrg1nV9snsp5LaeM8UvXTV51u78L/KXz8GCxBkUZSm3hRb753uCo8Fqe5rFe5JHs6tq
HNN7UQ0250AkSh9V7BjvthjqJ2T92k8alP4ah/qFLf30sVD0tXReRLpajIGO7oUbA0mNkk7u244R
51JlOGRXnBL0L5WOU20VCJJrgM4SPLjA5dJeEgyfvhCUTragcYnmh9Lb/HwP2mRq4Mzqw76xrHQf
G0O6mew5FNLDfZxYvXbFLbpUCMw39s/2Gnu/Y9jsSAZSRlp6R28h5EGrK4iO3tfNBLpFeRlBfX0i
tSs6O9GFde5kneEy3FtKZQQuvAJH61yIaqAiQMvYE8qGZ0zRwl0Eae39Comy2/iWcC6UOccL6/y9
BJIOFGMW4wfz6IJ1OtTYzpB0iWly4XFM2Z0KUMbfI7vorniO4xcm2XJNDxcEnjMlgbM+/2T/7Suz
qlMW27ol5fHOL3JIpBXJlXtcZj4xW17Vjfc+SO+Nl4WGcZUwaUsujMdPHmS+tYQ6Soef70yN+vlB
CtGXpHU86nvpt6jxJQ6LHa2VFmy/09nWLV0kbP2p54GRzb3gx/lv/Jd7Pu8lLOkcxTiGHb1Gqil5
Z8A07dnTyO4praD6Wghb34B/SZsdu1e0zQK6VEOQ2gQ4ed3V+Q9w8khbOq8vsy6XgoM523x7/ig4
GDYU+qiZeMSZ/zQrQUChuMJFpS0q1yOt4fzVfh+cP71B9KwNnYXL5GszPz76vnWQmfSQXHefRS4C
rbLssAuugOb3t0z0GkJi6xh/deoF4NkIn0CWmYMs0b4jJrEsOtZdZ+1a2ONrqFRhvGkxqGL56ESA
eGlZwrhJb7C96wUou1wGG2ZluKvySHKmLmyQVoVJogoAtWmsF5NC0YrdJUxR42I9piUeFkWncI45
hNwOcj4iNq5oHsJuiJpLtd5cOB/fC05gBk/6POsTR09e3YUkfUye2ifjQMupy/eRJQaxIHlDrAiw
5vAXALe/aQnPXUNg67eCcPZ3+Onjq+uT0oJ2VL/0oeYf4OhDzTrlmeHnWCaDms/PQyDMTgZWPO2N
jGb3Fh9Y5d5i3iP0G790ppEDlBR0GTujdNdFY6ba1mcVCw+RUWTahcflZJEHzO9AksIZrZuueayu
RPsWVBNpD3vTzAJC9vLAW4XjMHZL2yjk2pm7Y1HsWavzT+nfLuvi3+HUQ83jHNccSeHbrTBzYw/n
VZdXwAcUWvU8oGtdlkWn3dbIojZ12TQXBlV/eRnZz1gF5h2N/sT89/94GYdKmgG6Pn2PGC3+pSqH
hIJKAwsYAd0rL3zL32aNo58a9SIX5GRJZX+8m7HZZS45HvrewzPy5jNqh4HEuQzsepkEKwb6U3SD
fJ+gEmA5pDn6PQMLI4uqKwON8S32+7F7DDtdvXZ4FjG3axPe2MGv9FWlmmhc9wXTiKcWgXawbIIq
tFe5Y5e7cJLk2eZxkbkr0ZPUtBurbta+G2MDPyKwXBxj53/Sv6zyHF/mwRiOAIZbR++aQaRMW3WD
tS8i11/P3KSlskqStFCDFztazARzTEx4f2lZIHbnr/17fnp8oxmpzzeZGl4dn6EEurm4rj1zb7gI
ROiaurFXLmtn6qqrEaG09QS6o9+SSG/pd3Q7sjuXIzcxWBxXb/xgckawbE0/E0I1md7hS+wf4jhz
zAtPxF+2X7qdc2+KGS1Do6O9wPDlRIw6BUA12voL5naiveJ6aJcp6N9sVTlV+HT+1pz+LEhnGfdb
OnoLFGNHV0yBHxhpUpl7U+mT/9CCuv8SmFoyrga7MxoOV7rxhtY+8K8suxYv569+uvnShKPVyl/Z
erGMfH7dxqaz0Pmx97WzVaiGW/Jhe7IDjouISitJL6cT6JKzRX+81oimPH/509ttwIagJcarR73l
zsvQH28731KwuE7W3i/CZt0BviQrJTWhj8ShwaxBNNOF+up0faFwNZjAu78lHsfjYQSULShHdHle
6GNxiG3BEJAQB3tJjKv5eP7rna6iXAzbDycUbjKZt5+/3jjC3q6LTO6bMSAbabAb7RezFKwAytKH
u1GPg+e0af55QYOJxDH4r81x0Tn+jtzSSEt51shb0eLvmubQDkTZYl8TxECq9D//jrNkBimDAfjU
PXqCTEY1wKK5WAEABjr3oGl71Xn6AwpUv1gGHIWIkyfk5vxlT0+APLNzT27eE5U66UiaQYjEMvfE
HsgISfOjwOSGfQVijgxJDc+ytP5RM4Sln6+F62yS/prDkfn2//kY9nwUtSwKduPoJwZ1BbpIs8W+
szQDoZAVbxSWCMQ4INduyHDA5x2NxccYhM59XeceXZnw0m592iJgosTiysrOa6roHX5+0JQsG/Aj
yuBHqFvCLEem4VtGTL67Zr1FtdVVgfo/zs5juW2kXcNXhCrksGVUsmRJJGV7g7JsD3LsRrz688D/
xgRVROlUzczGM9PsRocvvOHrmPR2TlCIQRXUYuRTuFDCdNLKqYbn6+vywcEGSaXB1gG/BmZu9oNQ
KMhTBNNNtOmT6E6to3AHQ0WfZJiTB4k29sK9fXmswUupRM0A1njP3SnQ/OciCWPC3cRq/K9jxcO8
EnVWvqkp+jE5Iqj1wh1yeWlOwDgmBk/LtVC3OR/M85MQlnKZPGs98tNPskZYeE/m2G5QqwtxO0Xt
3NnkYVV9t+0x/eapLSiQT587EkS6ZFzeACIvKrbSGCylsIbiuWhE9s7vaTC6Q3xlnRSZO+59P9Dv
EwTEFuLRiw/LPc1un+Cg5IqUaM/nrvEotUFHwyzp0e3eeRApKTyCdZWTW8/kMvnJjWTSlyPiohVJ
Sg7m83y8AsbbMEa6jzEFnlK30mjyg1mWIgVCEKDrnZj9uMATvZwiQ7KgrsmVRityNmQORw7cgus9
C0uWzW3hWdEeXx4PJTYr7zu8AVHxX1jWiyIzx9eaSowWlyiF3XkkGtopvrxFFrykKLqhjDSqef1t
Mk4ZD73ozRjLGc0Td3rlpV8cKgHDdvACuGYQWrL+tpIVxngtGu/KwsG62Ov0+SFMqqgOU/m5TI7D
wSpJvrznzJHNMam77BtACJdevIiE+dTiO/6z6sImfcZsMd/Cuo8W8rEPPgf1XqQlVaptlEZmAVKr
ZRXK10Pw0sZKd6cHkf4d04ICghdmusijpYG5sOcuQjLmTGNywpZDRQbCf77n8MHAqpzleIZ4NCr3
hZFmt2npupzmHuEKhO1Lc4MXFoqRZBfQR65v+Yu7zKSkTvsDMhnJH23K8+ExH5VJDwrlJawknnkd
slp7gZRYuLdaxM+uD3Y5V5trk3lSyqe4Ps/AW0NGSFZVyUusKPK2pOx3GK3K+EFG+80DT7UDgopF
NB1FWm7Xh758wqdvCsoWqC3ttYvs3yiAlCO/zdjAC07A2M29hhHYreyU+rsdWgU4ryhaS1+pkRrL
o/96EB0Lh/2Dgzfh22kpUECdwKbm+WrjbaFgvd06z4bo4fKsSkPK16gPFOvJxTFuXMEuInqJqDfD
twdY7t+YSo7ykVZ1MRpxeqg/1JMY98K2/9vPOEuZYHFCVbeAnAP4vwhwclnoeesmHlEcT/tWaopV
bUCqOe0qrdUhgjznon9VhoGKRowtUE2Eai6QCauD4MaF1AwOBj/eGO8dF6k6bEWyN3VwXeMOqL9i
Ao8ZoKfEYGJ3jeP1/wEvbL9K6FfjC/rmJS6VtlqV27CU8fvCl59KKPO50X73NO5XXMTs2aLHcTJq
jmw5YbRN6m0UGM4aU87gVnLNUE+OAnhymkmLg979fTrow3506uTBQXB54bRdxOgsMz8EjQLbpLVh
z1KQhmfHsakqoixrWNkNfNHghItf7WyF2gWTspWL1mWAC/br9UX4YGAeNeAHwHLJReaEXQQ4m8Ln
Cnr2rFqD0KynwbcIHF+7h/bSrylAtYcwCJVx4dhdXi9EZNDgLXo5BhOflbf+agXBmw1epLS0DPKY
Vq1BWVfaykJOb6G0fBmZTvRUQM5guUny1HmG55a1zFv4MS8Nvn1/Qt8RyR5lZEM+dQjXWdsB1MXE
mLYV+ZBJ7PNegUmgiGxoCUJ4Qq2UhXP10a1DujI9ZxMmmjrT+YFXkE81q9YOXyL0NY8lr/ljU6i0
aDRjkjmUUbXK0qS/zTI0/UH5tv0KpyK5v/71/2IGZkfgb/uIlgOoClL/85+BcQIwGPz0njulyctb
M1IwZoW/qMOgByA1brOoaIGdoRQI0rB1rG+BJUAGlpigNzd9oeT+0ccdDrMpMx3+9J0BPdb1KudJ
R2Pi66iFIT4trdpWa3/o89cB8qG1dnERl4+AnRD6a8ws+DIGYfrHaQg84BfnxkPtAYLeBYkRR6+u
GjXhWrEFLndw9wcGdxP4F/AEfPtOQ1l9azVBVO+wxUA9yK9iV9tbhVQwb3RhAVk+LDIKW6rvbegQ
F9GvWAurmxpQA4q/aCfGa4HODdLf6AK5O3Ys2peeOyTafeN1eC8S3+ZfqyFuhwcJc7tDJF4JqzvE
ZFTjp2Gl6DIh9qcP2x4JC1imoYu7jxtV4xNqjMaP0ss1b4UqWXS8/vH+ZnXzjwdRhJcDZBzQduP8
42F5nloI/PvP0syH30PeVeM+dBUb31awxQiYQ3HEuGmQyNxmws2ad52n7K/EERLdiZA1/r5tJR9N
kMyIIbpF8wvAZhWt8X0X5cIV91fWYvZzKUC49GunhIGffP5zo7xvkV/zlOdwzLN2EzQY9a6LwB9w
/6DWHd63eptWT4EUqrtXaI7VcNg7MhmRYeu1KoEQk1TVnYEcudI3qrllazc3TSpi8OioOr6Pvso+
MFK1/Kl1cfLqYEmGklE0qpjTSQBd22LUsyer7Gygm4ltMbDIYlwEW5wS2OVtgoCwRw/zNq1Yr1UZ
tkO1lUghLZ1/ncnOFwOcCzkimgHT23++GCoFGaQAPP85yijK/eShg5e7KsCDBqtaDqX5LUcsHce8
bsjVR6eW3h0eeEpxBwRe7ZBwb2V5V1D1WcphLwPdicVvQnxCowRK4exitqVjospk5C9JiDPJE+Y5
4/fYrNvosYZfdkOPRiy8w5cjUo2l7EZgj/KUPa/dhL2BvVDiZS9RIHQVxrtOQJM5bb0KxPCMc1Gy
8PZ8NCAtc647cBTUoqc//ydNx+1Bc3RflC/I9Ls3vICwl4cmjX6XPrZve1X4pbi5flYvn1kHRpJF
cZM232XlOQ2UzBu1pnyBdCOwUs6c7yI1RjxWcG1eGwj0VasaHv/CsJd5E/ENOSv/AOt3EVZkBUbU
VuTkL52H8+IjLnRtsY69vvoNhx8kvm66I4bAHeT+1WgprR2vLGgEzecXnBNP9gahDiCZN9tTrYON
Q00E8wJmBh63UK0t92H43TZ9xBmqolwIpz/4wAalXPpm9KtcetjnH1j2QacAe6hfChj1+6zwf3iY
BD6AxhZ7ZH3Cl+sf94PHnKnRwWHbAOK80JfK6dB3w2BULz7kPeycBgxKsEPA7pMg2Rh2NfFGuCXG
0fR7oN6o41ptgRmr1iP6uZAqfzR3j6oXDh4I9yBBdj53LAkSaNtt/RL4frcP9LF8MBLNGAFJFE9I
ztOpuz77v3zA86vMYVsTQ3KKgaHMiwYijk2P+nz+YkcmWlJ+iN8wBbLeuxlLrORR9ZzEGQcRMLQK
7T4CVRwUTyqYuhxhcqOTeExWLqQSNVcMCFAaFtQeYGB0e8yEFLsyzHIjghzbKLUZMSpruEaQeHQb
A2JMkbS7EPVYfHJdCBobJcbc7avX4+p8faIfnGH2LxU+zwT8BUzxfGU9M1aM3pbpS1U36UHFdm2X
ZkrGgEZ3V5Zjcsu7d3t9zA8SQ9oh5F9TqGi73CHng2Y6xp21PzovJojpFz5nvUFR1vhRdbW+txUR
v+khrleh17DSQWCXdxXUfR2hRNQ9kfnRhk+fLbpEOpRz3qwJljzbX4MnIwfDIOcliLQkx70HGb8M
nYp+i2yn/lAmoL4WFv5yS0/lZBXAsgNUG17F+RqEEaZ/cZs4L2mLFylsJKDxLMJwjGI10VAtrfuF
0OoyO2FEAyGhqeA3UQ/OR+zQL3BTyYiJP47fceUy1+k4Rhh6V3m7vf6Jaejzfzs7QBA/gTBO7x/X
FvM8H823koogL/S4pZ2x+RmaUrT4iMRpGr9ThsHpdxeMIQqhVSEjHWmbLoHAgZpTYB452an3DeyV
ItQVJwrLUzC6CpRDvDzSG6uwU6x1a5rKNIjj1t0USecGP/EWQCTLQvXTWscI4NU3fZgHd72KZs+D
6kriLbhHPXyfrDMPgTQC83ECWSercjKfZyG0uMHskThPIybRy4E4H5SOlm4QflSGO6is+hc9yITV
rIE3qFDVTKvRySgHTz8q5Gg8BGXYA2fFAxfFIBOxKisz/B0SFQgnWmqN27KCd8Sb0xrt4xTQJze1
HVs7SFeh3FRIH+SbjvOY0iYPPKRgFBWk8LpD4Ec9NpUh1VVCyOmvy64en12l8pxtannte2iiBLVx
rQLnRtmpr1pvaQP2J7nZ+rdxXJT+gx3iwkcQr1nPmeuLHOhcqr1ZeSKGVVVo/te46Dtzk42GqDc4
Xut/iEct45RzDIt75LYRNmuTsXpHwbP+WTeUz/aNqol7zrOirGI9wEcjSfAhP9QFDVeja9JvSChV
z5EZVANyqIn/giiwBceuTJJ11lKm2+C5Lu7BHxfxOqp658WG7XbCAqQ9JE7i/2oTT0tXVN9zTHP0
IPhWepn3h9Kk5m9BqFfBa17Q5lxnCXkA/hNwNdfQ22X6mGMr0z3GOAm9O9Ihixq0mPJvZSBavlJS
iLqrsNFRlhioF5abyBOqhJWVi3fcXWr3PtTCGLdOfFYi7JUiD0e6HA39L+7oS+/ZgTCPRIia2feu
PnRHyp1YewjTw9sU9qy3rtGrRWK1DlF4HaKherbHHBcBAHKBXMWxXZYkZ9MFgH2mcFaq0ng/UEgo
fjal3iWPTCrcII7vNtux88M7H3qZvjI7teleBxcPyw3ur0O/rf2k+lP6gEcJ99RuxMvSadJjQ/dQ
h1uIzerabIXmHBC19N877FGU14bCNo7taoL1pVM2frgPMyTeKMgMbY2GbDGM+MNnqilxTbDwEirp
tv2sJe0Q7IcQ+t7GKCpNxytAOy+KJNYLDe12dGj6UCMX88pWXeHqjI1FrFZwCWy91b61OQTB71pZ
mfpTACGoeTVY/m9UcIr23Qzxn8Ri2xN6cRsGafegtlpd/MAWr2ieacWOoDq6Go0hJDmF86sRQdz9
J8LItB8FgNFxl5lZPqxKdP7vCjXy+hWiqCV+eyrQXisR3lOJaYN1jwGy2t83aTvZUNSoVK4RXiZr
2vgQbB/BBlrZHf9iupVwUnt7DRSR8mRKrDTxaYgVbvD+06JTZiUhGjtqKW/TscIIaJRywCMJ8A3C
xgEOA3hPmZXzAugsKPi+iXA3GARhDSHrqnuqMRnUbkl/lL3dxpaHnWqJzahE/AnibzNE7S73JGJC
epUOoPUDVwS39ugN46E1S1yPmK9fHOM47skm0xogmVbp9ldTykDbmpnM/kgFvvVnn0rwQ7CjKS7a
VE6duWhqVmgxeqJq+qqVTeXv1Fjv/yhYcODug8a9uENVSV8I+C8rXRNSioiBPg4ZBwHp+VuCak8j
TD7jizCiYpVakFdjnLK+VKLi8ka2pHzsUEl0N4NIxXtZ+JM3m4kCOPr8OBlef9ouHu4JkQyJgmCU
aMGbC9LFePNkgZ73LzhRWnDDNbnuFSlNhNil8+xJJVjox1+82wyIpKY2gTlo+86lK/JIdca0MYYX
q0zHVVeF1k1mJN1pkIW/xMi4CAensXiXgawAqgDicL7SBsWwElnO4UUNdOvZB4eNtTS3CxrjCHLf
maOpRXs/9ZMluMoHkyS1QcTVI5maIIvnA6umF7gt6fuLnebKb7wdDpKCVLTRUVwSC8H9B1+QMjyA
ArrZZOdzFRbVRI7CSg33Jc8xuy/KMXsPSVyrlT9Y1osu62EhfbnMpWg3sXmnmRkgH+eMz5G6YWpX
Oux6CC9bcNLqY9QX+e8mtLVHrRb9nWoLY6+NVovBG/L2mD+15rfrG3eeNwNhAJBEZZo3e2qJTsvy
T4UgooeNAZqTveqDUegro6THqTVF9I6XQLyr1ZhEeURtp4c33gFmrTGMWKgQzbfX9BNo8FMOmWCX
SD2f/wQ7dhXMEYPitbFqPdh4hvQAW1aITHlOLB/Cpq7R+C6yP9dn7vK//TcWZVgsMuk6Aj6lNj0X
yw67ErHIWi9fXRht/pOf51xXfCrxNhphsC+Dtgg2WU6+9cWAdf92ffT51p5Gn3i+fHrgb/R855O2
sJUCq/hKEQhKVZYXznOS6u2tLVo43dcHm+9tBG4ocSHwQkQOn8qYBfnOmKA+kCTOq97JyfHA9MIV
uEWUs+ij6e9mgMX3wpAX7TRa+aTlqOuA9YRVNq+Bws3uihBbuAMW4TAkVpk6WAaCAbkTE5ZVWXAD
OrLTToXaE6sTz4/eBsCM8V4EOq3P2g3wrulF4ozYcKkqzpd97MY7n0V6sAzf5oE1MG5DyNbtv5Bh
t/jXT2Yga4m2XfDKlaUOq9aHO7FKm763X68v6eWmZXqQS0md6OOyvOffr4n9qCObkQcZ9NnLhFZ8
qMkQDonsh7XSC/see47wv+uDXsA6GZAeEkrH4L94ai/Ai03glqObFweEOutyndU+lpaNEwX3gdU4
1m2I7OUGNacs2GVDbTl3LjJON6VQamMPQaUtV5rdDOWehLa/wXY67W90bH76l+u/c3oQzo/WBCXm
JSS+hbY0L9dHFpAYtD31V+xiS4gFVEvk3sBtceHVvTxEjOOxrGThFBvnyHFNFihb0th/bSsRD7t8
dH5bYM6w1G1V2hyfnxSvLfOZ1Iu4M8+/OHxDvMfQGHpVcgWRhyTIw1sHeYlhIbD5aFL/jjPLkRtX
i9NOhYtKNlDhwumBRMCmWQz+ZIcOlOz6tD4aDioI2m7kEZdtb1QOnLJ3R+M1ov/Ns15G95YVpb9U
bKCXqqOX+4LSNzTG6eZlyDn4IYpz6YSRTq7hJ913jMVxNWmpax4/OyXq+pO4wHQ+J67W+ZeqKlWv
Y7rIh6CvMNTSGjkSl9Ftmzxv9Pfrg108I1QDebYAdWhsNW/OmbJRgdZcBIsORpE0GERmufdO6geB
x23M4QGcWHSworj8bzRds1s4ABe30DQ4EESTrAndujnyFLiAMSZUJA7kTUjseLrIjE2O1hF+zUHq
72WZ5Leab48LxbqPJo0mIlEScDgC0NntF7lY9Qqnjg+hrH2aOQgqbLGyDw4jwoCHIpkS+65RbWxf
rMr+9HMGhIFCCpgxEyAJP+H8+zqIwqDaVKUHrETpXHdJvsb1Svlpiqq8bUKxVJW7OCLTeIRfbFrg
vdY8/gXd6YcZwMIDTARXuQvxHy13PY4P4GeSfPAWns6LU4KpxgS+QgkQsiEK7OfT0+3a0Yntkcyq
A5lRO8nM395YLpHsL8gYtOMnvN2UuUD3M+Y5C55WyPJW2XBwIwokP5C6NJzNWOEbu4nrtvlip9TS
bvTG9vytQeuKKmtnV1W1zy1vuEudyMIyyu7EeIPGvLQ30ioHd4tEnehC8t6hHu8qu0rrg+ti7lKo
aq0hH6A0uCW1I6Jkta6Q12N9TE4v93qSRhRpytxGaLGOf4aRCJbIPRcfElsUXgyHOHeCScy7JTWx
nCP9sDmMtuKAx+idbxpCTfvKbuqFjPhyKItYlg0zxXiXqAcs/4LOIgA6QESRhzBMPB1na/GCFI7V
7K5fQZex1l8+lzqBc8B3Uaw+3zEgbiPSC70+NCPSx3u/F+kNisEermJ+JOv/MG7CmhSEy2jtQ6Mp
X8H8j1TOx55yh+aLrAC4O45hvlGFozwPalZhrVSJHthAG5io9JjB+CsOsAVbo7uk/2cRr93QPRjK
nSInjatYCUX1VEFnzBYQLRdXzcQO9QhayVMIlC9KC3RkEwzam4PmiBYHHbjF0L/K5muv18XboGML
biIiuUfwXVu4XS/C5unraWS+wPQmFvzsIGpehh0y6kWHMqSat9YQf69WKLOZzbqO1ErssxB7poVB
L6706TTSPoQ6xAEFKnX+LZvK5ZHEcOqgVVrT73EDzUGl4EtvbAjXusccLvYOE7NPPyWMSwMRFVKi
Aeg4s0ezri1cr4y6PeioauNJj5rdHfKvty4Mne8tBRhUBG19Keu+OCZTdIikMA1b1SGCmwU7bYiO
v7R85ZA3VDVx0wLIsfJaJc12fuek5fb6SbkoGtG1dICPwHzl8eBan80StBG4tnwIjwNo9fuoohmt
hV38QK3vS1QXe9uMtCcM4MUjpTrrpmHKj1XdiYWPfJH7o+fAhPkZk/4lT9jsd+AWkrHdk/goAjFu
zTTScegJxeSsiToX/rNjKB6Gsir9Fa62PSV7QCLQCmzhLSzJxX7jlwB2BJ9GDYIwcPaYyqgraRj0
8dHgvU7g3fnpvovGcK+VY/3NawdjS/i+dD1edPvIRLmuJjOPqfiB/uz5Nheo0LVR76RH7L/LpwrJ
ynhVqplxW3f4gq58xVQiRPpa3B1NiQNA7ZbOFxfgVLhuyqra8g1pry7sjosDb06yApRkkLumnDd/
H2Lf0zo1KMtjiYu4xIfexQ5AGA2+pcJ0xSqsGkciGZk6wabMh7q66XE5SLYpAmEHt6/i35WpuL8y
RdLvNUJS8bWehs1edGm3UP/7C/w/y7H4r6d3jF3EzWT/9bH6p3BTYVIuxiocXsF8VjleNcRq4Hoi
MGxgaES3aqOAa134qQb2qHMtBPA8K/3PbJXsG99GDPdDWRQnDGj0z3ZOacpzvoBiIKJBzdCcIpyz
38ZZNxqvRy/fwQgHjZgXXWDCMtmeZrdIpSDeeP3TXX45RpzamC5pJ83a2QuYm55oc6XpX9PIzzzs
7UP/Ab8enEgz7OGiVdkbGEL8f8aEtUBMaE4U8/NZNkmb6a3T968R+emLY7s408qye9MG9Gg49OZ/
18e7eAlZVWoOfG8CGMKX6S79Z1UnAIjkO/av5mjdBSIXxTqy0+Gol45SUTZDIo8dLL5WtV1+9hFm
aBDylMq4Zyb27vnQSL1ELrjI4ZWCurhpXMXa4Pts/SpKVeySxjJv1TZwj1luyuP1SU+Tmm9zEg0Q
+mADpiLWbORM811XMLKWjcmz2ZVVTSde0zZKoBufjdmAGAJ4AEREbmNzL56PFZSVhzvsML4mjSa+
ab0r731Hkc0G729zqXbxwY5lMPgKNpgSzubsnScgbxP02oZXQCzUVaUrag0MbNOUK6E24Zc6qbwl
WvCHY0KQnAh8Dn/PTkknW1SuWskEA+tXX7tYZ7s0J5VdkdSmjlcmgrULycwH32/yKmL3EFJQ6Zyt
qRbZmH/GNdMkEH0t9eIpF4lxSofh/fpGuXzHOBX/DDQ7jW4NpcVzx+GV6xkPXwMisVcP+rpuMufo
gwS4qazY+nV90IsFhSlAR4QUHLD1BOw73zFWhSsD2sf9wcJ0s155YYe3s5+gEbmLijLt1rZPrfLm
+qB/y1r/ngl6IhNhfwKVc+uBSDoflSx3xAfbKY9xD4wSw04qgEByU6KHqIwxxKwokt4iE6TfVKEm
lJ07Vpp6m+twcfdBaIjqbtTeHLus36B6O19NRO/R+CrHhwptt0oieucgsorwrhPCxO7tQd0PlYF0
4KhY1L6IFBGnbcAQhK+B6fc30g9wQrRDgfJOUMZBuKarY3w1kG3pbsC91qc2SmHC8uh032IvNPzf
XdgH40/MccrfBWK5D73eGt4aZGgo9lWpu8nCol1EflMjCeY3NRLCeaQnZ5/KLFvHHyq7PNaWkqS7
EMFiTLXl0Pt7jWw3W5WlpTSb2Bjb917auJunVufgfW3p8qZGtfKz2Eyye1Ul8KGSCBUH8c3zr6iW
ZSgc15dHLQfIgc9uASTbz3Gf8bNxTDaZqLuFw3gRdU1jklIABKU4BpB6tnMCjJyqrijaY5drTYfM
75BBY2zNFB9jhLvNraMl7W8vLtErr7D1/hLAW+13Y9maYOC1sajXOJ9gH7zwlM5viel34aA4CR1x
1QOuO1+LvuykbfhdeXRkm30Jxsa/Ib3GRJsHDR/46+dnfmgZjGLnX0k3Aj13zkCq6a+Be1XEEdcB
4933G/eXGRhdsBFoG6IM7aCPvbD75pcTQ9JSZL1BD6Ij9xcw/s/TLQwJ4M2pmiM88XFde3l1IuVV
dwIu56+aG7G4T+226BY6a9MWOrso6MdTfeB9IUScDsD5smYC7cqiNZWDEXuZ2OvSdp6MxhXfNSdG
9SXj0ue6yp3iHt2NYumj/hWLPB+ejT11w6mKss7zOl3tR/Sih9Y5qOkkXGz1btp/H+MAf0Grth15
FAbAGDfrLLZc4R8ppyjWzYCtsbrWTZn8zNDk9PYdBizufkAs9dUdYoQaEl1oYjuaLfBpOXRmvqHH
qqPr2td4yo+icesbE9NjpSN38ETX7+Fm4Fm+Be3c4D6caF2z6UvHdXdOo3pHd4jUeD/6eU1RKtDi
rWK2YbJPCnbCZC5WNdsuwKFxj3yyIr/0feh1TxotmD+kcW75p4uHwXwd6FWVz5YYTMZta4SF8emm
FFp/sX0Ygb8/uYnZv9Sb4eJPRQICiPNPG6mNU7lj4B0QzcHz2zGV4ABMLLsv9ai0t3SHUIq/PuTF
JgaxDgWR7UTaSlYxe8orfSxwk6yKY59Hlb2SyEg9ySFPm20W2Dg8a77Rqy9agCvY7v8xMmeV3tfU
rNVn1wNq1KOm+G1+5NXrOCmlulKl3jw5uaZSEBmo8ad4qy7M9y+c99/9C/mVuN6iuUSDfGpanK+x
AzbHcHn9jj0Bob2rhWa9gW13vLuKdoyzI7GeLNaxMd/1saLe05tTinXjmSK8o9NuR7iYY4O1UpFd
+pkpbbEUXM2/CFLGEwKEE042za+dnW+8yVWgXIVybBK7NrGB1MufNALqYusPJtKF1uC/VoPnLpGU
59f133EppBLS4VtDaHe+MGHdUq/r8+CkWH55BEtnbLK6dZ+jNiy21z/9RaXkf2PRRuTRQg92TmEY
Os0tK01RjnVfinspZPkTtYtsq0Q6iiVahaVphuCGtcbITo2RJtTsW2k5YkmIb36XTr+DAhV5yCTD
R531fM6JOSgOfAL/iBusa9yMwAm/pQIKdgGhpV6ZIjCjdR40o/6QRTyVC5tx/mhRh6QjQPmKVjrk
3blS3ojNXOn4dXzqfRWbibFTm3WLuewbUipYrXq64i+s/OWEpxEnIV62Fqs/m3Aw6YAoXpic/Kpr
7szEKjd4/HWPWeoqzao2eJ3VAFdzCvi22F//6tPGPTt5E30RggEUeBoUCCCfL3aUYXgngSWfqiBV
oal06kORNv7ONeWkGF537VbGhvUESLDegn7IF+pzlxuceU8oIDJB7Gbn8UiCGbIr0ek/BQgd3yta
4eytHEnopDGVpWfyo3Vmb0/JEVGg7s5KgRhZJpGvRempHzFqwAIk+y4cs0PpuU72cDnH71RuIXHJ
NFnKQS/vj6naiwaSatBEtOafGPlmTDl6Lzm5o53ustqLX9WwmfTtM+tuFF715iuat3CZf7CTaaOh
PgcHFzLJvOTb91naKMJKT2aiaeXK6806W0WaSa87iuKJ6G322mfV9Tk+U2KP5CCqskSZsxtL0Yzp
dS+yU+ZF9p1sRnlgZyFj49BcIOUx7G9yVJZQgR9so6l7wcJSrQESPrufY+n5Y2OM+cnVszsnctGH
7aiubPUOtt/Ccf3gyExIJqozk4Te5ZalpUWeamWnwvfbH5nfe0DKkKeAUFDehm6l35fUpb4DING+
pCVomU+fWIan5450LynxHO7D4gdKJW2+aoMP6n0PESZfuUVNFTdrCuelGtpmFWq+am1CEtZNRUvK
XrgjP9jOcMepp0z6XpPx5fmtIaOearWf5Cdf6OGJf0NsEqf2VhIrjQhDiSFY9QgIfbI2Nm0tOBQE
uZBeqD/OPjJ+KV7dlVF+wkIkuLGx3rW3oMbEviiFHWCaKqu1mntduK5IsK6v+kdnidTpLybFQU10
tq3JWGNo21l+wp9VUdddkffBBgfvPz4+qCkc0KFauhovEulJGoZ7kaNLEYIscjbfEPJs6ERG/FYq
OgZDRVfH8T7qZLiVFrZMqyJKu6+IciuPfUuksCeAtu6c2rXjNdsnThdynMsAYfo9QKFIG1Vq9/NO
go6vaVvLMHob/MDIbsuia/19xFHhbjFhxIIQE1G/9ZIycrZqL/HVqAGaN4jYK96SnOzFKeQWtf4X
qOhTP2W2OIMa+W6rGwFxYix/DVnhPAA09P19E/dDv4fwS9swr8vaWje2Hse3OVriC5viw99ANRhw
KQ84voLnx8AYIA/hhh291cIaNx3x442Cl+LPJGl/duroHCMjwx8898NxHVRJuHATXJxCloCOFs82
ZwLRg9l7VnRlV1hpHLzlauBsOS9VvKKPWm9aKb3vWqNUDzpF+c+WNqzp/QIChlQ2dRVS/PNZF4C+
RxHXyimoQzy6IGupa8TSk32qe9ExM3tnm7sVcvGhKh/Muohv5JCA1w7U7qljYy7Ukj/6CDgoTKV6
fhEvzvnP6UlIavBowZvRt1q7CnND2/RDMao7I4dpb2SD8xD4SX1TDG6x4dwuCe9dhBWsx9SbmNpE
5Ifz5FuzsPqI7TF8S+woOOQy8U6Kl5sPqWOmR1sByLaJoir91Y+gxj95KzE0dACbY0kKdKFxM+oD
7AiLHaD1oriRuSn4EhXFpAoNcwta6EK0+MGOIx2lZ0VNFCboPEUwxkhrNVuJ3oiwOngsqSQV01UU
Tix1M6KK8DUM2A2fniR7G6nBKTuc2P7nHzhxQXr2nR6/eY1jP6k4123qSrNfB1XA4lCWdIM+muNf
6XWiCSiJ7vTn/1SQBlIDW1AWfIuVwH0wVGVc61QdsOAKW29tB2q2w2fMW7hcLwIY/Dd4yyeuKzih
i1ddKTuI+72bvOX4C+9gngKybUZ1r6GbsVSW+2iG4A8IROHyTjnt+QzNRvDYZKVyah1YRz3F6lfk
7q11O8bOjWithKQWT4DrX/GDUwIuempRTvA9muDng46hrRho3CgnpVEQVg+8OHkz0CnZBKnVbojW
jXad54V+78S2s3BPf/CSEotShbURiaU4PW/o5WWn6rFl+6egAMO20uE61CuJNmm4LoXm/7BJAQB9
WGm28ohf5boEV0sZth/ocMq0219fi4uPTYWQnjz5LR9hitDP1yIkcBxKaYQnGyfWW3tAxWgVCaAf
m1QCPFgI1i5Cl2k09hUJyLSv7dn5qZFbTwTOJidXibyt32bqvvKTuybPm2oVloP3en12S+PNXkVf
r3qJAkx4aoIk+jM6PtoniMx32Xpo7He8dOSSN+ZHI04iV6R0/EXB+Xw91Swug1qY4Smqyp+B0gy7
VjrJAQ0PlQniK/f5CU69Pcua0ErEIOfD0RSG0JkE8UmVInoxay+7y5yg3im4l7hQyIUb314f8XLD
kD6iBcADNzVXrHmWbqPOLPUyPtmQ1VeV12r6KkYsZoVjgbq0mhfXwyRrBPcepsZkLj+vAbrgajVq
rvHJjbnrlFiR/h0yYrLc9DXa6hvX8Y1bLcSWZXd9lpefkYG5/GBkT1eFMXvJtUFPLGFb0SnsJQC0
ofRSZaOYUaJt29gRx07TxnJhZS+upWmytBOhtnFAwGWff0sV6MboYk17klIWRz9q4NBag+c9Okrv
HvwxHX77Ro1rpZmGCFhdn/BlRE2Vi44thVaTAh8g1PPRoV7Dq07wXiC48X9ktZs8Z1loBHsl8613
TAgxyqK8rn81nJDcXQyi3+q5qBZ+xwfbC2yUBdqelx28xCyQ9AFqZo1w4hONqbHd1rGVBFs16Qaa
dIpzuD7pi3htmjPx6hRBwiWYb6+ax1R4pZKceA9wA/DyXrzXA3Vbl7rVLvIoGaBZI8sfeR74tAmS
Mjld/wUf7DNy578BO6VVhPrOVx3bzdH9P87ebDdupInWfSICnIdb1ihLsi3ZFsu+Idy/3ZznmU+/
v/Q5e8PFIopQA92NnoCoTGZGxrBirWSm5gRlcqe+lHMZnpKA1tBu6ofgKM9pqrw3SBXlTJ4gGuPc
q5u2m0JTY5Q0I3mbq65u9syWU7827bL4AjlhcbbrxvlfMEFEeWIEngHlqPHDDRyTWNVVpY+fwHsv
wFYk7jRDr1edjokDwbiUvlU+dWpmiq30ua+l/n8yZWXnQDNisD0zGYqNWy1q97d2SVJAYJDBLzuh
CeIOCdj19C3T47g5xHmvTucKiq6Nr7qyPlquZCZicuT2XJmd05lZhjisgxL0xWjt7EGAyJnn6+2v
bEfwaUzNaeNtvenzUqcW55j0T8ZjUoK63tWKOf8AJsLsDdT6GPxMfB1NrD5QERkcJC34QihZ63uZ
Z737R+70AdbFpM7rna/03UMzVtCAS9AtbiVFKzcaGW6BsiEzMWmtXP8ss1CVIHP87E3RmP8+lKNq
ubRF7P4RGqZ63IjQV6wxmCGm0KjiYnDpxnSgDl3JFy1CSJpfgrSyLJeap5X8MnxVjzZ89po5kn8i
GUYZGe1c3F96YnUh1yDqzLZFoVXSyLF21LuafyWYzb7fdxYrx5f94+yC42HqeDkZqzRdIk1mVbxl
qaHBheZ3+fjBj/Pk2307q4uCjYRknpEErun1F0P0tYhxDcXbVCbld8WRLDfSGrrkhdJveOCVNw94
N/Ubhh/QE18eDgQaO0bu6/zNtOeuR/Wh6h9nuLTP6ZySuzem8nVQcwhSZ63bEMFYcb28M0KMB642
/lw4oVzNUMHRpvxNrjJTdnWz5vwnvnVq5iD60qFKsXE0V7wC3k6cEqJfmvMLg+MEOFRLreLNYqT6
1QnMdN+QhZ2DOU2eQ7+sggP9KKCc97/m2joZWgRrQnqPRxJf+68kUmmrNpq0qnzL1anaQaEQHUot
Kfba1MBmIc1bGcWNPb4ntFzgrNE9ZcB4cXqQKG8ouaTKm05r+LFQiwZwi07n3U2pkqKC0ypb/cKb
A4sVcdcpQVG0sZfzzJJuU2ZnqvotmIP4GKZT8ykJ2wx9n7EBTH1/P28jJRwtTRtQkUDKHdBF1xua
am0BzFtR32Jlar5YeTV8tgdmS45ZBgRpNySlUZ17RYmPSsqEqGJW1gNogfdi94laiF64peCJaDMs
wQAabceMV0h768nczs6sj54hod2FZ80f7MY4QUMb11uLF4u7ekKFVeCg3Bea8tpSYTVHonMKEl19
G+0u9eKwj0+j3Vifu6mBVDMYx+ofRopGd5Tb2cvLOt6PjGs+27IPqd9cma0L08b4+/4nuT1yPH3E
NMCcRD1oWXcrEuYW5M7Q3qQ8jf7pmyj192Y0OOqBaCfIzjWKrd3+vs3bM4dNQ8xsQAFBV3xxzFuS
dUhyTO0NRUbrZwwZ5cdqSMY9ElFbGnQ3fl+87GJuALg+yozLnFLt41k8oPpbDylPu2uDIE/39SBt
KcHdOCjsiNotLpHgEA7664Md2J2MSEFgvMlpWj7R1td/BH1eu02gNL8MI0xSt9O0rSdg7eMhOgsW
CkADIK3FRprSNBYJv+it7eQEZUMDTiOCzrrv6a9bl7FzECp+/7ejx8xYGMo2gt/ieqF1W9HGCGr4
jKJSf5ICS69O6TDWu6ro4Yy5b+z269ExYWFECTgnrF0bK1pa5xmz+G/Ma6kSXJfgzg5t3cjm/+4b
unlLyZoAZwjKYcZsb+QZgJEDmJkN4y3S5MAHBSXycSSA5NcQX3bM7VA194PGlMeIKHh6uG/99vBg
Hb8omMx445az8VQNyzzsTOOtjJTx1Ehleq6HqjoXOZxuQQNgxXXMqTret3p7eK6tqtebmyZVlKaq
hFV56r+Es5M/FJ2uM5ehGv/G1TSf7ttb22OiWNwtYTpEeYuPWbdKPChmYb5J45weUlsND5QSI7cy
g+ZZGWBRin34nhsn2pr3W1spa6U4gG4Bj504Zn8943EPpdbYzeZbIBvpwUp1OUJBGNnSQ+F0zWs4
BcMWFmrdJDeErh8EKcsSez9CbIXatPlWpYl+hlXVP0A7CQwfSKEJPjYxq3/ub+/aIaLJKBMR0t3j
3lwvUpqAKCYwj7y1pWl7fT2q2RGW/k7dxYHaGgclK2jqwh8XvFvqA0IW+puYBTWJJNWy+jKyosqY
dOMNNH4IWZpffw4TpMQOcKY2D1LINw/A6Nvn+ysWrubqPRViXSITNyhIC0La6xUn02TncRtmXl8F
8tmQR3ME5lb8tmmptW6aZgap42DtTQWC9Mwx33ueARFSh0aHg8lq7abm1PWtbI6jVHpdFKjupDet
p0RKd+DfQSzXZ9o3pZ60Ryurww3LN59azD9YYHJpbbDhS7SNVowGY6dD5cWIwaOyi9JvNfQFjBVR
9KDPZfAhQrFr49Fe2W1B78hMKR8aJ7nY7aosbYbumtoLoQ/z6iKongw/Rn6wpynspJFyMLWwPNTj
VL3qQytteKvb0JHuuegO0qsE0sVnv/7aZR4YTp5otWfOndq5rSU5v01QufMnWYMi7GQRLEFraRpS
Q+gS5flZUtrEfEgmX9rw12Kp1wePji1ECaIir+FWFp6sHBOdD5A0HhNTTecGs+bq8xT9jJXB2HgB
b0aVIQZGdQWWT3h+AKosq6lIZTmU3vXaS+OwdHYBYS1U6VanHHLNaZ7qqZOCA8Gsf2izOISyS5kp
l1coTlN+CiNGI/VRYpg5MaG+2+H7GC2ZpTSIYJGUrM9aaEj+capHM3Q7hmbnndMVCGT3sLG3Ozur
EmsXFsn8JW3q+OX+/b09xrgNNFNE21eUqRcea06LoWobv/HUtDX2qNoUbmI69T4Kpfqh7cqPxHXl
832bN36Z7YQShgYW82S0zhbhC5BIgJhW0Hp6ilir03XjcRzpJc1z3Rxku3x/bVgYFEh9MbMApnxx
bcAWOTWCda0HxaXulQ3NR5y/dAwsWfpAwRCwS99V8UGJoT7fhTb6QbDfBa/3l72y1ayYNqhoBkDn
v/gVfd/4xSiXnQeuKfzEL0UhPgpOPcPZB7mr1bPfqltgrpv33qZgBagD/wy1NePZ1xd2DGJmx0a9
89LK8aNdwZ0GQ2LUmttNsv5hsDL7pKmJH8D/mV3ur/fPmNviilLtIdfiD4QdjKVxtWyg9+5Tj+p0
+G1I5Oxsj3Vn7SoU2RkXrprpWARjmrhtFg5Po+LUP8JWCf+V6rLvH7pG6ZibQ3rlF4yv46fY99Nj
ZxTF2VQQetbKz2FxlCXVOcfM9Z2iDqi3e38Jt/5WAKXYOzGCTWa+uB3IHfd1lkapZyRT/L1lNuup
TcsQ9kpojQ8IAKV7paOxwExw6Fazpj7ct79yU5h8oadCSQIg+XLqw2n9pgjkIvNKWws/V4Mcfgwl
pXrI1NYByFpaGzUldeW8wAFORk5JEATr8pN1aQKHh63kHk30+qlRreRc9HnvRiYKqK5U68UnlNvD
r5Vqwb/v95Ms7XLoG14SxlY/pqrVfJnmeuzcAfaFfTlb1Rul+nkP9t7Zp4bZ7gEsSi/0MJPOLZq0
S3Yjs/rnWlOzLxCupztrmk2ItzTetyir9KckgVp347Oq4nFYnEzR/iP9ZRqZHtniKo6SA3F+qWae
Aw7ZdHV/soZ9adZF7rZGM/wAr+g8OF0CbSh9Oi041C2UNQ+jGeXacYpDtC6yvoz+aeZSukBvqtdH
BtN0wx1Lah4CKIN0BgR02gfgOhUYMjU0n0sVQsDd/QPyZ2J6uRI+E3UUgZehs3l9wSt6PGhCDAlh
T1SjyKDGGkSoEPrsVIrG58lyimkv+Pw+0suIxfuiWA+ZFvhfA6OYXppBH35qMs2zvekjqLmPs9k8
qrKU7qow+/f+j11xgLgB8lbySd7tJfllT3MECEZdemaqSJepyPqP4ELg+PAJU0O/Sc6l4Wf/IWYR
m0PYwsQ+77j4VX8lHqOa0OpEJ8rjfqUPY6VJ516LukeRCD3JWj6/JfQiGLSUjQ9jkGa7aCri7+9e
+R+XjwchWr6BD7djJkMl09UeBImdS9+dBvBgp98p9Y8fNQRa9sDy/PdiPGH9ocpnQR4hii5LVTxF
Tyk6VVAD9hBIH4bJH/nGxfQQhuq3cOrmBwMGADfPkIm+v9pbr4VB/D1USyRBN/TcTmHIzCIXg8fm
Dg9towUP/ihLh7GUf2al3Ww4yVufRTQsMkto1Vjosq2gBnHThqiXeA70t2fLjFFYnuxxX1ihtg+0
NH5p0N9+GZzO3ljoLRhGIJcxDvwE+aKbdFqO8Vhj1E5eiQr5h27Osr0l6c4urlLlm+zLybFEQ5nn
AgZx6Gbsad+Eg3oepXdzkvDGCtQasTBnnGrbwg+E41xlxdCOnj9O6u8WzNnZ0OrYa6rK2Fj1HzDk
tc9hGpUEgHARHAVP+/WNSvpIMlNmxjynH51ip0XzjDPvafvuktmyQzctU3whihIRyjpGOf/TUU5m
5pchlOYhLJzwW62YTrbr/Lj6pJU0lhGUHzXpQ5IN2Q/DoGkMB7eS6yiQTm0AK5dvfLt/RoWHX66B
ciFVEC4JseFiDbY9VToZ+eixpwxrTqUiFfBOQDNI2b/+cd/Y7YWAak0oRYP6tUXD+HrDIAQp5pZ3
yLOsyKeaBdP1Yc5mhvTBgjALVKkw8J7u27wNXeAD4V2AfYAhMKxf2zSCHqJnrVO8jHHpnapJ/V5p
rWBCy0uGEbwOlVNeAQpoE3UOdsxpjJ/v/4CVRVPSBmQodphu3KLgk4pRHOA7qjcEQtNVNYunLJtk
dyhl898I3ap3h9dMWtkM4HD66ZwuswrVr6s5pDjiSa3tH0wrgeEbowdTqZ2jFJTB3g7Bs/6HRRLj
0swgYqJFdb3LTI+DBNNb1St5fU+waacPWZe1H425LQ85x2nj7t0eWyYlKDcw4sRpovJxbQ8wspTO
RCReMKXJpZmbFqWtoFNeprE3lI0wae0IUScUcNE/wvfC8f71chLywVWfNJpn5bUSnsvOaZHdI5eq
Xfy+Xx6Kth/cQB/i6gB22/qcRZL17iGYPzTKZJlwkdDOXZ5j0vGSsqhmerVaQeekA1M9TRBh7Iyg
gCwVIndyVGMzR715VDBr05D5U5EmdFhEiJkEhsMwKt3LZ78joe+hyI+YAt/HsWR4FtX9R6tBcdBm
sPz8zjPFyD/DPqI5JepKS7onbrQkQWJleMDt4h9M78YfnMm3XvRSzQ9DxLzVf7AnBjLph4k66cJT
2NNoTzzihqfHeo7btsYydoH5Rx/tvghPNXwRGysUzvXK+bJCghKSP6AOTJYvTjH1wlLxuaseOuDD
N0EW/0kDDH2UlLrap2Hef6uz3NyKlVesksYBT6OxS3ZjCIf113FOsnlImaOXvCmyvjlh4O8KRen2
mW/Ck1a12u8MEOKW3s/NhcUF06Sh8Q2sHn+8OEeAk1LmslXJs9M++1m2Ju+gVpXf+t6yvt3/jrdH
VpgCB0uATXS9JDCyE1mvEfGRPN+M5MdyCMuTNob6pdYYkRt0nSJHi1QpMaq/hd1ZNQ1mn1aiKEsu
s5CiLztljMLgotFcnV5TVH9fHSODLCOVc7+iYiYZR6jpGLzMBwVO8Psrv3lqaJkCHhWAJZDAbMH1
l52qmE6GWocXPS6Lf+186j6Mo1W9TMoko+aF1PZ73b4wqEMBJpp+FrOW1wb10UGXslTDC7oRWQgd
LOWNsWy/063PkWlAiO3+AldOkejVY0lwp1pLgcy0rbVsDjTHm0pU2IibCCZ2Usd4K8IAuKCN/Vwz
x/yFoBgHAUb15np5vclc+qRZvtfAIHIwKupZrqz68lmth7R6/17SDRK0QtxO3tDFXqKZDAmBPweX
EYCVckZZUj+28BA4O4PijrE3m7J6ePd2YpLEiFAMDqwlBrhMzJIANkKBxegyeELDXvqC9OQ47qAK
+HXf1srZpM2uUz8CUc1+LiKEEFIjzYLt9lInTrmPFRji8zpF33Rq42Omar//gzn2kck+iMUYQL/+
dBJi1MaE275U3Qx6oolb/YMa1+0xUIxZcsN53OJiXl0g/XZGCens0d+/tkhnuENtKA0vqVok7Q7p
jKj/0MS5pe7rOY8ThlkShofuL3PlhEIkR7bDLC7P5LKP2aMRNCeVJXlSnErycwV9QL5joHFqj4B7
jK0neeXpwLlx+SgXMd69rCGU4CDDzMnCC+wgbbhDQ0fKj6igSqc5HqvymZLyc8LIxUY57naVTCoS
74m7/2da83prlayOyJ6z6GLXKmBq8F7GrqhHXmpl2rqGq7bw3VAzkN3RFLi2pRZKwlBVFV2gCFcf
jLzVjkiDdM8AAouNG79uStBBYUwgPa9N1a2tT1pZsyzggsV+LGT1AG7cfHFkVLHefVLYQ1z1/zUm
nq6/Xn15EEyRsh1eSlQjKrew+gmSRNWMpbMd5+aGo749KFiDRVCAvwlu/tRX/7JWS0rnSBpLK51e
n3ZQ31PRRLslh5PJLj7OtT095riLr++9Dsw5kfgQxRHXUC6+XiS6EyFwJzO6RHEfnZW0cy7wPRQH
OZQ25TlXvp7ABAv8JlUlyg3XtkqzVc0hVKNLx7K+OSWyTKlvMbgaF+mWpt+qLSIZZhFFm3lJpFep
05jVwxxepkzTn5iUk57TFrqvYWq2Mrk1U9Ah0kL/M0e0hP05QP4ojUrhZQ7RcHWrpkGHyuiGJtjx
MFjhxrG89ZqipcAUNIgaem/Lg4KWV9mpcKleaoCWn82h+DYw1iU6G8rXaOi61/sH5DZAuza3eBYm
swiNIIjDSz7MiNOBYMh4fIbB+WE3ZvXJCUq5+NoMpWG7CT/ocN/6xmKXGY0UMTbsoHJ1Mfuopx6g
9q5P9PRZQvkN+La+Jde+Zk80+gi4aW9RcL4+ornv24PO+3dxoAt8TJxY+hLYVs849WT8rMfMePdc
GLELmDPcFSAIsNvqtcGiVYuc5yO69JPjf5FHNX8uYBfatUhuPcxm320MIKx9TkA8qAD/6a8tKfwc
vdOqvjUIeCkoa27TRb383E1hNRxy9NLms9NVsoXU4DjH0NoZW5iwtQ2mPyQQaEA3QZtcr7eXrBaS
aeHBS31ARq4kfpqsystyufjFbkgbbnXtcppChIEBP8wu+zVpKkVa2PjRJS3r/jUdOmodmh7FD2Yw
Q5R6/7SuGmMAjm9KFVsxFxHbaDt9MtpyeCkkv+k+1W1fPahFOZUfx1SLN4r0tyVkCHrAfEJKwKNB
SWxxVgFxK0PHCOclg3vR34ENyFBMHCPDhYN6bt0xqNIfNtKDOzUc0Ca2sgFVdlVJnkYSsY3AeOX5
MjjJoPNBWkPpvShU5nme9n1acnGUwjQ+aYEzNihZ+s5x8DnZLpMWYXSmtFZuQRpvpz/YB0YrNRM9
DwHpEF/lr5fTb7NIS7s2ucQ54pf7ym+nb7rpw9DYJDAN6vh9/qrAfO820FR6yKnnxA6t4XycgN4/
M9NX7O4fBPGhr8sUIBFF0UlEEKLBcP2TtDKzhGJYfMkzI5t2qJvCZo38dnC6b2flNsF6YAkma5s6
8RLOGYxAfY1wTi+qXo4k6DLI2Hlu0sC1p2z+3VWN9XLf4or/wCuSeNAVQrZlWUZUE553ALHZJQ0y
/3GazGiEcWKGz9tX519R5Uivja80bpTY1sZ09spiyV/xlgSZgPlv0gUzzJNxBmyg9fmlauQWjnoz
qphdlvKXKTQ3ffPKV6T9RxmaJjrxypIfu5fRkO96h92Ns244FJXD4a1QXm03/MbKygBnURIA5UHC
t0zSx1QJdDkss0uZ6DIigk0NCW8d2ZWbGRV0CWazxfW/5jyAJlBiMhAvZ5XiO/91aTropOq0mrNL
HfnqEalWEyHnWf1NdTH40Op5dKb41u4YvdSNnejL7RI4Po6xIk3f7p+oFc8hWJ6Jn8iqBVbq+pf0
lRpAJRPml7BWHYlSKVS2UcHdck1A0JFsMRSuJfLhvtXllgs2NwHKEiTafxQrrq0CpuwsqqWTV/VK
+TAUev0hjjp8Zzn0v63ECd4LKRUGYSGlx4aPIhBauIS57nmLWCl9Nc1+HOOgfSgGAA/IZPbdkzI6
0Tsje2GQTF70T0QeaCy+cNYmQcZAk+ppoAnzcwgm7rfaga/bN8m81dkTH+lvhyeM0dcj+qMADbRO
bPdfxymlMlgzwSt7/pyk8Z5Cata8So4VhHutytN5wwutfT0xdibSPDrGy5DbzwvBUqzMXpg2Nrrs
sHmmT/oIrt3qHHsfJNq4RT4ovs9yhby1FH2Aq/K0L75f1YeKM+aMdiAfM0OTSVujlo38cYAxINwV
Mym8rAzZd8o286mLhMDt/RO7vCdii8HyUH4WgRPxxfUWV0ZZln0ZK55KXSpz1U7VXjODZpwUOPo/
vdTFn3vdSb/ct7r0gf+fVfJSxoSpjy5vJ9y0Rj+3k+LJVaXkbpmTa6Fka+j7+3ZWvqgQyRJZKPHM
TS0PIvLGjspI9maUXJqT0TIGse/Ah0anKFblr706mO+F0LM20bwgbOB6APNbxCxSm0GH4xSql6kg
ydFtY9oE0R+Yk+IPnU+Fz6UsV0jf76/0BgqLWfYTxAEjJ+zpUuIFxuWBytegeXEzF59DWc/2sl92
ObiZauBvw4M+6PGr0k96CCB3mB9TtTY3oseVC0tz/E+5nzketNCuT1OsAZFLGACmLmylNfO5pv8g
h0B4XSM1t/Q/lkGDWDGT13DikrAilLDYaAa0xgomDs1L/Gl2PsgKBP5Mwz62TlIrh9FwqN00mlU8
oeS9VWRcOcA4CG4M8A4oy5YFjqjMnJJGte71k9ZlezCNsX5w2qB4uP9ZVw4wbzeqnn/gsMCsrzc0
T9WK7EXTAQsZtQOEO0aZqAl9/TJMc/yd/ljlnO+bXN1WBn4JiCgIOEtK7TqR6IVHPksbhmA6NUGJ
GGNrt4ru+pomPbWzkyr7ftT9SzrMWxCWFYcoiNiAJAnOhpsB/mCcc7oOI+8L8pQ/S2Bb9QlGXjU5
AlwePkBHnE8PAGaHVwPRSMQaDKSc3/+KI1xAxiEmGJgQEx//r2cn9Mey74xE8cDcxsnjJKkl6Z0S
lc6nDFys8pSr9riV6qwunFodTPjQ0aMTfG00CsrKKkEmeGUdqslHyR+zfSPD03HQ0n6wdggLzSIA
zguIn/mfKxcdQ+Vy/9uvHTcaH//vRyzqBpIaDeGslKpXyUr7CURV9j2jPHIwc6MB+I2yzH17K68P
XoL4hTYo/eVlV7uywhk9ekf1VAkkBq9y2u/pfqpf45Ym4WFKg+lXNjqmv/EurNnlOSE6FgPL+rLH
005payt9onlhUTc/Q6NV/ecwQzD8GCE+jmzSFNs/VFRdXu+vd21/eeTJ5aGDFazi1x9ZGhrfz0pd
8ygxNwcp1pyj30Fb6qrmHB1mY9yar1pbKMOzQlkRtDWI62uDYELp0NWN7tmF0jwlztA/F1YR21CP
JDYMMHkeBruAstXWYOuqYaDtAAyZqCUDuTacQLGSW3WhedJQKMeI0Xp3GJL62ZGHCin5yIcF35/U
MP0PXxaQAgM41C6gs1tcIyjqekUPas0zC635CEPh+NpnPf0eFUXL0KUpO4auGbfmlizn2tMHDEZk
kHgvAKXXC1aqsIiGSAacogHpRC9dtduTPOqICMkz0zH/ZZ3ATKjT0MunoX9tzmjTYADto3smAthe
Ukrz55nZJ9/N1bnkrtahdihCocZ1/wSvLhPHLOim4IJdghtnNQkhJix4HexQUffKNNN/iiInH/Zj
Shlno+SxdowYtieM4iUHvym85l+uOM31aTTqTPfkSP8oSTbkPXbfHdni5phq8/yp0KTp+/uXSBZL
4QnCHMLyhU0lkGq/64mkHHmsv2lSBd8g+LT0SCGuyTa+49p+kqiCAiFjhABv8R0tGdX7src4NpVk
/WYsTk3hpe5BiuqT3I7H+0sTP32Rboj8BmgYpQfwf4vbEfiwIClmY3q5YviPatkV2b4Yi+eqri9S
GacnBa9of1AQNnQz3y83zK98TTwRFL68cJTBl8Pu4IeY0LIK02smxKRPUu+bAXIoOqNjcDfWZ1Oq
5WSvZ9G0xT+1snDOLHQuAPFgp1g2ifx4sMw+tbFsoB87SwgB+rEaoUNW+v8SZCDQHiCZHbjDWAC6
H4tIlze+9OriTVHFBABJNrI4VnHZxIWeyZZXmAgl9JnCGLY00tsIHWOGRg1XcaSNmm7coJUnh04V
YGREB0iQl2gqxabR15a25VWDJkeHytCS3lUq518pDjrVLc1B2/jKa3st0FvC8TNfpIuN+OvOTtos
85kjy+ukIei6XTrG4T9lF2fhXu47X4K8c2qkk6PPBVQytaV+rfk35UZiu7ZuKtkCKCiAicuHAOrD
SZ7q2PLiOqtRUh1MF4W+sHaN2H+F8CXcoiBf+75/G1zETswBIZo0+aYnd1IRHyAdk1+jkXmjsw/a
BEFxMGSuEsPwfLh/qVdcCAm8mLUlciZ3XAwF1SoSo2le8YXzsCzhAmqUR7pNebzTg7bbmJXTbz0I
4FlayuA9yTaX+DFNHdPO1H3DC5Ja9134cyLdze1+SxdubVEkWADH4DoCPrLwVDk5RkzcQnJnqdVc
uKWW9y/hWDLmFI3aVHvv30OB3RAcr1Sil6dFl9MGwSDN8Iop7LoPUWhbzc4vTRqfcZXbGwOcKymW
KLUwDMGzBoBq6fT1IJZx9YZn5oUDw24EqkkdWvlLDmf/N8Pp5E8oz+evsTqMG15o1TRoe0i7KPgw
WXV9Oc08pT4wmLo38uaCZNfk5kFP9Dx+UAEc1R/Uqkd2sQ+n6JfEP2+R56x91j+sGDzlXM0lcAWW
775J2tbytJAxOyap4h9yX+m7qbLqDbz37X0ETAXXIceH54aQ8HqlajoyTBQpqufLQT3s4Cwvf4UG
SiTHNNWM7mDLURq7cpXTjb1/mG5dDzRwrI9HlgIpdZBry7Y0du1AIuHluRnsKwXKlD3qu7r6pUFq
7Dwbbdj/e9/k7b5iEhpUbiUALkp61yYVDZXdwejB6FZZ9xTArJjtKnLYnSxF4VZ3+dYHgMCGXsom
QSY0WwZIsjNDe5hGpqf2RfQ/xZqU5hikTtW9++nCDkS2ENryEQl0rxc1qq1iBjZ2DHuu82OSWNG8
jydLMk6mVlj7xIRWd+PxWjk1wF0ohoKo5BFb1rftzjIbI6kdj46rVh2bqqApFVfQ7IPUafzHEsq5
342lVFulyttXkyyYcgvpMHxWnJ3rxbKJEz1dMKN+URjObkQL8hjR3YyOdhNoP7PGnvfouCCVLCEv
oe+zsUu2ahArB/fv37BsTVVqg/xdEESX3JCTT0HTRvEhKeGI2NtdV+xQdYQv9P7BvfVHIvkH2y4K
7xAhLb6xPdht1xsgdXly5vARSq9e21WRk2iuCfHSYwMBbO3GU9a++XHbbbj9detMYSMrRo1tCcGO
JjJnxJKDi+obyteJQoC/I5wwv9atDuZmzOPPhKjFlyjItA1HvHJjua1ESBT/SaWWrW2tasw01U3J
G6nGPOoSrOpZYklfWvBAp/t7vPZZGS8FC0kgy+FaeMI0adI5H5PgUihD7Q7FEHx2Yn/ad3P6RR0d
4+t9cytXCFVMpqzJZ1BFWSorgoORs35KJC/NQ6goZqUbp0PG5kcHHZKnMXDrCSxaYI3mRi93xTGB
QqGRQkcDZygvQrCmC9AXMv3wQp19Mo8JlJ/WqbUi4z9sKMVfGD7IgimviN/xV4Tba2VcVKERXRQo
PU48MqM7K4xqpfbcN6fIkCix39/TtU/Ik0IvjO4qAiyLa1JnPWqRoxZdWoYWh2MEQCA/OVNthGem
CKz6ISvM6uW+zbXvSG+IAJ5+LmmL+E1/rTJLfCX3dZDCaqtZT8Msj7tM8uWdUbTOi9kZ9aHRsy0C
lbVrQe2X6hi7S19+YVSaGS9RKzu4oBlpjUgXFsWDitbCS1Mzsnh/gau24Kwi2RfMYzcUQNTnJFBF
oObTofosJ3K584escfZFhwTpxplZO5uEXXw9Zj5AzWvXu5lbSpBaThhdErXNfspKUgSnNo2qfP/+
RYESIUZn95g+EC7vr6/WhJBWaEnmeEiq9sekKCx/p7VtoD0Y09xsMf6ubSFHg1YBbB2EzYtzqRml
ESGa4lAOGmTrUDWCbkRv5Tw6NLEW/rq/trU9JJmlwc7SAISI//7X2ka/tMKUSMMzaO9/rNQcCBCg
qDo53Lez9izwEP8BXOE2l0GyGN+yky71PboeRnZ2Ait6plFiP88KMFaEluy8BwmV1tFP1EDlesP8
WihAdUSojwi9tiWHkSxDmtbPleQls2NnrqQ1/aFUq+KxaHoG00enOrLF0Qkqi6Q5ZHmTf7u//rWb
z3QA2HLQoFQ/FrGIEoRJ6cd48LAr/WefubbnhJzlKTfmlOaDSVeozrSN27jSwVTB1AnpI5qmQjn+
+uvquQK1hB85nhJMdfJcFLXvNjAVaKeUqo2KxqafBbYb97OqPtIvyz76Biw4l1yem9/3N+APw+F1
oYwSGahi8gfSQcqA178loOzal07he1ma4oZqtvvM0Hzp7/pUaT/IvROcAiVp4ZCYjJMEJjjbkZYq
cPAPw4T0b5XsK9TOzvd/19ozgMYBtw3OMrBZCycSNKoBm2vsM1JVZPp+bNJqeCgTOWLEewq6swTj
xcN/MMkVFwR4Ij1efJVMkbpALXTLG9tZ1ziMVfvMzxvsg6aPGqFZmBlv903eaEaKVxUwgoDeAV8l
l7re/RISujwbOhNap9JWvFB2YGbhZEjKkSJz3bjMWKgwc8ZSVu/CsA+erFSTvyfz6L/4jhy1yI6G
+YNT+WN+0aRuMPb3f+GKg+BnicE2cnghvHD9AyOrcHzNCHz6OGVcuSied85uIo/22l6V4sEtVSM7
GFpqG5+NstG2sviVc8DTSAEX8gYuzTLEGucpsRsImy7T2BjPlN+7vYlW2E6PSR2gg5+24JArLgkw
lRgXsonrbmhKrUZpZXWUfa8DN5j9o+dlf1GLwT9XUyU7zzHDQ9krs2eG+VmhauHsqjnYetlWvJIg
vSamJLQTVLjXm56TJ/b+PEseiAo/3Fe5IxOjV6C3fw0JmN9dkpuV7xpTUJcbHnnNNwEjwy+J8jHc
FQvbkHzGag/26RKPfX+wuyDelVCwHovQl5yzZSTWvxUjSR8bPa9Pct6G8WE26y2OsdUd+OtXLI5d
3zRD0zfMwU1a0QznVAPu4DqRNtcvZhSNv4dZjwnS4lrfmmgU61v4Qx5EdsDkbgOOX9QYUz9juiLR
JE+dBH9EOenaS1NSzUT+muGx998ufC7H26b7fvP8GigOVXUwhJeeIXb5VVZzVXJHhaHjfa8nwaPe
tHbyGxqF4ZSXeaNumF+7XHTw6IL//xxr1+fMmo0yLeoquPg1I3FOmcWf5jyvvidOXn9hvCs3N7zJ
2uWC7UbgjcFC3TAT0MFygqGwAlCTgz3sZyKgQ4VIp7ZvJVvST7MuWf+HtPPqkRvn1vUvEqAcblWp
g9t2O3XZN4I9tpUzFX/9edhnA7tLLZTQ3oPBN8D4w7AokouLa70BIdwE4+YdWslViptOqtQbGP61
JQZdzkuUC9ijPHk57bmuOq1EJ/CMAnNwMxhesEfS2trXdrGF3Fkfio4X6C8kGZYnWbEyxp+t8KyN
Q/qt0eV7SfdG29dE72xxgdcGgxYAXhE7VDbx4vVraMRIW0Czhs05Pii8nDJUUOoKjQ8ttvSNesbq
aARkqStK63v5FYXmDTN63cFTVDeasrdTI5qOg9KG86FlTzvH60dlba9CHkfSQkZnUPKXi6a3YgxL
+da2arocg6On+xRRxo9ThHppGExvb/+SD0nEKZ+TuvWyahGreMn2aqU8mZ0d+JXnUELN+rD44plR
tgUnXjkXroraGHYi8vJZ3rJmQwtHgS735LR5tGOe8x2E/PK2m6ubduq9L4URO0cjVZDSd0sEJzbO
5cpaSpy2tHZFeeFVQlrBQQzoA4RnoU3JTdtN4r6Lcs2vzTrY4l+9gk6TRTAYslAw9QBfLfkGVmM4
Ihedwg1bNsV7J1Sc3xgcNfGe/399yIekiXdzKsVxu3lWy13tenl2KJza6fd1W72ZtCR/EJ1KmqbQ
INDolavz4rEVhFiQInzD1qq04ZQ1joEMWkTLrhpFd6fxDbZAdWvrLa1jIO0TGl597zyNlabFuvds
6v1fhDvnfB/IpuauJfbdOLMSfwicIDsEgeGi0LY1/Npyy+KrlKl6Ftq4nHCo56aWxQHAfCsxfmTu
AKQims2fBYH/9/VjuzoU0HzKDvgL8sS7HMp2wq41vCY5d+haBjtefDAyadYNlT+qWb1RFlvJVgFq
IHCB9I18NyweM6Y+JqNoINtlc2c0n8rKytWPdmJXw9dmjh1vN3t9n/8XaFp7aixwvxuFpJUghdQZ
7yjaTZQlluysCtBTEGZucq5CE/vYiHb3XxNs7hfHaK3+mNtjtNX1Xv3AECfdZ0u6V/hM6qBgj/Fu
PJuFPY07e7ScjIytz+YPQTJqG3pKa6MhkkZ91QFb8Qr7Ewgw4sgqp/BHxgCpu7EOZ+dDjqW6/ise
BvPtdwyPP1lEQsNSFpAvd0/W5VVEtSU5lyakFX8gShZ70ZbzTe2U0dtbdrh4vxhNru7LOKB7QYl2
bnI2RJ7Oj1M9N8F9XHrWb1dE0+HtB+OZOUH5ga+5nJqVxLPZKzDMiyoNxKcxyRJ3N3dQlB+RmAys
jZrD2smgmMojTsYcPG4u55aLulQmHKrOYGz73LcqHk56YWslgo+hnZzCwfVKw9fzvv1Ni3gQ/3Ay
oISyZZBJIQyYl+NXqImVYeWgnNQ2zs/WmZwTgujpoVRa4zEuaBJvTHhtp4K+kaVVirpo+lwOKEy7
iymvpudBa9R576VKbvs6T+hhl6u181bqorxDnp0PqM9QRl7eIX0V9aICnXC2I2OAKNdoc7prVSff
CXdoNsDn8mMt3ihAqKTXPbhwhFAWid4UiLYQWZKdvW5w63t1imfjfhja+O1tSU863BgSUsniLcIp
jgth32AYfQ7yEcd3LTatZPTjoZmOVq3M812JovJWSXIlhnLUWTVooADOl4nXYERO3Us6YjcGBUWw
0Yw8X+nGod2LMjXso0aLdItwuLJb4PNS+6EYBqth2ecIKWdbeq2mZ8VqIvgpGgLQIEXrOqjivRUV
KBteP/6rs+Sukow1stklb3nSmzGc2zI9W/U0fMc/7mYKdaPaVbWWiwMoLrH12Ft5UkNXQ50IKgHE
n6V2oCbCNpniPj3PeVl8Mmei7W6MZ7vbWTVR9sFTUls7qWrn5G+/lekx05cDssPV6C3O/jza6MIF
VXamhpTXR6sS0wH98Nx4yLCorXfRqCML6odVoLq7Rsl799v1j722uppJkVeir0FqyT9/EdgpHfZq
Ftr5Wc/T8rfbe8qD3Rt2sBuHetx4U6+NpT8z1GQGAnbgcixPoXkbY+Z8rsPaehdrRfGVp1EQYHUp
fl6f1loYgC4h2x80lUknL4dSTNwUPOBP5yIItXGfT6gMHlqH1Or6OKtTQsiD9iy9I0LO5ThlY+uD
KZziHEau9avrGhdqYVfsy6SAEf0PYzlyp/ASYsDFXskzYSPP4OVnt7WymwTk3Ef4/Y7js8O2oJKr
8yJ60r2V9e/lexkXpKHrCjM71ykciNs0HdoT9tO6fdKaqPhyfWJrx4/0QtJgKbOjZHP5EedZi6CB
wlFN+8QG/4k8lquG2Yd0KEzAgeP4p0Gb/fb6oKszpIyOgjb5PiX+y0EbJ53LLmPjN2mLl7fIut+T
1fToEgsFs+vrg62FNF7mKAXwTnOQSLgcLB9NiLgqOz/Jisw5NZhAT36sNX2xU2c9RASiULstc5O1
GfJIxzGXhiNctMUZ8Oi8IwMJD9fFTC/2UUXFbM6Y3PsqdKyNOLY6FskE0FKNmoC5GIvyn60Hc5Cf
PWsYCpwvAT+W1gC5QDOityppkFDAPYV6xdQkVm8xWGw6sWtnNlX9rrVw6+5rfJ2TCKVpxIki9443
8ZZgz9oCvhxysVtckBIVxJzinLeK3b2LM6P/AW+hqXdurXafhrp7O4uYSbJVVOk6RFVgkZUmtejb
IRPl2VZhZ7SRN74PlFhL/B5Vj9tJS4rPb9+jAJ5IK6TiAeqsl3vUmtENRw2vPEdOlJ8GltO30ezb
dXnT3nM9zRvhbPWTvhhvsYqDFeaZGRbleYB/Kpghi0jp0fxD7l38zLTK3ahtykO2TA0p21NtBE4G
p3gRq6eW7RK2TXl21LzJ94096tWuLd16IzVcOwtkCBJ6Al6Cf15+yApzrQ5UNR+y6ervmYa2dxvm
5aOYvDfjcBF4lgFaurzDxF6MNAvAeVrRl2fYYYl+yEQR/ayRqtxKAdeWSurF2YYLqYUk6XJGGCMg
vEn8OCdOEz7mZR18Tua2u9H68VNRN8ZGMNkabrFQg6XUYPOS8ty4kofVY1jtl4XUQh6REKj2ttP+
w5MTPCwQebn7pRPG5QzJmz3MY8wC5SPkyPZO4hhHO8ib+rPV6Km7cR2s7cRngQSaSKBqlsyzSCnq
NIyGEoiS5XxMlC5u/LSurI0rbuVhS2ouPQXgqAKdXH7HEdO3drKKcwcQKrjHV0vtTlll16eKl8s7
YYFl3DVBVKoPxVxttfLXVvHl6Is7T3Vama64pEazoT6GGKq3mDlqpeenjjeqe68Ch389hK19V/lB
wdaAJkS55HIVi8bO8IrXCvzt8mQ46Yo21MeiV51/GoeXHxwamAXLRmAtcgr6PBXOuVYo1X9erA3V
R4/yj7Ix0Oo3pI1A/xsZVbbM5YQSZ5zw3Ok4CXWcK6cob+7MsQS7XDjvo7IMisP1D7g+HowyiWtD
8Ub++YvXQFPNgcIrsDybY9DXfjYE5X4KkdptatHZu8jChOf6iKt7FKtHoNloLdCuuxyxqI0UyxWl
PCO629y55dxi3aEbf2fagidOa/sIaQSHBJ2b7/rIa1mn9WLkxZFvRDEYQ5ZW57lN3IMyDtNNprQ5
EilFdJqhLT55VaBsTHd1UESGkcOXte1lnClDuwoRlijPAQ3qEe+SwPWrwU39hFRmrxLGux0yYVtX
0urBgKoh8bVgtZfihlU6VHTKQwKOS+/khEir4x7m1lQ3rr7V6b0YZ7Ga3qxSkUhskpahPth1H/8H
iUxz8UCjKX+IQao8pKEQb1SklPkg4BTuJ9Sbya8Xo8bm1FXqLN8Pc66Mp2TsCvVYG2NlvIvVxJo2
wura/Y6VBJhP7kSeLItDyauh7cbGS8+mlerKL7gMXfqAU2ployBHt3jLp2Nt8UDVwZ+V4M9X4kTC
xGfIi0RxdrOGQp2mZSSEdePZWzzhtdNPf4BiFnPDp1qu7ovTb2sIECFhkJ2dtIx/iRL1nJvS5jwc
K7dq8ZuxjO7m+iFcHVK+/FCZkvpLiytq1idDnTyRnyFm5NEHz6qM/G9faqK9CwVwwh2KuEazkV+s
Abtk1xkshge56BWhlB567agxQq1JM4fWz3aO9PJINpVrfzSzL+c94piZfkKgyVY/ZEOmOclOa4Rh
ZbT9hqjznXJ0mlNTt1H8biLZ+3r9q6ztMN6lqGBJWjpF8MuFaIUdoq8VsMOqcP5cTN7c+1OSTbdh
7nmfr4+1dmQlqgPJU4qW1BYvx+L1K4rYULJzV5ZTs1ejqBo+68JMAl+lEr/z0uSH6865vTHu2q6W
lghw7wEZ0mW8HDcSFIVr1MzOfdNl3jfHM4US7zTYtuPGSGt7TKZAsC1tYOfLElcxNkJJqik/t25X
Bns9Dqa/0O3Ve5EGxQ+r1abT9U+6NjVqwrBWwADwwlncLE5WOrmYYja1kovxMRJzk52a0i223KrX
9ok8PFiJAlN+hRnhBrPmtOBVKtLMQPFba+LuxlWnrj220TS4Gzfm6ofEro2jCkoFPabLJcurHlEQ
OyvPhRjHU6wb6r07Q87xYxE7zi6JxjH4l0+JOoRsvlPKWsLPmxRgmaorxVlLYMAcsAKkG2J2Wfnn
+pKtTg1Oh0zo2JPL2hragWORCR6/tiJi2j9dBAc3bsx42OlijOx9Uoh8i0Il98HyQSo/Jh0YBM1f
lfPz1CjTaTBIVx1ApJaaFLiX2XO7d2Z3Snc9HTn0FIPgJk/S6iPcierX9VmvnX0K3xRjeazyUl0s
KNh6ojsdg7OKpEjsB0LVqmOaiPBHnVTArdTWrpM9LF772/WB1z43Un9MHLcnwtzihCRTwjXJ4//s
lop6IFnXTd/uhWfvaQa3X1sQbPNGkrA6VxIuGIeogoOVudy8alUZ+Noo+VkUzpAcU0843p2iVF3z
U0nmCAhpI+AZ+Dn2b1tJ7vrYRAKJZSMiLL5znVXWoEEpP88GFYHQSnLnHlyqROe4WfF9dKPW8HsD
JN1GN2wtQNBUoOcvzW7A0i4mbU+tPSktFXd0pnu0INJ2vHdtAt8nb8YybqtEvQZgAdEFoRXgE8d2
6XdTtQgOuGlC3b0ZtG/WGN2ag07VXe3G8F3kNOmPJumjuwTpvW96WoDZtfDY07rJery+w15/8me1
a7IzVHRQ8VxcL1o8ls4MaPCMXGqNSoTi3LvSB9WvmyRofKyxwDG33th+vD7u653NuM+qUFw3aG0v
Epoe9EXcYzd1Npy+OumZGSQHDq4ldhlekHKpq3QjH13BpcoxsYeWIljGq4RUnUelh8yf8NIWqeP3
zpzd6BRFh69S9rvxaS3Zzt0Ye212nIL0N8+E1gtxUxkrbSO1eh3S+Ck8ANB3oGnwijnpOBDerc6J
z0nNy2aOi/EPpo1zfJfXYJUPwWiP4qQgWsILQcndnSVS0zldX4KVTciPcGmmy9QJDszyPUBpoEAb
NT47CRmsrjSl+K8wOgQY09Y+OHGcPcCxBLTGJp7OsT3wL9EcTfa8Uto53Lg1X2cDCBdCJpU0YMLO
MvBU+iwa9PHR8B5du+YpVGn5kVoeAPHr814dCJzac9uUsuAiqJaTCm4J2sa5jhSRQfFL4+GYIcG2
havZGGh5bTR6Y1t1UjOQ4dU3MUWK5OCUVlxtLOTaWQK1A3iA+iZPEvnnL94jbqOqaeqO8blNsUtB
MY9q+cmcFWc41raVFe/TTK23uL9yc1xeyuwadGbQGSZewkG5HLSmVasUIarZYTmU0f2cGOMvT8vC
92NZjNkJVEWEVPkw96diqu10Yw1X9y4TISGQ5myvtCD12Oo0o8bxQPRd+c0xsKDtIxFaxzHkHeNn
bWSY78MysedDQrXW9LWxH/AmdQNX+1NUqnirBQOlGRUdHJQ86Dzy9+IKESbiNIGH+nIyWMW3TJ0b
ei0wkw52zjl6+w7W4TLAX5fApmWmHgEmb7U5Sc9iEMH4gBSWXtzOTTN6W8WftS0MPVVW6eGovgZa
xn2QiqhlVqFpT/sK5Kz4mwml2uqqvL6BES4FTM2SSj9GbRGLkkxva0dJAffo2Xt1jMrvSi/+m+bJ
+Zc4A62WFr48CFRCLjduFij032D7n/kZQ4Z/jNchKENfoN1Anq3FeOThpMajFCJfGgfmNjj4wuFY
xlHkTJ+8csjin41uxYkPNa+K36du1Ae+Pqh1d+oVEX5AdyWwd9f3ytoF//JXLC541ehVHchEchai
VW96N3OnU07ivBdDY95ZmaXfg6zotmxE14aVwQHXRB6vrwAbCU1cq6ui5OxEQ5HuwzA0bwuIs1/A
WcFJQtM0UDBwbectm/u1jWSijC2rM88K95fLG3cDWiG1npxj8PH3gCnJX3RnmOydNZIZHK9/3dXR
JCdfliCA4y4yVi+abCsZxuTcw3071NPoffbiaqKEN8Ybz/O17UR0B7Ml8fn0ly4nhpNzbVoVphM4
zQcAvHU8q3ydZDjZhW1o6bvWMQDhVmmaxX7Y4NStapHpfnr7hC2JhZPSi9LU6vJXNFrXzb1ZRGc3
sEK68mOsVY9lHg+Ob/Ql1Ofrw61dbSin0btG1ILnyGLSOvx0gWsVBjAUev70lvpt6PARSWJhfwXT
nWwMt7acL4eT4fDFTRrW5qQhQAvJ2TbS5jDWAH4fq3kGXsHjNt66xdYOyXNJSaLGZc5zOVzeCldv
tDI8251ZZu9yHQudlKIZls6nJvGUH05QD9YhUhp7S11sdaaUKAB0cH+8Kp1xDU4jtCjg+pY9fOox
nYKZp1TZ3i1U9x9yfQtVLcn/45wswT9iQtvbaBgrqrVh54aadV9XneoD04/2kTM6b25gS7oFkjw8
5Sz0BRcRHj2XqbBTJTzPplmM+yi3Q2+vzF24EeDXviHJO+V0ChPcJ4uSoDMI8PaIPp9bUccfkqbJ
ZdFFSbF7EDri0BvTWjsLlF6k1CwCeFQ8L3eLl/d50NWk6yP9p8kfZ9P6qUylcXAxoP02j2jAbtwd
qxN8BjTi943U0+I4GCnFUKx+pYdC2B+zPvKqnZKW4i8lmWBL3Xt1MBrLsqvGhbnkkVdBFJYOEP9z
pBtNfrAntZx8PVYy4Zeofm8kkKsfEwgVHRH62K/QmujWiKCJneg80KJ4iN22etBAbO5B4STWLlZj
csW3hzLKjyCbiDA6r97L5dNg50xJx/vGKeviAx6zfy2shB+LGl8DDRHD/f9puOXN1Ni20iHMhxGK
VQ77Yh55xtlheuB9HP+dqSb8+ZfxJBfOAqL9qkHZjZoyKwYWTFHq2L8Bwj1Yk63Fu6KzJwyDrP4f
QrX0BZNgW4ncWtwMtY3bn0Zj4dzbhTbtKjRhvqCWFXgnMv0t6d21xw5HwCJhpLdEbeZy7dAmb4eB
isU502r1oFPzu6mA2d/bkYpfgmu05S1qhZ4/17ry8+3fleInRGLklclbF9umHLxMbXolPU/C+J4p
o5r4Nmbd96Y26g8iVLOn6+Ot3UnUOvmwRBhqrYvx0jRvrUIZoWc4dv2H0qoo9nmZFocekdgb0lnv
xgsafT5cH3bt9FPy4i8QmzACF8vZOjnMNqcDSNmN+u04UIjaNTYkpiKplLfriFL94ZkhmfqoEC4J
usIp4zZUowyUWt+eYUBzQiyn7w6NY3ZbMqKrMwOLyksA0AwQ4su9k6lxIRJc0c9pCFWiFV7+6CoZ
DaPWiv4loXiG/CFHAbp/yXDMxzCf+0ZLz6PS1fON46bzT7uKio8xHHtfTKkz+3of6luM57VoSkLo
Sg9b4veyforFmoPNBdQMkdTNd7N03fcksvNpjo1Bv8kprDsb+2V1m74YcfFenN0Yj2fX5r2I4AYM
zsLbeUodPgIUMHeGFG/x7XyKTtd36Voc8NAslrrFnI6lb0BOAdHtpgnWBBW8x8xK7M+GUSjKARRw
rO/myUP4NrPVk9Ek2BxdH3z1I0vqCx0sWvnm4iXn1FbapiDkzknbTO/KzCjcR9etgneB0gbFbdWQ
Ym29/1c/M5I/XP9MCYL55ebV8C2JbKFm56Lg5Yhwk9f8LiIRf+/n1POnSBuOeAKn5cZdufKdwWFx
ZBzwSVj/LBIPVBUpBddxerbr8VMeKNW+d9Ma4ai+1/IDqgLRU6qVuENMbZZ5G1mP/I8vKlsMLluS
EEypbi2C/aRPQ5wUbYonah3d1jy0xF2pONlWT3/l24JwlmV3sjpJ+Lv8tnaDUyPDMEnFzg/YhgeH
AUBWjfZ3L74NHhCNIrWG79d30Uo4IuGBaSQDPKSxxYq63VhAioEPxyYfSz/KRDA9KLFU5jBLUUVv
L1UxHNVlqacGhFz+nBcvqrFMLfyWKyJDg8aFpyXWUwQobIt3t3I2MLWgmiPPx2tuWK/N7djndYYg
4EjBWiuTxjmKcfKdBFEuP6wjPThe/5Bry0chVdpSARViq1zOTAkVXCZi+D7xYOrxJ8BJ6MUpjDQd
wqEyyx9uHao9Oro4Fm48PNZ2KPBxDggFM3oni+AHOBdQfg/5FuU2V/Kboqrep3HY3/zDFF+Ms9ih
bp/OLrT/jCZNWO9GUYefITjUh66a05s8irU9wlzxr+uDrk7OZItKmo8kcVx+V/DM8zAZBugarxT9
hzSt9f7RjpJ2/y/jUBrjCUBytTTxdL3GgbPtZoAgJ0PdD606h59K8K3exkZZnRCtRXAOoKFegRPh
69qi7oocI63MOqWFNYYHZGudLQOo1Q1JPRjjE8mKX/Y1sswK8PnDxcvOnPBrXnqRdqDo6mUIKbeO
fkfS1WoH26FAvRGu106f1Gn7n5GXjQ5iWI/OASMDklE/aA5EeJ/Qo6n+VOTur1Yk80aMXpurDlKX
ohuo7lfKvIqKrA0xGqJIh+leoMbRg8Ab9FGNpvCQZ2W8tzulTzdGXYudlBURnyfHwbh6ceTj2pyr
oS2Kc5AmNAZTwHS/cFapeNK5yX/Xt+faN3051uKMp2NdksTFrGZsiG+eIurKR2DVuhnV0Hns87b+
9H8bcHHYUVWhW4lN4jkHP8fkFDsuDlbvVp+1Vje/18UQ/MOTWGI6JASI3PiVA1IEM0SvYo4gpXHz
lHaWJR7cxAO2NyMGle9nJ7G3+P1rpxGaiCm73ZSjlqck8LIULAcPjSqe2xpYN87LB/JmZeNzru7Q
/x1neSasIqnB4pD2K3P0E1+PaQctFZ6ym1rulyIth/g2iANnK2Fb3aIvhl1ET6E2edQ7bXbuqb5r
O8vNA88P6rJMT1j1mPFGbFsbjuvvGSoCv2LZTIlE0k9zDISrAoBzTMVk3ZIZhnf9kG+Z6a19UMBp
tIco62O2Khf2RSbBNVWFaaSS/urm+F8ame1dYegQ0TM3PNlufdPjHrixiGuHkPACF4a/pOTQ5Zh2
jo+nFXEBgj5KnZ2FkdVtAQr9fuiysDgKSB0bZY01kAIIb3CzGALomN/ol0NOqV0KWwFcOqIY8NPJ
xlPT97dKXzo7bFLyXThV+EB43jQKv1HcShytoei2AMqr64o1Gdwq0lNEPi5/xeyJxsoNVCgUrBFL
XzWz7j4ED+TueHFUWwCv1aWFuoXxAGh61vZyNCtRHD2caBYFtiFu57yrLH+0Z/2Tnc/qDv0h9wnl
SHMjwq5FAqlcLfM3WEHqIsKaKbT6CUk6MuEI+paYenwZYy0a99cD69q3JJEhA3bphUHpvZxdhq9c
HRqwpk1FRxQHYc7uOKZzrfleXgcbwJL1wcCUyB60TIcvB+vLoSsib8KtGwXCn0qQKXcqaPqvIKa7
w/V5rR0O2LygAHhIoEOzGEoYk11Q8mPV0D1P0EXhf8aonj62Qwru0bP6emPF1vYJylQmVCBqfsBF
LidX56WaO0UEr180Bor45Tj8ArmF73mHhoPYK7TAm5OAKLuVCa99Vo6DFPjk6Q3Z8HJkt8UCSrEp
rMSg/sRuiivtMFMBHPZonDgbafezEOzyBUp7mqqINCN59QLlRgyKKRXZ2YrbZleZZvSF8rw4lk5t
nJSkwDEJtwVzR2l1+Gx2nd3v4sh2P7Y1Ug7ezH96506QP/00COdvqJ/Zt9eXfg1+geunxDzAmQWK
sDixU+uWWRfwC6fZHd4Nge3c5Eoz/0kRXvqrpVr6QQEF/9ijulz5UaeJblfx7tOPkTds/Ja1Y8zz
+f8z2BH3WiyNGAZVw4s0OWdlm5d+GalhvCsHtY3+4a57OdBi9+GBObZphd6CyNX2x1zNWbXXAbJp
t13ZomF4/RPL6LPcAw5bF7Q/V94rcJYKd10kLjI5GfSQcjfrraJAmwCKs+tGRMtkCfOhHpP4vYoA
yu7tg+MGLK88+bxdglnA7RGsvdB9cnJ9tv02UY3qoygDU/lcJfqUnOqgs5KHpi1S8SVyMntLhX3l
vJHes/+l3DTI20Vs7qohalp+15OlizDdexlGKjemAFlTlYjcvn26hH/gO9x0lEWW7+msTx2NEpr3
pBpd87ketVLg+lN789HC/DPeO0XrqvsiHJp3SpNFmx4RK3FNMknokapQLWgpXkYXfUTTP61NxHwF
IK+9EwJXKHZZUHuPk+YVfmDGUfjJKrYFsNdCDZgCJP1xfKJEs2wvBIkm6gQ5hie7pxew6zsAOtjZ
zt7HKq9a+9h4CNZ9mpXWI9R5AzLLyAA8GirmfAcl8Jpmb4h+GN+FJjWB3VxNnfEwjQWIoes7cv2H
0mWl8EljF/bS5TcyGopZTawHT96o2yWOtEWCYYfVTx8Lk+u7V6Y89bWemvjOFePc3Qb4yg4nPCHG
wc+q3gpOYc11FfqmlzondoN70jL1HxAEvC4kFI/rFz+TRWBswloMQaW6T8A2+6PpBZDgMav4zwiG
bvavf5O1bUMqzIo8x+BlbS3NFCVU8zx4MrAurPeWOVu4BdaDdq/0RVgnft0OkblDqtKLNwDTchqL
6CRPJw0xbkQewotpzqEyShSchxNbn9n7TgTZHfwfXvxmoWbNh7axyr8Z6ccPsGrZpzFTtGTjllyb
PXoNfGuQKLSrFuE4U0vgRHXgPYV9aj2lhTKBdqxK82sXzBkmkcjg/ZiCId1iC6+kPWTF9OOkGyaF
gMXU9bDomkzX0DsfEgSFEIiqi10CxDI/hnMan3LK48XGXGW4W37uZ3g6V4FL52GRas1mGrd9FQS4
945NfFf1+Msmaamjo8xz9oBvWdf4Yi5Ayhtz1H+/vs/WgvEzVv1ZewefoMXR8/RCi7QeGliu6NPe
9uIMEUndrY3kpjdFs0Uyf0b1LKYLgoOvDBKAgLjUwBt6dk+tKOiCUrFqfbV2nds5SEvtW5iM6qe+
LqfPiZjmXTHF9U3tjnpy4ypFpfh5bQV8mqJUD4obqBvF7LW0h4xHgk55o72+lE2nEEpfoeyL8F/8
LWzm/iHl2+DGGut2su/bPn9fzmjq7I0ia839TMz/mEV9ZpziTH6u6wuzshW5iFU4C1Sgqc4s7o0A
JoM9TAiMZgEtAx6FVmL+mbN49guqUpDUHJNm6vUxV7Yir3CULqXiP8F4sRlymqquiEPvqasd464s
dIwgKpQm3b1n12l1MIc8aE8UP8LA74Y4C75dH38l3WO61FGpfIMXX8rhapmSV2grO3ilpvn3qYZ8
vEPfFMe66+OsfVu6Fnhr0OrjebgILyCZ9dpwKmkNgc+YX0ya+s6Jei04tV7U3nlD2feP14dciWgG
MYXqDeNS+5bn8EWFY9R6r4xcxXvywqq9T6BdRycR66kP5bO0d3mTIDNShqi07a8PvDrX594JAolE
F7nmLwa2ut5uvGHwnjDEgIJQBbXj63pgnqRq79deC5u3a5cxU0rvhDOgb6jlX47YQ2Kf2rgInrIo
gV4U6+H3ydBoTlO0VfdVF4/a8focV4IYNxVPcNn34tJYrGfTlUUUBcJ7SgmmR0iz2X2qx1/SZtxi
pa7tUDJJIhdHEt3AxTLaKAIIMjj3aYIXt+8cXuI7BQdy/R9WDXtkU1JZSDSWUbIPbersueI+mXWL
e64w6whOvGF/MpQ4z45FqbxdupOoB+Af2Llsyi6vXHvUurik9P3Ulmbt7SfCmw0grLLLu7o3Y/H2
WgZyBx6fkfqirERdbpIxiuIEIwOKP0ke7qHLz9MuR8zTp6DTbGm3rK0aN7oNvo4sk4TicrBEw6Ve
1zHUcNmMB4smTb5LrWze4ritnbWX4yzqe4gwjajQzN5TkTjDJ4zgnPRY4t9d+VSGvWDn4njz+81b
X3ZbsDGUslPkbJdT0ya8wSbMS54UXf9pBqn3NBvzE5xR+/H6QGvFS0aSCGWYkqTai9woL8apiQ1e
E7Bv0lMuGvVhHuLQ8S2lKU6FIvpDZnlZhRFN7D5Zg5Xs9bbK/lz/GSufGEAf2adUdSFLXVYEeMp1
aTSybxCJPhiJrX0dBpyXGS9/r1XFsDHtldDCI5lCKZUayChLLlsZVWiPBJ7ylIcJCfjsho9pEGmP
da57WzZ/K9tU5p1AsHH7hFa/CJxeWqOZq5vBkzIXtvADL5jqoxrLiumbPyKqH65GoY2EkzrE5abR
Y0dYQ4Kitem27bjTtS7t/Ca3lPbGojzVfkV7ddY3nhUryQUhQx537FNIsBazc7w8CBsxY7422Ebx
OSpC96DpY+/cWkM7G3tt6vXooYrCOLvJx3pr46zld4wPfxpWGA+r5f6dtdpu6jFA1r9xtP6os5E8
f2j60Nu5aeA9alao31KWAAmuFl3tp3jJfh+HJutPkQc8d/f2NeCn0DhGAElyDC7XAC+BVC8cgMyx
MhmUAkbnQFMVZXE7Hd1dYs3al+sDPismLDJvadFC4kj5R3qBXo4YhU4Fxxd3hdJVaueWuoh1znkE
1TfYKUYOZs82+igfHTc0gj0Guol57rO+n+/cucjVozpSHLoJSxF5je/OWvy+QzFJ+APdsOYIjWuI
0Z4zw6DdwXkMhqeRG/QByrqifXDbWDg+N4uafoW1NphI8lemc6iAdMB/TQLR/Lo+27XdRikLZQvk
jMEDLj5vmFK3G0xU5EubDDaFnl9744dcm4ovY184j7nm5LdjZjvveiwND9cHXwsaPG+kvieZ7Cuc
ZY0zibSpwyTF09pvQYy0le4UReunAFw2xpJhd7mqxGTJNqbCxePlclWxMR/12pqCp6IxeCLqahg0
u6DXu8oP8+HBQde15Anjau2hDwd18DvSxGRjM69kt3R4iVpEL+gjS79MQ2+7ZhLyUWdGQQ+ULDPC
z0ERqZ8I5Nmw74xMPEzCGvO/b//S3OmyAcMHoJx4OXu08VVETAQ+UFpVHuzWDUOfyDwcVMTVT9fH
WrsBobCCRaJwL8kOixuwri2vBhdAmSqMZsOPqzx4pypTWO7sIRk/amUs0qPrCgC0KCFTEophPjvH
pm/GaquVKKPlctmlsh0tJ8TvXglmF8lkaREWS0+J7cbvutE0P+qVZ5/cSctxrFeKzwjEAadT7eQD
xlTGNzuzcHFtlJmjJ8jGY/wyvI17ZW0bsBhIFlPglVK+l6vRoV/SdL0bPFV67rpH22gL9aZMh1j9
f5y9127cSBuue0UEmMMp2UHJsi3LVssnhGT/w0wWQzFd/X7ohb2Wm2qIkAEPDIwPqqtY4Qtv8Hu0
IzVfdZQqmOiP/sP+g4lmLUwbcL9r8EbkeLUmEE95SnI3jgOnHeVnNXZBGUSU77G5B221h8vauhun
70I4glgymQC6wRA31sSGOEbCsZsM78nIrHnnzpYKzT9fkM3atTEZw8Znvzicayy1c/g9TPZ8gdW5
sjGAjdnuXlN8t0cKoL5IFT0YHX1ub3j5kn6DmXLpfuECJXKmiQtwaxVwVdU8CC+VfNNeb2o/CbE7
UZUszu4FrbjMb2oTS1gDl8DvjYlMkhl37rf3D96l65TZqhYQQ1yv1uLwlaFNbTPa3lNilfNVT5DU
7Qvp/JZp3Fe798e69G4szwUBAvUB9B7PVzjJqKTbI9O1ymG+cj287fB16cffhQqMBcmcSPlq4/7L
xxagPP/hioH0jL/UosMP+XqVQUxKFfet5OUYGqo7cV62D3Zkm+nenNzC3NvZwNnppvA0Ge4hiose
iEAFtvP6/VW4sOKA2sB8oIK6yCevDnKLu2PXFI3yhCq/9QONUKc+WkP30ivQsjdW/OJYFBuQ3ybI
hnZ+vuJYKcQSW04YXUWTXGduMei+k+f2Aauf4R/A7EuXYWGQIkVMEHw+mOzVUbpYhJ362k2/LhA0
fwqL/FNfimGnK9VWH/3C6fnTSAVtsZCS14gPNMOwI+yhsksjM9qgQ0JUOQxN1+R3djTNEmrCZL+q
xQxdF9vn+HZUZSz/YYWXYsxSs3DoXaxKQO4QKRl+pOAGlKW1DvitehwAfJ7MVjU2bqg//azVw4SB
1/8bbLV1ut4ywO2hHRCbufcrAZOsHtGjlMdmQt6aUFuGIHdVc7DuLHLwb13Vm+CTx7RJU1xus5Lq
MzI/L65SzXqgmXLaUsi8tOHo3yzPFKANIP/ne8DITGD9Mb9wUs1xvsmQSzaPhdHhFE8RfFP74sKd
jZq+x6mGULNUdM6Hq5LaAmjnMRzKdfoh16FPH8bCwSU+B+gT32FFsRH8Xv4IsN+WQJ9i47qnEMZx
FIFCiU6l7oGs8pPGsh9ENk26n3fJUF31aq9416jxtndl4dmp33lO5sS+xO3oWiV2oaxVZ4CRFADe
v11pDtoGzvnSV6AWszycFO0oFJ4vC3ZNspjAyMEps2UaZGC5g6oIxZXSyMncCEwuDrb0f0F2Lkik
1TeIYsMpWhhHJ80N4eLDTO+6w5z3RXec67j87/3bc7mx1kdgaSBQBaWJBJH6fGp1b01OPEbpqajL
GJ/YFrziQ+FO8+ZzsTwHb0ZiEwMlsZC3XSfyoNKRhygK9A5qxUmCjFL3S2kPprfX50XUGcRTh3oX
oFmKzel4HRqp2INnrYLBsuqrKjb6w/tzv7TbLUDXvJxUi0i3z+eed0LicKKmJ/dnmjT9DXyz+l4L
4yT0zdRst+7zSzE5byUgtv8z3huXZ7ONDLu0k5Npplp/PaWTLA4SFdomUO34tqbKEn4ZjCwKbLvT
nCsyIC/BvquutkiZl/aYDfaU4jdIN77/+cyXt4QIKk9PelnUk6+Gcbqby974DRt1S33m0ipTqsUB
AXw0seBqP8/d4M2YEEHeLa1U9dvRKfDhlMD6fLWvHTMgNFM3YpMLkREFVC52g6LRcrWcz2/UOmRM
UQM4LRbs5ScvHLPuqMGc/CSxRcoOST1E01GKYjICeCjlJhHt0lvKAab6SFcYS8pVJCqKBCCnSWyk
tLhN+GPRiz2ERtMMOgO7dGQb+dn7kaLjdwsSnu8opfkPEFwEVpk9dVCKoGtzOgXh+1DldJ+MSul/
DGJ66Mvc452CwH16/yRd2k+UYIg3sWHj6lrtJ6TZE5CEkGDjepzTG7tVzX1iZsahKCupXr0/2KXq
GOAY8piFEk5BebW4wygk9CtKgl6j2DvRFNpLA4PKOGpFxatRGup8E3d5rNCbdhLvVRK9uDuZeh3/
p2USG3HEpR3O/kbEilCNwsLqeUgMWToVAsF4GCnOTTQTJcka04O9QNOx3dGHKb68vwTL/l3fpZRr
OE1Evgy9WgFrRHEvNXgzi7Dro50e6r1546EFXe2FYqE2q7h9vjOVKIk24rPLI9Mc/D8jr6VO1TBT
Gw2k82l2XWns6exa/UOdtR4Q9lFxPhVeAVDLIyDa0rq+OPKiZAnsER+JtUqYaWZC4XHBPhki01cQ
h+ENEpOV+dLzT34P7se9QUKu/t/Hl/oPxnMJUPAiXX1cDeQihcguBp2rdYceGXE/4Rq/inMv/tGL
YewCU0mzLR7ypdkiMUmBnVEJy1eZRp25lhwjSq5VNxvfcEx3v7X5XN/U6pAbh6zI8tCP0L/eynAu
YR64LHjllysbmNNy1P/qwVYMzOubYGmpasN062LIc62pEJSDSO2ch1nURZC7SePcArG1gtZxdkrN
ZkBwV87TwVOF/r0DWv0PIhdLJ4dWOPseG4Vlwf76XcYsCPUaNh7ynjDpyskefupT3v12Ids/v//N
Lx1oyoPYeYDjXGiu52PZYwPg2zajU5QPmhlUvTNi19nAHnJ6Te7yVGxVRi9+bjSVl6oBvHN79bkp
esFbUnMk8LKoehhnlwZcIsb/cHnqTX+mqrBT0cUL/mGeJhXZRUuY63u1t0fKcV3axfEpnZP5RD9H
ql8GrzbmhxBYU7MzW22z437pqSC6XWRmlurkmqJtTmZjRFaPYFrmtc9NimQpFXpXBI5RuHIjlr64
rBaBO8xuGnHrwSq9KJMG6iAU2rjV/UI481eyBj0KqtFoctT2spmyUFLpH3cQ4umn+UcliFIBpc/z
LWTMKTrgM49vnKvhS5/F7p07ZL1xoHH0s8b2rtn4lpfWlWIvL+KCU+Vzng8YKrkeVqmBzgYMJz3Q
Q7dVb7LWEt2+J6NONiBIFyIsGprYepAk0j1Yd6hq1xCUIdiwMWl6e9caQ4U5ixNNblAUczvdS5np
7ZWTh4nmJ0o2/YNwELqVCKWCcASb9cbQb57nakY65SRjTd8JXSzKv5b7ewLl+O3Dx4TciC20oLph
wyxr8dfVo02wuzMT+ZkRGZ9xN8+mJm4UakH9TnNH4J+Dh7bgxx9aKgvYmS/EbPsN6MCWdU1FzUxI
l3pt53lN7O3wRnP+QwfHum2iPD+GGjjXjW20XDSryGJRgkVTedHAoHZ7Plcn0mSvWIA5ANYiSinU
pBdfC4n/yUZOfeFoLvZhQDhs8iGIoucDYXCi2xFKgU/kwKEe5LkTeySFrhPu3Ajnga9tZdhtQL8e
dP/HvyfncqE2UXLQ3NVla8Z6XahTDsQCB/c7G17DoU9Fdwv5T991mjJt3EKX1hT4yMK6WZwk1gxt
eFp1ns4dQIM+1IZrzcoAyToiHzZwKpdKKQgkALCgxWSQ1q7CcMvsSsXLpfsEHnG4TislDmDGDNeT
MykBZrfZo45haHKMmmrf5IPym1IPDniR3dntFXy35rGana4+VNLY0uG7dF/Ac8QCbFFveNN8qItZ
ylG27hNoIU+9qXOSoyvd6Qb5mGa9rfi1YsoHgBRGfTTpTkXXH//mRA1U4yBa8ffqmzt9byXODFrW
qQv3WMbttJuA7B2m0baCeg7/gRiMEwDXP0kBHKg1np2cJDaKlvFa2OWvqjB0VKQGe8iGXSIwxfYx
kiyG23HW5+Tr+1O9tN3ALPCsLy8PsMHzkxVOUJdUrVCeQgdEVmAotez3Ree0v/5hHN44iGsLCmQN
xw0NpyqcGOy1MSfjVSYa3JpNCnRbCJALLxt2E1jXI0+N+Pq6QFjF2ozGBnDErsV3DBuf4hbUbnuA
EJh8f39Kl4eiEEmYSX657lmVRadUQEuYEhKgV32hvmZhM3wXLW/pP4wErgEYFOEsZZjzj6TLwk71
OgmfiiTudllZ9X4jevWOPRxuPNWXJkXFjUrE8qneCBngCNljB8HR0xJ79qeiLaadk4gSOQrhDRtv
5aVrnSgEtCqZ6SJSfz6vMh+xbdMj5cmOI/xmE3WYqW6Ifi6DzMyra4+243zjGXO18emWu239cOFH
RLVFJXzGuPF8YCOnHmsBCD6RmjQvnA/xLXfUVyF1705L4/BINxADqzER9V2Xdc3h/e95Yd6uSjyC
6AeVgDf9diWED9tFPelJ4ZXf8CUap2DqPXGrW33+06695BsWNJ228VxfyFRI1nhYli42T+lq1llN
5BG5GS7xjls+L+800MvWCn1bycwHooZ043K5OCBbdrnCyYjX+7YLIVoIC1v6OJqrH/Uch1/GNvqm
FTLTeEjyaGOCby8zcFAUKRekOyOuYd51bgGx7OGxTG6ZPoSayXtFEGa8fPDzQR3hy4EHoT67KHKt
dk+qFqVixeLU2k3+zSs1t/P70REo8k5Gd6tWhpv4bWF9WCtjNe4qCkKlA2P7CAMv+N08CqFjfXWH
oToWSjnsUydRJU7x4UffwmVQ6jcaGofAWdepdD6yMWPTEKeer7kj9TN3WSMIY+1Yf/CErD561zEe
6eUi4wbF6w1AWIMDSaUUeQobDnsPT0IYqt91tlA+JwCOtrxw3xzFZbilLkhpbNH8XYWwWUI65wxZ
fbJoK+wyfPt22KiWV1ljNcdKmHZgYiaxcS7eDsrxJ3vnfgbzCVLofAMhYioK0xqr01I+wf7Mu83C
pI19e6Dajewxlcd40zz9zc1uMChZtE3ax21rrXYtbm9NXOhOddK8QXV2MRWqh3xK1WlXd5tZ0MXB
AO3yKWF60Gw/n2EmrAm1j1ycauKdH7gPia+OoMM/d4o6fjRiXib211iraK1P3GbQp1Kc8sm2xn2X
RWbuAzbMtpptb66zZaAFwECgtvRZl6bVX6mdPouUttSAcooQ7tchk+UBH/EsCJ1Iv0lHV26E6Je2
CSx0NBztRWFwHWCMvAYNkEUcgEiOrjs2x7XhlNPgi5yszqla5WuddPv3L7c3sTeT/HvQ1TZBL7Kk
qIM/Z9FU8x07Q5GBk+A2uXenpvwh6zx6jT3kqvrCCjcu1ku7BskhsI2ADNFTXS2wgV7biF4DTnZG
2YLnyt1+N/aKY+9obY9P70/0zWOxTJRwG/W/RSljrSkWujluLikevDiS1l+zUZmcXV2V5VYR/OKC
LvZ1IBlhYa0Pu64YjoKfKv4wE+1Jr/A6P/Lm/zVq+IqNiToFsrJi2mqizDeu7jdRzp8Z/v8j0087
36/13OtRKBt8T9mvP8RiUGHPAF51GYmrXPbe42yIUfilW+bhApZWHt9f4ksHRnNYYJCiyP+uZTlN
OXhCJAaOk4N1q+vCvNcbt93ruSx4MPXy5/vDXTgv4Gwge3Cn0kBcl5mEx6XN2UfpqDI7qhFjMfvS
pSjJ5ZE9Omrj3g1puKWmfmGS8OrIAP54672RkcxQMyk96ZYn4PrObaJW4RFyXXkD6VGPAVvb84cN
H4Ev8RCDrgZ1gcDx6sKrxdC0S+R4KkWX7ce40eurpmvz7sNP8fk4y3H9677D4ptuJ17Up0k2YR8s
PPNjL3vd8bOO4sf7H+/CZiXZ5rvxMUAWr2NFWSQEBEmFkZshag1OtyevNdm0vxYkNU71KdRkvyXm
0/0ma1r3IUVW1ju+/yMufktkgAk9uN+BXZ7PuJG1llD85VuW4URpKZuPURe6VwQk6IJ24ObfH+/C
hQcOzdVA5DHmm2BHagps594oTyLT673Sccv5LW3Xq3n2ynIjOr44OTDFKBqqENjWkZxu1V1ohfiE
zlMigymu5gd66up108bafTbl0cZxvDg5MqwFj8YJWUPENCcas2FmclXWN3ejNJXWFzgdlJiOjZ5x
eH8pLx1+tCcpD9L4oam8zP6vzWoL3WnyNqlOnI7RT9MC4c/QUb9qrpRfeNTnfWi0zn/vD3ppiqj+
gYZBy4PizSp6jGy1zOx44oSYmvvJExo0ryG1fpZOsaUYcunrwanAvokekwpP/3x+WmWk9TDFWJx1
aTneFUaaKDfVKLXpEzHyGP5UpUJvcWPPXFxVWKvguyhG8t/5qFbVUK6GvXNKhao+giTDuLdTx+xV
q3X3sQ6zT5UaO8rGqBeeTEyVTO7xP7WVdbnX6Uwgk0ZbnLAWSL576VT7ndSFu3OHRMuDsLS82I8n
V6+uYqXI4o2A8uKkYYMhE7AIO62xqvR6qlBTEO3K8yr3cePAfRFHN9dXukbby3jGrjjvDbFRern0
hTGpYJG5CLh7Vtc6wgVdLGIECdnBBYgmdw54I8VVWiMPEYGX+YdpLsQK4Fxcd+Sx598WRptRxgKf
Ptg8+bOSafWugZ/8ZVa7/trqQJQGGY7sG7DrS9+WPbyoP9CnoCtzPqqrqKEBUhWpMD1MgnBCF4gw
KHrS1HY8jINU9tIwu18Y+GTf3j+slz4rYTQGC5gDIQ2w2svljIM4vfH8VPed86kttS6IUryBfCHE
tNObQuw8S2xpo11417hdFjQAo9K0XT8pvYqARxIxX4K9KyyLhocBY5ldOcGo3CWtsAc/KyXPWuyF
1kPc9M7r+/Ne9s1ZsWtRlwUUAFSTDU3H73zF56zX1LDmF5T67KY3SY8XL/0T98Oa4X/GWfIUuhY4
Gq/CTT2NzaZ2kBqqI8dtAplPUl43c5NV+6Spyuzq/WlduHvZRniBLGalKPivti81GJ1yvJ2ekL1g
J1Xwt/Q7OzTDGa5ZlSPo9/Fb6WzA1WU/D7NNvox6t+Sm3bWeo4y+VLz2STQkgU3fVlflmJSvWT3M
X96f64WrgaEB0tBGXehAq7niV65nmYOukhF1Lm6aUrrZoZx1+aP2Bu93lhbWxqa5cFgYcQFVo6QH
ZH41IirlY2e2ZnZq6ib+rBqxA0hrrPKXhMrEf6XSY1dW2X28scaXTsvfw67WWPZ1qWi4kZy8qHmp
ROXclmaXZb5d9fWLCJtbgESfra6VN6WaVPX+H5aZcjSwCoTMCJTOT0pbToCjOr7w3IvoBPbwti6i
6aVTzelods7w8fiadAHYDikaf9Y7GMnuTEmHLMdJp3ttm2oiRIm0E36PeFG/P7MLty6wPgr66Pkj
zbXGNmhShqW3mAdgzHAT1qK4MZpwlH6rRPKIw2+HN2ocujci+jgeerkW/hp69Um92sWqsEXlWsMd
FKOg2nP2nmJaT1hCjxsremnX8k6CDAfGwY23ekLBo9P7z8z0VBWyb4N01rv+Rq/zvj00iuPtMkWv
Q7+vNWu+en+BL91GFLoWQ28QdjjqnW+dUkZelyugvkG3TrejBR3NhRjwy5St3IgTLg5FDEgW+Afy
tRoqRBVcarGSnoAgN9duPbfXfQXzM0dN/OEfZkUblSlBy+IFO5+VUk1WhpMsCoJ2kR7duU78MZPm
feLwkPzDUDb+puDnKOKvyQvOzMbVFm+EZq773u+zyTzYsSn7Q5w71bhxz1w6D4i+/N/RVhsFU4kR
+UekEXUsW1tfCqBdn7RwMIMkxyOgdsYi9JEQdo7CasuNEOgttpsjATgQIRHUDdgvq2WdAV+qUc/o
WPppkILiIUfFU9cH9BSgiTlgrEf9jjKc9a1IWlsNZlD+N3mm5Fu+gpf2EsJkXHkws8hhVrGBXstJ
S+u0OBVDOxx6bHBuacw3e9vKlC2fj4tjAWQmR1uc59bJkp11sK00zOibGsuHpJCpFoikBVRdd7Se
399Ol9YYHI65aFGi90kD43zr5lYrlKms0hN9024C56tlw35SZ7nv80aaR8PW5BDgSGlPN1qnVfee
HWPZAOqr/vr+T7lwKZEfcvdigIFrwhogGHl4p7c54nJJlTt3ZTIYXuAog2+Fv8IiW755oW/t7wsB
A81vl7fM5R2jfnw+ezph9jwJAF41mNNXC2iednCaInGeh7SpEQZI3DLbvz/Pi2OSNJGlclB5xc/H
7PQK1dUZ60hXlulNOI+VpHkyjFfQTNX7qFeVD0txg/BZUlOYqkhxo4d7PiKSDmo82iGCv5OCNbKu
uNetkuZfoK66gZ1Gw9aAF0JpMDN8SEIEpDPWVAFj6CrV6Rkw1VI7kJ0+VvtMGzR1YykvbRmUqUmA
Sbp50Fabt9Uie4w0l6XEROmrnraivi4qc4huB1qc0bEWLrXFEI2J8aMjc2JoTS34NcpEoBrOlzRJ
QEvoGhSfcvBIrDEvtGPkmwyRA+TNIvRIwNE2geWVzu/3t8+bOS/7hmeNFA1xRwQdzkdGfEhFatiT
p0ijPR44Wop2By4jMZTuxB6NQCvn7jD12tZV8eZeYuClagQoBYgi1ZXzgdPSdZNqLAYE8bvmU1X1
N5FEh9ifqmL4aElsCSoXRV6aHBrNxtWGHZOpCVHick6Z2U5PhTTHhyQK48DrJ2cj4ns7K4aiJcyN
A8CBU3I+q7oZrLHXUuckaX0O+0oBD4BvrDXeFqWZ7d7/dm+O/jItqmBEzeBuwE2dDyZSHMPn1Myf
XVjqe5w95//MwZ6e4latvi/7bCuefbtZmJxOUY1qP1THtYT7LIy8bbqsfB5iq9ibTdvE/gyd4Db3
xPwTEbLxGqlN7x+mSR4PLG3xcH6DLwjDzi5HCOrPtdfYu7JUFdWHewLy0bOLK9GmnfZPI2LquyBk
EDpd5dSCk5jSDM+fCzEP/gjH91PhyOhTPKXlQVTusDHem7iID0nc7C6KG4uE7mqDToYtBmV0i+cR
PtB+komy71Rr/E63RR6aOMJws8jGlMTBCz9oYcSDQRYPwxY8Mvf6m5SzKNNYd5nYN6E1/lzOQbdl
XrQmAxHiEHPRY1gclJeIZzk0fxWJkRNRpN0a2os21tOhakT3TKkPasCsQlA24mcxtsohgyXwnbpD
e5fK9itwqO7x/ePyRxLor5IMvwO43x89wgXgyH17/jvKqgMpos71T0vPbUX4hpKP/W1kQBi/ldJD
aMqv4BQke7QwVHgSWRoZre+EbTp8nnNzNq8i6VbyV9ehybErOs/94YR28+pkALvgt4xwEK6VpALI
ALbV6++bwcaJVrGsJ6l0autrZtHfG8KWya+NqS33yvnUMFMDGQOZbrnq1vdOZ3eDSEIt+TkOwJ3v
QTp0P9MpsfDB8kKw9ZOjRvsMlWjrKjFq09jX9qjmxr5Myny+nVShaV+cRIlzf46dId5NZRpNMD2T
WRwxDs3Cew1IdXWdRhQ9ro0RjZ1rUeiF9jXL+EfH7g1rQ+Bpdbvx1gOc4MAv3O9FsXIpWvy1a2YA
faHj1NMLUOPqQZdeIn1Pw1qh073oYJdbLpGQV9eL6BIhk29R8uEQqmuEkUiGUslh4v208kRYR6Wd
SMR8gPG1fTMXoxPt6x6p68ABFqN9aiTEMQ+No2lvhZVW+ku1pjg0aeT+VONY0XahNxWpD/yrd4M6
wVzvkCpxUz4UbaZm/lDN0WdLwv24s9zOcIDbeEN5jN1aK59aMwyj2wZVo7n+PI+dqLtPXTEVR9Og
x/Iwp4hKXmWVLCxa2KkiCr8xm7E/0o1pbtS0LFq/yUct+TJr0fCptBvdhcAo01e7jROY0WYzP5ol
Gjy7Vuk5k7mT14d0msb+qiuULDxWaa+3wZhHFfZxeZ2mBym8Ud6M7txQgRuMKbTvK6ysf2WUxXrf
0cOm3juGUiYvkzkhKN9muZMGeZFZkT+ixWmmBzsfwuQbPJD82ZtYstuSRrkT1FaRp59EjV63pFhg
0pr3O6u2lFujDp2fDuFRvDdqL/9cN7PskFgIU/toIaEW7Vtvys3r0U00set0cJP7uW8GsXfZ2J3f
5aP3gLyqLnx1sFrvCFIvC/3JgqoejFFrNLtMGFN3gNMjk+tGoU6DssGsPLQ8ZuFVhfJA4QO/GuNH
rx6Euy81O3Z3rQTdeleqqsiR3LYLr9+j7KHi1IiMqnPbm5Xm0DxAXS6o6zCFHjSN7g+DMql960y6
Vz+SPZny3qqs0gQDMGc3ukRH4JuIObN3TdmM96rVSOnnVpx4aNXOTXRd9/ro8QA2tbU3jUorjor0
nPSTmumZfS8wugbdi7T+fNUmbur5nRuDYi/mEoK+OSq3iaQhF/RqOpQ/I5TRZDDyzL+6dutMQW1X
4gvX57JqqRmNexP19OnWQFsiv3eqYf4dzV2MVnZXOSLzU2RUEH/AcDR0dF/0yeAGvFn2dIwwjynu
50FVtNw3Mi5XsVMKJAQ+mQQm4SNWN5q8ruvI0z6ZaqOU12FRNWMVGLIui8eoKJToMKJ9GL9ovY3/
bas6eVft2i4P9f0Q6gItKqdI1PRHqMQy1v1Ba51KD4ohKaxvKtBD+7aogFhdO3UVVTSNyB4Cjp7s
HlVX0cvooM+GIaJgSBSn94fCNsObYbBH3EqaJMoa2N197qadj50IMo9NqGfxTrenkMo6xkonMcWR
+j2OGvVhpjkY+Q33QnqdcDVrByT/9f+FeIbhu4pSwA62+NTv9b5Rjcc5VqbhRTOEARylV2X6fRC9
dW8qRlzfWZK3yeeGQjjZdSO1uanDwRuDyNK7Ztd7NuCcQa8K9SGti/R/Eqirda+q5EUTlT3bH5W0
mIMqTa3jjMyz5quNY7/ac2k81chhaGzvWGt29jRjWxwKY8ghgTpt61eoHEWBXkczOuBOW7UobrlI
S5iFGAEczYmGbO4sf7laPBVBmynFlxbgouvHduWOVyXNlsnv2ygcfcspq+KmxpKqPahxF1/PRm5o
u6brJsX3pm7qUMJTUqnuCaqqYodCrfu5xw649lsTd96dGVpVfDTMVDezPXY6CrryMEaz6x7mUgsW
ARNH6xlhkuJX2Juc61zmbbxDlLY3P8PH6+RN3qBHe4cifdoXh1SdTfsmacL4ycrTqd3ls2HFiPXr
Zhk4dWQ9QkNPh50yT07v+ug+9lXk1y55dKCjm/05MrOwO+UeyKWANpGe4hCoLrOrRK/s6O3r4kAU
gEiXkFxRX6te76/UodRJ2hq4JEExxsV82w55KD/Dv0YwIYehe2poHv3H82ZG36Nymg6jhrrVrw7j
ZT2w2hmoF0r/eXu0xFx+Ub3Ms4LKblJrb4ymFIeJllMfCLs2x4NCcxMEd4YTpj9lIB+vcrok8a4M
TeepBOMx3Q7dwjZ2c8uU17LzFhvUKqn8Ye668q7JwHzthZ2M9nWpDexnWNq67dNHrJoHMykTcQTL
1Nv7UC3BpLfCUbS7vkdvSNu1SFZpr1OBTNW9Cs0UKr01prl+Fy2FVNAAEesJC3yUQUg2I55kOogq
OcJTNxVnl4t4LoKNaMh885CD7vzTSAHdAUV2VYdpm8i1aCqkL1HcKQ8pRJbuEwe+qnYaIHR3Z0VU
346l1Vve56KAs7uv1a7u900085JmRgocHCJQfR2CpH40gXD21OY6r/8vHGK3Mnfwq2XyY1BiVT1A
DijU68Rr2t91ads5m90tqtsZZFp/xQNdGhsAxbeBEb2LRU2etuaC4V8VC/p0tFt0gKyXmRCnWa5g
LfqS6XFzOyh9k/iUF6tmo0CxymsJxhCR4nFc6G6LWtgqdG5k6U46VbqX5aqRPqD2IbmRCvmuX3mR
3JIuXTWkaN0ujlYAkqhaUk9c2xUAfwilN+FInEZW219VUZc/1uiEy8+hEXJLuwQCmk+8YI+HqusM
4ReldD8odLT8Cmq0RJ7UuxDbWfM1cavQbDW2tZfQyBPW1atPWudlJSShLTnRN9+Uoai+0MNg41IT
WXb0X8Eu9JM0jjqhv/Culad26qJbJ06an52Yp/4oNCfbsqhZ5ZxMzqbKDagbKU0qMevCT4bYWUZq
Er96uRlbvuKI4V7rC+2uUxC6iwSeEE4l8MAYO01sHNA3u8lbRMspN/3J6q01RLK0Bnp7jZK+dp0Y
6yCb7OS5oKi4s8c838j6rHVqxDmjNLLU/WHBMvDquEQDcqNznKgvY4oT2kEIrZRfRqUd5luLRGbY
W402w+rhIrB2pZ67P0Fn9HpAcwa21IT0x5j7KYzO/FtcI8JnH2GSzs29LkqpXeVTZHsPc02Invjp
4q5c+sIwYvG/ZBKhRXjew04Y/Qqhj+S74CWL9iE6HMW95+ZFEehAF7O9LnXtGY3JQfNts67BTgq6
aCQ5Im1vqiKe40ezEVbzJSr1SpawzUdZ7UB5q1Gg2I2iuAFynWF6XZiASv0qCXUMjyFtKntHz6y0
Dzq715wDasDzjPWW2Tpo57DVKJDvi97qx2onq66kiRamom8fzJkn7MkLo6J8deLGaj9Yu2KnL0RB
0jvc1cERrDc8KsRpMjTD9Ey/INonc4ljUZy4985svGLxqGz0udYXig37jQQZLheFVJ2W1vn56pp4
1Ia4U5+VilzhYE9ZdJiUTP+i5lYeHVV37ne6mxupn8WIdvitXWXmxh26PuP8BpR5OeCUQGi3rVVN
h0hVotwr9efIjowAw/XssRyq2KeCbxJyQGXbKEa+Kbz8GZE3ArgG0CYqA+ezzoQmrTpt9WfHJKpI
Osj7edwkh6EKQ18Z7PmIOocWlEn3Q0mU9FaTZhS4db4lqH9h5qw87weCFRSa9FU9rbDigrciN57D
LkmuVZhXe7Nvpq8Ar9Rb2cnh6v0AQHtz5sHSU+PhelvUVblrzifeTI4crME2n6fUa387XW7fe+Q9
9i10Gkf1E5m63q7rsjk/Yv+lkOI2SrOXei/mXTiATzuAtQg3Chqr6inNEn4UmrLwGKjXmmtiQYQF
j4TqZj4DA4oDHa2lvVvVUvXnvhx+FhVaBIe5MUL1aWM1luX9uzi0DEwHE7oNd+5bOdM2m8C3cTM+
x7Eb/gBj0hQ7xDXFVR13hrePq3iad1mYxs+ZVzVPdE/TPcRbVftg4PLndzA+YCUq09QEz7+K6SVV
ag2j9Szb3v2SNroThF5sdwSBtUPQ6VaZPL4/9wtrjuMPlX8qOv8faee1EznWhusrsmR7OZ66MtCk
bmjoEwtocM7ZV78fM3tLXS5UFvvXaEYtzYxWecUvvGGi1M4uf7qRsjSiWvucB8FH2GnZpaxluE8l
0K7WlOvqR5yI1O/hhqaFRiAERrGGkvAkonH8na1CSUJOGuO57Tt5r8k+vhzdOPb3FLg1x9Ijb4mM
88X1hojVNKmIPQBrmc2sTYwdt3mqP6dlNZabdCjHS/xezNFBltu9Bp9VRysR6m23gg+UreRSDAvt
9Xk8MX00n0oBm8YA2212xhtR1HJc8dEyagC7GvDHBRFetupJstZyBPUwCUS6Hnp9yfHopG43DQ1u
FIQW+FW8Jqbr55/gqREU2LAvtJ6D3o26H2HKjrj3Y00HDRLparNBPywqr6F6i9VgNJbYtGTw3SpE
p/w6Q/LOPyRhJ+1bw23GD8zn1SZwZLoOwbaqTKV/67WubkKccnzlfoReYa1yyFxXUIOq/NuPBBVI
WlXo6dM9AqB+/C1FmSFQlcVMY84THupNHTp+r8WgJewoulZAFC0EY6d7hxEBt9FHsuhBzIX0DU9z
lZoa9XPbQToaNal+6qV62NZ+klzY2FftKyEPu5ynbRfzkC5cCtPWPL6cWD0uRpMgbTovszcKR8Ja
Izc2nu3Wb3aqldVrz7d71Gj7cXv+MvjiPeTy5UiiQQtQkobH8eT6VFMHt8+NZ6MrUXRr0G861LbS
+E5WGFq9bq0mporVKD8wlE/tfc1x26j0tYDdBXnmffty4ufwTAFhl62pm378cxBF0tp4UIznYlDb
O99wi42fD/HW9HPFGWGW7sxY+6ZcKZcTgzLh0LCQeEd87njQ3pJgX+a18UyIaO6MTO5eQ9MEFFLB
3/le4/X/joWGBwV8hPPmeTglYlGVYWQ8K5kaPnaoKTopqv+HKsvShbU9vX6m70JYY3rxwY/P7tzC
BpYlsfLPsdFib8UL7LSeWq6GKDsEuietvBElR1X3goX9+/XAqHABnIfXNv9GX1AT0lrdeJa6yl73
QZvu8abABSq1EdNusk3blS+uriQL9+1cSYTJRVSHQUnfiCmRPD1eSL1tAl3zi/iP1qNU8gt8sa04
wvIUWr+NHDuZTrdnOySi07ZFohXmmr0VKZjj5F1yqflKzYbvcqrIVSvCjcBxZcks84sDR0+RCH/C
0EJonnf+gqzOoizpxR8/r/+4bhxt9Tb0VyKO1XXkYUEIFlNbadWYO4XXx6uq9+xdSOluff7kn14y
WFWBwsSoA8EDYx6A1oFcNb7fWs+IdfkAj9r+tipa6WXodGmp+nQacoCARC2CIo1Gd38OqQNgnicG
GdhzRAfi0lVEeXB9PQR0L0uPo1JH6GuWS6d6OrXHtyh9IvDuVA7ozRMEHG+GcPTMeDTa4E+pCpoX
NOGfG3wqKpIqrUF/sen/np/RrwZEf26ySZiKFnN/Jypcne9pcvinrfThNwDeamOXqryD0DA8NbX8
en64z+B4/oHEF1BTJjc3WtbHHwj31swb0/T+FIGVGz+zJFLzFdWYSr6MfTlwpJzSKAJbf6vedy9L
gbWiM5i1ssuJeTetUUUgKbugibd6hxP9Uw7VdWFKvlh4JMBt7nFiEMiXswhosPtBBG5lPbullq8z
ncAr7OuYWkrUvWlJYzmlH/LAnJ+ZL7Y2gq3wy8gtoHzN6dFSFRcj9tqMisYLcKVIvRrtXn+SpbBa
kis9vevYW5+ykkSbBCfTb/kn0JJiPYx9dNP+yGYQrooqa3dJWcVOSvh+afhycz8oTb7yIkgl3/1K
RoNIAfAMX7ET2kGOSUHVNX78B0kxUziglNJVV+EI4kSJtiS9+8VmYzTQdEAzoSijhzz7Tvy2mqGr
oj/YZsrqKq2LHudCDSHeWynE2HGj1Zk+rL0Yta9NHHWW+QJVu7/J6cG6jq668oeMEKJ5OeRtMWzQ
obTCX1FdsU+/OS3kUmCrTUyQKFOelIIDbDFxK6n912Dg0Vll2I2uiZIHd4Mw9RJ+4mT1p0gFWU9S
WDJYwBzHszJGSYnNk+2/JqobXbVGFO+sJKFPzvQ4bSaJh9IIrkTVlgtP7MldM5WJKCAQnyJPBSPj
eGA/7amUUdh7CXkfXijRjZdtm/d3eVz0L1BDluw/vh4PEBdxONWpk2JRaopM6yP1xa2SdK/G2HW1
fRpvUgTzCsdDlXmhOvXVgGQwaMfTnOGpnH2g6cZdELi99gIQw3oZ2964TWO6YzK+h2vRaunCc3ha
H+F6wraJM/yZtZnzpVRkv2x0VXqzkrIx1llX1GQ8qk8L3LWD9FKUfty+xspg6tLBh/Cc3YOIruuf
qRgKbxuIsS3KfaL0Q7Ww1sTjrObRTT9xgOFK8IiaymlcU8leWNaoMb+BCvARD1btyieSAssbmKuu
Ty3dvbKo3ew8yYrHG62kl0BbsCK5k0Ldt69zT03WiNCk5rpX9KS7rvMGaZjU1ORqX6Zmlx56yUNo
KIZojQAjoCh9P1aBFuxLrDvbbSe3ifRUuw3wRwqVIt5YTe2/CWIFH5uemui8a5UgvY9iZOD9FQzQ
dAg3Ri7KonBSOscP9G+l4cn2a/NZ6CTGPxQt0J6JzcP4bdRar9mEdhr7KwAL8atf12bg5KmJ7V6O
Y+jO9gpU9ru2H/zbQi0pVdS54H9d6TLJCOp7dEG7Q+YZenBvhmFzj1al2++l1E1+auCZBkeacEzr
ITRpA0pRn18Oaq3+Gu2qVv4MyYjlVhZFSXjT0k26NNCEDJyRjmI8WYIYyUOl9bJ8sPoKrJszVuCm
15Uhwisbyqt1oXmWaBzTk0qMU+IywkE5yO36QNPNL96rhMrRqiqUknr+qGb3IXxkjSZ9EMVX+AkJ
meWz3QfdbPB3qZRsMBzdiDTkgzpfWgcZ1IAdUs3SlZskvb0KOjMrfxnF4MvdptGKPEo3hosmr48X
kOdb2x5I+9MohbL2Fvlt2G2DhCrv1i4k8aEF7pglEJksm4K50QGJ6hYe4JNrcSpnTYBv4lt4q/Oy
nmJ7cpDk8vDGFVHv/LhrtoFWe9spq3ZK8HeI72K5LQddtJACnIxsQhIDREsflZILz8DxvZgZSAMk
Q6v9NTo5KRGYgFe0BkGn3NGqzB5K0DnYT1D9zOxdjW08jYPzz89J6YDAA1EWlKbADU5EueMfMCR9
oCdJ6n3UaPR5d8KqrSepU0YCsaS8gXMehpdj4Zab0G+SB16nYeEiOwm5wNlSO6CRReZFt3kWkNC5
VVISl+iV8F7ZBXjaeOs8HVLhoF9yLWEoZ9FMt/Ml0OT8wqaaiDYMATch9xR0z3Kv2CrqPi9l43VA
wn1bjENxyFUr38Woj6KQWOCAcX6mtdmlSBMU1QlkGujbgb+dezk2sYfesNnbryi2mSMYojZ2pOmN
XtBJn0eTE+odpC2vEHoeBiXF4xWVJSkfeWXtVypFgaP1VftLz7zkHdCN/k1hNOSfECiY4kmiF3Xy
gjoeSx00dwjUzn2VcYXah9VYX1RBIaOLizxL0S5KKX8G4P++LJ8DAkuC/MdhIYw5HhBJ7DgO7Mym
5an7d2ZrtzeuBQm5lbv6MGD85jluTs0gKXPtIIr8Ra1zaX9+IU9S4s8fAaeLOIqdS2f5+EeUrZLT
Fo3t16Ro1HLtGqPlBER4D37dDhfdYGkb3wijt6733HfVH7ubWE/lxNET2dqe/y3z++O/n0Kpmv4Q
NeM5STpOG7kf69Z+zW2rMQ5226al0zaYkjp2h4rNWijFSPsxC++UZvDuzo9+uqVZfnRU/t/os4lA
iEvTG+Q+X4suDdZGZQ3eSvjLbr2nZ5VxLMIqKOjUIOZkq0GofWfXFRMeq9FPzYaTY4y1vuNp7C6N
wB4X2jxfjQd2Bf4zlkBAcmd3UtZaxmDbg/Xad7pAzbXH7nwYuhUOOdqfuiiDhffnqyMLeYPImEML
PH6a53+SsnZC8vaJZ7/GXqnfqn3pPae+1R9GLYyXyGRffRuddEoNE9mI6PF4rKgkIixxPn7FqN7s
d1ljxJeZCKzRkWLJxrY31sXDt7cJsBOF7IayDWJGs+nUlLSzpDBzXyVXabxVRffK28oRT/nCFfvF
aZhsC1g0OpU0amdJX473x4BDgftayXm2ylLXBmCTSxsDw969Wg7xqsjc8lcYltXu/Cd+sYJTlgF9
H6oBdenZCqo1ApxaUdqvCjbu9m6UxxDXKk0bN3IP/G4hapi/mZx65ChJ4BFRRPFrzmo3ArWWYsWT
XmNN0qqpIDvETqUa/pubSzFRRJ04nrDdp/Mf+cXW4ZJHAILKGLv0pO6MmwoVZp3pdUsPoYms3ZMq
9gcJI4ONHjVLVj5fjQdXBWIMKRxjTrHLP8eCZmAZK/IgvU74iAsJVs66zWBRbSQrCK80ZmGp3f7V
Mk46WMRBE0VGnS0jbafQdpEwefXQ3PTWsGrdlaQaYbpK/dBd2K1f3J6MRabE0f/sfx1/Xqx3fpX7
rfuaanmj0kjWACcp/Sgv3C5f7RbiDvJ9uvdsl9mJt9uyENFouq9m4jWHUe2GTRRHwQV9a/fKLMb4
UA6ju/BIfjXoZEBOURseHpiN44/rMzezo6rx3iQyhZUWl90GH2kMPXyl2Dd5o/3I1SBcOIWng6KX
RjFTpYGKmsacb9C5rRy4suG9NYEPPTbRi5YOEaS0rdV7xVWqlnbuwALX1ucPxulKMu4UAVHXggY0
N+ahYl32nm9yJqJalE7BQhCSUDL6OD/O6fbkAkWjiekEb0Of9nhScUUzkipr/Le+M+0rMSSDE3am
ca+pkr35/lATiwK8B7kBP/h4qMQLohDjwYChuuRqkNTwF96SYJuRsvj2tfJpwAj7hTd3gtUcD+UV
lV9B6+CrbJH+SKRKOvSDwlFo/SvLr7Lt+S/7YpOgzcHjwB06idnMbhXNzc2kCeDvVHKlrwOzr59s
ScSHxA4D4JdCRYE2WxJmn6dZTCIdFHTCaV1Q5pt/I/iWMtXSLHiT5a7bCTV01wKXVCcYInFNhbmG
Z9irj4A8+o0dycbCVfPVxiG0mEphE3trrsXvBsVgFkIK3qjOtQeeyXClmWl8b45tcDg/vaeXNlkB
lWyk0TkL7Nbj1dQzq9VHo0jeqj4WxUZOgiy6tZDMVx+oUNV3Xg7pekl46qtBqYVx0EgmCW1ma5rk
UQSEPcvelA6Sr4yP8R11IXE19Km/R2SjX7jdvhiPOgGJMwaepHLzQCO1jbEE/pS9idLUHYCwAdqi
XVWvu6HTPkLKxAsv/ukCTq8gDSk09ihqzuuZAIPC1Gv6+E0e1HFrZZ750AYCYyClHdVvbxZIdkgW
040A40m1+HgFCSMyv+vy6E1y6RT8GqKS9N+13UQ6ZNAFfp3fLydfNuVxygSDnorfJ1OJyqSXdyKo
3yaZpz812keOQoDK4yuJ9v9jLDIzEBJTqYNi2PGXgR7LDXkMmjchZzooAWStNryJEDwqKVhqQZzc
MyTh1Gan3IgvI088HqzV4CwXrtq/2X1VXQk3MFYIUOo3fRseWjvcBGoaLZy9k3cItBy4cvBpKsfA
niMys9xy09gL1Tc5kglf8MQr5I1KrXAh7ztds4nUh9k4nXqqdGI6Hv8EZnbUVi15mvpW06OAXYvH
yIXfu229imV7KQqc5uko5We9Jqwd/FP0l+kBHw+mVDqcl8aO/8Z6IwA/pvoDvNBwNfaxCQA0SFcQ
2eyNF6np3/Nb86TagEwoEguTyjX6szIIpeOhRW+IpCnb8oOSqfESIHR2SWY13BchbKO49Lq/OeKB
v0JN6S9wm7Qe1WToFuZ6bhU24Z1NgVYphXTiGv4+/hFBKvVuNur1uxDQBDajEbqloweNV1AXGxrk
TQIZ7SPE/rUHSUt8QHGDUPZJp5cRNeNEfakjiBSHWFYyebswQ/MdNwH8ec4QqiVLRsBi9uNEgIBI
HevqO2JF4r7VXPEigbR6ouJd4mCmQGfrqR5tCjLRyyJMW3Nl65IycRqzKZjQ2sdyjPrfYPibJUWG
kxbJ9OMAkE4Oa+xU4MPHM6eUVly3yqi+y2Vt/wjoPD0p+EAWjlpZ4qaDI9g5do2sktNRrk8cuhO+
v27LvNvXmg+F1tcKX19Yz/nTMf0oEmEiAbKaia19/KPMljixjQzlfRzi/l0vlOxDj6mqaqzaPWJl
S55nX+wfDig16skKk+xbm0fiEIsSX+nN9zArZdwourRGFdFMaqfwK+8mq/JUvjL9QXa0OGysdcZT
fe+mWuvAD0z+pgPxzNZX6yRcn988pzNB6XdK1kmAwHTP8xIrztCVaBT3b9ToL1JkuLT707a7ck20
G5OwfD8/3Pw+ptJLbx1uPluNhGReq3TtpoJVo3rvHo+AM8p4xFRSIV2WeVUfOpG2F1pn+Zvzg84v
r89B8e6iwg9ul8rv8WpDl/PhmDFoNgJZrYWv7Wh52RACM+W2Qfd016Mxc6g8GL3nR/5idrmjqWtT
6J7AyrNl70a/0PVG8t7RKeqe89rK1n4YiEut6aN1b/n788OdzC78EzRHuaV57dAgmX0okZIcBGEY
vnNwqsQRCGu99aIZKiQ6ks6hroVCr661S3nm/ClCCoRZnQoigApOC8IKrjUNrhHRexlzdGBvZWvP
Ll0dr1/eve/uWAajtQmznFBs0q4+Xs28NNXWSpvoHWhFMDgFnFZpEwuqH+DvpQ3CHWX+zWCM76OO
D3FJgAsilpjdYZAkQxrlbfKue166L13LuoQN7B7GAAjr+SX8YioZCgAuDw0iNnPG1gipO4/kPHn3
YzXYJLYibXtfVVNoiRQIFr7rZHtO34XjyJRhYo4x1yGhChkqErZj76AX/VUQ9WLf0IzaDUMr3SZ4
zv3/jIdQjUWQCTB37pgj16CaQiXI3oNQ91CEyLOiPshqr196ZZpJTp5rYgE6eXL2p0/kNEzXDfjQ
+dJFPj15KTKTdyMM+zs3LPJNmYWGUzYRgBu5UuurQtMnm+S8WwqavlhLnhd0kNg7U+I3/ft/IrRB
J2HwoHq++02fQWdqi2xfFV0Y0OlOjNvzG+eLtWQw0hLucWL5OVUjTUWQxKLK3sc0EpsM9/oNkMJ+
16LKuOpgcS7cNV+Ox8tJ63TCks0nNlHVxs+TPntvytDYU5CIcAssk1sernRf8cwvtANOJxN1JYW6
LvjoyXxoNplFn5helyjR+2h28n3hNcWaAvNwSyF/CTt+GnISRMFtInH+1D2TZ/eokoPvJFiK3z2r
yDHhGdUYzQXL+G1XaniHYzycsVAuQE614saAvrqt2rFYaCGeTjA/ggYBrwc6JFS2jncPVclBDoeM
w2mO4U6PshC5iVT8Nfs82ld29l20DiPh0QUclqIBpaZ5PRtd4zavpTF9rwbtpWqKeu8JHq58NNcB
qdL2/HY9XU6gYXRiKUtO1uVz2SooQk0kXKl5F5HmXgfyiHBNaAcHTbTv3x8JJCFhB8192tuzWC+w
scmspbJ9dzs1vxpV2990rRdsMZsvd+eHmr2/wLqQtAQdC4RBQQZsbsczjBVSHVKifnhppsE2rdQN
VTXvMfcq45BYurd2fblaIq18OeoEKeOeEwTY00b655rpAGp2tV8rHxAeNG1TW4X6WGt1swOhI95E
rsa/G0RWlO9d5tPHUgyhxUMyz/M/zz/pzIKIVmr1Y1AHBReu1BX3Hprcd35SuYoTRmW78PJPz+w/
Seh/I2LFRet5ugPm5VCjxz9G9VLx4fd0kbwmGx/V0JQWqjyzc/ffKNNXEWPADp/D85KawmSaKuKj
BsdzQHAFmGQnQf3MohSXyUHFN/R7uDWG/KzO80SRYhJvz+42q296W0o08VFkuGxvpn8mu2IIoHAE
DSCpkYDj/E6dHb//RuT2hrtAlZDc9njP5EWKSqAaax9AEINNZYfGIfBRK5VaTdqcH+p0Pkm26APQ
JuMv2nLHQzWdHUzOXL7nyN5QDiDExmCtV5mLiLicQJ0Qzeu3R0RZjYRYaEA3+Pt4RMWzsk4HOeM5
WljZF41l34VkvfY6LDWIvhUGbgs78/QIIjnGPPLM8+DDYTgecXAxII00pDucRkFX7UcDEQUhEGn4
qOLe2uB35r0I0HDpy/kvnR6i4xPBeJPqIDks1Ow5kNiOdN+w4xJhVVCf8g+vb/wDKmGWI4rc++0l
kXKL1g2OJ2alXRqDbC65Tp/uI3Qr4TrxUiI0wRQcf3it2q1Ry1noOZGuAT7B0vGGWYbCrWVLDJGT
4z/poAJzmcai7DU3+8zTrJOkymw9+i3op4DYRsWnzRMv/+5qMhAkG/YPNCrO47Ta/1yoZlf0Q9nK
PTvWTcZoY6O7r67jGhGvu5Qr0XBA1NXeRaOiwLFw+3yCcI+WlMGJ46bKIX0K7rnjwd3C8Lt8FGwl
F/rSsB2pIqqXfpx7t0EiECKLLbOWwYYDNlwPUiHbF4qLNBkspDFbFaFnpE6RZkPtqFGXkAX2CrFK
6KCxEWi3WYKu2grVjlpzQMoamOOiERG86GGTSXdGmfvphR5KrQzRHrM8RxjyQFys9Igl5Y4LNzTo
V5rwrFeUitInP/FRYzRGsxTNxh1LS2RrikAjfKESrYen87v95JTx2EzeSETTlI2RWT6eGirKhYh7
oXiOYSfVIa3c5IfQimTl+3n6h0Swf6osq1xiBsxSCLpGaCxwh3HCSa9JI46HbXWEZrQqUT3Hh0JU
HboiG8pV16LEdxnnrRlfwJXqLlF0y5NNQRNkKY84uUGhwEyKw1NnDm7qHHljQPOC3tMJHyUq1R4c
gK81dWyw/PIqs9Pm1dA8feHWPvloxkTaEhUNIqep7Hv80SDFEdJp0VNyND37m2HldpOiT07jtrMv
1L7Xdjro/q3Rj8bCCfjia4m6Mavm6Z3oGLO7lPQo0u0ILUVnKIO9WXtFtPdUdfTu60BU2lVGFJws
xNonO4seOcWoSQAUohWkk+OvVTytCRsKhSEIXE1zapQI65VS6kriJJ2Xr6Rcsn+UAFjchavms752
dNzJaMBATsw+kCRQfo9HRiwpsxMhoJjUclunFz3pZFWu8kYo8e8arj8IY61R6r2FI2BQr0wL+M5V
bwRp88NMO57wLRk1Ghcluo83TTNKvqOUKjD0REqafG3ZtbbzCVbh8eUV+tEE2Qi+OVB5PfOvH8VG
s9YIj+WDKUhWEVuiZ+de2jWnWXWk1FQC/LKkatxoSSIH10ZEkWWNPnWZr2NAjt+U9Ca6487DBZ6s
B51LCvnH8xERP8vkPervzm7Wuvpgx76TDD+/d5HMB5lNetR0tRgVX/0tfiKXITn94AQ39sKemu/j
+SCzJLL2cf/WJU/9TermCGXlSRdlcLCW9H/nW3c2jJjdToYJJTuXPr/F25v38s/hsPQl8yhjPsQs
g8o8XSeJYE0QGvCvlNqRhrXx5v2qH9T78wszv3XmI81unQIKuSmXjKTcRBeocOkb/Yd/gR3L+WGW
5mz2kKhg/TN4d+pv90e6DtfyT5zqb/+3IWa3WNBptSu5gfqbi3qlrV3H30jb80N8upj8e3fMZ2sW
fAVYEIm84DOKl+K62G0DWAdO89CC0/8bSE7wZB+8tXRAKk5fqojOtQLm53Se/SWBVER1x/eF3q7U
9pW7GpJbuaqdUtIvFNVBD+ZatzaeOChCciS9AJBzkOTLsdrym9cdmh3GL8TZKgjG56dlHpLOZ2V2
g8iA98O4Zw/55mvS3VXpc1Mu3B9fHgiei6n+TO9kTtpUfSI/NDjYP5HzK7lQ/th/vLW3zfbnv+TL
bfrPMLPTkA1hYPsRw2Qf0T57G56kw7D734aYnQTJyGuR0K783Wy8zbRNB+e70fTnevzzFbOTUAvo
5GM8DXGRX3kX6qE4REsnYbqBTk7CP2PMTkLpa7lZaoyh3KS2016BycJ1rXzNS6cRq+iv/Pq/Tdss
Xqg8W5bqhN2ffYyX0qO4SHdLiz/npf93wv75ptk+NiPFzyVEpX+7f/IrdZf9MW473u2LttzWj/6D
Njr1k79gzrK042YPYx1lfekHjDkMK+m3UaylfGX/Mh7+t9mbvYxp7sUoPDJ73abf/7fpxOH8EF8+
vhRNiZcR7+KYHocROOyMgPQi9bdZXmTST0v7qXejI7rn/22Y2d6WM8+Nw5Fhcn9j67swusjzVaAt
HNLPdvS/25sUH7oRqY+BtwBYoNkDXJvwzstYHp/tyvJTRwn65s4F3thCE4eYvs3SDF07lLCCvYRZ
R7qOUPr7CKJSI+zACmGh6jCfXAAZ4K4mECtQF1rHs3tp6PpShLWrPFtRjP2b3Kc3JREy4VohHNLQ
fiGSmmbx+PMnMRw63IgBUVSds5NQWuPnRLb/x9MTW3PcMIhxdXbNpbBw/nIQ/ZP0kAeAWwU4M5er
b3oXWW5NdZ/bSrUKfwXWrZEvSIxHS1nRrKq+6dgFoAaYHDEuSPmJ6/75yP5TaIiBqwZeGed/RJHo
K85dKq8sCTcrUx+xAA7rfEl/cn7AyZt5sqY6MaIXAneZ43NRU6cCeyWCl0qVgsvRj4IbA0/DHwga
WzdjNmZXMYD9hWLjyfpN/mCKxaQiTENrZXYYExHLvYTwMvqPKigUqg47jAHU1fmzeLJ6qOJPnXaA
3NTgQHsdf5qUWwiuJ0r6UkqFna+Q4M5+2pOl8g6ISbLw4px+EkyYyWMT/CFp6lzS0sqpB2J8k7zk
Rtpcldg23qWFvjRx02ocbXwA8BOMTEFQCErDHGosuUgVaZFhPAR+1m5zydB/tGag7EMveeys1thL
2FbkjiQp7Wps2m4hE5/3wQCG0Ei0yEvh4HD45g7YuhxHheR71kPh8yxAde2t8sXsZYDjaeY3KNta
ZRCAtR5h8f5C3DRVbcfwvEh6j2L+s4VJ/wRYzuaDuj8afEBM+cMc4s1z6CLMrnmPtYT2MVIgUWWm
O72pW+8uQbrDvCzrVFPWdKDLauUhhGw7ssbu+1mitpC/4+HbDO6qQj0vqh0DQrZROHZcGdVFolZ6
vibdrdtkNXgUt/aDVoXaN62NmFL6InAdQUSxf5jT411axDa2Bl2kPQytIV2DEkZUuKU7+7u0EqXd
IoKTAYI6fzJODr1FU4/SFEeQJhHAp+MxSzawbxmJ9ZArTBpFT9dBCsO8QGNeHFxwwj+0zCwWXuDT
vcuZB1bE15LJg8c/HtRVuzYe88p98CufxlcZalWMk2Yl4Ig3tWXu4k4owyFIWjmFGaCm7lrt4DAv
3ArzjPLTcRhuL2AQTiQ4yeOf0U5pmAbF+sEYvWq8RlHFK9c4kBvi4IM6K9ZjST1vQ4UmJxEME1df
CHZOrqVJVWTqsFBNg4QxLy3JYa7pgaxmj2M0BB1NgbDvt3rhDr6TNoa3dDGdDMdcg7djc4EAAvA6
u+AtrzRx2zCjx3iMY2o+VQoDXgqhlTsR8/7r/M46md2J0MKLiWQTbzPw0OPZ7SJIZLrfSA/YTQ13
cSOaVR6LdJdHXudYI7WlIQ77NQU7a2FPn95NnwVCvHOmv4DyzTY1VSodfZi4fBR+KV2XiW1faW1o
X2dDo6/4aO1SRIl6p7iaf60p/oeq1MlCXHZyrnjRJr7gRBjkD3PGoK0nkSZ5BdE4j0046fJFm1zt
or9dp6cXWuE9B+iWbb435Wh706YHA0UchHn3HLOja90UUTT6Y5ln6W1FF/SuSzqtvUM6fPzoVLM2
1ok+FuG164/uUr9nvuCUn+lvs7Hg1/Dczp04UUYvotbq+kcjM60rN6YM+Vrlqh2vAhGWdA1A8yS7
Qau7XTYgivvdVf8sf/Mc0gTgnycoF7f1KH0awfDYkRwpKz9UrYs0sproQrSY0DgZ2PXrtFLzn2FR
GRdpOwSvInN7feF2m4fA0+8Amg+5YkIyUqo+3viSrnT20BTyY1HV7uAQJOTlrlPruEQIz/NAFjVJ
voCAOR0T4DEyAQz7X8PteMymT3B5QKr/0cYaZV1rrX0zFjbSI5G0BuWzpB0+393gwnD6QdeEpENG
dG52k0R6PapVlZeP4YhgiN/W3Q/EPcatZNue6hRsdDR+k+rv+e09D6wELAReKORV2V289bNj7UW6
yEHM64+iwVZ6krkMf+vaIJbexK/G4fCgGshg9JNm70LSdFZQovvDPdlKwcXoSrG5StSy1Ba27PxC
5oNAZHIXgwyZaDHTv/8nxq/qwUamrVEevaivnEhxs02HBrzjy+6SheHp4WQoonoIAUBdgZseD2U3
UCcxWVIe0crPrsRYmpdNp7m0ZtmisBHCde1n42vcInF0ftVOtyaMu8mHDgAMazZHESuVbaJZqsqP
mKeZ2zQuTfmiIOKwnILw9ZdosFH69ohQ/2kFs0UJCOeQiS5K5ahqZe/R9KNq6xpmvbWV1N5YyJs4
JoTKBYjGyWkAcApzCw1GUC/YfM3m1kvp3g9pMz6GmRrvyoGyUgq8dyVzRg5eIhubPGuezn/jyR4F
MzzhF7TpOZ+0No/XU2kjCOhlOj5GmS3dRLHQtqIasoUH5ctRLNBYENEhyM0Jxa6HJn6DZeCjrfT1
eihiDcshv1+4MPnp/Np/g3cEpyZMHW68eCTCWpllgXqbjg1SGcGDK5USgn7lgGGpIbIieu2NIqhk
x49gR+gOQLTCDh0RBn76NJatnkyK8CCo/4KzqIa90cUWNit17ONyG6a4zaxiQFf2K60Qc4gcGzEG
90nYodsWK8k3utJ2AFw3Ek90bxjjSoydm9xUImugE6d9VRs7Gt8Nha4QBoqy6obS16O1i7Hr0CO8
a+bJpZe7WFA4dOap/O6qik3ir8J6FAbVdgvLoAPOLmD5HbjZsQX4o0xa+vEi1vJW3zeYAGPSMWRq
oRiOD0I6MqlMojzptB0kjSs7xKHmGg6HKLs1gkJ9EW30orKiS3TJ/OwpCNUs+4k+nB+EBwzeNNjQ
nSG7uCoNaT94vpMrKjY+jo+UTSE5qprHmNMoImvJc6TaoB/Y6UVxoLKhhL/HUMXT3vFdFCtUZ+xy
32jIlKhX7BNZH8abukIKaUdWZ0Uf4LxsrAs0D6XHG1cfGsqeWBaG2xJjrOANTlWabgLcYkhM8S8E
YyIDOm8vOl4Qd0vybYQfWV9H8rZA1adb6cXYGo8C8aTCEXqkJts+yEb51vI0v75SvVgPcLEReRN5
Tiz8SSYurLETdUwtauLrWnFjAC99g7fzHgq1Ke09T9TtvQYOJkG7mPt+Y/d2rN9GJR4tz7JMoaVf
KWGCDMcK1pImSjZJmnkH5f+wd17LdSNZun6VjrpHDbyZmO4LmL03nWhEiZRuECRFwQMJb57+fKCq
a0RQh3s019NR0REKiUwgkbly5Vq/UaXqGdVssSrXqlMShLk2GjsjwuFl7zilJPuz2k7tR3wF23I/
k+rGe0Fdfj6JTZEPvpi0MPWHMo5a37KlSPfGcMzHsz7SGn2PTYszek2tYbukh4NoTrGaNO2PmS31
9v0czk6zeOkA3CWYpLyKvKTpY2OPeEsRw04w7WFHPgZnwbBbTHbzxW4Gd+Z3J/6ggE/JPCfB7wKB
GWDO1uyq5mhnDYsdC60AQYsacz6cDrv5SoolaTmlIxV1l+PQq8mXQW11Yz+GoEk+LUOu4RYf5dPo
FujwLQ9RisdegJNGX5Qkde1q4EbxrZVvoeMAn7ZMLTbtQLcEOpyok+razjSxnL8AaKmvxFZzQLjF
jVqjlUs4LTN0cdfukZFytTxsm1sewR5PJm6t+SGtB0cOel2bipsKCKp4rrnmZxjsIG1yNdtKbche
gioWUDh1ROJLZflhulMv+lx5IrOMufTkXGladOrJigufT6clOMEtWG98EHps4aGcJ+EQfq15JIx5
JKzVQsPPWx0RjrEuw+lBH6YphJqjRYg2FyWB4CLNwiI6gd6Z2KZXiS7tVhcpuVRu7SJGJ1MHMUAa
lJRRuhguLNSek1UpI0k5DAOQ9m8l4ImkO2Rqynz4as2N6BtcCTsJShhIzuP758WbUxjJjR8Gn9zG
qJZuchpeJsXiLZdulbwtwYDJQAq9vGmmCzNPCDhyKZIjx+I2u4GqDKyWsM0dEProtpwBygd4UCMV
X9LYqjs/jFSn2fVSok1PyKkY1vf333Cb4ehrXggki6QbnAZgwtcnYplijOA0WcNwo+N4fSia+Bna
QmmfZc1AzFGz1BpKPvzStftYNSbly/tP8OaFQTyt5ucOQFuY61t0CpB+IQg8+Z3Atu3OibX42yTb
7bWq19j5/fZYL8o+q14j8N7tyay1GBnOnZXe9ai2HiphTKpPXbob3Lio7fpIDvdmbnH14C5N2VtH
GwvZqtdzq+qzhHNbn90pY4VbGqA35wZ/2u5qTIpijyGh+oU0N1N9YeXV3ftv+qbDARKcQgLaDUD7
UQTY3qcS3ZAwTy66O/Tkw1thppQvdm00CYF/slTqfZBHWNt7eGiqT1UzRxP0JvgHveWpiz4p14MV
StORuvVLY+HnlAXlRK4GTAcEGZbbdkraIoEhGTXyZzTnBi3ZxyhIoRtf2mQmV8Ssacp3HeBnnYJO
uljUEtO4se+j0iqA4rVD3lbIgcs433hOXdrRgYJgaUY+FmzEGE2MRxUw3yxP7sRU9ZHmWtVdAau9
/oiOVM2RFpbq/YQgoLkvrDpTD6NwyITIkOJjN443VZhVaZ7MkawYKP/KcXk9XlKzEpPZkO+LdNG1
D5Tf1ckPba0Vu2SqC/BTY0R42Kuq1KWKaxGCoqtIGKO2awwL98n319GbNQzkl2QZ8CTC0esjvX6c
qZbVqNOt5L5tQytQ8mwCMoe6rpEqra8u8bALF6P2Jikrj/So3k78qgXCf8gBARw1NtktH19KBKfC
Pdcy8k1tiZFPFqGjI+kKf7v4zVoA+s2k0St/wlz5RdvLedGN7VKQ+t5bi5WdwCdLTszWkW6SuEtP
zF7NfxPOwngIfymEe8IQZY/NxJaS0nRhPrX3SleFWB2ZQ/G5S4qw8bu6Uhu3XQxYd1oR6kd6EG/n
lSvQqrW/7j/A8ZsqxEgbdw31072RYDxzWqeOVF7ESbmkvlUi131kXn+xoNcjDQF8WO6ojm9FLEoa
ZMU4jM29BPFJvk3Slry9re0Sx5M50tNTKgTI6lXYbxQ+KOBu8mNUIhPPrpLsWJFie6Bz9VvFmnkU
xJNBPq+T81PtoMgKO86GMb5f4an+bJjhSat9aCzNi6hpHd7fO29nmtsFNEAqx+QtjPh6sClUUfhu
Z+feRjLhExQE5SoVJjrbMuqXN++P9dI5ehVZV4F1clfYBygggut9PVholp1j9o10X3RlxL0KfVyr
TTzkZx06oZXIi/m6IrcvzpG0kiXcXxEf+Cxq2nnnQpOiqKP5s5pcYAPTjOEnOa2n1XYaw1j70HRD
q1xks4jz0wLoGkLqmIQZn+LJHj++/yJvJg3IPwkB1VCkQehSr1/wpy/URTjKWqWs3NHIseJT1kb9
xeZSGKNRkJmS/7ujIWWB7ihS1S+9jM2saUUjo5NbmHe6lBl3GNoCKzMlI6iFsI9shHVfvfpAq2oG
umawbFbFzG0vfEbDDUta01gxqMp6G4v8pF7aQ4FMuk8rRXdTPusJx24aRIte/W5euQoqr0LseEGA
A952PnsD1FCW1PZdyH0koWPklNkuj/BSOYsi2ZGO5D5vNhr0ulUmGRbTOu6WWtCjfUrJR0bH2eg7
Tx8WzUv7KDplClog3WV6BGezHY9VA8CZXjVNeIq5WwBZlmBp7Yyy+jio5pVtD9Fpk5n97VgVd9yI
jjlyvxmN1sRasYcrjVQOWOPXi1S0Y5fRU5ieIA7Qe18aGR9cq3KSvWqJRAQz6sTHKoLbag9wFXPN
0ldCDBF1y+/Lh64Z+2yRnxwnLK+gWZRnfWrVRzbEL96M6vQqf7Ke+Fx5Xr8ZdqtJqduV/CT14fDZ
GIwpwMog96sZ0UZXlern39uA+DLJALUpwFPzB76xGa/HL5yUNMyesDKX3dqJ82AY5sId0no5klC8
fTW6LHw0tjvlY9K5169GIYq5bfLuqZzMZi+LZdxzKbkQJJAXKCoNv3nXeEG/g+dZeQ4r620zHEls
Ws/mMqO2Oa7OGna3i/Qo98zKPOYztf6qn0OLQZJPfXrdA4RO5ERfv9mUrpgGC02e1uorfNqL5SRB
neE8xib58/vf680k8qGwH0DajEOUrGWTnqJCa87aYvRPc+fk9zY6LXZkJQLfxy4+NJF55Fhbs6DX
b7ZuL6qb1KM5SLeL3pAX8AkwZJ4iS1j3Riob1NAmecTYuremMkBnA8jrCj2KfjNe0oREloC2GFtu
9c/Z5P36KOR5scviyak45VyyuNBduAV704Ar9JG18nZWiSf0suk0E71YnK8/YGPWA7ajxkw8MZ1D
VGXDdwvmwZ2d0z3vo+pY/HoDNob+Qp91VZcAkQJ2afN2lLjiHJKT9IjAjT09mkDclhPJSpNQ8ey8
CcvWs5Y5E2qwYKMxnogpwWiirJMqPplDA0VCd0hYjK7o7a7wuyFJyw5TsLFMu7OUc0F1FTmRpR63
IS0sFLdHSMjy8hSZYwnn0aangYIMjTimhbWdyRULgrYRJwAtbJh0m1uD3CpFMZsIf8+hMt9UVDAP
uTPXAWJO2RdDmccjX2679WAQUbJ4ce4hjnFve/3l5F5IoVo32lfEjFIPXMjk4nOf7TO6X8cuz9sT
YBVs4uhecWZEFMhsr8eqEvaAzlX4EanHwXwWspMiKxbNUS/lfo/PTrWLlpoyspoanIbekACCnNyk
XsmintOtVhEedLVUS/0WTJeOH4ve9C7hF7+CIxPzpgBhIlsCNIaL/krGBW71+mk5OeMhD0X+1OtO
Nz6rNUazEFSHbMSnm1quFGhxK2fPQyThOT91KNNfR5hdl15klwkUpZQOWF0dyUs2AYVizKrOAyeJ
zY1F0DZP6LkZLZIkdzdWRSKiaoOzg+5BnU22oyBDKmnfiqoI3g+a2zvQy6iQWB0LdjAWZ9siQhE1
aWjmRneDKBjYnHSMD3np1KeVSvGjMcbhjARi2OlEbc+EpneJDeoxYPpmZ6zPAFiJxBPoIDtkK+7X
20tThbpT34gxE6mHxplie0U/23urae0PXZTEx3h+v5hsqnqrCgKwLG5dmwULjncUU6XUN1k/a1fl
OIm9hBvNfRw5nW/bhJwl1NX9+5P9y0FBRdJ5A9DwRk1USgAIdcXY3BRY8ZzE9Cr2slInF0iqhR5k
xsGVqnQ88oU3YeBlcpEMM1hUVLiARr1e7LVhC6ovXXsDpR2uWdoQ5DQgzHApf1en/cdYJuVEukc4
Bm/zmDyVGrocanMTV5JZnvQUEGS8PSo9PFuWto12JcQyejuqnSo3jZLqsx+HapO6ui2pHVw2Jap/
77BE14PgRzawYglBSG1hjQtEt4muSHUz9qkG783OD50j00wJp+zIBt4EwR9DrckAI1If24p4IKvT
qaNcYvuSJ9GF5ChD0FfxsWR7c1l7GQX6N8GW858EYHOMdErCXaMW5c1UzfFFX7VPSyFNH8G6xQgx
GU2gIeeBg1daH4BQfn1/BW8X0zqb1I31VQYCguoWCptKkZUOkZ7cSIuTXnNKS55TLcMp6njVkc3y
i9lc0YRrIsDNCRTQ63VLA2rKJaOobqQBFcKonbpLHACyh/df6BezuaJCqE2AeMUpbZM05kUWYhgk
iZtMga2HK1rjpWFo+poTW8HQ6/VhmHXa1PXqa14I65hY3Db0rWoosM85kED+rtea12+Z19moWf1I
0Jeb+FIOBV1qWUvk3EeDX3wtjSg8dlavG/6nxJUFtMJDuXMjA7cqa61R6qcyBqgOkcW12t/gXYoY
W6vIqq+WCzY94H7KyM/pnX4ow65/cuquOAXF0j31Tlw8KQj6Pea8x1+OXP/xNP0nOmtXPwZv//Vf
/PmpEjB5o7jb/PFfF8lTU7XV9+6/1h/7+5+9/qF/XYrn8mPXPD93Fw9i+y9f/SC//6/x/Yfu4dUf
ghLZ2/m6f27mm+e2z7uXQXjS9V/+T//yH88vv+V2Fs///OMJ//hu/W1RUpV//PVXJ9/++QeksZ/W
4/r7//rLDw8FP/ch6Z/f/PPnh7b75x+SYjp/gkChS0AxkA1vszTH57//iprCesEHZMQYrOqyarp4
/TH7z1WkXga/sgq8Aqv64x8oVP/4O+dPMmtwZUQNLhAWQKh/v/qrj/TfH+0fZV9cVUnZtf/8Y5Op
A8RZfUjIWEAJWuDUtuXaxcgtvNkl8UmWRJG5A5snDiZNO6V3vQoIUCf/0CU0KNxCnbPS7QcsXkqg
A3tW5jK6czKltZcA5j4HthENropw3bc5Izdy41R8iuV6bLzGFu2FaOX4cVmK7Edt5v9W3h+rEMp/
/Pvrvll43kPxWH1LCJY/lvG6Vtef+LH2AKr+uRJ+kBZc6SOr0MePlUco+JMYtaJ/KcNgSEDQ/mvh
Kfqf4DTpSK2e6faLhsBfy875E68njkNKAf+LVfcmYYU8AyrypaBG4YCHfB2+nLotll6d+kNpGO3Z
VOe9DyCtCZIJcAmHSfMhGqLKU2Oj2WUmSoiznceff5qsv7bCz0t/K3QKqGntkfA6Kz9BRsLg9UOU
toAZj1HlIQeUM2qznHsSApp6gC28BS46yeWbsRbDI4E1n3dzh6d5MWAA6kFaSD4VmZG77z8Sd+NN
XCe5k1FveNG9Wq1pNhdnx4gmCB7ZSPPYymVw4PZoorIHzdrt4rq4n8Y+uurLykKSLq9yL+tjdKKS
JXRGH2xGI05w4xxrbyC7GXcZ8iuJN4+loT8AJoq+U8GyZFcFNY93ZUfRY29hEhF7ejct9/lcwYxR
o/5pFEmDY7EuOtXtNJr1hy6yk5tJBUp3IB9s6wstzKbBkzrNuZ9byT7PreaZKlz8nUQAxtu6kIxr
vRjDCKTRpMX+IkcoJc22LYHyzSoV6C+CXukhUWr7g+wM6YL3jkL/caJiEJ0pEXZsezzKh3KHnRUu
Ga29gI1SF0nUpxnu3N9QVgDk0lqxwys1c5sEqh4WbdAVjVb7Ti+AtMehhCDjMDll7dlGR2Wc8wsB
km7Oxm95rdpuNVj1lwho2eiqeQ/+SYmLhWO0WPmHXZP150VYVPeSMIfQd1pHSREQXpKvXHeRwM2y
CuzT2Kip42Ktt4Juon5w9kov0KnXC1mcqLW5TG6hq/PkWrU9PZAQ2ZmbVmULjWHM8exqLSR93TKR
rMGNJr1EQYE9PSF82DePSzvoFMCUDnGNDFF2cQ4mqRBBKyzEPhqj0U9qvV/qq5ZrQkJO3JCuqvmo
XlphPz9DOUdQYpon+a7kUC9dOxwlOJzoHJ50jVQV5yNtsi9jswyNmw1Dc67rTeYnlC1jd+AS9BnZ
lrjbNaGUXi/hoD01eqF/mCWKLX6ijcUnPc7izGudBiSeYUZyBggYka/EAc7iTenqkAu706iBmY5j
UCXguryOgsmZqncyrqE8Q342hMVEH4kPXbmmKQTtig50rwdkbXns63G0vX6hY+TpPYO6FGl6j/Ru
vMXRm83gyKG0N8xhbvbqAPLFH01MUj19SctbztAXWFVcTa49WSqKsiy/KA2AKXT67SLySD1P5hLN
HUBMmkB21VxJRwPlzjNblKOOT2Q6R24niQYAYz1lH/qiaOiyREv3UZj4KXlObsaqF+f2/L3Xm+V8
ycya/I/qlRVwnaiqE9PoBsvHjNvRdrJUcVF0pt4YXESnmvNuNiLjelKHjLrVVJSJp4jZbnjeyriz
geq4sxx/FgUe6en4TBC3Is+e4qA3RPcQS8NH1FC81JJPgFA/ihm7Am1Z5IsR8EUXhp7ZnPZchS8y
q6E8MkklP2x/iubpu2VKtadyMgeTiZVe44yuXJX+HOIY6BrsqSQzuZIU32QxXdSWA9xKuLMBALtr
d2VjXSB5hEJ7lftmMV1b3XCeWt0pdb7bikvqLEWEEdnjOdwu1bOdBhJdqZLea+SdiEXix8mt7LQ3
fZZiHNwFU5wV59aE+ZYYTbZEaHYuxajIB+OifO8Sfbq35fpMVXgD24gPRnVa9bAWGjQUIgUx2cHX
O2vi9+DZaI6nkGt0XyvRZnELQ7+1I+SSae7vKO95hUPhPCsto3Iri1mWeysodZiIMSC1rG7OlIEU
3mgQyBukG7milCXV6MMjDE//pUW9dh5cQMaOC0Poa1MoqKTa4lqp0DuKZ+OuJdOp5fzSKmB11LR0
9nnVZ97UihCXpWw5K3X9EuSHMeZXMSTBpZoRhVHkb0v0vVaVyJt16qR5ZZ/WkzYJDItwFYytvr3o
cxYfYlHJZ8URn0JhfKCHspO4J/t9WvV+rwsgpc7SZb5qoigl4iloKVqcGFArPCquXla09XUbF5/C
Rrs22vI0spqHYepOI8ob38OwzAIlTJYvoTy1HhhgdBELRXPnsV/cVq7zvcbdLmgi7abo0bLXzNZd
hvljizWmn4f2LbYcOLALbR8lRvVRcypXrST4WmMwIyeLeqvaeVQwvkd9lGHcO9/oQtk5czZ5QglZ
YCV+orXQ+hO8pS9badJcySr83nGuRbLcjengrumCTVg5pwb9WTGLj8B9eRAWsj0t2CAWkeEpbdY9
LAsiOCK9VPVS2sXzk918U2JnV7fNBa6g3liKed+GTnVuh1rVHcYU553WaevV0PEM8Lhg+vSDI8LL
FskuYM7JMjzOc1J4VpNontnKn7BH3bdD+aGHK/h1UoQc5AIfDdDnTQAOvfkcFgMgzwul670ol1lv
irG40M+QhsLQdOcgQbeSQu+GqP7iTNG5ZV9DmgUPqZt0z6NzmGF+3ea6Fy9JUMnNaaYqLtXaL5o8
nbcZhllLmQK4XcqpcZd4h8cq0OKkTw/gSD/V+I+OVnQJEDU9XXTnXpm0ep+ozQjSM4oGXMWA/0iz
U1/LCRe3TujoF6dJV56nYbXDzzv3CGH7qbI+hWoWX6BLfq5qFUUgmQxfSxc0ugt3gVvvRYiQ7UUy
JHtgJr4Nmeym1scy4smlxuui9hZTXcMtV89wt7LD/BbDCipaEUamzgl4xy+FGp8Mg42+hTmYAYrf
KM83Bj6AITpnlC979XqS2yt7gEYDj0cS2oHAqu17uKNa89kxU0+hvuJaSxYHjTLsa7UsXKgje04U
WBzRiYyXszuGn2dTnk/6uj1Q7YfUKbWfnMqu3FUBu53W3kIXu7mkiKvGQho7HFGO4K8NnFVdKFSx
4Sac97I5XaShXGVnRYHSXa0at4qVgoUzk9Oo0XUvSq3k24xPeN9gyKrRFpSXvvRH3Y5AOJ1WFjJR
nogtMFcL3AjXQRCl95JSvVDngjPJGPHVaYplDOooTHZ6aypPvOCl2YDyw15p4Sw3PpVa1JO62N9r
CaTtrPUqknPadJpV4R5AcrLPzBJXbvlUSVvlbDKlS9Ix607N5md1bM6aug/35SBdwC6wr6aqnw71
uJwTfsurxBD1E0bejTvl4SW4DOEOTbnDgMGz2+ZzK6m7JZ50d46g9MkRsYE81KuGHpFho/EGx/BU
K2x37Wy3rlF+b+n3Tta9rA/noEdJivLVdk4jS8N4ETR03IvbpEThB9iynpUcLOr8kEoY4hhRcSWS
NlX9RoysNSN0x1T+NitjoEdPZhefWylisUV/albN55Ljy9P04TCn5bfZKOZ9p+j70VnllcvltC2U
S9E48T3IY44jshlLlO2ZLFTJK1Dja4s4euh1eyHsGydyZ8xndbcYp21mn81yFMBS9ZexyD5ZsW18
nNtWJw3FF+BzPtVd6Kr11EJWgD76LLWVVruplIfpDhGS9Hps5lh4U4FVjIe2V8cZnWnaXm97Utm8
qtPGMwYLfDicufrWrAr7C4bGyRcD39/Wm+XWvmy6UfpOB1gdDnLLjledpOtWhsJoUZpF29Ir29SY
TgoyRtKePMGkNcO9nnwLHe0cY+B2ubdLUdzbgEj3liaNXyJKujs5rfJHJCLz5zJfpk/12gAVos9b
oNz5cq6NWjF41tzoF7Kgo+plABJ6t5lStE60oYRk0ciAoHyns/SHyJHI3Gkz4lpvLlB4USYz0O5a
WocUM4ORt5+1UZyUlQOPS5dA53p5N1I/w2I5DrA6tsVFiecS+8WKEfQLm9TS3V609ces6MxmZ+nl
EO3qcKofdEzgnlKZEThereQOkTh7pGfWOCDe0UI7KVMpu5wHp7lMEbuvvF7Jc+lD4dgCVCgVHHW/
9N30UdD5+jR0E5AlfNHAq0Zapp7Ndg04cZSKIfYGDTyiZywx0zlFqnZCBgtkNIs6idmHSju4eRbB
JLV7G3I4eOPuygHeRJZM31z12kyyrxGnm0ihwmpsXKxYKLYgpEbMIEUqfcOQWHdVnLKW8T9Y7vQq
HMVexmXvWSlpBnhQjfrrOZ2UzIcIz7c3rTJJ/UUtIvRvBUhXb0lhLfhJPEkfm1x7xJeoOJcrx/H7
UT+Z7EKCA2VJ/VVu1PE3dnrfexp5QOgVch1BvGjs9LEviIteXZjjvpvxw11sG5VJa5z6/gN3EpNI
VRRFGCSLkVFHVkbwxnqmSOmh7sqxwOE1G1OvbbNU0EPU5w8awA/VH0s8n3bZKngSYFrdPNaO0bce
kvmpdClSLf9cIpY1uko99PCuiy5UA7NrkS3VzB7yh00juziEihl+KUbJwap7TErXwMEVYVOdFNsb
k6VvdklcJ49ZnKiJb1dh3Hg5YuumK49gTr0qtI37sTepEoepUxlBpvbDRZsPZenTwab9PHZyIe1Q
R4YAoKW0zO8NOTM+mjW+WX4ObyDx6kErc9cBFdEdpKGear8gXbqVExF/hHiRPxbTaHxBGbTBL32o
iuEEvK8ccWfs6+c6sRPZl3AO/9poA7YPsxI133NrjND1S6rha1LOwvRhqedfiFBpF8hcbxwvy2Wd
syyeyE4Gw66fhrwKn6Oc8rjXaCNxzwHOymlUYCPqN3R0ymBQ6zjxUUeMGjeKk/ohmrP51qEkKrtJ
WjucsJA5yyszSrkEL1MLDb1fkuvGhknqcdVKEs9q23bw5s6sPxup2Yw7+BTZAzYVIL1rSCFnRrzA
wJLzYazcfjHlL4y/pOSN2EYfKZZs2xiAW7EmeVHzohYO5Ox1+UZTJXnIur49GLkanuAJTnSgtLUn
NkX++3WZbRvjZShgg0BtDNCPxqbaPiad3auV2R7QtUGsQukyz1L7Y1zpt6OsGKyV4WrT1EYx4/UL
paOkqEWziEPUaNKOQ3Ty8aI+Zumw/pafOwew0FeAPCQQ0GVQJNdp/alzIGmZIRpbEoe1Oua2Tt8n
3MiM/mrRE/1TwvXhFnDhdASd+It3wxeYd6Nf/4Kgez1qTrJQgLotD4vJtU5G5SVj0ZVrcfPvAugv
anq/GgZ8NYb0FDdBaqzltZ9erppxu58yuTwkcZEElgoOsDem7AjS6xdTSLuH5UBDi8L5S3Xzp1Gk
DOCtBR3r0NvxuCudYr41Q2U4mWHTXTVhrLiyFGa/2QNd1QNWvzfw46iCvHUPs2uMiOy5PaiSxZYm
dXbjVp+9BeHC4P1ZXPtlmyUCSxe7RwRsVjTnpq9u4NPF/WW9C+Ww7cxslazR9bYGWKE70vVg9jGJ
bBm3O4yy7Ml/f/S33xCoMfAoOgRomlB2fv0NlaQfOomj8SAveXIKfo9aSDIfI8v/chSUueiA0rdj
Zb4epV4mWa3rtj3MTars7Nn8EjlZ8fuvYvI/5LcYAp785lVgnmE+mpTEjank6k4p9c5u0Rx7f8J+
EQgp+KxQK+QGKN1vAmHXTvVsaU17CE2dqkfRGZd9kY6wCpLs8P5Qb2rmREJsDkGbQ56gZbR9o8TK
hFzCmj3gitaMLoAtKkPpCNHPNkX3UdKlUHdVqzI/xTMm6u5ELeqbls5p4VbcN2ovs5zpmLHB2/XK
N6SVAQRmBXa/yG7+tB+XtOsgDybtgSPv0Z6hHsGeAen0NJvRs6Jxly2k+kik2UobUaFnUMDwq8Uc
WgHbDqzaF4oweqs5CLbrTo/EcqEXE4Q2NYxPp7RVr4G9ZIFadU6QxYgxOSJfzkQcq5eallunts4V
ILHq8QNUYyr2aqHJa4o17mobWZL3v9u2Q03wWMUMAOeglbYKsr9e7VNOrQoF/+4A9nfwzTAqL4Gw
ID6qdaG4wKPGiH/7dMaYFvgI9L/VAWbLdzHIdFQjmYZD2ZXqvqwrB2asLA4z/9p7ebn/6//9sS6q
v4+/N/2/XVLmD6s743+3/9Yf+NH+05Q/VyAtfBiay2AEVtmZH/0/Vf7zBZkJCoQm32oi83f/z5L/
hD4HzBfLSKgRLz3pvxqABo1sLMNWAuUaakCS/k7beROy0EQBZQYJFSYq3CsgY6/Xo7ZKBTilEQfm
lPT4Mub2eNqZUUwBRutOfpqUX+QEm+iw6q9AVyEwcqwwD9uQhXFVnnUIiAVAm/XHvi9a080LU/cx
J7I6z5DKylsWa6HcXeZ/9aZBN/y6v/7LwTkCDKaZw3truiTrUYcFrRIHtY58XyllYt84teZj6Vb5
TcHQAOWKU3NMj3FRt6H6x3uTSYLjIk9BGWYzx+0g1VKlxYHQktlLJSUJcPOQ9iml9Q/TKOg1mfSa
ztqojvdoEcGkziz1RK0y0+uLETnW97/DFrH544FIXWhAMx082esHgpEmZ1h9xEFahsN5rlfx6ZIa
3YEluUDzq6vvhaM2NjW9vvUhZ2U7lXvFNZmYciSB20q1ro8Cd2SFXqxUGXULiF5ChYJaVSVBN0vp
RVqWpoOaY+2cmHLc5y6iAcWVNKLduZP0uvri0Bj8zhkTmW7fRBQPLZmejRlDTfFTJ7PLY1O1Zlg/
ZWAvz4dak8x9AMyIvgVTYumttLM5p0Ftj8mNLg9TsBTLTB/HNoKGzGuft3NzpuXU4VqIjH4dVe0R
It+vvhfpF+QlkhfI81s1E1uKjTgM7TSI9Wa6rBNBJ2VpcvAweI1beY08hhE5JnW/JjunBchFYjLL
4cHCeetIIvU2Xqx8ES4uJPfrobvJ60GewidqoyygqKV+Q1Ew2030mfZd1IT795fp5qh8mfqfhtra
eYiQJKI2Ek5uuW4Rb6BAclpLYfiVAuJ81eeKtXt/QMLt9luvs0uohvcAhHcNIT9lL4niUBkUbQpe
2ZG9VqvLMx3bsCNRcN3tmxXFRtGhwq9QPKByr0cpjYL7ciezokYR+h1tToIepTg9p57GPfuBMrR1
5Ktt6djrXDIoOQVafqzkrdQ9GjBSMkVTGphFXuz6IpuvqD7HQZFL3Ve97uOdISYAyxD3PQDEIvFG
wNnuSKHyKisqda90qRm5au8YSF5MbXVkn71dVgQAQNMrR49L7dY5ijiV14Ae84DUaE1ShO1PeYLT
fI0I0/tf+e2ywp5mRfCD2VKQ7dmceBWBbmwqff3KBrgJkSRuyIPdRjWiJItFd+b98X71auvNhssw
t3ycjl5/b3z+lhbiSxpkehfvyto09mEvTycmxc3g94fCdw+3YFYWE7lZWj349lmqojywB8cK9Ebk
vpbG+W4i4f+R6v1/j9Otgj4riuT1xcEIJgv42c2hlumtlcgxWjtq5oAXKHRpPq2GcTJQBQ1tLx0F
lAUbwZUPCqID532mi4tI6mI/pMX3HX57f5dAGLiCAz/e560qgkrqJhOvjF47ci17u+PWGgGUWZWn
Bmm7Oe6sEayoHKIZFgql2o3AFFylj3JKZrrmy1TYd2TG45EJ+vWgKzHFefGw3ATKJStCpSrnLEja
Ckcircjsa4NNdWgwCvwuZiv+QKdBevz9FYC4179HtTcFg9pWF/Qw+iyIMS85S+zhOo/zVewWZtP7
I70Nlkwq1T5W2Yq03bqv2OYMlJX/C7Qq1TkEHf0i1Rf7GLz2V7vn52E20zgaAKCQys2CLKzz07iW
anAPUXJQIlkJbCrBnVdbVe/Ndi/dCTqTiF5MU9GvikfxqRxn9bU0IZBajb04N8bZunp/Gn4VTbjs
cyZymwNKtYGJoSlsz0NcZcFAcnvQ+ikKRGebH/vYqe7G8ah36C8SJuYduQRwhDRC/h9nZ9LjtrGu
4V9EgMWZW4mU1N2223E8ZkPYPg7neeavv0/1WdwWRYjos4gRxEBKVazhG94BrsX1dVKqwGyWQqQ+
OB77VwcJ5c882JV2BDNgWsexdcfv3YDIRjGazl9OZ/TTQyRiGtzAvZcKF6JA/TkOVIQPVmyY7c5L
s7UesJbAsUpzM+KV6583hi5bLRpyHzbw+Pe8AIo+mGWtfOWyTZ8Kay7f/Jw6hLGSp8iCwKuT+/TV
ow3YW7dHe8r9JJRwplzwfsSanX7rbP6to2oFBn0o3L/uf3e5765fccQWkV1B10HiN9daomkkBE5q
Xe6nbLqDo8wB6txaeaJVUz6bInYOiyayo9DD6VCGtrjcH37jWDA8ucTLtUYl/HrWWj3XeZvDX9Kc
IvIoSjVejrrOMdMp+r99KA3iG34AFI55Wa6Hou3v4EM/8jQjxOa15dA+JV1rH/Jq7PYsjDYuTYyi
JR0D5jzAutXHtPvAKnsrzfCNa+iVFsI5pZlheguZgydwXTv3/Wi+fYImma9t4PMHjWg96KC3gOmq
OPQjJMQ+oX4SePG4zE9IgTWn+2spP8tq11gUV6Tjt+Fgdrq6LVJ8TMWohaEfSPrMJIzxEGQabk1R
1B0yshwvnrr8AXH5f98+MFXCl7gHjfc1uJztOgZc5QoopHD6nomo/V5EWnTWCYIObd9rfuI46RcZ
/e6lUBs3ApECSiuURZEhWYtjZIAYMTSsZJvejZ4zsK9ooVqnfgYBmZT6HkFrazhGo6jBbUAov1pi
0mxyFJqzHmD66H0oZvtbuizV1zoqsk8wYbWdld0cz8WjHp6Q5NOvX1xQezTARgU9u659V/BYUZsn
ugyHJfLVvNvJBW93EOaGHA+VweT3lD/n1XWX2GY44DYa+UtQZjL77R47YAT+kqn9WYmaj2mk/l1E
5p7fgrY5sE19FQUNittrolScp8UEKCLyW5FoVC6zvH9OJyCXZzuZwOHpE1KGE41+E4V06ZSYtsqc
PsHxmR7shBDw2Jpq9KShvQdIAXLDf2iUNqU36on71U5097kPl2pGzsQYYzLZbgZ0USNVDQzZVD/O
o9tinyiyQvHiUFf/EVWQOMc6mh1fVG64pz27kTEhBgXJmCsWZTgoFNcL3Ri9Cdp8jP0aBMYxq6bK
R0EN57ZpSrzUEcFxWLoBUBnIxGFOdP6bksM4NLKTltXiqKT5/BTBS/EVDbzV/eO8URHgt7HHMb+D
JEyD5vrXaTFef6MbxX61AHbtzEX7VIpePYJGMy+qiPAX0KCHdJlrHLVxBNzRT8qxSC13R47j9iHC
sJkuJswZ/cWx/fqH5LqYjSg2Q98So31EW6wA07uED/lQGZedSW+NBfmQlJmAEwXv1dFu3S7rxCBC
v52BQhzErDePA5rH4FdiUxxcrUu+mO2kuoe6DoffCiCW7jBOo+MhXeo8WnVXIwSZq6eBJugJJwhw
c/d/4u37RYGXaqpNnwk639pmcwDBHFVdGPkZ7kNHdDFTb4ji5l1lVo6vAUs/pKCVd9Zlc1C5KkTj
NlU0/foThK0zqIaE9/colyWUzKrokqpunB4aDO2/o9ZMWTW39778bQIgi9n/P+zqrcb7ZJwUAOc+
XafkIXN0DKOaYj69fUVRvCC2gx8Dxn0V/4eGVkaSruTHpW49mEvaHPt0HHwniABYJIXpT5O6B2hY
s2JIE1EkArGHUQkZjrM+/MidLZkojcgX0G1BqiAXCqoPZDVgoE9IVpE7ytA+LQzugnIqwR469s5n
fSmHXwcL8kdQnqd9TmCrrs44OFcSF/kjStxrnw1jwqQwzJoPVtZ1f/Fph282GPJHk5vmoYvD/KHM
zPId8s7KI7xw7b2Jtme7s8Fvw178JdFvRDVLw0Z4/boKiwyzsSkcEYhDfJia4klx4bfEk2PjulN1
77oEMGQXj44PnEd493fDRimd8XWqufCvSX/W6UUvpnBQAsZvrbo9DSTYJ+wLzHduA/J/UbTpqcRj
CcClyJJfrWPp74ultRtvweuJAkOl7zzHW1eSdM7hBwlBTW91JQm3q4e6gagHq36+iKEfT1PofHVC
c+9q2Vx5NsRLZVLnXbo+5WR4OcQoiAaU40165YbxY6CSdq7cuUWqDzero9qP+kUUIvoQDJP24/7S
b7z/dImwkMLOBl7U2nBJ6HFlRRmBR2ZQ/Zvr4I9eFP3nCa2iiw0/+kGz4uQ4NngV3R94655BVo7e
iWQV38jrQAGa7HFhiTO1Gs9F4WZPdkAF/P4ocvnWhw1yNI172aVz1jw4q6Rd5YgWHkdVqH6sFgCt
WrPx3NIOP+tNke8UNrYubaAxBMRQA+GVyr9/FccpSyviAYE+f4m1+dFEWEqHY1GDMq5qV/lCbJOd
1DzJmp0DvDUu5jIWWqw0ovFFvh53SpNFTSIl9kU5x+dBs39Fyqw+W2P8r65Afagt/d/7K7u1cXgl
IN5SLmTc1Q0eKXbghIT8fmOosecudUeMCq3PG+gGfRNWPNDkytyPbd7sHpqt42nJgJmaKFYy6/c4
RoQDmEMa+06C5mCfl7pXlk10Ae2yp7a4tYFeD7V6Dosim/KhB+ukOFAMHAtg6IBm4LHLi+7Uome2
s2E3PySpDJAAIg5wh6sP6fARXeQu0N0mDm5Ag76vAk0/9mCej3EKnSufs/F8/1turSdD0Rsh9GQL
yW/9atcagA7HQGOSixHSyWxAXYYYfZzI0ff0draOPdcqd6oOPRW03/VQaZ+kLmETjUFKbCewustp
rqCK3Z/QGjzy8tJjRkZt2OZyow6wGqZL6w6QVeLbedw8zloTnOhc00BT4rq6oJb/Du3M5oewneqT
jUTiCXhw929XL/1Za+v6QhA4evpQ6X6qCPpTYGU9Q89HIG9mtXMFb31y+oB06iVT90Yo1YawnXZZ
nfiLo8I6rQvTA3+s+40aO8ehKpezkVv63zsrdNsBpW8BWsVFoprizDrBhUEIRappYh8V3OKdpvXf
9C5evs6BsqApzA4XfZ1dGgHz0Fm6B4iK406TeGPetKoBDSBRC3LmJRl6teuUtkO+sKB/ruGZ4xvq
tHjGBAfT1aFPAg6K4XGU085ib6VYFGng/r/I8cHSvd4ZeByYYYSEil8NTnOOKtpg3mBHNvD5oqM7
NaSnRRg5VKJu+KAIYNSHpY4TgM5BoO/c2hvnjt/yIoyGFuFN5tMbWj7liMr5SCADceLufraHUPd0
fR522lVyw68eQnpUBiVmAH/EwasjjgEPlkRzGvpga4XxmAdd9EPPrVz46PaJcxFG6R90v5AIh2SS
w99omof7O27rc1MC5MMR4kkd1+uFn4wq7CakXnyH6utT0Zf6wwiC7iELBZwaE0ZZNOz5423c3lTF
mLZU8dBuIBpiIj1OopRujYjTMyo3w4MS986DrVrZpUfh4+v9OW48iu6LMjl9WdnTX+Vs9mQEVWHC
7YvBL/ghmhEnqxPKMfLa331lTO/SRS12XoyNTcRbwQGiLEYQvQZa4qg+gX6klcJjDFPUGM1zpqvx
SZ/M9K/707tZThIWieikw/0CX12dnZo+20IWn/qJgv44GVp7Vktuy8JQFE8J1D0xy9vDylblYQLZ
+aIlsA7fhJppeZ3h5hQZfftALcL0A8XNcB1R0/rvOMUur0P6WjLZxCmFtv85Stzcr/M82zk/G1On
kS1VDGgL0XBcZQQt7P5B7ahSleqC84faFn6dnUaaVWWz51h380bKWWuIJvAYUwpaI8iTmlsrVBkr
V6VQH9xLTADnqoKN/ubvyUCgPeRAyD/JSb+6gcMupdADn8dL4MtQnAtwhylgTIO1dmHYWnvaT7fP
MhkOW1UKXYDIoNx4PWCpQtCc6dl6Rt9UZxPVEq8Zm/g9yLjoT93SwU20xHia0JH/AW6sezbgvf2A
5G+ewnbQTja0xkMVxuGlRoD6R13Yzbu0BEMNrb7f2ew3Z1n+VgIi2uF0goD0X/9WN5wyN6hixQvi
qXjUFD36tQxq/0OkIdydymyaHxhXVr7T5HviuzdHWg4NCvhFOZMkSbse2szrYSwcGhZq180PSKlq
n1vFNSGPJ3vv4cZeA21IRKa5dIEo/FwPNS1uao2AiumkzuEjtgoTHjlK/PX+RtsahW7WSy8PRZC1
KP4SjCWIm0TxnEArH0gW+qe+qvZ68xuj0GSiAYN6JPt6rVSeCPjFFJgDb8Lm46mu4atqWMlc3jwX
sOZUrcjaVQh4q5c0dkHQOPaIVkXYOZeiVpKTMxTNWysQEofFWcH0DSVmKnLX30XplZ4aVid7VnH+
gFQU9E3TyeBl9nvo7pvdRjkc/KLscqBASzZ+PZRV2U5OTcj0kCto/MnQ429ptKBrmOTh7/trJ/9X
V1GIRY2J84TPCWBypPOvhxqNSm2zcGQoSAGPjTACv0lRGch4AI4tvqjPiJN+zsdO8+4PvDFHZHpI
cEj3OdRrI5im69MuARbpjakTP+PoHHpG1Tt+smjOTpyzMRR6UkDWWVZKjWu4WRWqoRO2wvVMdQIw
0w1lRSNwtp96N0ln//68NhaU/h6NP6B7jsmtcb2gg2XV2I2OrudMaG8d68SZnlDoxhFIaVv7Z1+0
1TeoQMmxN7ALOd4ffGumlI1UZP9B2txgRdJAh94q0sBrOuefOKBomYf5zBkHn3J/pK1pSqVWKXwJ
ZXl9F6O7YIxcUIBBkTXpD203zR5FuugTuiwhKphTZDxCSiy+hWjD7WQMW7PE4Q4QCMVAkhX5968e
ydgclMQdLNfLchKAvLFtXx8609NFtIfnu7nAoDwBJkMk1iXQAH9zPVQA8BSuYwA7fnTFw6SiGdgr
VrszoZtQRraYgJ1KYxAEyazVKM6E9A8ETgdPqLx4tLI5PKIVUHwAraVdwqndMxzeWEDYI5Lchywi
qtqrJ8YEUdCUjeZ4OZTNgx2BxKRbrlxc/Ht23pmtqYG4ByVHl/gWKZeOsRYhWux4CrXmx65MchiF
eZcdSiRr4M2OCB1f7m/N23o+y4nBLM1T6kRIzbnXH60vKI5JkKBnd5SDDsNc5sshmzPh4zwzfMqF
NZqHJJsXnARx4T4EueI8Ku4ijqmeGr5rlbqPxkX85f7v2lp1uEpAl0gKaHaurtpBafSW+Ts87FHx
j8oTP3hIUcznGfmOHbTUxlhgAOS6U0uGfrgK60ykSxFgD106drgVQsa3vbzAihA+tHa6P62Nm+AF
9UdEKBXU1r6aTWQHIWRlx2vaIT9FiegP3OGiPDpqkR4jvRm+Ov3yF6YZ5Z/7I29Okm8JxhT8E3ft
6juXWlI5SDB40KHEoR6C+lIB+oXuP9R7e+qmOEMNDhIYSADGIw5YZRtpgrioFloc0RyQZW204gFR
qPGcjoZ4sKC8n2Z9CM61ARhTs5P5FLpG8fZ3DMs0biKyHQq9a4BrsoiIpqdwPKRYnMOwjMZjVgjY
ucVgfL+/tFsfFfgMdTryPAuw9vXShqM7dnNcOx52i8rzEM9oUdF9PgVGEmJBjq/c0kIyMxLUwHZS
oK2vison9B0hj8maKNNoHUAzt3G8IK/+5Is9nvESNE80WvbsCzZHIvKh7Ab4gBLo9SRrpJtR+u4c
Ag83OywWjcYhLX9Z4+jufLnbWxAUAAqDxDr0PtDAvR5pBJg30ShzvCQHQIjsOHIHI/IPTlZaCGEN
2c54tzNjPES+5FVDwLNGrfVWifRCgysQHkx/mgDx4KGPn6famM7398nWQBRWQNmD4YBWsrpqS/I9
s6tMyxMgYS5qyJ1agNTwanvvIdkcSfrFy8OORb1c4lePfoFF8TRmwgIQI3Amjk3zEtb5JOtiyv8w
Kd4sUn401dD4Xm3+RFTJLLLG8pBbJ9kDxA+8cciPMfZvbw7YpE0fl7Ru8h5TxLmeFaQsWRdF7wCL
zshLW1TlJxQMATNoe5K9GwsIqYBsTCMYph0mj/yrBURWhbLzklkePnDolPV9IC6VVpTP/WyOv+5v
i439LotudPTltICkXY/Vq4GJZkxhedVgfwc6Oz0Poei9RRkKGtq6uXM730ZpoEPB+jEv2bo0V3sj
s4uwLsRooajZBn6iDq6P1H381oITFz+f6r/ILE7WalIuKexMCdqi/EDTMm8DiTlp2ocg6coLNAh6
GfdX8aY+uxpwNS0oMS3fkX0o0jk6CENxfIoc9UHpFuNDPOqx37pFtbOW8sReJ4RcuzwvsHPgwkON
vP50yxQEE5J4ltcXuQVPdlL8zpizC9J78Qn3geIIkdx+gIVkPOTFPH69P+etnYNPCHUPQgnpwXI9
PGlgXyf4YHjKtATHUaTZsTS6/JTzVS9gfsVbYVWsMeoC4G7BMUJSWd/M5cDJ02cOIAoNP5KgUywk
70bz0cmdcq+6t3UEWVJIT3AjqCasdlBNgprqLZPDNoKezhhODzCh5wswyuStbW/mxZlAkh6MryS4
rtbR7sc8WmrLG9E3g32kazJgaD01c5pPPODJxwyC8s6zs/Xx2Dzy4eHdoVx6PWgXKkPrJJyQem5T
xAzKzkPareWPRhyHLlHffnuS/VEloaFIWWYd5RoOd7MWM0nsCarTYEG2b01DeXDVMtrJd28L33JB
JXGKAjDVmfUdU+h1Rl2UjWIZijuhNtujTdcMS/BoAGn+gJ278mVqCIxUYBuXSTSd38SWgdiTswdK
3Lru2Dz8HMBvDkHF9TKTr6bBMOhMG5tnOrbm6JV2pL+1GciEcXV+wT2StqwNGJS6jUBLDBgQ26Hj
kVGhHBnpiPrhOHKyAnPw2riwd57e27hTYhzpDtOqIfhcYxiM2mmA+Vvk8tWUn41EA6E+TtZpSejZ
dHM1eiGCrQ+4hO5dtlt7V2YSOP2BRaP8fr2oc87biAu26ZlOlD+nSVEbZI5oLBzoMg9oTVFlTHcu
+K0PSYpK05dcDWmJ1WVXYmebt/pseiCOQpRFSuVoZ526w8raunVej7K6dXDtseMGsSovLNTen5V2
OHSDuxzjcNgD92wNRXkeIAGBhpRCuF7EUa9VZ4mFSZlcBwumBssR62+6qZUZ+/cfilvoIOsFo5ms
k/sNaop8PV/FM8uEw7rTqabXWFGvetOE1+IBfTzne6rHRfKQpJF2znvhZsfAoBocWCPIjdEJ36je
IsMcbjykwxEW4GZYlxfjQu9LISihmjqUiaHr7PdR7izf7s93612WISLNU2mgLWUPXk+3yYMgdNXQ
8squ0oxDNljBEzQ7tG1HdPHQ/a2j/tdU1FlxTJagfZzcitju/m+QY6xjA+ICSeqHYo/rzvVv4F3M
qhSZXw/5/MIrUNA+WTZGpB7Aq+rc4rDwr2kV6GLeH3braIIT+q+kAXjkVeSqJ2aJGDfl8Am5O+7c
pj8iZ4o2jz3o06nScFX+H0YEmgauWDqGAwG5nmhRalNsxb3lFaVqfWxVBV20kns8NPrA72KonzsD
bt0EElYMiwwdItLf6wEVZQj6Ju4sjzQ3QQU3LD+M7vRGG5SXnYoAO/JGSBHwfKzumzoLDXvWeS8B
NeK6boSOP2R5ji9s6n5++zejYukCWocyROB8PSFdK3N9GLnIrQj3zdRUNHi4SnJwULrzmimfd0KB
W8Aqp/D1gNr1gKUWiRn2mel1dTo8Cad2Pb038qPVOxlCbbV7NBA/Pqmidd7XVfqPgxiMb7lBeLS6
Pj7fn/3Wr+F9phAPkoZq5FrYDIX5pnAtkq2lLup/YlCyzVFpKmU8xmih/ylHfcn8yEJ9zltSgeBe
pcU5urexQiGiUKrpMi9d+2Z0Cw0e0D2EoDIGFWvvv7LVe+FMxPbI2S3+1FEL7Rrr3YzK7c7tvLGf
r0ZaHaA6MbTAahhJIPFbNWlxnhbF2klVNl4baeZDrkA7mAmtXhsxB4uqZxMJWWNmF6OZCTezYPTa
MN4LuTaHAt+IWSh8CNKF6921mAXirr3K98SODwXtKn+s0vrzgkj1Tti1cdlxwdNaQa6DG2Gdf42o
MsKclwqIjdGd0LS3TyqwtwvmXoavm0myM97GnQ4chxYH9xytdWP1pfpEcSodXVHURiHdxC3GzbMo
1EuUODXKpGWafrHVCOT9/ROyOU2YYxjHkRpD8LxeUDEiljoVhNNmuTgIWlvzR8oTJJfpEnwwGnPZ
OZEbzyftRoQAZUUHD6rVB0Q2timMcCH1EslIjaVcfLPpEeLhRCCsjp/MuQln5/0YG+0xQv1kZ/zN
ZX41vtxgr6KVZOi7auFCRATZWC5aqqR+m2nOY9cA6tfBkh/NOdkjEWxE07R1YVUQndB2WMcMjhpO
hTEhpJ0g0nuJbFs7pqUKngBX2EsbtNmDLlJ0i/tC2zn/W9MlJiKO56rhAZB//2q6c1I1mc21gjBq
FJ15iYKDjovBMZ7L5sOS9vWlz+s346643ghPKJjR/+Rjr54AABwpjzSHNHEoDJIsYKOZFck7LtI9
BZOt+4ASicToUKsgnb+eXz6jLjvM1D0XK4SBPJjdcUa/5zTQRdhZyq2T8nqo1S03D5YYsCwi8FtY
SqdOxAWjUXGYK0M/mFLX/f7JvCXkSRgAi/XynFIFXcUidhgpLbU70kuM0v7Uo2U8umnj+nYdUI0J
Fjxwj2qDU8QxmYfhqdQVeF/pHIfekIyNr8RG8y0NTfOo98nytz4q9vf7v3DjcWFb4dcpVUVAsKzO
sqPPdYb8gu2F2Ay8IzL+PYZ1vVPL2PjCPCs84S9VKGr2118Yk/S+ssfe9oIRfl9gKsl5SqvhUMX2
Hln5VmqAQunrsVZ1k3juJrcPUBey5sYuj3gR2sLDiXD+rUVu+yeup048Qxqwcx+MffrDGlsjPFZh
jf5wiru6c7BpL9h+PvXOoasUq3nzSyt1iGgGUafmAVxfJLarqH0AKsazEqV7HJVmOmZNLPxorJ2d
bPX245Jd8CJBeaKqQ8x/ve7o76aqk2SmNyim9mFMrOWhwtZh5/m5vRmpMhM1yGxfBiqr8FSxpMK0
kpCoEqSdcJgpH4jGqOuk2TRDe6yKz+046p5Gx+GtOCLSJzI4wi9as7QSV8er6eCp0MkzvaDjJWiF
VqFNVE+YLWWpd/+g3O5hhqJZxvVP1kZycb2WAUrmepLVpme7RfY+jRL1sgQ9VjSx8vV/GImMQlKW
UNldV08kHntCf4Wv5iod4GmMaWFLE9ZOQt+J9G+fFv7/Uu2WdglCCWsigVqWaN5lgeHZQZFcwjb+
wX3WnewpSYj40/GAOeEee+H2Dr4aU1qOvX7Oaqx/3LRlzNFUBg9j2/gI/B4TuKmKTjG2JDtz3DoE
r+a43p7LhL8vvRzGQ8/OX2ytPoWR7u6c6s1Z8UrLSjt551qdbmnsRS8CE2j/MKbH0a0d6NeDdSjT
ZboolhOe72+SzfGo1cBtI66FYXe9iuOYWQOyTIYXIez9Scytc3I0dIxqbEy80MS15f54m4ectiQ1
GWJM0NjX4/UdEvXUSdkpqZOfVLwRDkE0T89wzKOjpvXOUVGs7Kw1erLzeGzNVNI3ibnogN1kJlbT
JmObuIZnpl14aZKJPFTpikszqc2DmJUf9ye6UQv7r7K1NB7H3W4tVlA3g1YDMTc9LVKCB+A25WNg
dsshSUaUqcys9wM0D7E2jJRfjl58F6m6V/rbmjKgVUmYsaT62ere5iWdG2FP5N+Vnfq1mdjhIXaw
kWgRoHiYlXQP5rN1uVH7JuSjo06CIH/QqxCzr9wxoqNtepghYQLgwPnurGr2sTn4eX95N6fGAlMN
kvJD6xSpzmKrrytqGQiLVb46ILs/2Ah99daUPZVCC3d2z0avgdHI0x0qm3ierqNnHR30sURGhXtb
QrPCQT3lOSYvUdhrB2wvqodMCa0j3uvGM4Jn7Tl3I/WoW6m784Bs3bW8VHSM4UIB0JL31Ks11gCH
dnQbTSJqOyAFDfmjU4U3YNZUHmtY3RfYO0q3M+z2fpbFXWl9TDC62kxZ2mMmofV826ZzKSQ3rfZp
NPXsoaNM8lvvFeU/5ozOQmbHxkecVvrzNCrDXlFuc4eBbpDUOJfEcRUkWHGrT0tYUXd00/6Sl2n0
I8j6v8NsEaf7O2xzJFleQD7Ngc2wuqlgqFINCAhH8s7RPwVz777rDaV9wNBM31nbraEI6uUJpdxI
t/z6k9aqFc6KylDabMyXGDmBo90nzWmOs72XenMoefsCEiVQX/Pqw0ox8KjgVkrIwrBTqLTvS4rr
WWAN8e/7Cyg34nVlGgoD7WpiD4Av2GVezyrLOqdZ8BrAt81tfmp9zPtiRHtU0I2LAFkd0K7AQZH9
W6OiGtw/RE9P3sNuvvGtvrF/OFMzvFMs7VPXh/POpDbWDzkoieSFkEbFdvWpMDScBqEYhpfNFYSw
1LI9jqHzU8G5ca/9tTkWJBAAvQx5IwgF4XQ08OBjW8ADgbOs2Y+dafzS3SX9cv9TbbzKvMekbyTo
Epm4+lRdQf/Qtomlsr7SjVNv6uFflghTIJr90uhoFDuxNMpRHuH2jju7f+tmMYBny6osn5Fm7vVG
ac1Uq9qZmGBU7eQ0Jkbzvo07w1McpfucpRmSCnaCu17IvfRYJEPlQ0xPv91fgq3FloeCXYRuEiIr
1z9iKgOMDnGK8joFP8hjrcXVY+JAMgGFULU7d8vWppVaq/+t7lEnvR6MxrQ2qjjFeWqKY2qY0Fs4
jOaIvWU/DKlnLrgx7gRem/N7NaTcAq+ejSmaB6ebW9NzjaF7aEU++R1GXc+BiPfkMTd3Eww/9GsR
6Cf8uR5Kn0o1ymrSxanESe1IulWfMXvsfDN1bNwYOyv9Ekx281WxRrETdm2NjZKBIxtE8sFeTZMO
x1jWXBhemcfineuilhJqIj+6VqP71DZHvw/zn3GI19Lb9w+bh6eJPivVNfd60tPSLQP1WcPDjVI9
23GUHYZMN87lNC/+24eCWA417IWSbK3WtzBQPVksytFW2f2nsFPzY25l7Rnii7kzqa19agiK64Tq
qOfftMCobaOAV1r49USNN7SD8XGYGliM0nmsn+xf9ye2FWSBkKHRD8+b1u26wDMBHU4yiZBx6iD6
mXHtPWDOaz5NgVb8cinWfp5h6XlKCeEsVkbzr3ymdYz5bbvTVd0o/8C+5TqUJX85+dV1ELuD1lsN
8aVDtoANmDK/q0rg60sjflTVUlGat+Kn2mjChyIA1InLrMomsypqnCkKYWFGQ9TU97CJ8mJYvalc
kbARICEBrlsT0YLSNPtg5PlOFdRWXCiEnqritNWGxAzDBDkNCco9Ce6Nh/xq0NVtVWXIHgbUeCVX
ZziWttaeA5DnO8/A1l6TKB5dAG8BPyR/xasLKg9cnLbG2PLiSvva27F5XjpwAqaavBOBWvx1f6vJ
47heSOoVshLOgJR3rkebFW2EIicsTw1KcVBjDGEb3MU+xGLIL6FaTX6YjOpBj6j9jUEef7w//NZt
bJpsADBDcD3WYGDTTQYb/AyorBgJy6CN20OP5zVuW1Fx/l+GAgYBZJy4ZZ0vLCh9tYYE6VZlNF0Q
U8eDC1/T50QYe8H55ieEVULFyX3hZV4vqhmkVY7mKL3sMaahU4Tac92PwkOoD/moqtzD6myu4qvx
VhsT+caqHVGo99xKyU4L7JMjKdziuwoWj/dXcXNqdM6l7BIdx3X24zhzPLUU9LwQEZAn6hTZhAUz
ns2HrKiH96YRv1l6FK0Dimkw8biGoMzIyb86D1ZOwS7qKPnD7baPeR9rhzqwsCdPgjdTqVdDycm/
Gqpu3bhnSiAdltE6xKLvvRZvuZ0q8taRo8BE950qMlWR1QFv20E0CQfK0xW3lTLzTn9IA+E+Zlqo
ns2IADCr3OCpjJfqp+ZO7bLzDTd/ALe6BAdRf1xDZdogmFvE7S0PIRFnPCQpgAt9GNw/eWko2EFw
3i19UE6KEmYeXnt7wgBb2xULDpphPKXSW+p6mUsDXWQCPHnD9cWME0+VjwcncvS/pyVOguP9Hbs5
W8k0YrVRs1iDI6GOZoUZMJrWiulgB2P/vCCt6UUdolVWHOdINSp4/FbCer+Y016vZisQo1NAqZu+
FQWh1Z6iHSiK3uQ6F26UJwd1LH70aqL8LcygO2kjHzcdqg5H2bbdufA28wkp90/li+QJ/Pn1Ok92
26vNBFLIFf3yezCm7kQhvrw45eBealTU3tl4PR5kqQNsKpQPqinVXjdj69GUJgd8ab65tSYG6UoL
MX6muUwN67nOAvQxQ9zM9+xMtu4lWp5ovkpRC+il13PNErRCEhU8uqm2/xpZK05RVSVY5GLHRqVi
j3O/OauXhwR4JL2a9RYuMqwAO9CRrdEkx2Wi82Qt817pZWvrygiAWhvEboLB60kpIb6sU0/iW2vh
pB+VrpnfNxk6l6cZMbT40LZaWPkcdPRWSZFF6PV2Nv0PaEaeZ/DuNGmQAELS4/pnIAqM7Ymg0haI
Jfyu8tIchnEsHpXSzrwynGyMRvrqpDqlfjDyrLzoVR/sYOG3vu/r37C+NNWkjtMW9GY802lWlqh5
J9pcu6S9wPQZQPzl/q2x9YG5oWwobfCUbtjKVj9hNhhSMjbKcryUZqddXEwK/r4/ytZNSKlBmoBx
QGBFXa/sGFG1pOFoeiNuG7+DrsZG1MmzAXuyIRj2cC1bV5FjAMEGggABfA0UEr3dzcVC/KroSQPL
FFvKxyoes+joRDo2TB1e8Li7Wh2+rh0C0nsV283ZEjcgT8plgIbh9WyNZhwypW0oLZijc6rydr4s
YJagM0zjTt4iF24d1rItJZ0IXQwQZddDpeNsFQu9G28x1Tw8iBQXeVuZC68Dy+nHKLN66ZzvcSg2
R33pDGv0V242TV0gWpTLzm1qZSUeqOnnEtbZWUWU4UkZkQ8sQk7q27cQRTgKwS8Ak3X7uzRIRl+K
Y1E59e+bUF2+iCHuLjBOdy/ZrUMhA1rK7rqgDrf+gBo0t9BGcSxrkvJUIqvzfhRluHP0trapzNjA
Qklx2fWMhqwxegSFTS8qNf1fs2iL0WsQnz/PcWF48Arjxw7tNeBC2bjDTNnaoVy1gOz5h4O3eqyN
PsRHHuKbN/XR8NBGmXYIWA2c48M9+ZHtoaAwEAGhsbX2A3NFDW4PV2MPLbncn+3uZzsFg48wQrcT
AG2MRD6JbRTa/bzE60umGSc8pVLwnnYfG0e0YoLHYXTM7GBYvX5+825Ed53uN0xgiofrK6YNxTDh
BWJ5WCfGXmcIBZFWZ34fpWSX94faeBEYCowTW4Q+25qLi7lm0OkJNZKw7JU/CW4PB13Ton/6prYB
1eZ7ANWNx5h2l7w/0bwlrJLb9lVyYOOlHasWV4oonUJ5HnNF/VwFyKQdsrGtxsckrjLnNDmNAWtx
sbODMo3z9/tz3jiAL9ZIVMJBh5CBXf8GJwt1gmUqP71hJV8Gt1/8Fprmn/ujbG0YCvvQOyms0FJY
vfd4HucJGogENyLAJa8b4991r5SHgDBkJxfaGgqeEHUHcmXusNWiZqXbYj44GZ7jRs1Fd2rrYxES
2Vjqrrrb5lC8CLjYgjmkWXq9drNKdXmCIObZQ7X4oRtED2kPlbu3w3gnWNn4TLJP4Ur/UxmAy79/
tVUsq+mhk+IrNOjxdIrizD7HNlWN+59p4wAQjHH108GSqj8r4IfRO0BK5GtDitz5Quurb84w5r9d
pf3laHH36/5wG+snNTm499HCZ1KrT9U4dhaUlFZRNmmrZ7yS0OF1+9HXBObi94faWj8kR2QrC88s
sYYh8fh0plhoLsWNJi5OPfR+HabGzvptj4IhKohb0MzrUYI67SpauAaRQFlcCEm0dw7Mucv9uWwu
G10/IB5QDkgDr/dC6na4rdX0U0Jc1k5KPCxk94P6frCTn28fCeILlzzPM+L4q/1QqE3ZoTpD5b01
jA9qMWuXaY7iY2rR4bw/1MZdaKGLji4ByugkXauh8qKgl9MSSRYiEwc9rPSDCJTookT2d13JIuOA
n4p6afoJeWGzJZ69P/7WoqIuCMGSu1i2pq8XlRgL4lVBdA4PWD1D4fxSGiWly0hf5q/3h9raJYyB
Bev/cXZmO1IjXde+Ikueh1M7nVkTRUED3XBiNS+05yE821f/PVHS/4t0WWkBanGC1DsjHLFjD2ut
DVGI6uGmQKpGVV6WSAacTNF2Umx+QVpCeHpxsKS9Lf3Vjn69pLzRJwERjtu8dMNXh/GW9+viChiO
WXEWztpfxrKxwkSpI3+euqPRHrs7KnMdEMrUnbfOpM8ae+o7fP46VcWTzhyLvxx1XXwr0j7d3tA9
S4zQlGEk3JM3cnXzutI1SXUacEOe31V1631kcnofIpprH+zpTjzOepAJIZaU0D/5bX/xw7M3u3XR
0etDcaL44Q2m+mD1av5vDKDhAXWz8tmajfEPLjxNCfq3zL2Hkb8JkjtgEkWGnOZpyXLDT3qaImMV
MesZpMHp9lZKl7vJcuT7IisrCD9yRDfrM7SmXQ2YkqKfSWbyaOgvaV0Xj4nhROe2t5oXFOOV/zw1
Pyrr7D0+vG40hgBVQT3emG51vRmVJKG3metQGWsaPpWz5j5vhBF2atUeBJZ7SyXMo5YhSWiwi6+X
qqR2v9gE54D2det+RNnH1+eoPVVG3Mneou7XfdWGadIP4e1N3nMAkBvpgkidNvR3ry2P8BHEytU7
YU8E3jwnpa961dEE8z0zxLKyVkfB7Y2alyjNLC0b2XfPS/PfmvkKl6bQloPIZO9GEDJITVa6E6zo
ejFtApEkjtAjW03xUpe5dWm6Urk4jVKB1raaIIuU+uBC7K6M54hziljPm9FafWN0upmyMrqCxWnS
YZ+Pq/fj9lfaWxiPEXpvaLxTj9t+pVpJPDpJqMroKi2Xeup9RDq7gPi889OibPyhTocD/7KzMvn4
SbQvxPs3Ar4IX6u1uijQH6xhGH0nU5vHdk7nA1T2vhkJJybkB1G4WVuaxIyOLqjXM5tA+dksVvFZ
a5yjbvquFbrG4L5xJ2AWro9GUho0JXKY+05jK3d2rCyZL4bBPDiB8sdufBY63nJaH1U14GSbxZjl
WKvZQBvOcjLzudKU75FpOMjWGw8FiKz3fTt+U2fmO+ije1Sf2Xl60HSklyRl65Ei3CxRawBFlFEs
xddi77HqBIqyZm7PfqvNpnNwOHaNIccreV28QdvOqkCtujVT2eYpF+9FjXon1K2SdrE6NPUc3j7+
u8bYTb4eTF0iwOuPN3ZxvICxdE61aH7iHMVfzB5l2MGaHrGL9o4JbFbWQ0ALUGhjyeyUCmmEiH5G
KdozmiTT6i/M7Drqae4o5Rl4QpQzZPFbKi5cL6mYVGp3go+ltihWNouePI1N1YXp4ox3RQ1/71RM
q3ESdsqMxXmM9ZcRgf5zSm0+DtqpEJAhbVS8T7e3evcAgyWmkMKoF0oK179LQ/FfWQcYPjpP67e8
TYYHUuRm8MU8RGf2w/WQpkGLzheGmqeBnZeNOIi/9z43JUZQNrKSC939+jfUmYDunrfALUgE3kHt
H56y1p7P7aQfxto7nhUcvlQRkMrPyEFc29JSKxoMChpUbRP3vu5r5bJYQxvYHLm/UQucAz1Ouz84
z+ToEoRGJP9Ga0PN7M5RSkCFeWcvX/SJybWeVgzfShKaP7in1KOpwLnMbgMqdb2+FpBzgXo0TkFH
nduP9Mj5L9eLsroMolXN8+3Ts3d9EOiF0CoH6ABGuLY2MjIji2NOTwI4O38p3Aa1alM4yx/QNEg4
0WIAQMQB2XqEAfkXhQwKjtjavHdazf2fQN7nv9urkb9268zRPpD85tf682Y1cW97bRTh41RqwY9I
2WsvEXTAIEn1gcHhc3qUJe0dfJO6oqw/UKvZ6lwxvzn2AA0ifuC19tkogdFleT+chyo6kh/fNUUJ
h8CaBij1gesvRWt61JikAYNbYehY1xv5XTuKMazd5AjNtOdSaFD/f1Ob62y0plO3wkPUzYCf0Nv0
Key5/9ozTRNF59nzp1Vbw8Rse7/MnOagV7J3JAHroYUGHhCHu7ngdZ9ZukW762R2pvUhh3FyLqey
P4gC97aTXIxQidIln1C6mV9zsYIcesrAVuRL3N4t0cLYdSCKT8iJT+fbp3L36YBULEl0rynt5tNl
cQ1mXsSgioQWWfdtQRYb6OrYer6CKCeyqyLGP88x5eNne42ZnMJojVr49mJrX0H0zxe9EtOPqTeV
+uDH7e02nHbAAPCayKA237qDxFRohqz7m2XzeanBeADy/QPQDAM8KKEBdZL5oXG923HSRG6uwZwf
Wi0KHbP7t1aFchdr65+4T0mJJHAEgUR5/NoSEflsTTrQSPSHGWVhly0CB4WqMZg0p4Z0oAiwe4oo
1WkawlpkZfLffzlF+ljNjZZL2TlLJN88yoR3WaHqn/KosA9K03vvnpQ7oXKAAAHSqtemVHgVSV9K
lAxM0lAn4z1V7kR9Wl9if3Km+UGxE+Xz7aMr/6dbhyplnpgIIof9bWuS2lIlJkQa7mLbJ0+z1Tg+
rrWpfOF16qnpxiNU3K5BohESp1eIyGZDIwYsuGU9o2nHMHUEQDTvu3Ag9oydkfyd1MZRg2h3V1+V
jzkZ0u71riKQo3iLSoctZoDhc2H01mdNKYfzuBoFmiciVYMe0bujaHL31v1iduMRLJitPTOb8LCT
qgdtWjQ0wpojUt/+ZvI2AXehqbGt+5eGreiJFHKoSDTIOC2N+bUWGtMB1BZGnJEbon9++8Ts3Qip
lq295mx4lOsNzdu8G0H50LJMTPu5W0ojjCfTeZe7bnoQde5tIlhQaAEESvRmN6ZilQEjM+2nkzWk
eeKXKjguH62Ewzxt75BQ12LoEvErZKCNoYVuU6WV8Nu7sWbKR2336znSJtGEs14xaL3w3NAbRP/P
7a3ce4YdMLAO4ARGjmyZTgOYnjgntzolUFkumdv3/65tBhYjSY1Hy1Dssw1uIkBTvoX3anoHDmcP
9U3XGd8GL5N6yZsMvC60aQWBQ4dRIGsHwaZ+sRJG9flMWdfaU7uO01NvNkxFN4cJ4OUENH7ym8E1
kQlxRX3Uo977DoDQcUcyyGPM3PXZQimbj1vIaKsujCfw3PGZlDk/eb1aZf7qCO2EKlB9sA+7VsFu
8AcPCMj02ios+3EaeoLKzFBlRbE2fmb5nD0i4Lg+1ynlN+iVR9Kiu5vPuyKl7lRJbNw4JjpRTJVC
U++UgPg6o9LWBV3VJi+ovzhBAnb4qwdG76nisWMOhGoTK0Tp326H/NbtU7h3yyT9iJMA5MrcBgi6
k9gjU3bY9DGJLuQKSNSpxlEGuW8F6j0awpRTt0wnZS6A7g6k8fa0ZveGPhVPdmYpB85JutXtcyYF
bThDNMzBdFx/yjlTDKOV+YE3FR1VF9u+ZHM+X6ZMX+/7wan9OkL63s4a9XJ7F3dUrmSLHBIVuQkQ
vW3a6gwaSrRN7mI1H150V1GDqCiXL+jBT0OowPYeLnlu6I0/Wu70xGTTHA03+cHL2XoxhZYdwW53
N4OOByJnKtKYWwHCOhLIOnSOQ+wSLd+NWdVTwF4uE1r0BmnbB1OL0cBpDfMJSdIjjaG9p4k8kNIo
VWx6+5urzKRgzYhXOesgKofsWWm64pRUuvI+NnMxflWT2Dxa7949llmFrlLBkeMirz8+sVVqdRPr
naLIs97pveN80JlXqH7QZ6G/5Evfhp0ljIN0ZmelAPxxWIBuJUFXnvxfQkTc45LBKUM53dGy94XO
9dXWsvzRtcrfqzVWB+Z2Hg2mGZCOMh9Dk8rA1+aWvM4FBSjO2WDYL8XSMlAIYuk3O6qMJVhGz3xE
sUb75FVyRvyqHOlL7y2X0swr0YBjvtXpXIo2VvTCdGUrNmp8ZUS2wM8poH5b28GTIZW7/ji4WzIj
3Fxrsm8kLqS8mfXmbrXlguBK2zunuWuSL50Y9Ysz5fEL7Bv7R5oPpb/YfVP7qaV8NxajPyHNrx+4
yZ3bxG8AjIOYL+jubbe7szOmK8wLFU+nWi+t3aAtAB/tLlqd0rdtqHew0Z3ynLdlduDVdkIu0jd6
+vBmSLK2ChhDadkApTG9lOnyUfSN+wXmqnuvrZ7738FWy9P6ZqvBTtPRkP2aLUCmNCh5JIibnEav
yZ4JA7yfDrNX58BLdEbMRpmm10QDefvsTLHS+Itaqfo5jfl9fqVmXR2mNJUQVOzKBFfX6s3Rh9j/
hZwESgc8nNvOsa0MSTnkKTK8kbMUjLzpyyeqx8bd7Z3YM0O5TCJC+I9ZBdf3TFh1qdYpZ06LkqQ+
LWkNWk4Ua/HXbTt794ndBuEFuoA0cxN9WEOd9Z6BLhlwrzwOtCETn9ROj/yeZAVdl/jjbXu764La
goIDY63xl9fr0oy8WlyXoDp1l+of0AbqD8cejrAuu6uSwCfAxqxpq37dNZWpLg4qTuW6Ts9mndHz
QIL7JBSn/4BcxdEV2fH9aBOY3EvKHMAmNr6/dun5ZdnsnJppUIpARXOjOhtW0sdBsg5lfKk1wOsh
w6CTv2/v565l6tTks478a/PQ2Y1rLV5H7uAqefZpMaP4E28FB1NvbN79UqNiWCvL6bbVvVeAPo+U
jqEP+KZYOAqCcCUjaG9GzxgARq3duybX4/cQ+GDdapmhiHOaGsnPpE29JKD1uvxBJQZZamAHUoYX
fNtmz+1VqxD6pmZudpqg2aRW8Vevyr3FN2dxxKrZO1CUsYAAgZRliMLmmnSeNRDEEV71RZKfmbeZ
+5G9iKcqjr6vJPQH+7v3VVH3otBM6ET3afPKusY06TR1XTiuxtMaGe1dNajvraUSF28BtN4O4gjv
uW+SXBc5APKBLXElKhS7pEDI7CDkxcA3TQI2fO8uqDSu3rfazspHJiRZBwjkPatSFQhIBdvKXb12
B3rhMvYtUekuGZQnSiVRQsWK+/t4zbzvNtNMAuZCHYq67H3NX6xug2UbSWHEzOhKKEunvngogJ3n
Ul2+LZXZqAGhz6T7w6BTx7BT+1nRB/Ms0G08af202ggzgXK0E9X4zDZ2f8VZvTwzRKB/uX3H9jwl
2lpy0hHjAHnzr7fGUJa4qwHBn5I5Xi+1V0XP3TA3l9tW9h53dLvlZXZ5araJUbtEam7RAzoxAQEE
c1mZgZrb6okYrj//vinYGFQYaa9RF5df5ZdIVVOZ0uT1RKqaNzJMWslMP6MCdkF8Kj24P3t7B0RB
Ih0RNH0zOaO0CdKq3AXSmxX5mXFUyrnQnfHg8O7tnSRgvQI3QRDIX/HLguYsZyC2Iats5fITQF58
p7frN2rBR5CSPUOkk0RVuhwxvJ2y16ja0BQCtJrS0jiLcmMKzAo9pzwm2v/tj8SQItgItOxIm7Z9
tGrNs2KUUMcaUugjivh5qIM7D6Aqtgch7c6qiPEIb9hCMpetnoGp5yYcdsDza5pG6NIP+bmmtP59
RT/+D0yRkYOJowlBm2DzpeIR1YAJIi9RjtNcKOwnoZOiatBl2lHFd68bQ/4neTgSu4IQzvWpIA9K
tDxrnFORqfVF04USpIyXDJcxHvyKGnMw544IO3dc/GiJodOVmrgk61z5iTos911lFQeImh1/R8OL
KaZSApzm7+Y5WdyqaPWK5atDKk69PcLAqjXiY91OA2sajiRnd+2hAQJHx4YcvQ1eebIZkCaAZyST
ooAf1aw1XNrZ+LIYkXEXJa1+EMXuHSWPGoPJNHNY2tsBGUNnIHs4EgUpUzP9zLI6vp+IBMKp9MQB
oOe1w7NJUSgimbIorMlMeLOZ+VREgPZ4shStHu2g7tnaZ0VrO1S46K1/YFy0/V+qd+1wUnCnkb8S
WaP2gmaVgC+YzaO/WCSMJ+alQD2eOqf5SCysOWGytqXqd5a3vjQTGMegWfXxcwYLovLXuIDhDl8n
af2CWD4JSlOpnrNCKo6o6tDrfhwzJuRHrc2q5TPRfrDPCUF9DOFWjNT0hGg/FGsz/NTntlD8vrGR
MVuWShWB2vb1EhiJyD9Maz00F6T0DDXMmk5XTnZbtn9lmW79bxW1/TEpY+9jm0TteuqQGzvqKbyN
LGUPj0lczFWg771lQ5mDAmpYG4EnuHrzTycWJuakVn8RllVdPAddzsYjuu2zSOM5VD/d9n5vD660
zutECCSFVjZP1MDIo6jJ5d3tovgdcxv6zicdtd7Z1tiZwZTo7o8/sAiyiCFgqBfzAl97i3zh3GgO
pGUXh/xsgwIJFtuoXzQnacKu6d0DT/g24KLOSqKCeiwrpahxba/2rERfRtp8PfPd0DBJ+rOhu31Q
MxuADFpbzhm8qYNtfXs9MUqHCIVx6L3ANK6NenkWlwZe72R3dvGlX1OdWuRoPUcghw/eZOnJr28n
ptD/ofBIMRnk57WpOBuUaYnILxMuY1CmSvQ+zlTroGa/d05+tSJ/xS8vf7oYc1rZVM+bVXEeClEN
T05uFEEyqlbmG+gf/clnowcFnA+iDc/mtcHI1QplwsOTwfZ9WOtrEQAsny9F1oL3hOV6nzGJ8rdj
AfZSgjAl+E32iK6Nwt40LCg99KX6pPtom2nkD9FYvkzikJyyd0KQAoNjgSQp1YhNMleLoe8Ui2s/
mBVqJeYoArQkbR91mCNV470bwKRkKYyCkhJP9fWqyCyk8AUAr7hnZnI1Wl5AUy76jER7885eJ8u3
3fKI2r53YF5Z5VRN6Q5sw6p0FUa76mxlCnhwusxa2n4YC1cP0QoQfSCMCj2C255ld51SRYRXEUUu
V/77L2dURc+j71wAhUKk+j0TYMcTXEXxVC6QfgwGcFzQJagvf2KUlFwSdKmVbq6f2bspGkjAXrpC
rSHv998Gj7g7UZQ+UJZ8CvJKO1rodm9hPUtiDKEdTG/c9ubsIDIDQzHP15BKbHXq8pjx5VGVBE3Z
zCe99NaD0tz2iXq1R9AKFQD/Sex6vbFR3nnqMqZrOOV9+0H2nC5ZPg3f8mgRD2AH3UuTxeoHT9RR
oGsCjZ/be7y3XpbM6ygVd954U6cZ6GTYM+t1km9O1s4fUmjlvm1O96WRTD9vW9tbLUUe5mHivwET
b3a3ITVdE5pLYRzpzDpaRPKQNZVanZtuEX+pSgMXT1var9EwF0/97OrfbtvfXS09Yvi1UOOI4K93
m9F/yth24xpSoHCRnrDyk5n0xTt70DRfWYYjiuYbGRH5eREERI+MQh5tefmDfrk3E2MWx8iEM5n3
lXa3TqvzQyZll27otdBcyumkNIoeDotQH00tT/5KwKwdRAVbd8hv4O44AAKQuQWGunkwZ7oaHR95
Dc3CW04TMIogs7IiyOAohbf3d9cUJ4n8AIQWdfvr5a5TXOo1TZMQbZTh2UwK9dxXavN5nKsjnuOO
Ka4Ll5T8ko7zFs249qnldh3jPoA12h9toyQ1mPLsscyVg/3b+j72j4oJilS8JeCKtmNjxzhTgG/E
aqgXdnJS1BX9v3lRvseE9c8ZUpOGX5lldxAV7K3PJkknNOUPz+b1VhpUQPWKcWOh06lOEKFC40d0
Qe9Fdjh3cO+UgijiXoCegJO4XWHUs0RLU9Zw9CTbY3bmhcJAZt+VND6+LkZe/G91FwcxXks/a2vj
qojhoMh44It2NlrqoUpaLhiZN1wNJn8Mbtsratjn0xclNpUHixoaoqzVck7WkQZND2frwOjOPhO/
yiISQojwUeS//3JD19IqdLWItZD0RLtocaycE2tOP85kvgfv2Y73I5mijwBkgNrvllJXVlTeNTvX
wkgTbujy18XVEJ1OS30JhdEMT56LRCKDOKpTPcz5QeL+dqVSWAPWIBPNpR/YXE5DqWdVsSotbJlt
cprLOPkn9or2tMTren/bD7z1s5LtTNIlp0pQt9i4vbRss5YZIlpYAkcKnLIYHgZVXx+axmt8o+36
z7ftvd1ZTWVAAZhw/IHkqFx/RNdtYRMilB7O8MD8Vp3Gu87p/2cMTf5iaXXzqHSe9qDypf21qYrT
bes7GyvlLYk24eJT7t68anpURHFtjlOIMnz1qKTJf6Ul4heny9XzbUs76yQ6QY2KKgcjv7aqVIs9
LO7i4ormVp/D2tPzj4jvL/exVVHwXvrusY6ZbKnoWX0ys8k7KFe88jN+TYhogOFrEWfhpIJZ3WJS
BkFnvqvGJbRzPTEuhh3lqk/GpyNabsfJu45ihBcwpkv/n9to3XSWLcEsSNU++1CQOpXvW6ZxZn6i
x14T9FbKPB/JNlkee2L15nGwy54aFmJV6X3RZVHrC+FS6cqdIboU5VQ1B5/urcuhOUGHmDYWa6Nb
cX1w6I4LLe5rbn/k1hezdedQa1S5edRNirhJ8YZRbf+8/Rn3rXIDdSmn+GagUdkWaFqrWE3LQb/A
spsu/TLMz95S9f+1M2l7OVbJv7eN7pxSsMau1PxESZvCxPVS7UmpvIVpCqFVRL3PQA3j3rGqOZw7
1z44prumHFppLrKDKpXLa1Pg+4zW7h01TLvGvDQgoAN8sBKgI1kefEDptLYnkuiZnAQ7YHM2phBa
Lqs6ydWwtN08MNJsudiRm/qq4trvvchTQjttH6nft+HvbyfxHNEdODvQBZuoamKK2tKA+wvVGTqh
rfM1tcRhqJtmxQfXbud95rbxQMsniv7NdgZDg0cHPJMRgUCquQde93VZvfZcVvQ6cnUWd33btw+z
ASrer9pMBOAt+4P17rh0bjzZO5h48qKti02d2IZG2XJ8VGZcZ0M5PKRjlvyvBRL2VAvEXQ4e5h2D
UkVFCvkCEAIkf32IDDeOdUOIJRzMuf4U1xkV7jiu7lMmwYUKKeiBvbeXUjIbaSgRudAr3c7ayG3q
cXTe1dC10/hRqdwBOJsRIceQ2N25Lubx09I5+qfbx+jt+SXYkcPyHOIeOpfS4/8SfphDb7hJzbYO
AI4CWdhiAr1SfUmqtnqEVPK9qiXwzFIOGoJvryi+gC4Tm8vnJP28tmvkBHVLy4upW533Ie9zGrR5
WjykeZEcXNGdjb0ytbmi8TyYWV7jDTw3KwG0oVJZxJb7Xm2N6bxGTRNoxtofRCC76wNmpMLWloJi
G2iIWjMPNWn4mlptZv+AvC5/OBbvyZSU3sHNeGuKfBInJ3Xh4DJvo+epsWOr75Y2HIj7goVC0btV
Tz6ajaP8tl8FH8FxAdnNNUTZ8PqjIaCR2l27Av2L2iIoUeY8151r+k6qKB9vn8u3kYaEYuBruPNS
1mLzWjQpkojw1jDl6MN9M429rzhtedbmjGII59FfKobjoZkD+X35/UGraA2pJpq1VH6AwcDGu17q
NJRrzUjrLlTXVNz31Wx/SUbH8CkWac+13lcBQVJ3VxXN8IFHdD33EClPI3CDIohnOh4H3mHvI4Nt
12RcK2HdG2/kIuzcRiikh2WzTgi2lOpnmiN0vTT3aCjb2/viarybpLQ4BUqmm6NrMwG6NNaoCmPL
qAKELH9MduM9ZGPfhfVorB+TpT9Cq791Q9ImkaWMX2V8eb3dauFEoiC4C3MliuUYaN23lXF5t+TF
cErlJECxLPrZ65KjibJv3Tw6GMjs87WhttHAvba8gnGMy0qvw7pILCJXTbtvMne+KAOzEFcCpQ+3
D/be7pJe4usJGSTO9dpekVVR3WtmHVrl5Iap6uQBUmBp6K6deZe1+d9UM49a7ntrpKgIuVxKYuJ4
r23mBO2EfGodRvWsB5kjEnBGCZdJnbMgrl37t50fN+cXexs/MVlO59WpVoez2aS+LhrnXb301UV1
G/sgNtldGkUuZjTwcJIbXC+tVvKuibqpDk1hjj6inxQRqkZ5nyOWgTqx9/sVPJZG+oMoL4EIdKFr
e0vdFQk5Cls55/Gdm9c/x7xmCnGLNGU7WN7BTu7di1dUAaMgiJu3HrfT7dbI3aEKETqzvsR0/APP
SdNTzeyvUyc0553VtXmQZ0Z58KrIhVwHtjTp0OhnMQi80Vq4XqgJz7kooOyESZR07+GmL092OeYH
VaY3AAP87C9mQIRcm4mbxli0xapC2vopas59fDLMtntyo/hDxGjih8QpkzABJB20MbysJGO3zWmY
npgj1xPWz+YBTXHvRNEfIvSj94a0/uYLt25Drt07KMyvyxSKrBfh2jHMXBXrdHaT/qhmuWvPI0SA
GC1LpZsT3A02o0wh5YSt7uY/SnV0/ml0fVKDcenK3E/SevzfbRe0b5GkhRdcFhY3LsjOup40nU87
i870W2p74ZBG4qyZSwwU3T2is++8XYgMWbKshmwIae71N+4XE/yvbVahVrr6iSHIbuCuXnXfNKI/
OE973lWWSXlMaBbBt7o25Q71jBCJy8dzE++dOS3TSVS181fUldMT8l/4vGUA/HZ7Q3esortFWwpl
VSnmtNnQkWKkM49GHaKS293X86jclSNw2ZqAPxhqWwsyulUHRuUF3FxQqWOBTuFrh2qr9JiBzs1W
rxBhrzkjFQ0zepdX5g9rNIYTY1Smh8TS49dBNY/dpBUHt2RnyQg5UXDiNSGj36pZdqgRrZOBlJk2
RUNQCXgDkxcjiK6P+SfHbrUgNfWjQY9viF680qgQUQQypIbtm42uKiprttG4J4DCjR3SSVmRBRaj
9Z3Y2LyPeyNawpLRce/LGdzw45L10T9eHafNabYV5eDt2e6B/DXSOyIvBQSQQW7Xh20xaXeWue7K
GZPLfdYNQ7i2Igutvu3op6FiGtXlES1r65cxSuzNRFQqN0ACtvIhqMEqVpIX0clJkuoLu139vbSH
zPDt4Xq1AgAJxC4l1DcgPS3yqIGNZYQATmk86Ypifi09rztFRjzcz+1YnDujsfw+TevHanQPHNTW
YUjrVDRljdiUugNy439JSo1hsBgNb3qneGjWp6QyHoxYHR+aiWL17Zu7Z4mIiLoNQARJiLm2NLe1
MSFKAfabrGfyrYqSlA8dU3xVq7U6gHPsGgOLI8nTrySnjTHhWdO66sDbrTXvAjOy22CiM5oFhr4u
n26vbO+cSPrt/zO2eb87bx0WZQBR3vZNA+TZbS8OMJnLH1iR2SDNEcKibUuhshdDi0aJuIVZc9bT
zrpL3N75eNvK7sYBCKFDzTvB+b/eOGdqmK8Kbv6EzGH5IZriz+DhhvPCRN6D9bwpdcmjJ8UxwfaQ
gL5pRaF04ehZY0BgBaVKQdQovgmz8gIekeGxaRMtEBGq2cjQdhejHd0XAqXfRa+//oZXPAfYJmqm
m4hgakSZuh34fPQi04dZzzVf1YR9j7D1ctJiZX1QenM6eDm3QQFGib4gfABgx6VvCdS9nZmJmmY4
M7sZTqXadlOQVXjSKNLbi0JKe/BR9wwSQsvmIoVTVBquPyq0lijNUX2iAx3BdxJQS9lu/eSutvKg
ZYczR3cOEdaAUSEESqi1lWcY46LJBtNDNLjX6junKceHxFzss0PUfrCXu6Z4oaj+4FqYvHm9tCoa
C6+aXPcU6VN10oxG9QXl6LMwYfn99tWgHioFuyXPDKjmtalutskCipFVZWK6T5r4ewMZ4IPWkQjd
trTzJEBsRukGNSlGoWyDnD5TRo3ZLygItIX9YRn19m/6wSlkNqv6RBprP1bRGgdqPEXUvKf4wPze
njLimfcISCNo7o0PiNpFANsGqVpSWTtrXSsuk5t3p3aZv99e6I7npJhGCZa6Exr2W5BIwmwiZ57x
aV4Jv1mYivdVz73m4DHYO/5A0bhzUHoluuj6wzV2ZVstkiynvp3Kv/q2TO7TOBsDsxvcO43WXXB7
VXufDxSo7FLAq0a949rewIBRZ7VovBbdOFyWJlZ+lItdfFC1ysyY4JN0F3t0q3eRPYi/K6eLj8au
vEn1pIeR+piS78oFfFNqTifPptDrnaDgq/F5stooiMRQfAdarn5uk6Y6Z1o8dae+sc2ZgTZdHzLs
0PuLdm7J9B8vdb6kXjz+wcFySK0ZHCDzoTdCCRENvr5aPTRfV+MMf2bxXQPlIUFH8OCy7gSMUtQL
Zp3U/X4DdjJj1c1QpfBOq0B7AE/XeB+WZHA134qt4bnJOiMchHV0oHd3HrgTOGfZ+gfRcf3t8bOG
20G6PhV1kn7OhJ7cIVrVvBdJbF/IjOrJN2Zdzkpv1NiPVav6nPZMawf1P66Ud9Wh/q5aZXSEodnZ
Dy4aRU3wQbw+2+pGEZvFMETCO7mtVvs9+3a3dhhMFgqdjdbXqd8y1fV8+ybseBJ8MxNGZIFTVnGu
d8NqRB7ndPNPsCpXsgWjDyfLGhkkPK+n26Z2Lh3FE9AdNnNiOP/yp/wSyE4WaHWt5I2bUqUNGbMN
7sHuGsjVeR/0pAn3dlF9NkVZhOWKluVt6zuOjGMGjRI/RmK67WDVcddntpd4JwCLxl3LDHdyxSk5
cCx728kQT8Q+pLoMecH1Gs3RXo0o512FOv9vZVXx55gz+MiY1CMi1I7LBHAlYYJSA5dA7dqSSEU8
VyV7OIJcC2qBgk2NumrgrJ2c5S2yu9v7t2cPojwPOKkmdNTN26qmomxVo/PAqvQlXPX8U8e0+4si
6ipoiuKolfza4fs1o+eAMO5VdgCR6afwtFlfN8Y5H6n1TkOVVOc0SUckmZ0uELrePCydst4lwh39
lnGSvhzz66eI5r4rDI6tN3X23WDZPxDY04PZpojO7L3pYEP2PjXuw+Hu8AXoy1x/AH0Am+p5hQet
MjU4zrH9oS3Nwge4GIW39/7I1GYvCl7NrqwwNRVqeZ9pTknTzkhfLKQoDi7pzjUh1ifkhTZIv3fr
hZI4GbIJ5Y+TMPP4Yq4VLd9VqQ+uyc5hIkdCORL5AdS6tooaMZDfvmFAKCqvCt+1Wt3Yd+JOCxtz
grfUu/Z/t3dwWzqW7gb8w2vBTQUKsUkA6byukW2jWRUxafez5lKPcqLindKkyz8L5b9nxBZ6v1rT
4mClO5+OKI0y3ytCB1rR5pTUdql7k8VK5QQDF60D36OZ/mzGojyoQu2uUeotYVAOCJSb/ot/TZaF
0qkeR6cR0Z2fEDBQW0sUtRKoSIvsn8WK9WenVaL7VvTt+fb+7i6TgcKSGgfKZEt2kcNtDAeNEIL8
TP8iFnBGi2tFhe/V4xGRaM8Wfk+CL9A+Bst7vc46c4zFnm08g1vqPpNQ3Ycszx/cFXrT76+KwovM
BOkpE6pdW2Iww0yu2UTIoKVCCSn3AE0cxrIegiQf0+XgidrLtwE9yDkhKP5IBadre6qVMojYTaLT
NNaUK73S6r/aejYw8ctVfWXNofRE9pe1FwXDWEozqKquOTiwOw6A3yAhF1DUZSH++jckUWxCBKtY
MzNz/kb5WXwW5BcHS90Jdqju0x6mePfK7bu2wsOp1HbtULgbSzUL3TKpYdbBsBGDdjIRF7LOitZp
vzsXFTdA0YQzSkmDiHOruqjqdZ6nphqdVq21vlrqZH/KpvjTb5+aKyObr+hlSbU2GkZmo4ugnHDZ
9DqJz6WYpv9um9oLZrElObYotyN8uHEveVdGuWMMESLkS/mQx7PX+oPTF591PV//1RQ7fViUOb+I
yci+xHo2B0DsmuShc9u69HsVMPw4LvXRIZJL3DzeBApUTygEgwnfNjmUKTEGc9Wi05Bo2YUS7nxm
SJ4cvBQJvxBHkip7p0kqjJGjyk79NmtxF220GDGAOT1OotxvoRwNPmWydbynY+a+zCPVqmcgFN1R
nLLjjADwEbhzX6jcvOkmV+bswdRQTm5kAkxC+v6vVBSCoVn5/3H2ZT1y6mrXvwiJwQy+haKGHtPd
mW9QOunYgMEYDwy//l3sT5+UVJe6laMj7XOxs+PCmMfPsIaF/HvG8d+cHBLiG+7kvPPneamYpsjA
rV0EstCt8tEOrlU5BV19evtgXXqB20j+/y91FgUCkOszqScP0lpdtBMztXvIk7o99awpehRp76x3
aRtjKJwBZwJxDOAP/44HAVXVpOLFgxyOwqS8CsivsJ6/dIFNPr/9ZBc/ma2VDlFdXPuvMOYu5cwE
Id7YQuXyY42gD5pH/vjDKkgTz2ESPm1lOzR9Bc8hnJGeoHlCcuUDHavRSUIfkqjd27/p0m5vgFf0
4iLQVM/Nw6PKeCL1fG+nUwoKF5iH7l7BnS3voe9wAm3X/qs3+xYI0w3Tg2oT9f450GMRg/L8RXpo
iLcGmXSqn4l1Qwk3rLuVxt3/EBLR7YAKEZq46Cadvd7aVhgoBA32POu7Y9NZ+Mlk4L/Um//123t5
6SSlYPngmwSK+NXQEyl5204NIiJI49Un0civALDQfZCy/+XMAoMJcgSmcMi3zmJvQJu1q5PZ261z
mH5dHH8YyTjt6jp8j7y8/U3n4RToCoDpgQoC9nR75j8yuyXl7bBQnI92DvVuaInOK29+b+cunUK0
gkFNwsZlr/TjUWKu6PLgGyTJMh4yPU1fAA+sck+Yds9aEKbfflMXnwo9YVAwABpOzytyz0/tMm1S
jbaV/m5OG/VglwaA9LeXeX0gUMgATQBIE8hcr/oq/gq1wh6SRmXME/lFjAAQF0O/yIeWr4N+J3u6
sBiyJhChcBnh/87PxGzCGbabkpVr0K1FZCg9+HGVFi4Np3fS/S35/PtQQKIM7gsAZ2x66+dgkQFy
A2BgEHxTU5Q+g73GDv0w+TqHb6Q9ceB4j4GKbZyvMaFzXkXL9M5X/foF4hds5BlwWP5jtf19LGF5
EvJJUW8XzJO4nk0XXDU9RPPffn+vj+W2ykax3bjtr3jtkTOLbkbBgL1hEKDy6u4bZEVFU3I1eB+9
oK/D3dsrXnyJyEshf7xhQs4bVdUywJapNQxtqJGemrWuoAWhSMkx4/jnKx0P98dS28P/8WXbhU2S
kpGVo2zFzsS9uRkqlE0hS6rHt5/q4ttKIFmPQxMijzhrIsBiIMwablmp5wzG04HWTz6j3f/wQJgs
bbF+a4qc85qsIrRPOKReZT3SA4+Hn6xjbl+nMIR++3kuvSU0kDFm3XLfV6CLsYrWKJorBr5mzU5J
UPmP/VB3MvdrtHD/fS0g/TdKLm5N3GF/v6Ygqxt/Np63U4lvdxyguqNe9FwmQPb987gMyipb0Yl3
BDmAczlI0kUDXzzDt1ZId1xZxI5joGA3Fc/vgWYunQhcyAD1/tegODeA8ZOJBdKGvAQl1ZRGz8Gm
Zqf2/753m7zB1ucHYPqchkpYn5KqVrycxjYF7T8xeQJPg1Ok2HvR90Ko2GCkaDGjx7wxRf9+TW6m
fMKEvy4x7mc3Bq46+8ib0lJ1nTgAlZR8ePvRLmwgiCDoZGEICC7GOVAXAPQ2SFTMAXIh0z1sdNgd
vJyjdwLg6+pm4ybB0gJUug3IddZoJJ7HVDTSupRBFRV2jFyRADQMwn3jfQgbVpc10ud3bpcLW/nX
omfRgrWdYo6ndZmMUgJc0LsP7dyO12m3Ts/ZMJt3+JAXthL6yuBd4DrDOPrcu8NOoQ5DhqjeaR0V
eJP0BHHH9yyPLnRYNtW9zboDqnQ49mcnpJGb7AQ0uMvVX72yopku5nSsSoloUiSNF55c37ODATv0
Ci8crtlhO5Vvn5oLgQvkb9QeKXRXN3/Tv08p/X/2eKwtl3jgO7FKd8iMV2Hi2NOv/74UqmvEYtzP
gDOcvUWhMX4DP6ApK78bT8Ps1fkaDGuhxyx755Rm+NVn6chm2YVeJ1immBxu//6PmwykvrCTXMA4
w2XLFY7J+AAjkvZgcJveK39rPTgpauR5HdQT3n7MC4cVawMchP/B+Oj8rUI8Nw1Y3LWlx7ykjNZZ
5pCVD4pI4RIPh+k9UdBLb/DP9bYv9o9nVazqlphgPRCGdZE1kywyRsbr0EbincL4wseP7s4GQwG0
Eelc+PdS2dQZX0S0KcOV+z/mDkP+mYjmQdUk7XOBTuB3VHfd4e0NvfiAKBAxFkTQeUWitfjm4wbS
G6WKgZ3EnxNHAEaCK6osf+cBLy2F8LlpFmHijDLq7wf09VaMKIp3N9XTrmJN/Tn0gGcYIb/8zlKX
9hK5D1jXaI4Dp7XFoD9emxw7MWpMG0sYPfRgyiq5Zz4sUfjiyP06tfKQgKzwTtp16Wz+uej2/H8s
mpo48uAIgu8i9YerxLCgGGohr6S19VXmzHsiONvdg7/y/FPElBX09U3wE13Wv5fUbtKsrWYIGcNp
wEU5IlEAp5cB3jK55kEH6ZbKr3hRRfOiC/QYqNpZpiTZeXMT7hicMeY8Muuc5Krx1FOA7kQFRcdI
yXyaJnLqgKVTRQ+WypCnwPX+Hr0ErM9+Iex5SYE4LlI60y7XkioY/1IolucDSQ1MyeBvNRVLvage
Ai68xjo1n6cjoI39gNNmou9OtKo7za7Kpl1obGQKO+BPYqEWinO8A24pn8ahPfpx2+miG1j4tYaI
57gzhi93YJiy5mCZ9b7HS0yPfcJanQdzXWcHhqcuQ1sDP2/kbMMCuSnXJaGGwwsC/lu7wWs0qBJ6
DDBAxBaefC1Zl4P3DImkiYJBnWtoiNzqmpPfDTTYxsI0EHIGFN8N6tTD5pvnmfK8Jhe1v167mnsR
OPdN4588TNYw/XGI//kiUcgcqiUTT44F0ESqGUsPLTFw/9LZQH+R0NM/MXJtt9LAiCvbmJRcDyqr
eT6FiZuKinju1A6RCu6yJfFv2sSfoms+r+wzYkP44NZ6+tF3tfgGAcvxBwZrg8s9nfkUvZeovaES
Ha6y0jEGuFXsJT+CFCGmGNNsYnt/RLTRgb/cA2U1Dge11PWDr8FHKtrKqSOBKgWkKk2diMKFrlM7
p6BbmfsgSPJ87Ubvp/L6xsI2eKhCTPyn9aSGSIw5BdFxKDwoEHwwESaNx3WtxFQYYaO0nKO0Rz8A
9loQNyYzQAAaSgJZDl69+RxwXd0FS2vq3TgQ87Xh3rwhYdqUFdnsxK1C1HoJGxoueT0AM3h0AHs8
+3bibaHkHEW3oWUNjDiYgIxXnLW93QW17L7AT6uSxUJXdzVqZoYdGIry5KI+IbnnV6DtDKvtPwnH
ILOhVTWbojIKb4IJBd8SjFHIC/JcgQkimEVjnlg2f0ngy15ddVjsJ1C1UVdALRpjR9ycVZxjDrc8
TxB7uG57lfyC2AaAMC2t1qHsOmgOlS00FNoySq38oGnkpbn26ejnLDF8r1H0pnlTxfZ3iBroF/fp
dDXFVSsOvreGH03awYDBk32isSeVXwwSxipwPIFhLraV1UuRDoIyKOF6td4z7uZxN3VdUO8X3/US
AoRh2xUQPJHLw1o3a1KKiSUdxD9kcjOKyWY5slL/B5v8Ht12gG1OUxS2Mg+Htv3pFBy78qXrPNg3
O/YM3vfyFJsQGRZp5iUoBAr9G60xECjA56nJTz+tafphaaEFNKAidzuSKgNiHxlmVazVGjU97Jnl
wPdLA51EvA1cwEXPHAZi1iZwjsTYjH4jgxeQhyqcI4iCawPMQG7SaRInFwYD1Hw8rbjJgV2Nf3QW
Jg77IU2E/I0BIoA+I2ivfjnIkN7boLF+XxDBK1LgR1TyikEGss3r1PDpjrXB6nLMyKabdGw9AsFF
CcDB5I1j8zX2CMYtc9D3Ez4lLz2BZT+63Aa+1kUqqkp/dDOJloMcmW3zyVvjF7h/sVvo8yQ8gtRj
sHxgLSQSCjVpj+XZMM1M5ano2h8UEPMxh7qkbe4NZLGzMZcq5cFjmyExKNakqT8NNvBonpLatfD7
CRzmINAZgLrB4E2AS+jZyB1nIorybOFLfaCRs1/imFVJnrYsC4/z6lGZt2pK+b5b6jnYryu4tvsF
6rfhzQJWf/fi1oBVT9HIe/0oK0meVoDVIPNMiZF3cROG9a3JoJz1S3hV0F+D7kj5XerPIvwKeZsw
u83c0AY75Nve4zDwQSAgMJIA5qGhtRclcxgVZGmb+qD9pH2hIrU38dRO5qgChJt9OkBR7khTqbqD
qi1XEK5Qci36pEnwEmtPQ+c6mcwh4tXU7ON2AB+1q1L7woPaj26npOt+z7ByXgG4TYxCUOtteNt0
q/g0eLOprhIG5tNuSOrsMbV+0JXorHXjfiFW/k5s2icYx/Llk2esE4Vlk1ffcFPPyZ7i90S71VK4
0ZAlGNiVn1Quy2ehvPooPALxXZuBvw8BBq2vI1LH7MdinGx2Yx+v644IMQy5b3QbPmpV9/wDDqBq
i8REwlNF5+O43aWtSyBBW6cAnopFhPSQDG2i8mYkkQGLiaXpI6Ycnq+KRNuu2ktTe/POQRcOkiS6
HRe9F3gYdTtoBnyMX9vWdAVYrVOU16NNrlE8ue5I3ZrSfe13sMUV3myRU1fw2yFlxlRtftXRyr6Z
KG50wXqVpaW0cfRJpP403jQszGCbSWHn8ATAV9LsepJAOB6ihjYCmjELuV1niBdQvSI7yThu01uX
Dp0H4CEcOCmDNA+f6e8gEty/FyLw3Zeg8hgvG7GCoTWj+RhH+6Tv1mw/6mQSG1QlGUsItYEyqw2E
otL91AWL+uozyH15Ocdgst172nMQ+OgJzGcPpmnaISdA3zUvcDWAEhruZ9S4CvY66oDW9GQ+Jp4/
LoUeFEdUhIBYsJvSXgIzx9cWd160WIpPPpDRvslsqjC4H8chl5jOTnm6poP/ndZZI/NNvSKC1ug8
UFQNIJ0ViF79lEOOcR6KGerIKEfhPpEWftgiAhgfDh3wJ6NmuQEoFoT9xVX83rqkW0puq4XfhvMg
r0dPiGZXj0rcBLT1umMHpU+/CCbBnl2DdwjRl6wVQNphPFo0tQrr0ghjaQ44SLzsuO3ofGUIgly+
hmxai1nM+usCgvO96xcK/NSYzlVh+9r6eQVU82lmbCKQ5KsNgpsLzRfrOLUQF09YlDezWe57Z2Lv
AOZOyIoFIfUznUa4NUBlX9xDAxUht8O0lO8ChII2jy0J6w/QpvF9xH1YPuctMzWF1XpgY4UYZkJS
jCRcu73Rvmx3xpv6cL9UwsIdGYoiYhdFy3Kv536MigDJdZ1LnswE0qdGuAIVaBLiMK6O3TEAZ/kv
3TVmFoV0VQsEG3L0vohFhoQ4aKC0leODyJq9kHO83MCKQZOTJjwKj6KHL/ox1oEZDsyrDH47Bk3d
AiHtsaPJRzUsiWqRAlldUUDWVMpy0sQ9vVVECnM7NJxY/LYBZJc8TNeFZPlCUk99Rbqqhi+pGmR1
X3WUIQb6yOMnlntxa4drN4UrCttwNuYYVEl3xzDIYbtUtdycSJVpNu7wD6+GbzbrYtTBvXY7B4Gp
vkw8+DHlTZMhO0Nw6EjOxgDtdFCEdZ0vtIOuz+xsJo8RerbeDkq80fQIQ0XyKcDfth5WTGpYPnvh
OJYdvoNhH/pL9kMm61Dl8OeU6VFpBsViE80wUY5oVbnriVD9MV1R9JQknVJgansGHeQm1ma8H4zw
/HxO0v+wewbK9CkCBM8bEWtEIg8anrcz0mcIFOFqcbtgrOqf8ZxmC76XJv4eTlWsiiml7EEjJwl3
mMmQo5f40CZZBEUbDuUNN9AgD6oQpidE3+D8Vd4hasBpySnaFfc6onI+9Br/rs84aXctEFS/oZQO
R6sBndPHmkzzNzN1zZ0SEYrGugWT7qYdBEH+oSoW55JOVh25rxmgpRI8lbDildslQRvxEholRJR0
cMGnuOXpmBuyYL4Nylh/D+FusEo8QUZaAM4YflAz8I45cNfUHFCCqV/rarprarNsOM6dmL5CM4je
NguFvL51QLQhewjwXySOLvpYt+let5F335PeIgTzKDtZuJP9auHv1j9kkw3vcTCjEYUD854w/Ug5
UjzRXmEAUn0indfpvEU18Vi1FfN3pB7lRzwW4dcp7xmWqTP/fvYWGhS9F5hbmsx+iIRXr9V1Imfy
RfvIYvEo1WKOzZLIaKejGNRdVG/rF+hn44uPqF3IQY8wlzqpTIk0nzu8n10mq/G+WdSY5q1tGDiU
0mG3fdx11/4U+j97wlrcs1BneoZDR/jLkwwSUYuhze1sFG62zDq/zoVD+CnxKZCvDWzT+1KBKgdP
XBPHoqhR8cT5UjdA/JPMrHnA6uCUjSGTRThlDPInkdAFnX0XFhExNi3byAU3ssYZhQhnXHV5o8Xa
FaNLq/5IJ0J6MA+ho1nGYeNdoZ7w2D6RY/KTWw9Tv9WNXY16ehUtbpgBd8ga9VTfIRODqzTrdRzs
NW4AMO7Qkngxi5zhO+Qgi3Bo47Z6NqttUCvYJopLoPeSJJchBpcR6lwG3C8Pt3LKS5anSGcB8k1Q
b6+HUOPvxgzcF1BC7PukaNdFHFZbTXPe113UPFoX+D9h0ZTYgqm07fddPOP7H1FKN/h+IWuCeyEJ
frYpFWwn4wBJflslfYCCPsZsRfaSzoVJRCh2Dfw12zwAlH7K+dw7UggJ1FGeatfChniaAFfzegJQ
rtLJD8ftOJe4tpnGxSxUkAfUV+Qg4dzclv2sGlfaOAUbupaGFl7vqgUvGOorR94kssmDcbRZkRDG
x7u5EsNdB7UMk4M5T7PbCsXu0Yku+oIRbWVzOWmpoa9Oo6eGA+tUxl697rjY7obIhnA18/0RaX3Y
AIlczDa1jwnRIc9twklz1Su0G3NQwchHeDTp5aiHhn4B7SaCRz0Lvvta9OJmraFFgjt1VUMx9SJ6
CHu4p35o+mT40RBP9PsVWe3LvOIyLgR+4m8JeC0iCZzob6cO/accWaKpj0soLfYz8mqZA+IUGnB5
ZU1znW3ExbAmyFj6Nfk+9LNjV0L3MHVKpoy4Aqj7GK0zEncpVB5mjWMKC1BcYYkW9M7205KinYN2
yz3E3FqbA3ioH0LWVet+8mf50rUzTKyzeKbIpuYqRk8oIPx5q0hwuSFiT3uUu+4XLoKghvxRX0Nw
RlhsSJLN9T5WM/xF0Q9Ydx2THr0mhof3gEIFT/1AfV74brEn9Dc5qqY0bR56Ei8uH0KImuQJVCRJ
nsVCfwoqUj+H0UhezGwoOtXVIA+zgSJJgZINpThB9RvjE6Tqqs1Wp3PTZ9DXquUgKsTzYHlB7M8k
rAft9D2Sview95ahBWza7L7blKYwWOXdT0kmMx3gWaLVDnsKffSEJeFjtcoQZtrzGnW5J6ECe4gE
coEcezz+GPymt3njEjvnGNLIj2kmzU0M+KDMe5yE+1E24ksNYZaXmsfVEZmsN0GvrmuQe+jk1E6r
+jo5wEbzQVE0CfpIdVXO4IuGPm5qvA4JYxtcmVrU9SHqQobe2rhWuP27YIaoBmUIc800TvUpgZfp
UCi9TdWk8VEJ+J0M70yXLpD/59aNeHASHLEZPYOYf0SGEn+He4K3TYwbtotUu2PLJHHqKR9npAFm
eEbDJfWRi7D5sUHy3sNkAFoFeTMl/q8YjW6W86ERGfDLQj93wIcn+TCOqFnncc7uxnGUUJbrmuAp
8vzgOxV8CorZjOFPI6h8aHDg1yJWobuCc/mQFp5BBnJKLPQJ0ZuM5RUca2hWeI0he76groUFnJ9O
eRtkc1KmQzV5SNCmbkFwGuqv4POLL4oG7Vfd+Gg9aH9h8d5Uw/SsHZePtIEZdK5posNdPMTJt4rP
MEtWaDataDNH/nNN2uhmwlB8KnzuwTRjTR37lU0S+aBF7YQ4EMb+tyTiA1pazDGkTpPSNwnEXDwU
6u16A0/GlReOrpjShlQmHwPdkFPYuvZrH0Oio+Q6Tl6Qbi34Gj2VPGm4jA877i/tF4wymudAxIsF
Nly6HwE4LyHaCityoATutBzwTIuZL3xN5fMSAK+VG0Pnz4BzdKYAUzvBKYWrQFiyQQbInqoOtdug
Z3foKjjrQcMnJkeV1szPRSsX9EQy6/FdW41bxIaz3r0SwczQK4uznzNX+sUBJ67zPsugAh+ZsQZI
HroFj6C0pKJYtFI/fY2oW+JYxS8LwvJngMbk5zrWIboPdYwMovIkAqgQahiLtG69qVyjAF4SMm3w
q9tR+xmaEICNQl2IOm8300RtV2E2nAY3IRRMNqrvqcegbJWkZtq1DjpShSM1LqEJBdFLYJBEgePR
x6fOdnABRJlDPpsGY7y7uEVhWODCNik+D9NBT9VwMUPKDXpVJ7+u5/BDT1KcodXBfqrg0xTfa7NC
mSKyvM6OI7q9qO5kQvhVhCajKA1vxNUQzc7tO98zNA86P54Lm7ghKDKoZLflMJPE5aFO0h8YxYx4
LUtlQ7RseojiBGgxH2gTTFHBqnUGrb7l7bWAXYp3GzWo8ncuot6QZyZC34aymGD20UYBsnKXSfTE
daOeJue39c5KMpvcdNTye/Tu2XcTQrsTeNrWfDBdHGCwvvbJfdcPgp0EbvlHKbkDdpEj+S9BdJM2
18C0a3DbZqSrfSDJWEBMODgYbRtRqsV1T6NJUaraOUUyXyHrGDG3S+ithB4m1MWMme4A70efiIJ9
tOahTXCvxSJOFZLnCDbHnZ7UkAfoNj6F/eTxI9VN8w35EOpArxpSyItSNGXA9+g0AhKGwg+sj+S3
OiPVJ7vMU7J1kSETazCXyIqpQUVTrFrHV2nfDq7omLLIqaGfKfMZCVp3mLs4m08SnbpvcE0gD8xL
27pQuO1pDhZfLHb+FAQW7pKVvWXRnEILA82XIAcDGR22Pou9bzPKi3u+xuajckv7QbYDkqs+k9lH
fFZ4SUNWtddyqlDdAy+dhY8+9bz6BGe8CGgdM/RbXZE4/BnPXWuGecsSCBA3tSGoCQmKiMYhi1ti
VJW7KnOY38MzcGgKKpr4QJgLYfnQt0TiikzkA6JH/0H2Ym5wKwBOvRurOCijWPUR+lguuEX65vAp
AV4dZzfjgB7pzYiaDQpBEPg4xtPsHuIpWL7b3pr6ihqNMMisDo+6S3haTJsQeiGrOHvxVBzcM4Qa
fMIDM20p0pl+Au0+QB+27tNvS6UAOZioyXDAKps+tXrsG2hSJ8Dr9904pHlNwV7Ps3ZI+aGeQhvs
/Qz9ANxuigF+0YuuQj8vZm0ejanVWxqbHYRE+243Nyr4aAkRn2JmyR3M6Rb4bIw+Or+SzQvcy9EY
zGGj0AzQBvModDYo519HYyt9BDqGQSOfip9LDYhkrtYUBRGQhX63z8ZK+GXS0/i+NxYfB58bDHES
RmY0NpFr+juX8OEhxVjsNwmVa6BHiEQIkR191jxjnaWFWFn8LIhpnmFroxgEixt7ZHB0am9kb1Fp
hrgCULok6XyF1ht0N0eW6vqhjza4e9yP8t8hJxvrHPyFFM0oEEX+nu2ZMJAdVzCdAtGnv0H1KD+q
qKvfQX9cnJQChQFQZgoyyDmqnXD4grQVFyXUPm+7bgIwyPIDMFzJoYLQcSFp9h4Y6dKSwLiAk7vh
TgAJ/fvBXLj4iaJTXS6QLNp6XjTcKRNXO4g5I2eRwDEc6jH7d8Im3F4DDGiwqaBonUMHMLZkHgZG
6If12pZuhDO8R1NzY2z8699n6lByIYC4bMav6RmMx2swWmgqvy6hvR0fG7jhFvUcWQxnPH34H5aC
gAswUIBmvhJyCW2FChXpYSlwh9/HmEydYj9ejouL3uMPv8btAIQKbRoAuzYhhOTstVl8nrg/06aE
qkX/Afo58oYYDHfffqDXQ3TsWgRqABQ5yEba/vtwQKTeVXZTYUR3agdFcbtPMnydTPrPmExG76y2
ofn+np+DdQo7ZuAYkYjADPjv1XSw9rQeIOeU9hzzhVVkeygE3McWFW3K3XTU1AjM/kx1iMj8Hgvs
9YeADxxMHliNbUqt55QebqfOBjPkJdsKg0JB3XIFQ3v5RCg6nVWiUJ1JOj68vcGvIQMwtguBm4fI
Eexzztm2WdukpM+oLoGjdEXbao3Obevhvgcf4Z+XgqIckJRYDyJh5y49c0W586jrSiirWodSlcGT
mOkeQ6cwSZt3ZKlew5LoRkDygTLHzAygj7N3uY32k7GFSV8VqasJ2hU71FRo+KQYuHZZ/9hVUXQC
2/2dp7y0Lj68zVocSpoowP9etx8hCIuSW5RR06W3zhfN/ZSsyQ6ToifehebQN/C7Dhcc5X/f3gyU
xZDCqQeMsLOFa39cN+deUbJxnE6Ba9dTmFoLVYtMoLf+9mIXnzIDOjuFUyYwxduX9Ae4Bb1elVg9
i1LjDgblyQYanZ/O37d2uccIUX3sKSa1GFa9J6Bx4cCCGL4BtIGyx0V19l7J7EJweDwk37EPUFnn
ooNCeg0Eht+9c4QuLgV1N6jLIX7hEzl7yCZGFK31tqNZBDodBChjb2T3RA39O5/hpf2EQgH6Wbjb
QVY+jzyqQTroSVG2GQRXoUWqD4PnJCSGw+Czi4bwsISx3UFXzr1zXl9HWIqkYiNfYXF8J2cwrMpX
o4JwOM6rJWjpUO7vB18HsLDk8ceG6fnT2yfnAhITCxLYRGSbmCcUzv7eVS0MpA1g9gG7zn65iyo9
F61GScY0vLuqoMWYDs3KUyf0tOOeo3vbNe9JOF+Q0MOPAAJzg8Vv8m5ntxeSaAMVAd4BQ16N1yty
zydLTfurXofUlFBvR4eKM2hx527lqGvBKlNsF0Pm7wq6LZj8vr0pF04a+NtQotw4JNCVPt+ThWgg
Idau9Bmk5IBTmpDyJ/E161f+Torw+t7GpQ2WP8G9ir7X+fvmgEMpwWhfUuFobvkwXQPX4L/z6Vy4
yzZWKvQJcI/CenE7dX/EB9mZNcrmDg+kR2T9XSpe5KrGj3GVgIm6wtdu9NT89O+7CEhDHADku3kR
bLv8x6KYQE9IebKuXLmaCpnN0ZFQWe01l/07iMKLp/i/CESxkThAZw/owRBtBYK+LwlnnwcLKG/k
nC6A3elvYMRRHUMIJu4heqk/y2gdCyFC+Z6i6KVX+edvODvELPRYNBmK550hHoQGiuhvuCfCf49N
mxc71JoBLYSIylmE8FNYIi+YfpRYC4MI7TfPmAzDdHZ15BnwCzQAmtbxb7gO35NQvhScsMGbgh+M
nyFE+/cbBSlyRaRo+rIXxN7UqQKGcuEjcIRQ8zMeIGNvn6CL60GGJwFuGvIq4Ram/zhB9QBuvidG
qND6Yikxm5+K2GuTvYsBv7GbLO/b613gpKKcgybN5o2aIihur/iPBcHQZP4Si76sOjHwU7tgpUKG
cXWzTElzN86RedQagJwe3jbwbZ6AE4tab03ykLisZLKLrzrbhl/e/l0XTxbUzSDrCTHy5FwGz/Zx
VFfQmSxhsNx+9ywo5R6knt9JIi7uNky2gd7GnYcu/N8Pz+1s0PMNkRCu6PrX1JP3bTABi4a+7u2I
PsI7UfZCUILTCwItRJ4wEj4HxfNEqdihCVjCFJWeQmvNHkCmGHMypGt+ZeKHNR2l+9enRA4K+guO
cAwd5fBcqnRVbUDQp+pL3Q/VSxo37WeQopa7IZjX00JAyH3nMV/Hpv9WBKcabkjI6c9Zo7yDGEC9
cFmmsWkgxBuTj0RQDMuyNS1qYLyLXuB4L4vBoC5IAZrsgIB9+wS9Smi23wDF1ASFL0qac8i1GR1p
msXDwfbTBFJWa3bVko3p5jBh7wUL95k/ZEWjhP1XSTmsDIYGthw6D/gBZ6cKwJnIVI2GNjlct4/W
KFYCeqrzYZngDeXIexLhr07xth4IW7ClR5x6lc/gBl3YsnYS3jdh8yPjySB2KRqnzyv0VlURruN7
rhqvzjFW3KjHm0UKENznIgtzRwH7QYMGNBYHP7o00ff/x96ZLNeNa+n6VU7knFnsm4o6NSB3I8mW
rc5dThhuZPYkSIIdnv5+sHRupbYc0j01vjlxKLW1SYLAwsJafzPnwFELbHjeAGYM3oGYDF4JCc9S
FH1RYPABukwckU/9uItpbkPE4Lr9JMI2jiIFNxKsEil+/VqK8rvn09s3V9EIxeei64btgoto90Vg
1n3sGU3fnCEbZoWxo0x5pFRY/dUyuMeX5+yvhfHk/M8zIilM9YuFimzQydTpZqCjAIDF3oAydiMp
XNMFi3AEr8vFQSQNvdqPdPfKfS+y8BOlhBZ8yZxmb3PQ14AQgHLvc06jt3lupWFc20Cc/hfRBKqU
zhEp8Twj/1Lyc+bcT7t9KLr2zKB9tqdkII5hRLcnV9v8/uUx+d3spoNKmYx0Tm/DT2N0FvWycanr
78XSb4m31flhNXL3DZp1FdpX5Wu82F+T9/QdsBtqwpuJ6PKpSp/wG7BPjRT7dHFpNJupuiK5yNY3
KQZW74PNV3I/bLnzRRp28K402+bKt+chjZtBuddipF717w85SpuEb3YqSoanm+EsRT+PbSr2uOA2
+2jsxBmdlnyPMJd1CMA3vhK/f7PSLOQ3MKnAEAhW00m+RX/CaTNzYchLpzibBvnN2/xsH6KYc3j5
5T7b5knn4MVzAELYjSreyZWUm+ZuZoOPKEmWx9g3C+cepbzXBA6f7wV6/qDCxSvVlYmT00224NuC
91e/r1phHsD0Ii7tOMZFqGokFz0QmX0aOOecGF5Tp3p+ztMVXs7VRBLoYch+Pp2+OKBHXbA4/d4B
e8TBtgKFGQT5TqJnNe/F5PrnslumvZ2T57gyEu/zfho/c0J6zXT3+VvFHNGhFmV5FivpVGO7Wqje
myAwEQgI0zNjXdafEcX2q0V6/fTKjP3ttcgrOV7T4kfh8elTgzIKKV1wrbA3ZVyvDqK7Vqnidduq
/ctT6HeXglQZYSZuQTo61VdrJ090KvT6vbmN7o4pVp/bafOhsvrylej8fLLqVQj1Ei1hBCtPIxHg
CAdmS8SrXCs1xvSBIYHkYyayV0bvWRWYOYOmvMXw4QbGfvB09GCL9Ys7lThJDdvHUfp3BoXLnZrL
ce/5+E8rh4ZToNGGvdFXryzJ340nj0hRQmvwsOE+vfjYmc6WK55yMeroMIDJOAd+XJxVgxKvXOr5
NvvLFRDnctY/ucTJc1IwtAR42GEflJ481ML0rzYyp70ZpAIkLWckD3BNNLzSYvrtmgxAyvzruicV
PNvvc7PCYhXMODFh6efsvGlC62C3Yjy0uFHuEDoczpsyithh5HCr3CH82uJZ/Vpk/81gc9CjdkNO
SDHktPit3AzB4aodsACZ/AQOmnkRNFBz+yF6rcv1m9nLlGX6otvs82pPBrvBHCHnfD7sN2BUO5p8
8k1HQ/uvf3s1avUFTRzlQtRdns4eNEgt9sd+2OPZ1R7FvOV7nOvseG2t9ZVd6nliALmYEw2nN5o/
hNinl+pQzsvC3maV9PWwD2s8OrPRae9XFlUcrijkvLIsf3tBLKBNnoEGzalqTB6uFgjQYABXgpzj
Apt6V1feD/CD8A29qn5ldfxubhA8URVDPgYi08neiBtzjgdMN6KRkDlJ0XpmjKyhmWwM6isr4ndz
w8PGlSYhuwMawE+HEoJUsNYRbhkDo31tLTiA7SK/pB/z8uz43XXIqjk3oNrioyX29Dr4w4m8qjIk
eGUY7qNUvoP6+Zpv2u/G7ZdLJssqoDd4cpGJA62RpcuwX/IIuVjgAYcsmNTOa1nnLz/PbwIYVl7a
s4LUggc7CSSj5cl5WAVucK6jbX+R2kuLEVTrXKyXaM/7yVTM/7Y0JNOelgD1RV2BDU6dy7DaysVc
LuPeaji5R8MynEFMvRLbaL2y4f1mJIkDZqitlMmfTuUCLBqC7RK14z4ssf1YKizuSmjDyRICs3l5
JH8zMxhGlIECrU1AL/DpzBg15Zv8adzXmLlcgTsJYld68yvz/DcrmG3NIjFBvjPyTr09/RbRr1W5
zPO62vZl3uVnrbAHvBYA+lBK/l+kQfRyKQejKkswPG0e2+noWPU2yX2Xw/iesIiN+5Y0sGzy9aHo
8B/f1//M7rurhwPK+N//xc/fO7HR98nlyY//fVl8H7qx+yn/S//Z//3Y0z/67/fivr2Vw/29vPwq
Tj/55A/5/sfr777Kr09+2LeykNv1dD9sN/cjhcdfF+FO9Sf/X3/5j/tf33K3ift//vG9m1qpv40G
Q/vH46/Of/zzD3rDf5tL+vsff/nua8Pf3XaTzP9xO/34+vyv7r+O8p9/ON6fuoRLeKPxgEyEthJb
7vVvbOdPikP8RzsYAhR11z/+0XaDzP/5h2X/SRWWQy6rjTbfryrOqC/F9/2JjgcEIdRm4WeyIVh/
/Ovpn7yn/3lv/2in5qorWjn+84+TGMLMsKmh0DDVQrXUO/Xv/1aAzfIwX4Oh/uKVlnnnVZAI2rWu
L7p2kzvMpHxQknPvvhKIabDxtX875eoJyRkg0t1+7TF5mqF7ESFrq+eP3dC15R7GUbYeu81LP2MV
KPAGMOdliXE+q6+jOVhk0uRTcGeLUn5zfLWBE+wc7xz3anDvgO5L6ygm6dkfV7+EdWT74/oDldri
IvDT0Tw4JbDnpCQl9/bjJNfsIKbJFseRCshl1k3z51RySEyMbRu8ywp5JUylwmp7j9HvJhO79L3x
aAQTUSFFHvI7eIGoutSGoWFShPBzk2bgXqakM4TAk9SfPaP+KQtzTL9gGe6AnijRxkNyJWC0baCN
lcJzaN+2BQ7jilc81ufhCvXgcx5VcKSsLKIvibp3PnjlToT2FH2POiNddp2y6b3aBfiPBV3BL9AP
BBDpXAzeTVh0DmZnsNg/8qsVLsIaRso4DH3hrMkCtmKIXWBzt501rR8NoNR5smyjEtjL0WI9RLk7
wIDopzkwgfnCjMqODSDpG1EPaXjozJFNE5mocZfnk3nWM6nGXUAhDLOAZfWK47QawjrCKzcuixLN
HE3ZcgQq14Apd+gJ+O87UNyYr6lBWGdrZuSwATsDTURrZpPbN0GbyiAmo5nMZBwnd7kWRSjzuzxo
vtnDIhZOPR7qCAVC5/GCVv5fourgMYDapl+JeUKXx4E35TKBktfAcVcyhNtjrHWVpI0CmAa+tMe+
VTTVZwpV8xcZyEbFE+aDkBojCHG7VgKn3JvGNOTxZjuFiuVawkttCtWab6DUmQe/X8SHYpg1tDoE
eD77jNsRcogE3EvBtY67tM79eEC8vD9b+Y7zKHOzN8rduHYelPfTsjT39C0UvAXI1lmSj15+D5J7
dneZmdtJkLXtrs9Zi4nqhH0mOifrIRR1dYMyjwtRyBsaNBg4ay5vh7WSUL9cHMFi+nKrhbZEWvxA
uBOfz95Jh8+TQsItdsZF/Mhgyw07Sh3iom22/oMr7L4/wHa13RifN2+KzWZZgnP23vbYIA0tk3Vz
0iPWrMwXFZYI2eI5bmb7ukobd+dOmQfmXIw/QK4VN0uW2mNsrs3wrgi97qNrzj5nfmNc3hpDyWoK
q2q46egkj0ldLfIiQM+/OVJkqg5lbkIM68QaHK1B4uu4Nqt6GzVgm3e2amsE051uWZMwGIMuiRTX
i6PUAfydsrv7mh8O97vakJSLm2oZZdzgxId0Bifm6aBMD7qt6KbhLhwKcV1WGb0OCLrqsgdG8WX1
Ru+vLovUJzh8At4y+tNXnhUWt2U1te9UY6hstw1L9HNWHTUiRjdwLiwY5SoOl77/7AIqNbViQ/DO
qtftbttWFrE/y+jGrf3tYzWp+qs7R3m1T1Np4T/dGQU897k2KyD/9XbVuY29JWFkwBKGjV0Zca2s
0uc4MbrIY9htZu1MM8f2ILKoeO/T0qs05ARBl2Ln10BsIdp4penuYX0W4ifS8Mtt5WXBcF84m+rj
LFCav7ZZ4OhD/It3jodxfSLKFomMpcpsOx4mpjtV+xDRhdAeAXZS7myLg9q2AqqA8AZvOlQtj3qZ
DcLzfgDbDbwLLBHA3UE4WJwBaSeVrhvN/HWBJWoPkWCqmmvmFtkhVIquIhWTOVgP8zQaH3nJRR8r
bLSQ9oJ04O/FWHOIYj3Z8w76pVUFOJVs7SgPBnbWKwiJZQz9b/4EFf3o+00RVAfEKqoFTQaq84Qi
O/MMb6dytYzlZYczXrsbh0WqxO5mazzLWzt3odU5wwS2Ye03GLWGcOAKvavcEAw1cFh/i2AjcjDP
GQ1kXsTOsfP04NudaQIKDqrtLDXk2g14HwGbv9BblIU4sYMs0VlfYvi4V2FDOTHJe1RQhreBLNRy
uaFqUdexWY6jfwfmHihc4hQDPAaiahscBWr9QZtAbW/mu3SucvvLYIpm3SOy4FQ7i9Nt+skqlvEn
rNn0I5IonhVPxmzed1Ci7fMWkrJWTTCnKtnKxTtCnHbZ67zc/Ey0S3+qccnfytJskHFJw/NSyl7u
Mrz96NCVIZyEskMgOV4FmPFwq9xylw/4wuyzpe1ufJg3n0SWyQvDzOXXqZGo2oE677+5cBKbpGxW
Hnjusw0SO2LgRZyVSyl2fsc+HhszyuNxPwjzA8FjyJPNnrt3RCwDHnQVmkRcIx/Ph8Aqlz2bkA3m
fO4BBAHccd60Vo7GDNW80EaQog2+9mtaYpoTCHDSzQov9OAtnfo+plqhfnQnQHZF1Zg/8LYf7qbW
pFLtsNHBUa6r4CZbu3ra+5st68R2BDcPlMv8Pjhup2CT1dktXUT726qY0/HmLzzotInVlAnWDQOb
rh+2+UHUee4lflttRJu8XAGfh+FHVfVS7s2+brydKNo52JMsoC27dk4zJ8PYN+iflRmnqBqq8hd0
TAlZXbnlNE1G1yLQ9XCkEmnlwQej8ThDRs3oi31kVJbcRQUCMvHcYc17gA1afkHh1PMSB+b0j5Vl
DVVMTfnXzGf9xA2+dXiBZJVYYxOjnXIXwRCyY1Eo/hypueAdwh1ttQOd22UJ7rNQx1fDqeaYEFxI
EOid+SZCjwAa/EBXHEOsap52GinqXzbzULMLAQ5PY5v2GzsXzm3ka9CJEd3wTeGf03M0PlWL0waJ
pza7wKQFFFjsr67Vg7NGLO0szPIuiu2oIqL7wPlloio7FzH6Ueu2C5et346qIDAdkGxvr1cohMPO
HceqPsf1eUaVAfgx7FblTSqBOFccggZB1osC95Yz+iYGdHA7jcy4SCefuBQScYfFn4sEn6/0bcuH
o7iShmXF6ZbOTuIbOTN19oLUO8toi4zJCMjk07IgtJlEdtHMEHit8cckjcA6rOiitPG64ESR0BWR
Xdw3q3tVWnN4Pc+rcWYpE4BgtHrEj6zfzMT0De8dAtztX1GTL5eu9IndaI+rd0zN9S+Ks7l9AOsH
dRUuDq2CeQ7em6tPOdvbsuJeIFJ1tSjPkIdVVMYnnhyOX1hm8x36NFAdx43md2KNFBBjfwvdr13Q
tWxRkXNPkU6wOt3UKnGklQ3RDuOD9yuqin+FZTh834YyKxNIM2jqc2DMPq9kC1dpuuSXywiBi7c1
QVryijkOwh5+CRgK8bMtlCp3tlHYd0OvLHRM6hVoDIIKw3LssB07pv2InvfkGZBo5y4sv4DYgSFV
T/D8jjNE5JT1byDakKVdB3fLnBHj6frWa3YQkIJbNK1ldkTcIG0R91gzZmi11p9CUhXwwhUhBsxa
CXVTp/pEsMJgJcFaLUHR22uZJtk2a3qScDKPvkvvIWwDV+7tMmXqxqtzmFep5WLb4ajIHg9InFZX
WDAaP6HcGRegfSA7LaMVfG6Z8FdjXbrXkZTh+Rw03sjgV66V5Jhp1UwFCpDnPRIgXoImCUJOuLPC
tXKdNIerJaP7tsmcvxpizZyMueEbB7N1CQoeKXgVB8aGbFGEFKV1zpmteluuq956QgDmB0w4kHKK
ChViE1cRHGI5t6DrS8NCjYo/JQvtZZfS/Wj84cYq6sZMijRrIwBMnv54PwkM+0jo5HFCMOKq7Q1Y
c2QyzEG44sP70a8QNkEDBl0P1RKaAhyd3geLFX1uhITqrAqFjk62tf15J5fSPQCU9LsD1Bnjvg20
XHFYZFPzFrD/mO9GrocncEgXecf6y/3b0Eyddh+SJtLCQHzmvW/6SE+kRUGSpwbI6/FYzqP3Fo5x
jkpX2SO0NJT9VZ1tBmAyJ5MpYi6+7r+jU9nyxrzoh5XWxeeGRfBhdfpIxBxu1igWwQZ5Qhhp8y1D
CvVLMY8Md4hoybdQ2ZuKZ9eW4471bf7VYm34rhA2qm9EAPcDqmYp9nRG2l3NihtKKohlkMHKovxW
uSY3Yc9pdGN1VWpwxyK8g9od4FA61MHRHWdPkAshVpDkAn2p3WhNyMKNthr8MyxmBz9xSvhcCb0H
zj3Q+dXbjByZJqsDGH5vEFbbuDXgciYFEotntgEDntjaw6VdnHwSCSsx+NAtvY8/1KrDVNF27Ia5
a5jZBcGe8Y2izW52bMYA5cwmMz5PTbhdl1D+6z0rqpr3MkCrKEkXSEwoeBkexyx/K6kT1WNdIJXg
0GIqlxwNLegQ3dGhqw/BF0JnkGDGNIQxiFA6UoGRr59HjiKPhnn/v7j0h0Pv7T/+Vb15VltKvrZf
f3z9ezFKf/6hqmR49p80beiR0YWAvkPr8V9lJcPSleDHQlLo/AkkB7wXJyDq66ZGVj8WklzrT6xT
tG2S7irQ//536ki/wGP/U9GB3KOLRygvAl5GbjU4bb001AxF64YZsBAEwlh2apyRpMJiNiSdReyN
Ygqn4yXtvxmIr6xuUuQ2mjKHSoip+DgX/kJWsnjAcxEAaKy0bfBotdO222f9upTbOcooGTsSemUe
Mi6hnMJoSMCLO5l95iMDNhZHgOV9UMeihhHM4siCzlyBpbDqMuqtS819ZSZNHXOfGYudR8cxKx2/
iyOyLfjZzZpSUABpQLZ27SwN8SKp8FgJfnCktLoPLqgW7q5FXYovRCDY5NJrns0N7me+rPm45yF2
Z58ZY5UGt2RRwUiNpE+lab1R6NJMaB3CFHY9AlDkieYya0Upfgw0fabloOTSrZgOw9dECqmHLcn3
931hzPPbcK1bBgEeaspPbtmVXK333JbH7oVlcgtD36+ucazXwkIvy5/IczTebcJykyhre/23v83G
x1ri32uHTxvF+pUDhkKzgeTKwp/4FFwwVNLzienDR+UMK34huMSnarkwy2X2PaoXHZp90PVUtS14
eXRKqFtDcuYvz6wm9fzq7OXbeQqz4HboRuBuaUMdojMBaPZpKbPwcmlHWLZ+QDHQZ2oACs5WZJb8
ZTOavfBXPVTzgoRPfm3YtfDnt2sxtVnxSnXTelpT1TfCsgT4B8QSYgFA/6c3osIFqRUxBh/I6juv
eTcPYzuXRxQ3Cp+UgReS+nE2MR9reMSV6juom/1sMbUKUrVlO6SK4td2QLUsggLbTMKT1vugnDdk
bpoVo99vnSOnrLpc0W+uLhHBs/zrl0fzabOCh8ADFRQhyxmAIr2Dk5YIIA63l57YPqx2X+YedQzl
MIzuhG7/dsydEW7sRWS0Y4fo8MuXBjjxpDzMxQMwIngoMbUA4CJr/nQEm8FypxxtgQ8+/oVbeof1
WBX0CGDBAkM91MFJaaZyNOs14AJYKO3ENMY56i9b5Y2t807YCuWgOC8oS2T7Gc9itcTT2Fl6XlB4
HOQOF2+oUO+7qaGHcvQnqroYsaOgwHf6Q7+hgW1b6IaQPM4wi76kTVWu4ka0UckqdvOhbtH98ybD
jQ4OTiEsMnRS4KkdEDSh4nnWj2PNbW6oNPPNkSMm4s42DxN31IyhXpUGCQ//4Gni8/IhbLh8cpip
57GTUywegkT0k17bjh1s/C58+JYZwgpfbUrkV9iK3VEHllXkgOMuQnS89eOtrX7msohY92s39lzc
7bAmzL+nRT0t25sRE4EFtTa/NftvBNGWEW5HRaRGJHzMbbFLa5oHO0sU1JxaypkNFYhYWmEginMM
HHCGui4pu/BKWhFkc3otqJT5xtfuIUDWAWed9G7tZb2KL7Mla77aodZie59AQKAf+7aGDFZVkELt
rqQ8rTAp1AFWzRq2uoha3zX0eMFzRRxujFt3ljqqNQ/3ibIgtDJwE8xV9HqCLC8Te7OHxkK5fYHG
g5oZdbEILbR0Gk0KS2ChvvklPoH94fGr9CF38997DxF1lVm33jQNlch9j4DunB29okaJ527qev1y
CyC/6J3ImXM+xUaS4jK9qPJWz7NFTpE/vbHBAhFjWvCTDOnLa+OX9d6TfVbD0iN0bDX+kcVxsjQ4
/JijUqH82MFXUtS1FWiZNnmMeUY/cEjcw8cH0x0vbWnxT9dCSMP+4iEsOkWBoMXOQZbCuIZeoTdr
p7MRiD7KJRiWW8CEZjPupnqomFVRbutVJgaMwI5eQ6Lfa/WBwXNvS4uqf1bEZjSKzruVnWdLdWOu
5ZjdLGvpcbTqA7WZCHZ5tuiD6Y3zsIHaDoCFy84MMi7w8AM4FT2/u4fZbs2bNVjvyrDUMdtzZ2ND
P4JTN/NgoO41GlfC6mqqC0jQzJ3MPz3udtZqbzyxkZE6RxRqInPpE0Ns4BWv2R5LnnVAGCSVSeaW
yCQeWpxB7OBtNoXD+N30jIWFa9FKYo+loDShCIcLEApOF17lZik9igaS7HpEdAK1o0NlcZ4x954A
rvuafc8JjF3zAejaguOGZQhPC0jU0yAoaJERk7zqNvCV25kH5A82SpN2y+S0k9IL9BClrtuURSLX
qO6hOlplbnlvnM1ZiMqq683itd7d6e4W0ohmU9N+woCgnyd6iuORR29t+OBJe+Hh1dzpf2rkgcfo
UlIXEDcE37AjXktkU5bveMUGYjuudrjkxvcNqcOyuYysdXL8o035BrGLNq1ndpdmbSVSiZQ4Sze4
NMLSd89Rte7G4hWQ/MkWjXEFEGf6c7RRge7h5PN0bFdvMSYaH/attXHaNJJiRj66KOOK3LYvDy2V
9d45t41FLuI4bJrfcPfyQj7JVrgD1rFFcdYBc81iPk0ShsHyUEZabrOurQLvE4JUKC7Cwbcapjze
htW8xbmPo5+dwJvRbzcIGmdb9//ufQD19jhf4wynUXcnI1H1NuIGfS9uH2Kj7Y06ILPy2fZRFTJX
XsuCzqpeEKx60hGZA1G2z16+jZN0g1MMbInQxj2KuwH2e3IbtFjkkPvOyAsZja5B39eKDAdtRvr2
dvjTl2UzVm+0UlOQvcLVe/YmuDCZDmAdpgKjcJI30haknVwpcZsbhS/aK4JFwHbCwd7gn8fg47Sg
Ibtz5HTm7WOaWl7dvTICpM5Psx6IKgDXWFXI9IPaIKt+OimXGufBqonEbQc1iLVNO0KvrLykdB2e
1VISzo8hHU/+52MS0zRbu8xv8y4tFxM5UA/J6INV5TpkV4ZJblhg0tx/y6WnNwRXeL+e6eGLHRJJ
yu1LvaVjptVZPc7y2lxKrneFYVBnei/TRnYGkMgKxsB56CIV6b+x21knGkvq+v03zwh14jAEW2fQ
+aE3WQw3CHTqWSzMAamQC05ItVb/MlKSTt3lgx4eFw/HMRkNjU6EEMzTO9VD+C9xDeu/jYPSSc4Y
LYgzvZ09GqnpEaqm3jQsu8gcPwZr7XvRwZ5H1X1oVzWwx1itctnjH3bAzhw2GaB5jlQQv6sQZOFm
XfSP5fJGKX1MPJho66bWJwOpxOpdm3bSWi/TGj86LXGf8YwHz5GcaVCbwdwDae0tRc3ikIYofUbx
4qLN0+/csF1LlGDqyafJqUrfEB8Yl46dFn0oXvaB82TFLSjPy7mF7iFnWYbGBjFQKBnkG+VBEAH9
QdmSiHdcOlfvV2JWKKBzjlMuN1aHnuIY6IdDzpd5CH3yEfvhqGqwuvjk4x9YLGsmSsuey2GSnE0P
MGZoGV9N9l+QIza5RUo1S3dwkAqiTr82Z2z0OgNsF9IFclFBVYkC/8OMGtGFZ0nI1Yesd10Ldnhz
b3kpIXRPQqD3amvFrZOkfEWjUYuxMVb5wWlaNMoqNHOgQM2f18CutuzNNHWFnBK7LilF7oupIx8x
ZeSp6jDOrVx+gor/lb1bcmOM0BHpykWXWVMTtjQquxymDBSUqksfbW6NrnhYGkr6ivgkVeUIiWpv
3syh8bZR2VBQW83GrTfnXWGUYf6z4TxAn8LWKLvx2q2pqgcXQxTpvK1EvDHIzpBKqDtaydFcEDs+
Gq6p5v7CQAiR3lPdmiVJ9rCOjjkd0hERMyRBs6pAnzHd1mi7ZcUomL9oF1F7z49mjZoo6avt9gpF
QTrGXnNuPawnM5CS8Wwy0XjzDtUksNAUCBvYxbiDOhUXCrJBHxQeTzeP79vyc50etQ/plOsF+lse
d2UD4SAid4Q+HkPykEK/HLifRU/AlNT3gSqRqgCGPQlaWL5ai9t2+c3D/kHFgNTO4Yl0K2yd2b1c
f9EnERfkIOfILphZ2y/fw7PNI6TwqM0ONdDKh0b+NHD2RdCV82DM16Y91et1bnZ+dbm1HCY+Gi2l
1O3QRjj0vFZw+AUL/FsuHlpcjTwNl+xQs1hPnz0UyjQ6LfMdOJFS27cxz9vc3c0c93v5oQm9CfxU
QPVKd/K7yWJzKbMcSpFu/jFeh9n0PE5W9MpKCu6NQkLMPUelNgvMI7PYKb9ysNSxAEsL1M/fRzOW
efaZYworInAPhUcm5WRphfMI5EbNffZp3Re35mbplepVxkbVBY13PHrTYbJ1Ur1w9EYL8SF/zOZ8
Jal8vC283SK2fbe0dESoDSMahlsgLpgqJ2DE+67eWS2yg0gRIufqWm2cktGXwb5UobLwjChac0hf
2Z9/DeOTYeadQjsCOYeMCeJPJ6WI0m8Wr4jkcJMXCCVmR6uJCm0MlNkYO+0Xl8bbeGn1+Rgh/W3h
6QozMKA/772JqlQq9SHKjWHKzhahWFSoOIMuEAeLPrkRnY2QvhipHCF/xoHNI5VlYlh1P99km4eG
NFYwZl4uR1u4Q2VhGhEI1H5tTtRWfSzYIQQ+wajaIRzx8qx2nwJgNX2TExllGADYVGBw33s6rS1w
RrhP1NNNhPypNXwtV3cgnS6GcWJZOdoVLY8tBI6ZIG2x2fo9di4O3wCkBju8A+nm8v8olumCAEYM
rAcQDSYfAGSzBOXOROJMVpQaJl3bKR++2DXyshwu5GSt6DBEBmCtKEYvijD2BsUZ4BYAqDPSxHM/
jTamSzOPPYMtW5SU2QEcA6vx+z4w/NV7Y6mCO0GmFizbbiyoZC0X0Mo3hGlMpLnRALcWNvs0EbmN
QiSOM6kZTcX1KhDQEWcUUhBLPAQkOZYd92M0WWEWe2zrU0XHFT4PFxYyVb+eXRaWeSBENv5jC+IJ
vPXvpc7T8wLnbFDjoDXhi2mi2EmOWI5rEaWo3V9jWzDP4jOFk2q9VrmTEdJ0asgmiROOx2isNv30
12qKpxGOgjPqT1QUkZoi3pxm6QiUqGyrmvCaxVarj95DSN2cOmAK2DkKBUXCOYnQ+/Ic/M11ITlA
QQ2CyNXiu0+nINAHv1hciIUmir7qoytGXS5f7E5vQ+PqEFaCGqTzqyXAkwpgaOtuAphZH7Crrqae
hPQ6L1r6xkpdzxBxgOLZsm8cpAEeTgXsA7mNlRSquoGxRz57Fd5VX3M0LuKhBCA1UklwUcY87/K1
t1CrG0k3P1PJCRfYbi+P0S8u99/jE3pZUINNpEvwnQJHexKf0M1ukCxx8us1DScO42GV64mg0ZTh
X6RaJZKTdtmkwwdaiNqZos22tfzOMXviSPF44kO/NVIiyQuJ3sPOcYTRL7tBBHqgX77fk7K91p8i
K9ZCelDjbArmT9/pCA0vXNvGu/JAqBFI/CLXs2gFkctP4tf+XCx9VO48e7Kb7WgCB2cDr2wHCMAr
N/Nsgtm4nKE+hx0C/wWnPQSdjcmOlsZ1iyAua8mcgBwOieONAdcaQ0UeMbZLoT6+PAjW81HA0oxD
J+p3LK1n1ZUoWzM1DC6RJugNiXzSrKvcLfKIOFHZ0tNVWtUBDsaEya3yrrp+TG1h+egNQ0ZjSta1
hJs+v3gWYoyUrx4KnzAj/G2iGrPqerM9b9lUvLOyXEm1CwC8kJ+53VJ5xc+XH+oXg+XJTAQszkbJ
u0VfSNdnnr7aCLld5c3lfP1Y+I5EF/nvJ6unBQ6bXPlCnGHDpRQ4V1xTquysaO1RCsyZap2WZOPS
8zRoF1tk3DPHw7pjHlMVvFHCDVIjofjtO0aCSwsVghgVuMiuDj2K+LURB0gm4V0XSNevnKMrDc4Y
H2as6E1j/5CT2QtSIJxl3Fw3aAZqZ7/+oeYwfskVEHlKwMFYZus+2ExRO0eYEWhmx2nr0z8HcZrD
wLyY+lkatwp3MFd+e3wdML914U9Nm35xsL86h1Oia3UZD5fVVj0c5ofyP4VMbE6AFv0q2dcAK3jw
iV5cF3JEFewpb4GZ6vvrI9/bliPH6bBRMhYVZlIGvkYmssMcNlYOHUkwWwXKmy+/x2e7De1YjA+p
n6NN93xu+l6eKTeo5PXcOnqFqo4C9zeAwpFO3EShxzCw6lSejwV+Wa8F3+eX14sCAXpgRuzn4Une
Qa5VlHRTxPVjxdi1W1R4E3CmoDPj4lcn0fUqh7uoM8gk3iuPbz+7AU9blcIuosOIhN1p4pNLtDMs
1c9XmZ/pw2tZk79RinayqQT5vKB3hmnYRMY7vemp7PACbeUyR/ZG1Hec3R6PwIa96PLsREDmf6J5
q7sl7UPr5fHUtHURcwkzuMEEgYGzFoJxBqZQXPVxZjXgmJhZuFYhNXy2BXML+Csy5VT6O2ltARLG
lAKIGgggYFrUvKbJ8yxQQc1AQoq6lG7TP+P9rmjR2yM98qvHEMWpz+WVPybuDlWB/lu15cQw30d9
1U42H9z49dIMr56zThNSF7kw5gOduQCpUvu0sZlaa+1lW73eNa00wFARy7jGUk01oToKmY8vr4Nn
JXDkNngaqG26GRlRKX0azxbD87MunbK7HCdlB1KuSRMUusBGkZCUscuj+eviBsjJy1GmPb1+Yh2y
15VJKWhAtp2+2GuL89mpj/YkQ6DzQVowz7csVP/wq0CM9i6LMh1JNqdy2O4rWpWkvw8J2kIvbv0/
nJ3XctzItqafCBHw5rYsi06iDNWtG4TYrQ0PJFzCPP35shKa2SpFSHPmqqMlkXBpVv7rNy/CGHkn
1YzFEGj8dZ9hW3OLJy9dJrXzAgXxGv3VA8ToM0N9Pb1Qwg6r1tcg7+1cnFfMyO0P7RTT5d/3ZaW6
2roAbamdmYW9v1CNbu3DzOnVMCfoiyFR4tmSV8jE8W4mncmnHwohyoyDxzaqB3PZYxktPOWUr6Y2
nukjx8t6xBCHEMGpvcJJXaTqWUx8LG4PJ3V1pp81Rvr7z31bCzDp6d3De8A6EpOV2yTdcSCiLKId
83E7wJO9NMhTk5kyPoEALHm+Q22vZvvvr6vWs/+7a3qqm6aMenCDuzoq3tYgtliyMA6a+f1imNEs
vtcxTa7ylR4U0XO/vxSw9s8XY8wou9EAES81roLdfx7S7rzaIarT4H3aNLBVdgUAs4N1iSdEVx+8
1JVzc4dPpoIFCw9XpkuSCFQ7RFWSJeXtiXxo+Icx7WO+mGN2s/FR4zrSchb17659UjI8Yc7vkSVx
hucro4r96sMh489yVhlOe6C+6vw4Dm4Upw8uxWju3A+TM5v2YSRZh3/J1gjFdBfShTA+WuSl8auI
CBwlAiPSEeejzPGFVmxfEMR4l+kbNdJRPVgwY/drELqEgdpzWnJ0ty/V1AGAH8SKGIPHAxaa4WnO
To/n8dZfrekfdfGJEIEoKj/X+kVMnIrm5QvGTngM721rGE3nHQ1yiN73Vd77/ngiIcBz2wefFJB+
fUlAlXkAlXTWuzB1ipR3lvWVYoKkEQemGqN27BTmu8XM1UYmqd/96s6be+ESay58mph7l9KlzI6O
N0vuOrXjdiweE5qpfLBVYajmJaUMWOP3JQlvVn6CilzGMJApW0Gu03ICe32JaTr7X+MyVLeSObVH
m6wAjWJL2r5BgbGO+pXCbev4wzaPsaH1wZ5rhCwpkjEHWZrzPJoDGeSkTdgJAJBDICNkDDw51f2t
gKHQnayIrIiYgnZQn9yY1SODjk45CZ4mWLJzSHsM60lrpf7gyVWyzY8hZFAp8WHs2sJx/BgPi7ug
YaYH2aUkRLotL9G1RM8IRZTpVMZdES8Jf7j1ieYOv5UY1jVl93wHX4LGGebrRtAnT2QLQUxQCX1A
6+diyeQYPAuzhdn6KSW2oe9ebb/wuDpk0YG3Icg+mZYLzVpG5iUjO4R7LkNX/Z10lsjdD5kYrMet
SIFYQclEZk7eendGHs3JMbHd3s/e5SoGoD6MmSf40T/M5+sW9F+LBwdzlixmtYN1N5PotuTm6rCB
5hKCKJWA2x1WCEqGs8MGN0FL0dbNTOnoDD5NDMJyFBljY22Emp+1pKPlVUDCDXojuuG+SNrg1YCd
EiZ/TTFDp9lZjm9EnAY1MA05hFY8lp3KXL6LAOSaAyccg2jU0k3hdlzQhJu8XUnfT7WRCFNkQ9j4
b+TSAI7CRGcbyliQWe9Xzdjz+BX8u1SirXF3VpzN8PPRBBoktAga4skZD9+CZimNnIijD+cGh1ZE
GGOOOO0qQyrUvBx61T7YGvhtjtUZvNGmA9cDUs+wgAuONKknMTyUluVU0Y8fXGxyIkPiZRmx1b5F
HrS0B8KqyA074BkwhBUJ7sFUf9nKuMQRkjC2GQWTnHek71yJNLrES+1CHVh1J2gj3thhrMg13tqR
uIXmEbLajmgDAUGlzqNWsVsd3eVo+hQN40OnVmIkKv6iisethiSxMTayYW9Uo8LUWDurJnnn+yRu
MDpFJAd6NFv9uJFCCH1z1/Z97q6e1d4VS6+aVHa7qEYchxyniw+eBNHKzkAECz++cVtiXby29ezw
EbcG3sYwsgXlEvu+SYtE7Mn6hJxHakrr53/3FohkfbR7by2bS11QwATICa99g4ghhwRRrAa8hfvf
zwSwsNudDaSGBVGZ4Sjk8rZYc9PBp/Yaknd4NdJFPLIzhXVzYlfiDRx70AheEU1FteisJT2k5202
R00qKijyPYtZdbHDtvDynTDHcXwcCGiuTzGBC/wsb24GacYADMJ32qXraw8bg9ILQBbkaywzxTuc
lk5dQXUP5xfiYNUJwI8q9WcRhk9qXMS56toIokErd98jQ5XLUY4gjhCsRnSd3sGHsu6mu4LUcKRN
NiLR14rce35VyzoCMlFDJacOyjn3gupDKlTsPZhRDqVSO+UKvDAmEyCIU/SVfMZBi3vMTWb7O2YK
fXZSyvxiebSDCELsQ2gYHWt5KcsrxW1OnGXc98kcZ+OuIKEQ4zE0ywrnMxEqsopMKYf9F4dmbPFR
TJBjL7oMnKtCte4zRVAhoamCq7Oexi6pGnjlun9QDFDMsv0yIstk/+UziAddtwql1/QO3mwoGkRY
dX7W3MuJpa85dJLwiBcMIMIUWYq5gmeMD8laqeK2z7Gw7/YQ8llWXJMoSILjSpMygob1FQ3bsMqu
lQW1ZW+ViR9ccr9Vxeww2ya7VDC3dXoAwi5JL49iK1ruc6u7Qk/6hvE/DbmtoQsVDbeHK8k1TbPo
1Yuz+zhwd8hvyBe8q9NmIcMYRexIImqTE5cxvvPMGq7uOZzMvLRPdpuSzPEwFa7CvrMAiVRxt+iX
N9aRZOcusoJ8uH0ABzEzTnZGCh9IexMswHbDyN/Zd2T2TQQxZnJC43ix88ZPLynMZPZ4orNHLsCg
nHmlpuHm/DSLf0tpsEQGvXMpaNKaDSGlCRnKr52Pi4bNrL7SV0NH1m3xsJC4x41ZxKtwue1lQkxx
V1xnaCmtw4nZHTLXu9VQ1cD247Y59h3Jq/ylm+0rGq7NuzjoaO1H+PLx9fG7ENzXHFaqX4iQEYyZ
2Co/EB+WrJp9/6APMYiyFQeE9ZIhtv1PU649P8txV331wSUZFLrblcKzNVIKywgT886yw3WYlcCa
tOOTxCPN/CgA0wrKKc/uVG/KJyxHPjYGQh/nwUusGvl2obtk22Q0szpAPSjaxDLEoVlMNV8S/cFm
H0XtctYn0UjQFyruurFUuOWu12NtlKt7mZa8r8IH2119mSyHpkiuG9O2mZRyUh0Ea4A9ekKPy4J0
AujNyNns09yJP9LAsCbzvgVhXnyEGdAVmsP2xN7UiXrYzSMq4/q5aWq1JHEYLAbyQvxxrN/K6zIy
MS1ZD9gGxDy/Z08OgrHcsVyvcfhQCjaw+RykiVKUkzucFvcCRV2LggSauYyeB84jjMlBeup75aHf
0oOfNEBkLK2iT5GGR46SEmXN9DyNic/0ag6rVfhkSulejZSmAp237p+9Lh4LK1CigpktFhTaTDXp
Q/whDv3qG28c5KIb1dpjFPQ74VTzjNzE9vbWgYDx/JSI1hwvq+jD9zAxvGQvp1rdjpW7Ctklp521
oYrBRsFpgmm0qDUCsgbNY0NiUCzg5yK9Ix3X6FTmVY+lXi4+BgmfzDwWlg1z9FiMYxKM9z+Qa9BB
7jsODTUjUZQKNaF1c6KNU7UwOZgULqes8ufom1t0NqsTUQhIZAZ/aVGQ5X0f8FatOZW+zPfbNJuM
KTaw/8qmbgVu2s15l1nleyxrU46kO0vPZRlmPv3XjNw0RrAD2u8Fl2wO1QNCnzUhvXY2Vbz5g3oZ
rPTQbbSuZdrxp0JGmRr6mFcPKBYzjrtJtKMSQF7XeiOsXMSYCiEtlrZiKUh4WpYQfbLvMhmJ4sGn
JGvr93G0qgWrtUTMHZFxpf5uq8y2pg0BsYVETydtsuxeFzxJhktKKccX2u6n0nuafW0UEhjrCufD
9r3GEo4NRLQxdzkicSI01IKN3tVVsgnkpu5wwuEPXOhpI4uVidOqZVIzyKQg+wIiGSkF/NImalvD
O2UEF6zfk8kERIrJJC+e8KEAyMA8gD9Ju0TxBSaNQqCadhnTLM/Xl8zSz/8h9Wrk9FiRx9Xld2Lm
yGMeZeADBu099HnTdPbTSk06ITOb0ZCotvhbydGwxcN7bcIYruh1mmwPOIT0mxg1KvcbqmVZq2Wh
h/bQvm1LDAA2E8CJcgWAbdsl0XrqylCGXN7+tmJX4+TzyJqSQA67KkBaEapZZGeGye1LLNQpHqRb
52yCsqnUtLN0s6UsHXUdMdfq/DbqDbIjHVZtEGuj6petc511BHwA3WMPx99th8e2EOqMj+mUalIk
yAf4v8ancGCa55Xa/cewV9vA1kos9ApIBh97fHfFkzAZVd3N1R2voy4IFhja7egA1J9sIxxYHLxx
UvzErQGakzHJ+CxmF+zL1uQPXBLUVfJ2UFO0LFPBth/4pWSm4i6hftqnu7++ZnPcx94F/Zhtzvc2
LB94K9tzb4NoexnbzPZc/Hf5OLpFFs5BzcjaHn9bhKOAaejsBgoxUtiTCRyfMsaCtBzsUxsi2cWW
Je/vNOniDzfHlY17IdS2ah7mQRhB+eh1eEmQHYrafvoOGstieSgxcKCmtfs28L+6/CG1rIZTWkms
ChE2iGPiYFcPxA/hpeKO6iTssXkASigjZbXoElXKj8Wj+jR2Auj6tVftHawQsJNR0vcwmLgIo7rj
3Oo2cT1ET1PW5grKqB2H39h5pfpP5GaQ2MBA3Xj+5khIrF8VtZQHI4RATdQOA//ymU4Vtzs4I2et
A3SZslUpr3YhPpMMqyAbpwsVZIMUUo1cjSBQQPT8z4YZJBoREjg/MJzJk1Uw1YBPEA/0+/PE7WmC
lipdAPBmfImw+71N4krLrqvroXGep4xtpiFZMZhzDCsKXs0bKhQ1cnr84Bsy8nKZO/mDHne/v4uf
OxF0viFf49wa4P6L2AlLpp/Ruk7h3QWeIM8JoW2UYbo7io6eZSrkSMdasQ1+gt3/3Pb/Gfvn8jZU
Aw7hgQXbAYd8++fLS2nMTeWG87Ndu6o/N7YqTXa3tQAAqai7kqwiCHWH3Zuu94Pr2vD/0DK11dX+
G+oAZoCzDGPZxdvIdm7xWQgmAYWZl3MYZUBXT+XA0XtqD4ioIULtx6p38G2Qgng7PMenQS3imVDn
cto3inq0ncHhD8ZB/p6uM+XvLuXnqGwx31HExvxKWk2CKx2U7EQj+zY2RNLJD0VRqwPaxhvNgBX9
6pgARy1/ajv88taheWBUT7+F7hONqJv+V0Aoqu8avf0UOpggXbb1skhZAjhrXvvj+SxV2Uns8VWg
pTvjkL/UrPj9CPwZFGcI0KSn14Dpq4UI65eeSw4fte29WD6lHgmREH8lpTXbyvUQuE7Zdf2tJyXC
+f2Ff5mA5GH5BCCQ2BY6FhjXz2PPHkIkapE7PhEnqaqsoANOKx62Fu7otvAZtgJQZiPmUd8TfVj7
/W3cPr/iVrClB8jpQOd/YSuMkyX7pJrKJ9RHGrVMfT4DEHZGScQEQVRwqKvrqP/9lW+MWmm9KkIH
1H5asTSiiJb6+Q2gsk7g9MbGY1r1CjcoSZq1fOwIyXgljrRl332D66naIrMGHXDiUZswk1Zt5W4c
JPEnS+Q5fPbf39vtEEV4wbvwmNIR9n7e7cLg9ys0gCA2HzdYhZQOVSwNY8QhTQ/RqU5YpLZuUOX7
qnLABObPi9SNZbl6T2TcuYhBLJq1cPVuF0lso0I4/d0j8b/uCjdXvxMol9L8sCRD646H0RoC81tZ
+KqcsZyutr61I8qHZB+1CGGAoRNyH/M7Dzt9x/4DQ+d2KPuWjdURmXa0LfGMvyXosM1ICPtR8PRD
FKcHqjAonYCkwpxzUpjhO/aESBVKk7VWmO7/4Sa8nylNtG9t8sixs2Qqw4j6hdJEKSAVmrs85V2D
o9pJtn0Tdk+RjMr4NZlng/zjwViQ8b2sWgm4iZszH+54uSNWLHafh8BbRHEWa2s2/xHYtBbfyHBG
zeTs/N6SUC3CkRIdLTTpE6wXTRLC8Z4sO2EdBtqkk+NC2eKNb9U7ViVKHYYMVBFNN7SUBFI5wJuv
wXjbN3gQEMR+8DW2Nb1FlMSvHCeUmtPOCKU3FdQ2+EE0hxZn3HSiDYsgGzuPIgypQrfFwseS0viY
oGzKsGVwZNDJIxiz0xOrQMtASTPJ21HSM1O2Bk4lTZKOY3UunEZRHZKwVyMZ87o0NY+BRy0rDjiP
98Nw37UpbLUjKEhqvv5+wlm/jCGkQsw5CLkgWRZnz58XgyBkhZvoFD5tKLHQj0/px4H4ns3IxCPP
KSd8Vw9eR1MIwZqmYm8bV6slqUU+qm3MXAvF3F/dQVEHtQZue+yKtlTz2ZxtTPAPbRv68Z+akLc9
SGT/0DtYPVAgQRK6nQ8OknMAYLN75DAovPoftPmpU58QAnE62jSYm1purQ0lQkDKyXFUL3kkSisG
0x/e722l5RPpQCoXjWbYhrzqm0XEjE3gI8bU41SF4Zp+cbwOT7gLvArX+BhSZ1NoBhCjq79sFjEG
7CzziMPngMmYET3PgVuRb1JTKQTjbrv5qWzUgQe6bxh+5Qzt9LgtAsQSUGvZmHedfv8MP9MjqM9g
qvjIuojMU56Wt7QVucBfCmi1PQarMXTKvzKunORgzOBe6e7/qzogeivADJRucqDk2reWsvRM8N/J
vepxayhuFXyr63N8BDIOC60P0dn+Azfj9nuxjHl8MkRLMM6cX+rzQraKuDGJxyzNCWM/Vhy+/a8/
rl8GEEXfB1GvOm+xJRGJ3/3+Zf9yfSjhpIRey1EXN+Kb8VKXSzosmLM9bNKIiUVNnal/Um1Vlgfx
4dLaKIP/xFL65Qb4zBCeUIag5DLZYn5eEHBxd30sDfp7mHTXFdC9HrK3zS8xBoWsMf6qFgVrl/V/
CqRRD/jf1XhoUZop5gIbC+6kt5O4mCcXKWqyPOQskOunMBz78JT2fgzIw013Rn/ybcTCf5ioNl4i
N9el9MfwHIKuYmfdlh6Fh4cacT/dA8qitB2fA1c0y2tUdTlxTrqZXmOW4XwZrE51tZk36rgLX14d
XbLYzhX+jUEeB9c+gKi37pHKAPmdOrtSaNfWreckoHYpepMVYwghlknBLckkg26Xu0rwRVdVMSJ+
P65uKyvosQxsSKZw76j+bw85sReLubGt/GGIpHPdde2sCHbYAnS49Y91Ib38h/bLW2iTvI2I6KSp
ztgQGr/8/m5ul5SQd81nDtVdcQi8PYpM5RAlzrDkD8GVzpMlkNEAfVVlp2HA/+3lWLno3qk4C/SY
t83sPPM8epird48tSQBQltsK7XVLSQE7uO2fa0e8xW6GE4UDhxsWMaw7MDS+vWTfx3MbUSPebwTg
/KpXnJNKrK9jP6lem9LRy/IhXQaUdPuu9ntXPNvjsIryhEg6NrsHV8CTkI8bWrkJqrwE1jrYStQB
qM5lDMq0MYuaeIqQ2zUou9576ziU+D3xW9XGsMDLQBkXL6qFJaZenTmoVNTYLf1KNcfSmN4NIixo
HaCCVz5+qSle3ihVOyvIKtVIH1K6rt4h1Iyppp4UApjDGASaxSAWjCzTdSjRMA29TFkpGVclbarR
wMpUacqAUjMi7WS2mnh7trT49lT6sIIy3XiTtaEEemtQqxtF2aJgyQ5tHBfZDgVNUnvAklKM6pGU
S8QPiVSf+wqg35C02MNEi0I8DlcKLELkFXSoTxSlOgK+LUnl98TLGy6mclNndIt/7isUOdElb1cE
5xqcMc1p4rlzeiSrcyKRMk/f65e1HVa25TjXGuMNONuaBc3s1OvrhraAa6rTnX3FfDQ2DLimcOIr
B9UklGDJzzHqwMXaa8rcdhIM7Ui9zKCVSqq89UIbzJF5wOwKMv83z247Fri1m7kvZchIQuMAwulS
mQFjiv9QIYf5rltxAPk2uFOOrsxLSswRkWp5CIuqlKcEG82uw7W2bF6gMdpKEAk/oKtPgmkV+feV
LaboIRuDfvyU4xGBFJD+grdGB11aIQeqKcTMuOor+qHYA5C9kHeuC1CI33L1DeJTFuwHGi646kpT
qENfkqFLfR2XIaVjTdfDSCDTQ8yUO9IWADaPTVkgycEeVyGYQ5Gb3rlLatVXrYEUyC+GTzJ7f626
q1H6xuC8SwofXTDWn1cQfoO6bN0432DoeISW+FaVLnbXOMTRSH3uzHYi3r1dsTb+PHUL9+W0hjV9
r2BxYpeR5mvqvc78nvWV3vo4/gOYYbmvNMXl+A57nEpgxGoIY3kN3HU2hneo9xrWfW91Vdu4QDLf
Q2fMV6svD73uA28dAtwFFP8SSdG12xRm6qQZgFczWDkr+xZlocgbujkBfcf1tJEBWA1ZC85rFfmd
fAnCYsCMdEPYWXkV1tLpVWAr4KLFd7MvVYiV9ose1qM/M2WL68SVJhh7clgl3rnNUQ6mGoaarBAb
9DvuhGEbsthLzezRR/UCUSgDU3M6c9vOPRMuJr4W60G0sUePAFWd6l9sii4/LyZiLMy28vAz9Ms0
SRGKdrF8Dgonwf613/ic9Zyy2W5PqodYuPjIwEwCEBmj7uyseL9oNFVP9SKMQuOL9DrpHCO9dG29
P8yha7X8XdWVw5XHal71lttr2jwDurxUMpGCrYpr664JUC+4xAbcl6HJSrxRV13Yw6D42Nkk5us8
UF3QO9tcD5KkHT6Kyg7SI3bvsgLC100O3aHyw1lBneO0lnxA0Br1htYZnQXsBN5MlBx0F40MVbzl
H1wtmqraUfGVIhoY/HtFE2zfNqOfYaKz6x06eE4s8Mt1mJLSzDJvppZqsrRW6qVPXtaQMnPYFsqs
jkMW0WpuPCZj0aRmke/ryMB6YxcZLiyVVk+2Sf++a7ejc5Yl/IxHGF93F+dL3Hg7JNOWySjQHCb9
aX6M7euq1/MWWOQDuPG8Mr1SItTg9qywU3QkNlm1C+QDVpZ0zq4r/UYq0BQZt+7U6UdZ366vcvSv
m5uGjrZeu3M9A27LgwYZx9xSU9DFKoLvilmvooZ0YL+My7rt47JM9kJkfNOoNYIcwWTNIX7c11hr
M6otCB+8b72Io4V2qdJxOlBHyFSf5X9oL6/d9/8z2K4CoGlZe+Y96Wnq3zsauNjacrWuKJMSc9DL
9oFMc1agh72W6Zp9yPslhyu0bXNuMFDTTOGq9rUN+yma4QqXa1x9WR01NCShcGyYDmUGzapCWxQN
el0RVgmT7zSqDrRxhJPomQ0sh0H1OqnTaej9hXGywupLGwYbZYL+P0sD+LO+uq7d4BOpg8MG4BcY
QzCOChZUvm481qyRaFIVoYgYSPUbOXFW1lNuhIv52PrXVpsYRPi1Q12VfkloLte7EZjE+F7mfrgp
rctSql19a0oKehZsiBukPbkJ5aSyc4C+kY/KGUDakhG7ya9IafAMZGAI8QDqYlKzC+eEFXZiNHtX
U9h7FwswwCYxqf0EzNgtwz1SHPxGDz4A4NgfR9PEjOc4aOK6HraR9iHYKoFtu8cwiRXgkrX2CBMQ
n7gVb8ykxVgfC24y0Y31VJIXwfflC3Hj24K8FY7bQAcMUJh9sSgS1NafrTs27pfthFh61aJ6x5qW
hNe6+oXUj2rP3mrcURdVG8cLiY6iG0VTopZMNIdqxNAxY94RgOlRaOHhp9ZZJx9GBgzUmHT+ONB/
HppDpkU7neb0xDanuQZ/Whqf2GM4ifKB1p1XSGCqqnS330h9yG9kR1fYaJUOiu63ccNEKzl1EN+g
GqsmWwF31dOjZubr/YjQMpq4BpxgGjB6ddLFU6fLQ9gharXYOr+J3uKxboL7oju/2/BcsyvHsZ2U
xYIuSDVQ1evKFt6xj3ueTK3KhlUHI4k3ySIP7nXJK54L4oURKlcgPZrHBFoo3BM953JFcCbdFM4H
3M6uhzsWXMKhxsv+lJmx775V+mM3BHysr0OOKwJOBikcwxcHI2Su5cgk6XFJT2TtNWgSlOAfE0ZF
B+MIoAgHmtFj5FeQ3tMtaRCaqoRIyDu1MRlxqab3Ww9+6b1Swp2L0X+l+7F3VcdnE7vkmoNGIICa
tG1fem3z3pwyMg8Jh6CVAOOtgFFLZ/e6Wm9zDNr82o2HMMRv279sYIWRTENh7ROMKciJaHN5RbLY
JYt6P0gWo2m/mDRy6dJrUqODuT9LOtfBCGIXLElZDqxTV+LAVr0Ws6HGosWWzMjZXvImQWSHRg+7
V3SzdH7uNYUIQWo9hEcOIXMjDm5WJn3+9+/Pk7cYBeaHePnRIcASET+bW4wCU+q5yZK6vCfdG3I2
RGxdz6+qX7zoTtYmM/lfXRilEEd44Blgf4/m1S0UVxbO0IbNmt7nZdqGbwsnhQCSv8CBBSeK1pgr
MtXZKljmf3/h22YIED8H2tClb0bXg+jNm6aRYYSYYVY10U7TIkL3ArA6+Ml9hMcMFG4oDmMQnlfb
7Sx4NNi092W9d7PFwc3GZ0/t7EcSYFhaBhPnkeIdjMBxEu9/f5O3nVzatyEheRwfYK6Yv1oeLbBd
gkBI57yRBTUdEQfwq11clyvI1wxnURonbGcIU8538RwG4cd5kEKIc1Ni8pbt7KoDyu+azMA5HtIc
XGP85onywidS+/S1aVWSdsDgMupyN3pdOWMxRKXqkB+LnQs4rp4t3rUr8PvHtK7w539hZPTOLcIy
ER3gT4qc8RY+MaH2MDalfRq8dDVCSqekJkkjJgusxcZuwNKgxWkqo/bfr1M0x8kRs920eWdrHznf
oeLm/Bh0lvFmjSwqGFNdGyqbLd7GxwbfhIK7q0iT6VKiblLkeFiBr0331NHLxvC9CtLUzdHNmkr3
UU/lGOAJgtsNJ7uJ3CcsCjm5LCyE7dWlDvqUapy7UkgEhmSGdDabu9oj3jZfoKYUGHfv4ditljwL
LHV6ZWffe+KpoQwsqjOgb29/w2AU7sJx8SoneCVKxUNkG7gGWYLHWK4wgh9aO6auPq8jHgfPsLGW
igMMTB1R7mqvyJr8XC5RHT9Z6tQN79aLjKk7QNAR0fJMtHjoCOTQmUINPCNcE2i0EsPT5WL2aN/m
gzPFmVEct1rL6/twxrF+wT6o2fdOhzPrrkFobHxyJ9P0sC1sIjIATgX+N3ZwJkamZK2fFsQACK3X
YSmTIybePW2BK8eg0h2VGKVT8A92O2l+TjiCtIB2RY0479C1w8SwW7UR59ZNm+A45yi9jYU5fJBz
H7QJ0QELJ/k9KyOsT1I562XsPsEbWpFGmW2EmcUL3CtSbHFLagKzx+53FMW3MZ0n843q1w4vo+gs
K9kXc1yO9LegPNA529w79aEpC9ORD9IV8bgUjzIUyj5JaxU2S9OtFjD4pJQJ+txG6IwSOA+FUNW0
RAg0kuluTN5Y7WwqPPmvnkhJXtPvSwN/QmbgL7iedYfJacgB7PLQyF//MMWwgfgZwAMDBgRmaceG
2oUycNsYQ7JXwyMQ3kUSRuUQXUGoapN/sqBV4ovJShjfBfjjeHQ3y6Ym51Hg22HHwd1UYoV6mK05
Aw8bUDceBPZIj9M0CLC50Uo+leWILU7kVsn0ZAdV3+/T2fXvTd7ByGRmv0yKe8iu4HjFvoyG3jyM
HX+Xniu7MJp3eYGtzr0hcL06j8giskPaZPJb3BdLfnK8DI91qqjuAzYIWXNsxWCW+4403wVtgG9P
Fx8OZ3lqnDgShzZOgmGfDTOE1INF8ID1EEW1eDaCJZA7E7VPsBvJcjiQY+CtuzoNBYkuXhPdJx6K
Gjx16uAR0wBlww+bOORhCyIN6tF6GjtXTihTHPur5UfZfTl7vb8DJcqfuyoaD92QWa9zNSdEVHTf
/DRtXw3LLp5L1yDraR1cSCA7uoVxJbH7SjEmfQSuohd+mD13zaJ97nRVbz6iwTH+jWTinPE3rA4L
YogjvOZkH3h9eMezWkfTSFmDGvCPTz6mKrseAghGXdH6OKyxm5BWFSyfzdJdT3T13WYvrbJ/J7OW
eAhHdE8JupsTUSjehyE0nDOJG82xyYVyMgQ8eKCZV59NTg4kc4lSWcsETzgPJXcCQ9NPpvC8vxc7
TD/H/dC9YPQfPybYj13KvhuKHSxElzzNxqJemtajP+curKc1ny+mM4wPDVyod43dW8eVpIBjkbs2
tmUS63qIXcu/IpyKj+3oTu8rfPvvMSlLn6fArAq4SXl7LElPf0BRFX3Edask1Sn23oewo91djpvr
DrZ4+GBCfv1cemP3OcLW7gzjxtiDk8R3XjcKdhNAtz1wkeECmobunSv9+qMYSM3ZKw7+yVmk8S0h
uu0xashfoKE0fISZbUOz75zzFDT2k+0kxmFa5fq96OLmLfEzvHmW2Dg0kjS1fo2tNwsHNRWGVNw5
mbe8W21jePKTXpytVMpLOuXImOJ1gU+ehfk+6xr3PU7F4UzYcFVzFSs+GpxdH4Rwl10ehl1wCsni
+Q9M49fIb8Y3Um3lGZ4ieSgYPSDy8lgPs8L85LIAHwlfCt8RKBXcOStxc3un5wGAhb1PIcU80vkJ
ne2hCZuabKDcy3Yoo5tHhibHhEhMzBO7RtyFKRn1RWE9JhjMfJsz14Ba36H+4rhz8VhOXpqGTCj2
zPoVj5l116wy/5bWRVbuJ7uGPe9NJBYIooGiCis4WMLSQYc6lfUbC2pFzBr/yXdsPAXYEpI8styM
9q+FFL+Th2b1UoyCgCRQguIFi8LhZWKzoRtPavCIzRWJW0790Ydsae/iqrGKYm9kMuWEDH4+y1OZ
VP3fVjDUzynF2tGY6DofYhmY5B0BzR3Rf75OOX6A89h8SVd7uOBo/4/snVcf3B/v72I+GWNQEDlk
tycOPsK4WENbRI9gddUdD1Y6e8oj8UxFkUYnWpuxhAtgsyWnBvgO0jXB8lrDgd3RrDK/waAg4y/y
SJ50hfG3kQw2x8Euc+sdd1X+66+1d5enhvvQrEv7FdmacV9wpGFyufNT4jrT/ZiRYLED4qsOOFu0
f0/sHQ/W4vmfsalrX6q4Nd1DnRbDyV8m/9W2+qo7xLHR3QeDF+DWT0H83UirdIETKQb8PWyMxI6p
12ckrDkjpjZxLw6i8IJ6FwWojsO/aNqHe7vvFswBecP3o6yICmwmqOmr338g9Ms4jnaeZidQDPND
QidA7uqwinmghrUEMu8H5PjGi4UH3PeGkLMTGULOI1qUPNvx4s37CT+0Y+iM1SfkmaBs8xp+i50m
+VxAaeh3jaKoqNQl8dGKcu+Uzxau7FncleekCbOvrj/2d6SqpG9uD3/AJaEQR5SJ06G/2iS9xHXM
1ERye8Lgr73PbKLGMNkCBXOJac4zkf0birTdU/iGLx1IGvZwbnJXhuvMgZ6gN/yXkodqleKhzZZn
bvyfvPerf4jQIeUmwSWwKRzW7tYZjtBzM36KHt194Q7RM6Il97hkXndy2impdt6UiUPuGd6jK2af
oBvzK9467sNczGgAS2c4TxEhKTuDuXvIOlH+tbp2ive31/Rwb4boTriy++TjQYSTWlFkz0Zi2Hs2
4eZD3c3yzo+M9WKymp2nZYnvXK6dHwLpGh/SUErM/cA9y9OcF1l9LpIwzb9rdj0ooWIUr1mIU0Sx
WsozJFtbBcRpyZhYKdSyfYbDOFWkHSXEx7zbjovaWUKjHpvtyMZq6yfFT/qwMdkLFhTOcxr2DIeC
rOc7dHkYpB4H3P/KaD+XybRmrwHCWepYQiOJp7vztKcVxZU6lOp+3opfDNErphgRTu0AEejPzdmQ
tF9ioktn+QNoWWuoHZT9qNIuERk57j8b9krrAivQfV/hantYRinXJ9g1SXfXxbQ3cKdKxCJ2zDq/
fs6rcZDjLom8gShUzPxS4ss7YvQMowbQMOJ6Cb+bWK7G91jWWxUipoISzyDfYDq1tN/rF3dq4/yv
wUuaQWBf0jfZB8w8Y8sCmC1K23yg6Tt7/hmvmaTNdiOWspgdTxjoL8cBhmOI5U1bNDuMHxJ0WjGR
bQP8JZ/UdmxzZjpuW4czj0okeqNFpXPQiFF0dUJrSfVbIhgvWTV8x3C4GCFIIkjw/v1hQmeLsHia
6C8n94vpM8XCoBHnuIhpsoO7Fav/jYIsyI5jPo3GGV5LUb/fXPkr4qSAV0yR0BvUXZIIAlzIGYQo
SrYJafX/4cyqaDbmQgIjNFmvUlAMugu0x8+6NM5MQ8FoW3sBVj9y0B0qtbZ/2SzkNkVXFBPY6B9j
h82ve6aWAi2fNjGTbpw4o71WOXGYRr8kZxy+BNfUjUWD8EOMN66HeNUEwb/q2ivZuMLQkBR/lXGu
KGI4xylpqW5JpPrPtnbMJrxqJlt5khNHphrCmnmuzxGbHEILXaUWgrX/Q9159caNrOv6rxzM9eFs
5gDstS7Y7G5JrezsG8JBZs6Zv34/1UWvY8mGvefyAAMMZLWaZLHCF96A2RwlNrIgUbpWJ9gqSAVJ
DszWQ5J3kxku77aUwOWterh1dkZNdM4gjIZlLjYfjOcvY2e0RuWSXp+B6xfeUUZfHcm+l1a/C0dc
fL/1mIa3KUZxNB6RjqIDrNZXa4QFx7jTIYLWsFjQoWeRS8+KEqn2DoRhLPlSbkVbHJqjaorWReiA
QKFoHWoKcuAtLoG6huJ5BiVUeJIKzHPVuIKN2cQT5d6tBSrrdbbqMugbhbDXMbuOg0gnO+j3boKE
4xMC7lFFyzLEKtJh9tiivHhGzgokQuxekqwjNepXOIYgS7BOK8IrR61qhwWhfVlpbUx9ngF9OMqo
I4t3rh6Pkuk76voKGlqpMsq3fmkQE8HXkwSYrYhsyD5MWdWiB/Udwytf0/eyLM1qCqhFWK20pMbY
Ey8UW9k1t65xGqup/21VR+eMUt+otGQWomxoz7E2p8digm9N7BNm7UI0iCwkt2Lq8L2g5ZW0Aulz
dwoNMLilYjo2Av3weZEKhsNKw6SCUTTFEQZSU92Yb5ACFLqRPfgZNd4lKZkDbDNrdgeEG8+Eu60P
vZH+7GYcyVFm04vV2s/RVZvfzuiCdZ83GmflJbACN2RFR1Uq4S6mrlk6BE/OeAQvWbwlQPlxmT+m
bAvqaxUF35rd2cM67AC1dBw/krUln0qhMjzRL/e07FGN8wHJ4dloKaZ1bZOab+M1SnMsxRB3P7Tk
Y/aD3Et6m84+DbVzXb2PCjgHigVpNPbp3/6nki4X3dZm3IgYo6TFFWMiRlTPezaKjei8cazHM0oc
hyamZFkPol+PjAOcNsAShY0oj8Qdt6xa6+PkzJr3pYoJpT9nVi8S/VZC17ZFeyZHyCpQF6oC1QHl
XjSC+trU+8diqcLiU60jUTb4FNTmRRW2wOLh5H60SRFJjA0SxuJ2ILCP63EpXBAxoVOaNfngWdep
9iZAH3KI2iyrC1Gsd5eQuUD6OL+XnVGtqyJGypTa8OtZJlL2D+SJnQG0YuMqZ1Oc9rp7ZsgbFFT4
xylURddI4pnkHr0d84tDw6b2ssV46ixwGwU0b5wBHjbuMswggXORbSB9cYShQI4yqz4HEeBq67Xc
yhAmFsy6rRsu+86dLKCoyCMCL5gkbr/oO/HB4dzqCDHtAdUlyfbUvcQtavMiVmo9oi433G3iO20B
YaaiMnrGd1L4EZxBOU0om4njp2pq8fBSihjHA3H8bJyNqtTnimbIqBczjidyI7aBC7DaoQgL2A94
e8GMSUakOGJsOxfxuuR86WXbLU0mAV4wMN9a39rjgpb95bzQ7kINNKMAXBDPV1lqO/ut69XMKWSL
y9HOxU5AaVDEPLKDutSe4BGVgAGqxtfyKmGn33gDUofxu87qEoq+7giLloNskkAL+d42EtT2siWx
r0Lsnu9t2khsN/YUiuM5kYwKp3LODYFzBxL1hIEdr0TkT0GOHkKrR/B7lnZoz2IO5pqNQ3sRJmVn
DHtEYyqc6il/uk171DrcruhHe/Y8o1hpF0z+I+pdmQpr1aGaM15lRSxYhyPSokDsBxAJyAnhCJ7D
4r3YemIbPNgwW9HPARctolIo+kZc7/Iyr/svXa5Vg/7KaM3CxO9YHRdnOmjaIiTAVKQhGRnZQ69G
T3BBvmPoCOBF9zwnfHzAApEjR8k7cdBK1YaIBFRQIs84643TSEgsvhU1QjGAiCOICABXRv42BIbI
WKlSLVMeXvy7DX3aEHxaGolStG+s1hJbPwXhjqq+AM+BmNxVhbIvt7aeIXFmr66C61zQeM6DUSGl
DIAd4MF0iycGqWkQGfHsZMHmi7BxuTwX3Qr9TYrWUe4Buz2v5G0aywVdxmNvhDdRoswrmCD0jqvm
Y6eBpdpXmMGMS0D73OQptkjHkO8/KRTH6D/jeHKeXmcQQxRVFVM784AaFXvb6RLGSjVbsetuHOZN
CEBy4hKJgEAeRQCytgHM2lRA5awpFwAhfMDFCk3DWDTWktkRx2zdnlVAO7onDGGrYCZ6gxJll4IP
RAOJ6RKfRXYH05ugW28wia0PvcGEaHyKhvvG2NvUHzbBN6wcBUBw61hvuJwa5gCv2TBVUpeHLEOy
yritCPowx8OTVWA0NI5g/i6qihW5rSzFMjUKZjwJRGigYjAKDh7AJENU2ggyYWDSEx2h1jZDNVYw
0wXURcUZVGKBzdQ5jN6ghZA8cRO6HBUjcbrgu6IdZli8F03aSzUELdyYpMnIE3H0IF5ZJwXaBXew
kaatrhDN6gUvIPqQ6WJmevspy6yz3oAMbSnCtLxAicis2qVjkm1zpq110YgHzCPkbvqwRT3/6OLE
zv8S6FlncnhJOEZUJpaNBJG5uSoW2TauSH+LlQK4QCzDOezF6lUnthPL9zpkPNRgbuupKHbybKOU
LrAWC8VI/KYNFa9TYIsGzvAX25zZMg/E/s8JSIcK5OW27SdSDnMDWeIrIYi2W5q0IOPbaUEJuZj+
h8xIo6oT+LQ+jXvGTB7y25rGD04+Ozlxemik4N6iOdjPcMaFqL4cpCrAtmErkm/Owwv9gM09rJAg
hA2t40h4g7sYYtfdeqzmgq1PC22Wb0QA5CwdCcdWHDnblg0SSeztg4qGGxBOCU3IU2RNrEDqSgJo
wE4c0JUxaZf1Ofre0IFKbeCcdIoTjZ1vP6BYxsPIgZZTzgOhyBjJf9IlLEhqvuiSb//9bUrkZNR2
4uWr5ky9yQcATgi1dihHQL8fBBEVEXqO6oUq3qDY/rJ6IDd9FR23svYjOluU8Sk5qYiOSRitfA9G
74qXLrFNrRsJDq9EV0cy5N4Oco/ciUt5UoJh+4nygXhFG0YL8Kw4oDXM1V0sF1wzspC2kIui6WBO
pYfvEuESwYGQj5iupSTFxxL+26KmTgQFblPhet9RdPKW+3qmBLABLiWMMEYYh1e0Yb0khAeXAzHV
5Tlgy4IGNcqzp9e6CsBSZzRi7NVlFnIRYjAFYEWyw8ERiq3Wg+bAeEd6JTKxzcRu1BxRR0HvS2hr
rC2iCsirUt5AQngcZvEyFrZovqyigs23bGLkm5bElvSuFmgJbkJq7Q+SbT9gNMJ3inRN3Ms5htmi
xdGbAOsFQtQXYFwfTlEH5EaCrMm/wLVgKCM2//4cscmiTWS4VDB3FtVBB9sFjhveDcmogMls8gaF
wrRFVeGsyznNukDyyGB3O7rx5iTKNCV/q4nxjyIMk8BSsORE9w1VDSaMfS6NSBziJqIio6jujA4u
ZKQfmbWAQqZyp8jSYaypjRLehMqVJm28EL4j/9mQMdu5QKvtXC2Tc30bOyU2ZrG3ncst24qTseYM
JITn2OQaNjQIiA8BXZXhUwi3uvkMzJyU32EjE69Xlrsw9j6XyaQOyOYDoNbZWBLgZZ2yYnzO8spu
kapR12nXqLOnEfWIdKZKWwFYk6E2PQUBu9mYb8bq1ouQ5VKRIAL6K05TKN0ijNWAt4uTSdbnLCMV
MXEWakxziVHkIF+ErnOEJ9PbTWdjk3Ww217s7zIVcOUuvw01PApxnMdUsXjrjn0G8ztzGOvzjUs5
0TZ3tnSw1HRieSvYRHI2ROQGEd02IKwORFwi618yAVJmgAM3eNxoFjXiwZgqdztEik4XTOTvqhQ/
mi0AWjsvOglKBGckhqgzMgiYJf09YKvlHhlxUc74ztOVQCJyMRHrbwm+YEXzke84H4lHZJmSJcrp
sJUwsXNckJHCJgAOa3HGvG0llzpKe0fHmmBWD7GtiPNww+/JiSzFpDFy6xk8BJjEO5FsQOJEC8i8
gZ/5JrLUwrjubgq27woOylgsd3mDsrvrS8Tq2rYCPLvRfbbTUfrBbAYJnRRtSxrSFG0PjnFtxyut
LohVDrDd2hFHHCUSsM9t33OmSmAMN6WqRkqUfce1nmO0CL4lq3yrp1QkdSKsbEexVLdUybAnETZU
0ghm26w2OauN61DKyK2yXKEIFgNuIaDS1V7oX+DLZbgdByn8svoIZEHcEUJrgl6gWW7czyip4Hbe
77e77bwELvbdBpelsyweKLKXWW2PaPu72hJQoxO62jlQItalRPXaIvln+KTAFrZbzDpqY7xqA9U+
nopFLDw3JLhelgU2tKZcRE5K6Z+ktDFFmNGqthD4gWMvvtUpSto7wQZzbhq2Mg7q7kyy2Xhr1EtX
HtdaWzEVtsBklFIxq4ykAOEKELGQBxHfqboDf9DJsGajXyg4h2KDHvYpmsU7SQsJV5S39IvJ6h1C
xy2X3DDlMj7Qzin+MAAnjPZxo5l99ortTgTmaC6LAXdVU7xSbaExQjEUE1E3BOXhwJLd9vE4h5zD
B3uoe1QlpHTBxu02TRFE1xkudJUP3E1s7hsMfVsUToSO32ePmi6rbwM8h1JYo5P0p7aMF4eVmRkd
9fKtACFVtDZ8uTd30bAv3B7OH32ncyi6lZw31L0g5/IKYxn1uVK5ZpLFw1KCLjcFgQn2gqnuqqns
lvGtElPkJaN0S02br1YNWxfMJuwiH9abGtj/bN1CF0N6TtRK17DO46e5VYmhDk5W6uljn4GusY+x
bo+WC8VJiwZshhwklX2LKvIw7FK7X5qnSK+rcQ5gMK7ZLam2lgd2jcXw8K5DrsR0Ax3CC3Ky1roa
zr4OKQ4d19Gp7UBUo7SbLkXW6zQ2gKLio5eTid8v8TgYl+VSVvnbkmn0zVJo677N7cEbD2jtrvQ1
02KxKccDnbqqpmZ4r9ZNW93CiguLYzhyf6CoDBDdFesOxS9rjwiCeaTmFw/3c8vcOhR6uKjHulKn
9aSjChNkVaqDqK90h7ggYvsFbmJ61eL3sLyHQJ1m8F9GF09XrTXaFZUa8jvtulzLcoLgVaf2AXEb
D/UffZ2qk5vkq9oezM7re5olLv5nycHMJwUvpqRShhvFyeZ82YHNBdHvJ7QAZ8W3ynDKDMSk1NJw
6NYqaATuhrWdFqBObtqNmJIBLDPnXZXg9JP6Cb5S4Ldj9gc7UFkGBoR6U7WuQ2DGeuUrcTY63hVK
UUlv+8aoqfMajPSspru8sov2U2WVoFq8MbamEyzSoTog5KuXONHl6kWCHAXKzrBd7mqsdOvLhoqn
eePlXaWcrAodzC8um3L9pVZtO6UGqsBR/1is4J2yfTzMozn6HTDzmsowagef7Xyi54QA+TtoKLSv
fGuT3Dqjm5kiAlJvcXDHPbVGe038aXCM6qO1El4JittMtW0zzZGFQ0eLIuUaZIxu3wOSYWT81vSW
ysCfIqMXhdQ/TahkKSzzIhJqp4tfwCZFvUFuywogFvbVDfy9BcoyxJcshATqxvjOpdJOciBDpCoS
lMCjlJ/RpbWS1GWXaOoZ9np2I+HE8ktS2b9k9xs5nOW3aNrq8Ex4KtHV2XoZaWFMLiuMdRAugQQp
bweOLHnKFmmI8tN5b0Zfi8nqgKRXd0NFKRv8P9InGMXo62q9CcemVd272VxLxd1nvUY1KEkckSKt
Gki/pw6XqAoY8TkQ/U/OJoKjWWvY3Tq4F9XrvnbD8nPSZ3b4dcIhHoKkOqrFQ5/3JroSneA2yqdd
trrT+Z8kuj5ZpoQKs5WrvU4zqMvfOpxky76iuji4yDwq0WwEyNKK+kQmNXKSc1QS8ZA6GA68qZPy
2hrS2j0ucw80M1R1HPfuGm2Icni+dKNxwxks0okOe2Jt6ggpYN/e2UYZru8HAg88yWyAlOMOZhj1
gr3RZzBDPum5nmrKseryBHW4R6fj653mAqiP5o2nuB3Y/hS4lEtceYhhJ0mEaSXKbCPq1HOhWvV+
aJu28QFN6QpUNuxIb+vZawA/LVOUEgJYbnZA+Ko9WP0U50evX4AnoQfgeADXY/1VpiqNetvBsApG
q5lpGeX5hwzy6lvEu7OLSneHLxw+fR04q7rsQ88K4e4sMRfNnbg/UURE8b4d6+lpTKjBXZDXVY8x
VczbIh2NKzcdx/0weSzEnvqy+bXGvbgMOowp22M85vOX1gRS5rurPiW7qRvqz01Uo8+ygAEKYHU7
r1rIyid0UM1rRDyM0l+nNF4OulU0t7Y1p5+Bizd37G45bzk1YwQUC+NNXLfKhROyz8MYXcYLPdcm
uNgk2epHYNHsanld9e+I5aOrjpeft35YDYYTRGA9L3Wq319hXsxXiLHGoD5aD74KLQgGL6s7/TMt
iMy60UnzSsS/p1TbxTS0G79tEyrkmj3ax8gh0vMT2lr2pWWtSQbJxY1SwGB693ktCxBIkW4bqKXR
vwNHkSNCsugQsfRUbW6wTqBbXDq5ngUpCRJ9u6a6dIrECFLNmK7TMNLeu2rlfER1KPmSxNlwBfLR
uJtmjVnm2eHBq3UV/FJuXulTl7m7nrr97Otq2F4htVF94GzjZBghLX1QNLM8xBHrjlTvzQDy/n1I
PoQb9ZTel6pXHHq9946Wpc4HA9X9j3qhx2/DxLJ3lpclh0lZw8c4BbvjTHpOJ3bQ5x2SLs1taRps
qYkSjwEIu6I5GoWTfJ0rRXvVuV0877NRbb+AfZ2dAGQjBUAzVsbar7OInSVExXLXtPAg8V5COytX
svrW7ee226uDXhTB6JUGQFM1GY/QxKdPqUcuFpRRp+50MxwBhszmKUWY+cbijD+t0QBuMF6sV1rZ
5IchDTGOR6n/Erm7CExkP03hJdjNIdqzL1Wv3GGJrhF77dx9TQT3MEXJ9FWv+4jsbXTpyBtp3bUB
D2K8MoTr6b06Y0tEJzp11V2NIvINl4W0GoXroRn74kuuIDH9OnVHHL/5i4Mr+gPfEs7MT6WiluGF
qoz28MZbADNZN+40OzAKSb9Xz35tubyhOduJjyTREQF1AL0A1mmgQnJShlgfqNdUoWbs14VSMDzL
vpjv4ENl/Y0+QSG5BJ5Ta5fU0TLt87LgQ5DuXG9yrbcRPIt08B2N1cbeolMy7oMZ++ziTlX1ArUk
EKNI9hdBtii2txpQALHQS+8SDAFAEvVkNMSDV4j/cL7n7TIFRRkOzs2spiqd6EpV1etpiWjtliM8
1qO+JOt9hfSI46uZ1d0nqQfHHRsDPfZaAIpA0vxUpcF+sUCnq/CSoFcU4HXSQ5gZoka9ZBrkxn06
5Nb6RzvD5zhhFFVQ6TAoLziAVLC8fqGqhgjJolkguS6MM2VxSxB7TrjNDvS/nrn1df/+b37+UtXU
haK4f/Hjv19XBf/9t/ib/3zm+V/8+yb50lYdyITffur4VN1+Kp66lx969s1cfbu74FP/6dkP+7JP
+uVheGqXxydcEfrzXURPlfjk//aX/+fp/C2vl/rpX399wfK6F98WJVX51/ary6//+stBceq/fvz6
7Xfi/v/1FyCnBGApWkHyy77/xdOnrv/XX6bzN2QdtNuFnhj0GQd9I7CC/MbQ/0aPh5oiQDiXFqCO
RkVZtX38r78082+XtBdtRGYa7ojCGa+rBvEr42/hL8c2i6LtWdTH+Ov7nd1LhoZ8YwzE9vOP9ouW
+1wmwkFfxgBA4qCCqKH2wj0yu758ekzYdriP/5vmJM49ixJ8pVY5VwhSWPd6bTWgbWM9aq/atI9w
XMtLAmA/owisOshIrcqHrm3bDlNA9MneNzEHI9xcO9LjnTMOentKnDz9YEzEylfxbMRJ4CBFQtSd
t2621+Ladi/7Js2Tq3aowsgntNXMY7o64QfHqsP7rlqzApxxptUBuFo496uuFV975Cg+ZkQczq7L
aBoc01xbX4EmbRZwd5CXdlmZ1WNguzWg8nyekgcDgN895hgxCQPFxfmoYoFS7fgSK/YR86w5s/q6
PQFkiayrdFmd3M8jtbWOTWnV2psuAS562aRKstD69/KGxy+j6LKtei8MhO57dCC8ATBvwGRQ70r0
wdpjYUF7OGRhCWcaYigmyqB4Si+lGt0Wo+5PM8HIHWSy1ShIVtTE3nVhQzEY4VA7pXXf95wbtb2q
cR2U7Kvp3qpgdFBWLTVzDug3Wwg7L9Tr11cOSjXd6zGDrbNeovcbd+5nXU3meTiVVJTV4WF0ujgP
dxRt49S7HSbV7qZHXUFOo9nRMQbDfDmPoONXEJqDWTTr4yoETIfdyEOBjc06TLJ2IyClydt1QxVp
vlq2ngOXpOiGva1VGQwluzHqUw16okeKIc8+akpTsU/PDlSx+2mJNXzk5hgDP5rw5fgqQmMV1ExK
HuVbs66VjwRHUCKNru+yowPPcdoZedoqgV2iXBVozaD3vtt6oe1r0VpZgZHojn659oij2bswm2qH
lL7xkosFh8XLrhzmLhh6NJz9tISgELSppU97M2pnB6xtRCi3RqNqXOnomlU3FdG3vZ+TpHztlUUH
ukbL+vtoHPlLDUsYx18zxww6BRGmYx+t7n3cdbMWdJNpoBbAV+FkbnPKWFlZX3iD22t0wRMAHU46
qYRULnr/OyEklBxsdQZgj3NeSInSHrTUd92umfZTOi76cSatixiZRCQXOJOXwUQBWP8IKL3JApc+
PSxkA8zEyZv1MfUXt9Ax1NXCqG4fqDE6j55WT8mF6IpYfrOGYbj4Ywuq9w2ofDBXOnpu6EQz1+tD
luNIfwmzJ9YvQw8u7IB492qlN9bidBNZc4If/XtVi6oy2hk2EiFQPE03fj+SLfd3S273Od03TAM/
9uDS6oT8xVKUQ9J7ikPvZM6q8G6d0ei7sVj8423cFFG4q9Dwrb5oaQlet4liMtJmhJZMlhbukUQ3
oSaTct9qtG1vlUabTAjvmvvQrGD6LvIZ+hbSvZ1yij1nHXdTZUDnSrKhJuWYE62CQZSpD3pk5ZJ8
gV4M4j6A09SsiPYO0vCvBnexLrwZ0oE/aAnUhyW34gcyrAxrQtT7IGmsGkZOZjyWcBsLzMrtwRzj
g7AlvXTMpjL9LHNtRJSmoRqOtm3Xn60oXbx9Ek7z6uMvDxNKSRXvyh00FMtK5siDvYSOiD9je89u
mtg+IMuYsnAF9MCPHCsz94VV9YXvoM/6Jq3G5VOHDU22d0E/r4BLafUfGjNkLVDozTnN0IjyMaR2
P8+r1sDlUBv1o90rqoauQuhemqingmE3tOwqDFUXHw08BAwfzAYJSr/gP70Lu9jVqeGGoMBz0dPx
dTtWgRmi/O6zQopvDjzDU9u35puxzJv4Ul2LMK7eZV4zvbItsY8spIFPNqpU1hVFd43iCxHr6yRe
zNtaU5t5b1M2htkwacNKuShdbm2g29leH9QCuJaLzPsxZqPrfHr77cPaFtjPUQC2Wx/QbpccOMni
9Tpjz7svUcy19sZasqAifRyxT8o97QMKK6ITgojuQwsgFgfbJQphB5KkDe7dorCSSQXzELM2XQXX
4oOF93riNU+drTlA5INXAKXHrvdqXpicdK49ee9qjDNRk+jZvHxHp2MBchkyo58urUBh4uwJgczE
OKX3iTftB8LDpDcOpo2vJmemtbrg4FP1Xavk1ODsJU1odGHABRffc7Eo8kpT+6qrrVLuLSfuyqsa
GihlWHQvcSko2ybfm73j5SBsDe1r2WHCdyTLGxwMTOp+aH2qMmF/MGbAR3iGleGJ4m7Z+Cj+DQmG
pJlxg8FCDOK6q81q3CuNHRp+k7TG8IZsd3gVrui4ALbPm3uWAM/q2erS+2idjZdFEvLYnqFV78Dl
ZyMiF3HFXtMVQ7ZHmdyDDTesGSxKK2ms7FsZ4x92ydyoVx+ZOFjV9YxcATe5tBlwAS8uS5BDNrWN
DFt0fxwobr1WYkupb9UEoYDPaUcoXfk6XoAVSGQrVc19v7ZkhTT8YLEHhO2peqhp7+r7DtsuzPvS
WlGDjmwzw+1dS20/B06p+CpF1H5f0XhZdquaL/cZg5f5kDSSyFfCXgt31ggJdI+QT/6Jzy1vnbH3
HpdUWZkj+by8ntTRuZ06QG70CJvmvaVN8BroNDvGFYV7F2mUdvK+KV26RkEmnCo8yOuvPHpt9zow
C9cv0bl+58EX+Mitjh9S5DtukowaCoI5Sf2Q23H72hjrNfIjY84GpLc4HoGMe4jhMsUqKBx6Qk5T
UFix/dlNJsOPqUYnfmdQtd+hTDHRJYEd2NHLLbBZm4p5vcYebe4xXi+iC07UftrRJ8gOdkJZ8hjb
Zn9V8igdfqtZ+6hY8zTQjVIhUYEuqVAQsaq3nTu1t2MU6p0/wO15xDai+zoB1H3MsrCArUd+Fu0X
Nw0b3w5RJt31sRKS61kezP9yKlH/mSbn0qIbAW5yqjXYdwDIEWIy8uqNRZP0Cq2Dtg30bqq/9mts
IbYaz+17IjSRHnqx8YUN9gx0xXLGRyitXyA44TQVO3UZ73BnoA7EPMkLX4MKTmUrHqaLvgyTYjdp
XXa9GDB495pbq19QFsxAUCdT6/ktXNvIdxeE9fyiscvXqxoZ5WkuotTx08IVFN2y6g1/sFu7O3qx
cA+J29H+oGpZV/kLTrbldcwCrf3FQ6LPX5UBO+2i18x6v6qZVgIs9CIXKT5MjjAQ68YPA7yd96kB
Yk0wGgVGdbVhQKkEMB00haEYgIlpUb8bnFX52g5uoqLIB0nMt0wWjN/CWUNCrewiE047Ojfi+tO+
oxubY5KKkA5aZrTeejxdoBZ5nBjNYPhThBMTe5zRaBdVNM3FIatX+24G9aYHvT4bgMXTGSJcXBXK
zeAA7D8qRIM4YngrsXmNOicQpnhQL2ZqhKJgWLiIX7UIs6KeNz0in9tFx8UiWMTUEGczu/N7nQL1
DvET66nikdRX09wNQZ03c/m2QmAx9/zQNBOPimRKHuHQCFAfNR3RvtdtZwJQpJveXYcV4qW7ou/r
B4XmacHjTe07rwEyaBwTFNK6w7IqNHB9aEqK5QGDrJP5ppkgdAHBxmGnCxZMSzNA3UOyWofMbbwH
5HPcO9TDmCNYgsyPod3VtNMNCjh+qUG082FKNVqg6FVBxcYEEBey/eNS6zVmMQZmAWr6EAE6eOui
VlafykzR4N3HE1x8Gy03GIBVHX1Kyp662LLkFaEJlhhHfZ4yO8hKpEXhMrUIaJ0Tz3+UoP/vsu+7
+ql81bdPT/3Np/r/gxScF/+7HPwe+70ELaTyqfsxDT//lczD6Wn8jcQAObVBNg4fh0RY5uGoG/zt
mcj2Ivtt0+b8IQ/Xtb81XdNQUDQt5FgxGP1PHm7+bTMTdNCYCCxitW1Z/yQPf871RuPYAKFDxwmL
N5yaqOI8z8Jh33VLO5bqdcsWddBJofcRYMc/SMv+fBXT1DXb0iwH90TvpSQkJK7a5Ahar4F7GvDb
GuHCVEzHH0b+FzWFX10F+VRdEzqmBg2V58+yjDC0EOVbrks3rHZ4GK07t7PmP8iJvhCRF0Nm8t04
eVvg3FWKYM8v43qKWwGina+BjMBPJw3oACeh6/NGkJHukEiZvgnNuNd5ozm0EcLIxVfFzrU0QDQB
U45//NQWLlu6hwIcghi2EBz9oY4ysAOSw8Y8tTp2gRpPzdUCG/IPIrG/emrbRFra1V0bEIEnVFZ/
uIxNWqLEkHuvE+T08gBwxgCmfO2GQmRONdI3k6GH/jiDudipnVu8Xek/24FgocVBhXH3HyRPngup
itdgAQBSIVpYvAzVeiHLUrpNG/ZJN14na/UZlkN20Nrq60j4dPj9AD+XvDlfCLkRegyo2uq2fnaP
/uHJ49ro6wQO1DV96epLFI3JPl9xqmgImm4hRnt/uN4vhtpi5Zs8lG2JXeFFZSzKhy5NVJ5sdMZ6
h5AGeV42zR+squreEWTnsLKL0fkW2kv3VdPq+BuAd2en0M36k2fLT0vKZK/RVJctSBC03BdzvRPQ
3HqunVPK/hEUUb/QhsSw9/cj/PNVWLO4w7hwRdCLFfvgj3NLS2svEWYcJwVV5CPMu28aWPE/yEv/
4iLItSHgI9S8sTcQr/mH1+gapca0rOvrhnoWpA6tecPRrb37/aOI/fL/6dMwWUwKP8wS5OGxmTFf
7kEtSMiqQQv22tCiZD2gloEWAZblo7sHZjp9qN0OmR00W1zzD/vAC50ieWmmp4OiPVxrCrjPH1AN
41pbKexcO21d1TslSrMSpRTXOKFzFdOxX53ucc1rzBRxKUf91IbOgYQmgtgroNglfkAgVekf//GA
CNEmRNRRjsL6/cWmLISG9bF02uvUXYdqZzS18Ctt1fIbIOQG36liNb81aU/z6PcX/mnZUvsiyzM4
YXFcIa97PhwxwJYGYkB+DS3dPCYOtaxicMOgU9X+usnM6A/L9uf5Ja5nY2mictjbtv78egRfbUSy
m1+jbaLvgKJOe88B4fD7pxLD9Xx+GQwjJkoOq4VJ8uIlm16f1kAA8+uqSw39FjNYYFMOpgPzgepC
5Z5Gr5lfoyuYPhH/0wD//eV/8ZDEI5zhNsV7/ntxCqD2QqpfVNV11XqcrpmCcE2NVO/vr6L9tLcL
+Xe0bHUoEjpu7i+eEnXpgj6xW17rQNcoUyvYjPgCH/ExTvO6vtSBXnwZbTXBiaurmjej5xTvPLuh
bhwtTve2sOEm+zaN/tlvcBHEuCIt0Bz8w23+YjRcjgZVzG2Wu/nilZP+1hZk7PKaIFx/M/VLTHVk
LQDGxsnR8crxLSCu9Y0+J+mRSB/VoHTNLj3Sz3cqmSKKGzUrr7TzP2xCmhifZ7PEAR1rk9ya9HkM
/Beez8VlGuFOlymiIUof3w4I2YKi1wHRe7WWXBWuvZ6iRe0vJmr+F+Y62ft4SbKvvx+en0bnfBPw
D5guFpHDi5uAHoZHSePNJ2h8w2vHCosrbFr/OFfEIL98VouHFAGZ4TF4z591BqifaVQcTuGURJRf
RkPJffwNqBlP5uS9TmOwGgNIrVd1tpghVvWIf0FgTt0DeGS6BMOMisAf1slPE9hh8wd2gU6TS1hm
v9h8+jarFujE8wlSjbGLO6zd6QxMqDoo6h9m4S8uRQ2MDovFWU0Z7sUk1AujRm6sGU4pxMQAlTPt
lCzrfBJelt/+8Rv1DLTwkK/Hwsx9eSmLOUVtsxhO3rAaV/h5mIHXJfUfHkiMzfMXahDN6abhcg2V
mPP5C1UpsRWGOfcn/FaHi3wUMTT60YdhMuuHpkU04fdP9cvr0SK1EePFgOJlI1It4fyuBtdT6XIE
81xne2Pp050SmhbCCGv2hzTlpxABypJF5xPxFLGFvoyp+skOpwZn9VM0q2tguPXDsGpvewMtPmW6
D0vd/sOA/jxDqBwwRWyasLw058WAam1WejlBz2lB/qwm+OjCD0j/VBdDVqoPvx/M89t5/vYwCzcI
zjmiUP9/KdAXtRS+Q8ryJ6Ul7EAnkOaubxZAKYKpbdSFPtkCNnT0tJRWBp1CGljCBHpHREJHsprW
/rW+AGjexUPqIbhRsdnv2C7L+BCXHTzSzAo1iH3oZZZwfkpbu27VCHZD3TW2uyNEXUs/HWcl2yGs
uy7Bgus7Sir0cgt6jDpqWEqpTdHOVWvzw++f/uctj4fHhIf0CGsh3X6xF03eOqNi56mnVO/qC5om
+bGrun8caYhkHaMl1jv/p3LwfIGYsTuVJT55J69q5qdiHUxwVYb15vfP8vOs4SqacGMR0Sze0S+u
slSlUpurduraYrrJQw8mNiC9fZiDjP/9pX41bCTVRP8GTkykAs8vBSc1h+a+qCfA9OieJwlkKDsJ
/7An/+JU5InI40RBhXz55faFncAc4jKnnhJkQHZNWXV0oWwLSbCFAjAw/yX/wK0Mt72Smru+DqvA
AaF4+88fFlwFnCbMbjgkXuzXWmtnRAGVdnKyqTpkazUhMe5OfxjSn7MBJsn/cHZmy3EiXbu+IiKY
SU6hqiQVlmVbHto+Idx2m3lIZrj6/8F7H6ioChH6TtsdyiJJVq7hHfjj+FthYLT2uS/3VI8Xxg5V
qQWG6OqHUUz94KOTOz+BE05xfe0whISub5Zf8O3SEI5fGNt5Zirzyrdhz9sfmYD3e/firTdNR0uA
INE1OLebN413K0VHF2pBHS+l746MFfCFn3fe9K1VCHnASjD6s8y/0JMXpd5sNQZqGroWCBiHXoe4
yRPsRiN484skmtJ7oebj4lj7hC8LSjhQUW9OogscOyu/KfQJzmNd7n0bV7cTFpGkwisKX2CnYqy3
yYtngTYmWiBTc8CYNv6pIib9w6LD5qPq73zqGP++9XYSXBVAIGkx6vhTrgikl+ul+N4PdFvGQMkT
hewUh/nPCB2X/yS9gb2YMYc+PAi581FcH9fV/Ig2lmGt/TukrS+XVZ1ZOEPUaUGRLCPy26VUD27T
qh8bVC9OaotPvFfrafIRJanp3GhG/1XTh87wwKTX9ypglofX3+51tCBzJvmgkuOcrun95S/C+wF1
TEybA0QzbECmg9keikKaH522cc4SQYJHO5XRY0cm/bBIdB29UVWc0+s/46reW38FRpl0gzhppNGX
v6It0pQPqTICpYhVsLGh6fpLPdSnMArjo9SYCMIjtP5VlTB7a8NkXdrlAgAGxgf71zbqxckz0IZ3
EeI2Aqe0sx/hNMX/IqTy6fXnu/pUBX+eSn31neKLtTbtAfQakrm0Oz1YihJ0cRSqkGOQR/j3zcvQ
ShOrlxtNQzqYl9tYUR8sNMr0YAjT/DtKGMoDl5FyfPMqDvPqtY1FQo7sxuUqk9O28ZCUemC3af41
bWRxUqmuqreGt7WbAZ6PxhytADbvchkdeC9IiFoHspuZhzEy4Az1SX54+8PY2l+PVjpyGFxerpLA
SWrbMtUDKYAI26qeHJUca6//YRUdVCHy3gZYxPV8vDhkEL0qHRMHVklNcaZSRKRhEerOx3yVcrNj
grtwvXfJyv5aVr1YxS6nrsBT3ghWLPOn1HKhv+iqheYvDQx9KKLHPDaTnVT4OnITPyDO0RJiUEcg
uXy0xpmWRFfyItDiRAZ9n9lfCVYKM+IWTrajoDX4+l7eCKK4x9J5dOjZ2uTemyBqACyMcFstA6dN
UU2yZfWYmxE8a23AjlnUmQB1k1jnbjHNwBWyfSoAWtzjSSEfisgt/v9U8AK1+xLkubECoyVJ8QtN
AC1g0h3Kns0WTEjLzaKURSDtAaSKGOvqk92U9ruqV4f/hD7aT6Iv8vJo9wAlD0Zkd+i3gB1D/bKO
MFpMJpmAtECs5S5z+5qxKanb89hOqeYpkIayvS1cA8FF+bLeQUioazbRT5BEbF4aeLUFacMiyCfZ
3iVWEr7TYaI9M7mxAvSGh+wI9G78I7TZ9ZHnVbQD8jrxXp60hvXNz6DC/tumxrEOw+jLn5HpDjpE
WVEHyIQmAHIg3586ty4fQntIhYekBSLzsF2axypc0FWN+yXud6LZVQFAmLSY9ABIUoVNI+PyN8Bg
V3vJvO4sbad/WBWSDi6pgdfParjzfV7fAms842uhewpgeRvRJtCtXDa1flbysH3Qw1zzKlKi/2EV
xleIFQI8Xle6fKCsLRRYcLFx5rw76MwN8iFMo2Inot3atvUGQIqfJpy17QOPIOuqFK+Hc9I471XU
vxRcHUBIyun0+ud+YyEQ2muXBAC+pm83TTdICLWmCM9mGfVnhDMRTxBKcU6G6M/rK914PQYNZ+Ym
KgMUegmXGwf0GNtwcG5ngdAbvIKpBL4gop2Nu70KaHXKTZq+xua8zSQXuhVxC8Sg8O4thHW8rmB6
8vqz3Ng1shpLX5tlRKVtPo0QmMxhNYgzaEbdkzKp7xM0TtGECMXOA91eiuHkGgG5STfbxmQD5vzs
inOFlPavRLb/OmwxTQgTGs/bn4qMnfvT4T2RtV2+oa5igALCWpx7Jvi/TPxGTlhPpu80uHo7IXJ9
DZeh6S9WQaOBtba9xRq6XtylBdgrx8Ti71w0DcB0NyufUxqtZG1KXRwYsnVBVznJYWzTSO48prnG
vavFYZqgj8DFwqNeLq5URiasuArPowTI5hOE0YmfFt39mXXDmDxoRWL+BFhZ/JgBD6nodmfKf1Xl
1g8IIKv09DgUz6rt1oqn6Une+gYQzuGUtpn81250tHjNdgKYoBYRGBmUZpt3yCzgEaGmupLSLTAW
/nOkj7/hH2iguEdmfR7qUkriicJ1v3RLsSCsswjm0lUvhM8VEd+BzkOya9Vuh4Qs3faT1FWzxjLO
id7z/8e9bwqixFF2tfqpg1A0I+OeWT9l2xrf0rhFjaKKlAUoo6xDd+eFXidHdJIMDqmgX01ptzk7
skYYdKlDcTYq9wt8v8/oMzYejkkfijT8oMTd3etn9cZ3DugFR2VaMesp2rxDA3eAWM0XcbZrEsth
FuMZe4Zkp6t7axUqSZrvEBXJ/NZ/f3FMLVWdkTXgO0egNDvgmWQhI1k4715/lhufOLWyA9+K0hxq
zGYVfbLKqBt4FiifzoOC/O8HPCdhK+q7392t10S8p2v0d+tWZs7LB6qblYQxjOJcdFjV2eZUvqfJ
AWlXs9sEH8XQOlVt/T9tI6mzw5VJN97ZHA6RRugb58SwMBPQ9JMY5k0yDTsv6zrdWbEl68VM+c82
rtv84mUtmEgaS6+Ks3Bk7GcryA03kf6hHpvhA4QLjCQkeuZ6JHSos+m8E6hv1PpMRKnxcZRxqEW2
VUhTWmMFls89d0MJxZfe8l0TRugMDmvps8z1uXLNFW2P1hWSX0+ugdLszmd468CaFk0ruuca9com
O+n6Sgc9lbln8j4sEZBQH39kiN2d3n5iGYfTZ2NYzQRi8/XlHeI9w2yyzCJdDxIpGNHMQWDdUUx3
p0N267VaGo491CLCYnMvX6uV62GZLIZ71isl/J5r3fhxYG78X498+b1hdOFj3ff/xnWuPymodv16
/UlvbCgjULq91B7rDHT7waRllJujopynoc11r6o7/RjBXtobr9xcR5CGEdCo/rcdMwMGPGBzRzk3
6IW+V3t4aiRR1qe3Pw3DcHWdcq6Ahs21C3eUP++64VlP6zqA+dIfJuRw7/+HVcCvkIUR1JiIXb6x
KS4Ld4Sze0ayRRyQxG4OJYDc4+urrGdsc4v/RRQBxlFBA28rCxNgLG6etnMuE7JxnI61/5JGuB+g
EMefW6PeHSneCNNMLGkBmEApITduDmKpFk4PvZfUclpHMrS2zmNf4z5qK3vz6BunARAQH9hKa+Q7
3mSxgxbGEJWkOA9GZ94zVkGKUW33urQ3HggTI7pM64j5+suKI33Wi9kSQOnRepSytt+jY4YRcVVl
X15/WTfuHVQTwBRZ9DLI9zaf0Tz0Ud877J1YsOTLpVAPadrMH7Jace6hqGmfjbCXO+fQuPmAAoil
hnU55YB+eRBzWAkJLU/nDJ2hPE+lrjyuIKY/Vatr78BSO+PD0DnZs9MjquhbWTu45J7hFKiMdQwP
zpr9D+N90JbQk3THa9tx+Y49WMYwGVknze+QP8OJxEHEWtR9Fx3wTOm4V+kLdF7dWRPkH1ib9h3F
gXgH0xxRg3roYU0hY29/N6ay/iDicvqqGHb2j04YNT11gOGAkoKEujRF6nx4/U3cyLy5IpmtMnqn
GPuLmnlxS8bT3IeNMYtzp/TFnRCieuhNvXjAnFW501EHXv0/gEAUVWLtmODdONUsTa7m0tSxkKu7
fB1VMeVSVpo4z+WyOhln4jwhWfn2uwmYCMcMiYS1xbk5apnDtZpJHtCwitrXezQB0inBxMuEePL6
Xt46X2uIYwoHGwL+8eUDTXiQ1pAlCUH9tNxHWtYftToxfKtxrJ0c8dbeoXTrUqZTd7rmJnL3RaWK
leR/FnnoPA1Sx7JEOvXbs2oegz1bERPkvJti01SqMs0ocs5RP2FKgTLu0RTtj7fvGqhzDsCKFaem
vdw1ErMEGY/IQRoyNo+hlloPltSLuwwS7cfXl7pGwYKYB/0OfZ2ZME2hTQQgPJMSQnY6IzI6+yVi
NYAG5LvEjmo/nlrdi2bYYI1Z3hd6f1iWOZjq6uv/8CNs2NurxAERfYsNqYuoRd2DpBuUPFWETNOj
WfXhARG2/EDnzD30rv1DTn2BhIWuPFhhlN0hRdSq/8N5BQrMVIFWOd/fZjeESYmNyQsFPuoJd/im
5kg/j5ZvG/ZyeP2hb9zOZMB0YBg4Asa9emYN2nINJvhscF59BqzRczwW7r1KNhBgo5E8vL7ere9j
DfOwGUjVWPTyUJXdUNhJycldHKs7ucjdHfDlezOSmePkaOAKTeCLpBzrU78InpbaOF0aWauDnerc
14OlnZFnaXYi2K1nWUMkiQbfOoPby1USyxjiioHXucWsF2K4mVBDWHtzpltX8qrtwNCFFvEV0UFJ
9TnC+sQ8I3mp3el6aPqtiTlYtFAaNRaE4hKu1tPrr+k6YoLnoZbmS2QexBV0+WhghbWkmmP77LQa
9HwHGxynyFqPT2cvOP9Nki4TRNYikmkM7WDHOJvTrnSjowhEuc5xPVQhHgORq5+WsMGXD2oktLS6
crPPTTbYmYcaGuBmvHRa1KdCFT025KZcAH5xcReZowqxL5S1PIrVW8sb2rJb+dHKgPB+LbWdiuf6
23HIlWjZr8NawWzzcpMUA/tfoPvmGQsoZqaoEz2OZrHcw77CCLyxoP69/lauDxwL0sxgfLa2Z53N
vCJPesTS8PE4zysEsENd8AH3DrFzrG8UyA7DWTjUJjUjQMPN7YI93ygwzzbO+IEDH48klqOu3esH
e0anCsGG+GGyFfdowSo+5zim/XGTJt/5FbeelS4q/Q8QlbCjNpvrhmkZuqlhno1CqHeTtH7N7biX
ZN1aZCVWkXPCsHK30WhQVen2VInnIXeEj3LogjcKGhCvv7Zb54R4xF1N8snkexPzUO+tlCHS7HM0
RuQ3rW2diJC1X5CCnygn90bGtz5eoUJWoq/I57sdfcRap7WGGVrnBTqw1yIZjQaRIp6APuQ7qfuN
DWQwTYuW1h4ouG0INKXdT1FNjsB0qUfPTI4y6KB/aW8/+ayz1vYEGGq6zZEM9UbG8xDa54I5zCMO
bNM5VbJPr7+n60jLH4dEwCyQvpS1tUIt57zk4Hf22ahb51iVPYOJULXfdXloHDq07M7zgnfa64te
t004ENRcfM98b1A5LoMI1oEuOinSPQO5QDKvGtT+69JIOiXTgJCLzj8/KWM7xwezid0f+azrzYfX
f8Ktl7jSZJgr8egMzS5/gi3CpHHbxT2P82A+y1hzn6x+9x67cSrXoEJKTG7M1HXd/Rd3MmUkWlG9
Sy9qNJ+Fgi4bag3RUcXbfOd7u/E8kPb42DS0qIjQmzDJKAYvA7MMz5K0EvNeQztEpaPsvLjbq7Bt
K0+MG2xzJGsd8QyZxuEZCVD3QwFTzGPKVOxkxrdWAdoHKhNRJ6Lgpp7IE3OhkuB42G4Vvjdmt0BA
AU/O10/AdbEJyhuAqUMODsZkC6vXMHo008EW5xwt3nszi9o7om0W2G5K726Q07uxUfWTPtTmm/NB
VoZgqcPWggC38mVfngrcHZEYdTM6XbXQ3vcGnpdeMybN3tW5/p1NkkEAtqFrrXwaqv7LdRImzliZ
LzUisEkVoG1pIn2ZST3zVADCB9wG26MMezt6+1nkJKoGcCSmqXCFLte1MrvEeDesgrzU9GOsqAAz
oa3uhGH31uNRCQIG+XtS7G2+hgQcXPowDfIFpvodpHOFk0+LH9dmodV3XTEaKhIRhv6nUYT5SZ2M
dPD6EaXd2oLh6mP5neOvrMyV8Jhv6YZvI8mUeORkHcLX+RLjIINs1Q/FzLrIT2StGqehz5GEyDJb
fAYnYagobs1J6GMnhpMq5jGdduoExhZI2Kk6ehHI8X1dwmVSPZxiK+QJCId/FKAq+UF3hKWgmO4g
RoCLcTZ+kEy8UXbMEZJ/mNKwST0S7LD3s8QWz3mldrUnm7yPviVL7Ix+IV2srdxYU39kMwZMB6bj
ao92YJ1VD908VgmWn4ikHNAWGpD5RvYH8eMO8oFvoE0zH52pDUtPX5LkR2StosmV6GSHlWg0/Zi7
2lmFSs1B851prJ7DAe2cA+bg6pOFFBVMlKk17hH+A46eoHr1hB7W4CIMrKXf2qQZcz+lP01bvNDz
4cjdbI9PplNa/6ROMZiPURjFuQcFVk3emUiNGyhFFvWfGCUiB4SZKA3YdJmraGirTEme31d2jmhT
p9WujYjl0rgnoQ7aXR01LoPSCFQnZl95/sdAOSFYGiucDmBHULpxliT89nrw+JuKbb6tFdEF+kGs
sI5t+07gXYolpd0Hw9CUn8AHhY8CkcvntG/VAonQvnuwl3TEhlVBLXpS2pOB48d7o2sEamk5msNG
nbrPGu6IO2nDzZ+G0QdZM8x7bp5NkNb6qmP3yyloCyv7MC+9HqhyWBRfqaBugoDuw/ZPA04At3sM
HsiWUK6tnjB/zzjN6Pz/i8Gs9jsssA/00HVtFf/1zbuO7yt1Yr35Ke+Ad6z//uJWRFtYX50J+yAr
QtRFe7r873HZRMv69XWub1/WwSrbAOMHM3bbqVb7OnLH1MANXJYOmmWK9lGrdf1EG8n++vpSfxH8
l+eBtWzabIC/LVoGm3y3FjHalqnaBk6sZcZBs5PhM77lKAEvVb4ahyNlkhyHuEMiQNeZh4/tYL0z
OLtfELrBfzhZyFkPOaq476eyr9AMKnvEXybq4PIwixm2/YDY1HFuRYx6VFqOHuDt5AmdEs1kNF+4
MAG1ojT9iXeWrWp904+xRxrXZ9qG3KBoF9RG83xorJ19vg7ETAFWDBxihxTD2yzHXqY+tae8DxAi
MQ6ohJZ/6qRL7sZlLk8YI9q+U47T8fUdv/VyV/gdsJ2VJ78lahp6k6SkD30wIxR/dqwieQeuZzql
SaTs1Lw3ziuAqlVNkskU4NfNRWOWCdFSi1tcbG2siBY9fKgHfXhzVkA3ClSVWLGoJOKbr2KBpAfB
XWsgvWjVYawRqEJga49ee2PbICtzsay5D9SXTd7bm1qVpFrSBJk1oMs/i97vu2o8VqiJHd78hgDq
kP7ikC4cTsjlZ547Efp1smwC1OMj1F1V1ZtUmImyVJqdiHKjl0otu0qGkFDRY9vOltGwkAkOvXUA
fRBN2jwVR2uKDL9WhvjTVFvdR4Ya7TsYm5gIg0oZFq8GeX5Eib0+vf7Y18UNo1J9bY4ArqQe3eww
163Spa5sAFgq8myllnivwExFwAhlJoemrmxOdTHj10W8QL+4U3bupls/ACL62swl5l21N/WhgmiA
RG3QjNp4KjERmw5tps8lGsdl/1NRHB5ea91TyXd1ioH974Adrr+XtT20zlFIAZkwbS4gpbanpYIb
FojaROyp6JfjqBjFzj7fWGWddKLsYsAVAxl2ebzSKcVyWge+rbu9BnDDau5xJOve/FWuuF5GkEyb
COxb4IQr3EGfKUCDSu0VdPZQlEZicy+C3ngW0GqMAYBwM/PczovhX2RxOttGkJpdtSJR+yP3iLKT
Md9chUjGPBUsKkXc5Y4xhaTxHWdmEMuke1gSbfyUktntXbu3lllFahjR8Ok7W4WIvHM7CyVRVBnK
rH1qhjh6XKbU2enW3lqFIT4nnJdvkElsHqaqnayPFCOYc4V5k5WXT70yac+vf8x/767Le91d63bA
JOt4/QpSm0tXUgsmZlCrKG4dTXVUPupW7B4SB0kwBZHDD/OEuphAGO6I40n921RGt0L5LKmOUZbj
9tsX2hGB8IGKokdLN0sdbA3L8kh6icz5MFbH3ESvfmzC+kgnbnzURzl69QoKQtwxvis6nBMLUNA7
QfP6KmDiTQ2PgjJporMtgAcHg8PGyfSAacIMg9VBfzZBLm2kX3R4fRtvLIW6CuJINNeBd23pCT0K
sYQhDd4Tsow/3NQO/Zow/kXHaXNnqetkhEehN03/nnbgFS1wmWjZT9Q+nL64PJLyak81rLXPmURr
EdHS6E/pFuNOlLj1fCAiKOsJdzAw1pD8IqMNkUScq0SwaD3n9yjnWY8WRLbCmwdN3elb/J3cXhxJ
pp8A1laaz19toM3JR3VPKZCjHIMCreffJVoHy0OfISXoj31bhkcMrCKQ0mXZSj+0R2JJJhTnmMgF
91cESJcAhJjxQ+80Ow1aF0EPt1kQFQWU3oyeobfx4gMnCf90cYZUG7kfYrhZpqhebSGBfhzVnOIP
/3BoYVhmOggqojjv+kknDTT0cGFCBH5sG9fHktrQT0Mzzp9eP09XHz/VDX0hUAIcKjoNm25Xp9Iq
dzJlCgwnTD4ACVlIbHfb8VdvFWIC/GMYtTYk06sEJlTUtMVJKQ8saWonNL6iRwlr4VTZ5i4Zb80h
Ny+Vth0NUXA1hOht/y521M51FTMJzFJFCUTV24OWa8kdhjw6dr59PX5Qm3F4SIvUwK+xL5FMrCu/
QjZh5/a+Jtlwe4MdZxy8SoxdzaXjZGkwek7SQKpO+5HKXtdwm3RdnH61LPViRUTlHfZm1q9GaNMX
UaHZ4qlLrf6cZrQs0RRk+LpTYtx4FTTCQU6QuDId2ZYYXdyDqRVOFjTaHB3zbtBP+VSmx4z+xluz
fR4fBAhV4xr4mQdefsvJMPdOmQuWGpbBS/s58VPTSHbC1I0TDJQBJj07vZbC67+/iBgQ3HA2o/BF
IyF3PA1Nb791iuX4+ndynRfTH0NxijsM3KVKIXy5DKAWClY5pwF3cpoc9cHoH7u2S+lDCV6xhyr1
4vjA2KLv7ogytZ9FQvk1Z3P9DHFgNt+as/FzwMMxXgXebtjW9qmLkRtdUbJglsA36rEr7qZO7o0X
bu3t+uJWLBFZsLmp19SiaBURYugbLnI4Ul6PD3Ks+p04vG7d5oul2sAyAAycu3Y7L7eWzlRo4ugr
A0D1ycGllD8C3G8fkGcp/dLCkvr1d3njE4CtDNAbSB3p/bZrPCMh2yw2qhoYl2gPIdoTx2Zayvem
otdvTRTh2K21NaOElcm+bdCMCK6KcVHh9OlO5TWhW51zZCt2gvitwwkrdkV8YrfAZ72J4vo4Uf2g
shcodY9PddqaxZcos+f84Mxu9Ft3q/zORKrgt6PNjvS6hl6U17tTjaT3mGnJToy5yhxo6HEwGf6C
CeFW21ziFUr3uUTlN+hA3xwHOHnCn7Oqu5PIoyaIlY8ZqAcDO4bXX+ytdblhVrkE8LUQ0i4PkhAd
oGhXyQO1rZ0HYUTZQRlxjqvRfqbrrC3ynaZQhuycJ2N9ns0BhthPZFgVxNaB3OW64ZK1Uu/zMoj0
Bg19imJQ2Xmoac+c6rjwUtF2HwYamsrXSMb5L+Qi0O4dY9P+pRSyzI+I8ZeBVtoLjJ8GiCGuiXH+
g6fIfix533/MkDa+C/V4cvyOiTMYBgQsHcSuEu076P7kZ9PqiEMw3csPSoV6/D0ijNCHurpasL3U
p3T2QKWPy4H8KvuFNC7tNCmMXD8MUrGQSy9DZHwFRJlVb1g8gS8KH9R6xPro9Vd0I6JQzDr0EPkw
6AFttirXollvxrFEo8AKfYee6rFyzL0DeP1CkAbh2gHRzcTQ3B6EfJgYzOtlGiQZHKcELtAXYCLJ
c1sVpjx1k5rHniKz5XdWmDY+FrH8+vpjrq2JyxPBtA3UjUmuDjB0m8YiR9BoWLSlqLtE3PQYcEbo
kydj+VtYeXcukDA8x203R6i7K3tB5/ozINqQz2mwn4DfbbnlmlFBc1rydNW0yLEVSu9NvdVOC2xM
XJbwiivQn3vze+XYsxadQURggL5efgK5Jrl0La5H7NjsD0aKeDla4GH87fV9/StHttlYSkjWADFH
Q2YL7Khse6n7LG4C2SVoR6eNWyJfOPS/Q9MJ5QF/2nbN29Ww9sWwfk9qOxtYHpaj8q+sWnATSjWH
JD7oCEbegB7pLxG7cX/ioih7yLE20gIDF8TPwQQetRMprm8edP8gXAMWASKAVMflLmEfO7p6zawj
4VycQrf97SbGJ3IifSc9uLkQKYLgS2NiuW1OGlgMEOkaeroQ8XuvVJ0aqydE94taiLf2D8hCeBuo
JXDgSHA217dV12ZcILAR4OClBmMeqw9aouIN8fqrX//M5ZuH+09Oz/Qf5B+Z5eXejU0SukbrFkGc
Kgi1a1DkvFCZ0mNdALBMUsXYw+ff2MR16AOwBRIGML3NddKkeV83SMEHGUr7OKNZA8OHST8uljrt
PNx1WOThXiy1SbTGZbBqbLmKQLVkc1hMSIdz/3bdScCGL1fRL7dwjrtSM2KnCAqKUCTdRX9wlF2t
w5vbRuCzEVLg/G27IaaajjauJaySdl8KdK58mWkmfZdwuXv9SNzcNTrwqCuDN4Txcvk8IGjJ8UxW
0lVDPjhK0RzhSoqdj/Y6lrNrL1bZvBtz7vOennkROL2jnlK3sk9VLaODpKvwMdPd9ACcpH2o0/LN
8A2yqBXXACTcop35N+94UdokKUyvYnCrwHFb65hruX3ABej765t443XxptCiJQNf6/PN48V4hRu0
lHi8wVX9OW/S+3bOChxa9PT4+lI33hcSRWRnKEgigyQ256+wGmWqAWkEox61/+Yk+sEo6D28fRWH
N04zmzMBFeHyVIyE+bDBZCiYy55bCOjGmltVzue3L0Mg4qNdhfkAsV0u4xQQAOMwAkmpCs0bLWc8
IHCYP7y+yo23A4ibZjZa2hBvtwJuhRWLWphMBPOmj79qg7scC3eenxGTfnshjYQRyfPKQacltC3X
DWkpraVQRGCQq9/1nWhwJy26na/pRhhH+I4noj4FJLrtP9SkQzGs+jrA19361ou+Ps2J7rybsjx9
doq+2+Eh3Dhz1JRkJLhPIIOjb87c0OCqMbt2HQxRb76zC332naJKd0rYm6tw3v7ffAOB6svDEJcK
3lL6XAeKodenuAWVKdSx39m768SOwRxnbj3dFrTP9bC8iAe5LdAJmEh+RFskH7NxYZ4d97Of5nhc
YZ5m3A3KrgjdjeJy5dmCIiOUrkT6zaqzFU2VvbiAnzg7Z1sfU+mFRR0dtN4aniIbnzkNCPujNqjy
LmL48+iMsv2cynAP7nDr7KwqtSDz0X0gjFw+vzOHSPK1YR202Mw+O5UZ38m0T34UvdmcAFmIvZzj
RgePdwk0hTXJ52kWX64Iz23NeqcqUPM6cDBFP+rOnBzmCfelTAFj4CHrpjzFPUYm2MJPnjHW6Z0q
Jr338WnZiZ9/88MXORCtJ8QzBIkWv4o5+rbrY2tS0acmsgKJXi6edWbYYkEE0KlVzOidXPLOd1AX
e8YLyny2RwNzUYmYX5yI6TM4MxtbcVd5W/r39zdx/TKZXs8lnbHLLUp1a+T1D1agqdQ4WQLVq9V7
5fSmOPh3FYTV0AcGLAwkZ7NKXeip3TiaHeS0FVetBnHKkUY8hJ2h7YRc2rP85O02M8NbxQBo4DKt
unykGDEzAThtCdphaH8odB9/w3ZMn0cmpS5lctiiVuqGuIWhMFd4OR5ohVcoVlnehWVRDJ5qR0l0
DGOnxgtNaY3hlClMvyhGYoBreUSfAt/IQak8VS5YoAnFxEnYNuXS+LHhTM6d1uRjelCtKXvA4m75
uvR4XHmD3uX32MyPH+0+BofUZAjd+hYA8ae6UGXmJ1gq1n6GikPvOwlOLv4Yu0l8bMY0fA8mA8OF
xmjbJ3zAlh92M0XaaVgt/LyplUgXwX5QIAsvC94vM56wiF5WUnmeF/6sl+UmzfLRkOK/0KLYOzY4
IK10SU38qtwRTZkiLPSPDY9tHg2o/6v5mB2mCLm79Xho1pY9jvZN+g2dd+ufYopA5KtYFCHlOtXj
DPkC6yEhZL/Ce5xOIb0X7WOhAgk6jgpeiIxN3P6zwjhGx7Sw7U4FA9rad2OlNI5J3yDSkYRF8WyM
ToxdrtawwbIzm943unjErbqphupQod7R+yLpKIItFf19F1u2960+hT+1qvpvbHX9SxwnTGbGKo7f
q8bYnpZZladioj/pJZhnPGMIWb6XWTN8xj2z/CYRo8LrZxi1h74vGk6HHSb3jd32fzD+MKqTbS2d
6bluzkQoc7vmKYp6BN/L1EDONheCpMtUslY7iymtHvLe0tO7sohpU4yjnKe72NKHX2I2m8af5CK/
qcPi3sdO2/y2o2XSvQYSLEC4rmx+WmKuOY1hXz7nzdA9hLrR/o6bNOt8280F2CbsfX+Vi6Y8NjX2
5341NfMj9pTmd/zk5R1DFXB39OzwrlzBprEfq7L6l/EbRYmSSCegETV2d8AG1Q+5oaCNVuCl9V2t
ZIrV+Lw8pX29/ByhHH+acUBYvDY1gUIubLBnzXGJdF+RDMckscuH2sy0zzJp8c1WAOh/EXwHi9e1
aodJUahbgT7PIxZ045A/FpFdPbudYWZ+XEgcJaVp1bXfTUv9NGZYG3ttbzrPObyI/qgoSYjPk1pF
5n2HX9xXVyvHz7JQw59IO4nnYgSRfxpcJ1sOqdCVb13Xq7NX1k01+royGJXPQdbHjzNN4U+FZTuR
X4VJVvsLj5TdCVymp8coBuV0KKuxfyyyxvy2VDq4wKktTSIhw+7/JjtihF1D02jvo6zRiufcLLTu
cdQr/V9UyIfPFoCW5KDNEv6xo0UqrnVFHDcfhs5UnxGF7daJuOL+09J3t3z6/ELz9WFqkITHDjL2
Z6dyy/cZVqC1Z4oxx+IunWb5OMdm9yFOC35fPxREKWzJHCJKWSmPc66WCCVDV058ZUwK2+vwsz0j
pp03PpyC8ahaqbugo5YvEuGapfmCsgbNBMzxnmdbsX+hQZqp9CoN53M2RNXvTJqcg2TqkdnX8rpn
zjXSoTl3VZL8zoZwjD5Fba19VidhJkcrgojhZRos8bPWTjaXdyeLRyRNJFcU5p+DN3ciw6ZXc/HB
HlF8+FcH7DjjJTjqPwFBLdHHxNKK7BgOVefiaGji8OokRf5u0gAifVjFR9U7rWiB/DZt6yQe/oj4
/pWtG+Lja03xMatS8R9yZqPkVA7zfduTlfqqXS6hHxHI/mjD2E8nZ+gVUAdwLKpfU2iha2qF4/dM
U9Lk0KeWrDyXByMj0sP6Zwc7FVwbhKEDVF73v6zN6KAWRlJUflhP44hDl4XbqSvxBfQ7BH5x0Jxb
1z4oOMUNuBBW3ANGoqAlYkA7vjcd2TUeh5LzWPSqcW9YTd0Bey3FP/HSTr4OPLzxRzVSzrkoh3/g
+zlfWnVcvjLGVsT7WXeV76qaZ+lpmvQuPhkAJjr8PiWGs6Xe9LhoRpJAH01Z+G1ZTBfYQl8QmbsQ
j3J/hsj3JaQ++ZHKbnnMo4U7BcdVLogY9TByz6kL68/2PBf5vYxHrXwsE+bXBz3Npvc9JraYk1ZK
+g/g+PBrApA1MCOrBS4fIayNya6tfdeTwj3XjcI1hO1g8gmrCCU6Jkz8A22UqgGutZvMAwg5FF/9
QZZ1EvRxXI/3CqTG5pHvG0+LQYsn613W9rPrwftLMW6Ble96iVKK70s+CDz4zEXGhx5f1fsyEdHH
7v84O7PduHElDD+RAFG7bqVe3N3ekjhx4hshySTa95V6+vPJV2m54YYPcJABZg7CJkUWi1X/UugN
LkyIfpdbK6UBDlu4Cge+aG7hE6iEluZVoP05wTixORtakAU7O80td+/0ySIBH3M9bZW2aON7R0R0
z0O36JNtx5w0PmSVTr4jk/lzaIKw9hq7xekzSlQN5eS4k7dZpOcgTMHbJZtFGASjv0Qkf3ttkviz
KUUM+aSexejXTme5nM2gep7ttKn3cgyUYgc4jZs+bxCJ9/ExmG9cTF3V+4LqdIaXL16TX4ygUGqy
jayOD25Vqzc55axd7VhRtOHfBmg+dvT49u1k1ypwhXb4rxR1chd2fYCpXwjg3e9BUXQkuCH7dUjH
tPVFaaJ6hf+XOfpKY2jPjTHVLkWDar4zQOcVXEbubO1RRSzv83Zoys9RyzsWDVINRW0RNEqEzWGK
k2owD8ApqCKmD5E74q9gD7ryJNGLeKmjMHmAQqhbvoq4BILueWRl/hAZzRcw4o26eFtHLr9SzAoV
pkE4AOi14QZVYKP26YXpf6G4dca2t9F530+lxOsytI3ypjVLlrgiQ7nF6q54dqm5If1eGDPnLbSt
Ozc1Ev7mioR60zh19EtXLOOvgcdsT2wH0vB54FNNrEesyK1OJkayNePh41cyxZEwIDC5Xjksq1gG
pav7oP6HPxj6DX8D00Btulp6eh6YopEWkeVMm1ht2k+Tk8BapW6WvVSGEk7bPE5sGKGlO8mbHLuu
b3LqKaqNfWBGL9gCFuOdLekEeZObcdpQ2Kh4fDUCo14nNZ7mIA5goY+2ipV4zgW3NVwM1jbUvqNP
Y+qmvyR4AQDU0XBbgsr6mYZQPlAibBqvm+PkM8arVeQXOHpScA0mjLCDoTK/R0ZKZzYwO0XzlKwT
t33ch42ntMgxbdouXjTD8cE98KxqBvSQ4lLfzdGilVaTsrSeUQwprUhVhObGwmvoW9a6aXeQRSF/
kxulyXbADuxYJCHG08nSysWSpEseIGb3nTdVGa6t0PpGAfOhlH9meM6xp9APKjdxL/GajClRdl7R
WuEXTOWiBC2SUNn31qQ7W2oQ5sksWq5UNGumyp+SbjpkaoPrgGphtOr3+MVvB1xPCh+GQlNu1CAY
79PQlemWv238NsI/qz+5GIkbXtmhGeOPicJ2NrocTUqnxPDSG7NhARApZgly1Ql+RIarxR7UFqTh
gjg0PrW9O9xi3Bu3HuQeXnNcqS2u9qVI6d5hO/kHHm/ebJJGE8eoB+mwCTI94LjIjoRBUSqU5aAZ
Di80vDsDIQy1eNSMgb9/RB0H/Q1sHyOviDXsXvWcXoiPJv+oePSSG3QRwmnMb6rMiTB3cmPnxdJj
0/aQWZYQw0cZ/xSWUrZ0EGsX5wAD+xTPaJCy9m19yNuTmRvDYzrJEHoNVwkPs7Bxv2T1PDe7DDZy
s0UArPivmOiUbfQxdssDOinNsxR4T26yCEeSX7KbS2OvtxGXaFg7WeU3EZpFnjs5+egVioUXDQR2
elcFVsx87bo0NcJvW/zJ9aL/hIiKDLZZVEVPJvlPtc+x45y+dCJ1fxadG/7BTjH9IcycEycniTx2
GNpfo2QMflvN4O4TF5rBNoocLChy/D/du2lIJTY3EZKym7a2DKQLo5g4B0QiUP0pbWe4CAWLvJn1
YTS3IcQO2piUCeptBYM83AyZtKqHXqMG4vMeHO4olyzScr0lvxrY51SHAJnh8XYeh+FhGO0FG1Dr
HGGLm+7RdFp79CaJzSpdyiYK/hhOyswTdZ7uQyWtO151KGl5eoJ+AVrnZvSVCE6zi9OAecYgMh0b
8ElY//WByPdk/cG4CaVUvtmj7iS3aDqgzZ7Vbf+gBSNhUOlm+VmLWtvdt8BQoxssmLWvGEgZ93rj
mu0fGxCItkmVFsWqIomLr4XSsrsi+ET6doyCJCBFCqo/SlFSExmbEvZECXyRnwTKz9oqaKU0B3jS
VrlBnSrSHzM7t35A+JWDX5ENBx7PH+dZZiw7NrOG8c0uW/vJTMIET+PCkc9R6MzCj1IqkqOLBTGb
YibnV+qgwVfXVuufNN/V28pRu3gzS6H+tNui/l2NKUbFQpPmvdlYMNNcTS68TvK5wK9tq/jl8HS4
BxxAkgjefwg9q6iD8GYG6X3TdprT+qU2d3+nxSoJx4k8SA5KF+gh1t5ZoW5MOPwdTLOi06+Ue1ZF
xdeaB7UOisvgpm1y3fMyhJYGPfsX/WUR5+0+w3rYd5taPL5fWbk4Cjh7IDFUSQHan4/SGlMEeME1
TkmWRzuRD7XP/k8/1h9+nQv8dXrxSCWj5bUaBV3rokyXUcYISetIVI2XN0n//4xiOBTsaEnSaF2V
/p3Q6eyqNI1TK6Z6m2WViuSyVV4pEF1YMZTVaDrBZKEMuaZLmhyDVJ+FfYpBU2xwR879IcP5/P3v
sq67LktGG5+qP03Vpdy3qnYauTO51Fzs01CY2me9yXGyqWaXvW2Ue9NBvzGaQUkVo6Ft3Sx29rhc
BnuZAAd5/5e8ap6t6mFQA5YtCLsd9Mbql+SJKggQAVskbKKHsS80cAt0gilW1Ub8FHct6BG8Spxf
g94igFAbjc6dbQ1cFOQq8W50uoinpjI5IzlwXv8uC7Ug/8uxpvOmbnRI9zR8ebCFdknQ8eo8KmaT
/ZGaoj6FpDKZL6ngyE0qCzP04aJLe9faZa76HW0g0uNKcw+OPWF8MOraRHUN/76ZBzEIZZ+OJMDL
qs+BjxetLlIf+HH5ks9OgzErBYfjmM3FiDH6LE7mEDWfNKNvrW3X6cDHY+hR19ASa5EMgJH0P4C6
GawSC7uWSc5zJzFkji6/UUx4p/Pwdu+aTOMepZk+bge7CA9WJWufdwDEWpTRyx121NfIdhd/B1Q7
KBlgvBco9PnhB/EXUit0xaloNKo+lRFjzDqKslJ2uJItZbIKMXVPRTsJK8p5xkVjjgxuSrs0xRVj
jzfHijUh/gCUo80F62b57/90NxDsjMoYHtCJpM54TPWofuzRMb0Cyr08ChgC6IwGil6r2i5Upa5L
FBUayuRUO1tDD21Sy+RKZ3rdOHj9wHxWNh9/4GO8apoUsKkHPde0kzLKKd67ySjM/TDq7W/IVc2z
47Tiq2RBGi+QTfQT3a8GirEc42caCsUXgCJ14r1/jFd97OUngUCEygpIdsEGLd2Vf9ZXwVEj6JtK
P838/45FNVRLH0eyCmM+p9PWNbLa5PHfuTF5SCyvSTkuUz6LIjSyaTKgWkpLRdDJOh+feaPkWAKa
t6ym8hOErv08VLv/xnnxQX9/rpfGgmLCw2VBtiPOcj5W2OYFVoWlelIbU/+MWoeJyo9p3ZCiXVNJ
XTWllmVFdJ9ZATbHP/QNenUp8meA7E9dpT822lTcUgqPt4CIxUvvFle6LRdHg4q7YEVMjufqwBpQ
ANoqNMUpqLSHbFrM0CThqaKUv28q+fz+Moq3w6FMBSxXJfjTgF47UHV1Z9VTF08nLJ21dGP2eajs
pnpId/D21WSjdGEIHEJpM96mttU3vkIK/xxlhv5dUBUZvT6wMvWucaIQNGg9j9+FhVOYFxVhcI2w
8vajc+sve2yxnQa0vFqb3JETlnjDzEdHpUFSA/SnYCLyD4r2sX4vHx3BftpNdIcAuND3Wu0vR9Gj
pTF6QlhSbCdlKjem0+uP7y//qt/7OgoeJBa7mCnh4HI+ShTYSSmVRp4smM9HCWDzYTDK0jMVrXnC
CExsuna8pvH9NkDiD4CFENQYYHbgXs4Hhcoi2ryq5KmVqvADMfS+SxV98/7ULo0CPJMem0lXGU7g
+ShOUDgzEV6eBtspqUi4xk0ezT/eH+TChiAAozW1RD2gQKup9ItioBG38sTbQj2hFBJtB8g7zxid
9Lv/YygUcOBRQtajNXs+n1qqbZJzWZ9QrI1uzHIenxwLn6dep0v94eCG2S0YSPYguBPk9c7Hmvva
jhG3mk8dBcwNTpR0TKq52DJUcmVaF84/7DECHNw2uPhrx/igtEUfWnht1VSdta6jfYjZeKCIgNzK
EFc2xaX9DhYJIgAniw+3mljDS66wC5TWeIBJLLImBETBigf3lZrQbJ3bDOmPabiySy5txX9HXd0V
qpPYVG5zXPbQKnsqtPrJbcP618f3BykNm3AxLXwDQyHVDDoqQgIvHTneaGad74NWCV7kNPd/3x/q
4nwWsTAXL5a3nk+yjfWCAr04aYoYqLqYph8Ew3wlAl7aGeCEQLurFrj39beCV5AW0sZBthnUfDt3
ZnhIaKTG/mLcMni1JnE7+D8mxlE2BYkzaeIq6I550nQtepMnYWFaXnfDN81ugyt78OLqLSkKQfeV
vHB+uNIgL+sQf8NTjWC/T1dD8SIbd/T3p3IpMoF+IjpxYRms4vkosigzuplCnJRapRBGf3DDbR9u
rdgsrxzhS4fK5kFMdr9wb9f4Ps2gCwJchZ0nNFoYoKsPaqDLYwoT7oGZOjRocjkNVz7WclbPsz1W
b4EpvZrbkDycz1ArOXLtiLmrkwoLJbRm3NPkcKmUNFnQe+YYZ98KbS40vxCkpldGvzBpILtcMK6O
mjt6IuejYwkYxQF0zpMIk/YlROjZ2GlTH+5UHo2x3zS5mvmVYdVXxn2N86tp4w7A053zp0HNWu3R
qhF4L4h2OOGqmT3FTYSGXlwFcbydhF6r+6Jv6x85kiUTGXCUQkNw+/KTYRaoKClyYbsmVgglL3KL
/AaBQZOHim5UCPKYrvyO3goSXoMjumjTGkb7JQOO+pLEmvULoQRa4rKQZeI1yRAGd3UZIVAVOqAE
NkavZsj31FJ+05Q6O/YJ1crNDIdV+noeGL/UcDTHO56CVejpGKxJTx/U5plOjBJvMnUYfwCj52FA
m0czNk0oqW7PYYTGXJCCS/XVRna3eTnJCVyxHf1A24gKr+lECCUXg44WnlHTEch4F0ybyOjCH7bI
umwXYHyDPiQO9V+joexpVDFdyxvGEclG3Whf2sGIbpx8IcwgkFag9DUF9mYGy3KXsXGUE8IbWnpX
D4r7e1IC/a5CJMb220AZviJU0Vi7eCZ7gcZmVkcSEdzAJGq4MX4ClfHdrWNKulqfimddy/PuoNFr
D/yxENWnPHXyxFNxUfmVtrqd70VpUIt2VCxJvKoS41cqZs5nLFG65M6RRSXoiuXjwyjTSmx7BZr7
FqCLrnsdnf5rRhQX4hR3iclLACInjkGrhCPuMtAOOkTphC2xi9uxeRplyxZ4P1BdOkispbv4CRBE
1rgrJ1SQNSM+nKppoMoOCWCPSFT2mJdDc6cWNpgkFNev3C2Xnh3sZxsWGYAv0Ner46tnApBENEyn
DH7uQY5utquSpv6tj1q1bfs29SHXqFun0eUdtRNnhwpieOPqhfmpaPMRQa0KlQBHFRXK1nO5MaxB
+e/9hXnV3VyddKIL2GzINjT015pIthpWmZHW04liVPVDVaR2L2UY/lK0rvHnIf6d6JPiB/QuT2y9
cDuNRn/v5oF76LEfolvrWLTK1cIPw1Lbv//jlvV589sgU/KzwL0C7DsPf21sUzyMeTiAARMP6Vhp
n0NVW6QQ1O57pLvV9w+Pt1Ru8Omh8IpeySrqjROFOqXSSKGqDNNRrXB14FdjcAsQZigpt4XhFZD3
hQuUIgYJFWJRi6DEakQiitnySBEnI+j+S1OnoFqX1ZvcLpIPv7ipz0FteaVyLZzp87VUtbzlMwvj
pPXCgSaUkvqW03TM57LzbMBuV8Z7C/Kk2M+De6kq8JKgNnc+oNmHPCboAp5MDbRShd7Lz6pSaeAo
vLY9o1XErhKhYdPNTexbbOmyo1rpxa+onppnaoQlDUblKq1+oSatthTlXwht6N3SuFmTZkcV5Jc5
2MaJxzSLHXXp1sIO6q+btNMP3a7Et4niMMCSIn/A+apDmL81QX2VenFwRr25r4M5ST+eRvH1qaQu
tpEgjFZLVQ51g0lbZJ7SgadCU9ANs0U8eSBBrhHAL2y4RecX+SWYYHidL/H4n+oZM9d77jjjVAf6
b9XMrJveNZ+NdmoPHz5L6Ewu5QWmhsXkak7uFDpJigLpaY5n7XtSyeJO09JtDLp2O2ciuHJ0L8zr
FY+/lEyoia7FsiqUuvUBBt3JmaiXRDlNdGRSZqr3anulo3FpKHYPO2ipNqPRc76EYWDkEEyL8dRL
oDN5O5m0nodo24rg2rv17e2ok+3yVNCpzi3Y//Oh4n5ZtxCPDyQezVNDV3ET131zJcy+vRz5Siod
LcoLUE3X5uHTYCYoUcXyBMrKfVR5nz6FsGy/QaQ1fkSqaj1VzgBq4v0NcnFUuIPWskPI7JeT+s9O
FHMR6aFqj6cMQX+M5ma1/dajOfxiNkX+kthVcTPLBAby+8NeWFI0XiFzc9pebR3Oh8U+PDLbcegp
BbbOVnQVIjd5c608//bmohvBnb/IDSzMeW01ijPiuRV0qP9BGN/W4FhARoD4eCKaGJ/HILimFP52
U+qouhJDqG/wNdca1OEgJBfJNJxsgJD7spvcG5gi7c6d8vLDhQYKa6iAoMG+XCfraOWavWkojdad
2jlX9yYWNP44WcbN+9/pwgrSUWIYug6vbtznKziVAJ6bIp1Pc9SKz6YxubtMG+J9YmBAO88VnbmP
D7goHy2MDNqVa7a/LGGkJKUjTxgjR41HC1bdB0YTbBSZWYcqAtj0/oAXdiI2ydQnKW8s/1sdAPSi
hBIjNnuq8jF8Eskgj0NcOVfi8IXe2CLoxCgwLThuax7ZVJo9OA5dUtgf4cnzKvqk9nDJ3KgQfjjN
xl6LI223GOIeQw3mV6sGH7QgXaLK0guj5EEPA6vw1WUwoAVpZco0nwbCwUHatrqROWLUEZ26j68q
7wUXUzusL+iPraKz7obCHgGXn4KuVD4Xw/CFxLS5ctu8uoKdpxE6DJZFCYwgQmNmlU25YxzyVLPk
KWyHci/VKv6SgYE6to6TPpoN2Nt5Qh3AdiYF0kJgbqay0pBVyfqbCRDJ4EVodR4rAPJo4urud61K
x5tRV5tPQQUgRyYZyiuLe3VWauEVKtmFzAxxDQiF5LoIJUNvPT9aeRXPaPmmI1SXCRAOLvRj6YP9
T/6DQQ7LHA4RoKoyCdTxYWiAku6hhYm/oglD50DJJ2hP1ZiAANOc0Rq+vH8qLpx7E+s8QVbMwwa5
uPMfN1j4fySzISHDWqhTWXG91wewi7GNTGIS2NqVDPzCA2gpdC9ifmxOhlwNiKow3EQ9k6e8BmaK
4BAqShBSANDY1VR90pIW3kSTuvWjdGI7hIo0lns9SMfyto0C8UsBMPYHIA2oaDmN7vfOHikFfHxR
yKZgwhMQ0TddhQoQkQZ3livR7Y1dTxvC2BOTfJJ92my1SJT+h4dbKskORkRUn5AwO/8GWA2pVgSA
8aTNRo1UPWLadRjEd7qbqJ9FoY1XxrtweVFFRAsBFfRFymz57/+kAuHY9KAcE3kS05T7mj3JTRHG
pQ/Y+Jr1zoWhFtohFEpKviS7q6nZiWJMbSSNE+aIFYmoXcN7aIaDUozRlVldiO+0Ugns4DjgvK5p
jqMaaFUTaMbJqdOf7YxUAh0vV/v1/re6OMor75n+BgpVq+0LZMUKIoNnlqi0/kanlHHXNY3+9P4o
b5eNv9pZGngLlN14PUT/fCGYPXkCml0/4QKUgjoLgZwslAM9yJwrVZO3E8ItiB4/nLVXIcLVhNSq
M3ss0LRTUcaQkWh+oUfe1FdQGks35DyA0wZaDv4iZLGQ8c63nCXVwegnR8Dur56dKLqDUXuPV01L
bRCBr0zalddp10jqF+ZGZkFxkNt+yT9Xl5NZzMqUoc98KrKg3DRTKzfjYKmb9z/W8ttXc7NQzObx
veByuAXP52YAqowLQaswmIyEWkJ1jC19RF1Ly6joiG3iOB/taYC3I3bS0OdKJHCvgQpjQtKgpal7
qGJ3vKPq229y5ASvnKj1R1tGcelX08ynX82HO59YCNMkERr2j/mUzsCmraT5qYHDeig0raW2rMzW
Q6klxcEARU3RsrvGqXxzdfIL2P72Uj9AqkFbf0AsuI2iULLgYJdW0gOx1OGlhjI3DgiwA2Bvw2nv
QH+86/qxeBJ4b6aUUIX1Dcj+6I9jbz800PaufHDy4tUnf/1dZHeLiqtFxWWVj5SWEqM4KYJDUPXK
FxPaZucNvPkCLxFzr/s2SirN0c4NBJgyPPOgZ7UplulO39cwPwsBoi1rQ0whQfAb0abrjBidq6mv
Um75zuz8UNFya1OgX/IzdSP3i5KMk7ufUeI9iswEbdlD86i8JKIzAMXQVe6iBXXgm6Cmaw+SlgrF
qrd+ZqawMuTJY8cClWX0wQ35hHqAX2a4OzW0Ew0IHg3jm0C3lbupDQNQ8jbpE6B4WX7FRcDVvD6Z
A7D8agRXbUCVaqNOiojAKCdz5qeBY2+EnrTlRldcE3qpKitxyBMzu4lrPfrc1L34VBlVf69lFhS/
yUgdvy2r9E8lqFhRtZ8xWogzxH+2QaVkxiZz29KkZtWY8KTi3qWfW8Xpl8oIQCjPdVe6Xq7FREcI
cP1S4+3Go40CcYqDiEBQHy6XrT5ZeRIPt84c67Gvtcb4NYprM/XzytCQew+r+IfSxn3s2Zkmfjpm
W9zpIYQ1mDoa1mqDkzeCt2ptTRDn5fzHDDP9rojSCtkY3FD+1vB/oH6U5nBXa7PI/NKqilObKUUK
Wh77FL9LOoy5cBlzfLeQyXcQ0NXX2ZTBSxX0EQzcUMl2GrypYJdVvEf8oNWLCIeH0NG91IG/Whmh
6JGspgW8QctZ/rBn3fwPtyhJuAyGyfCtbIRkENvatHOHIhg8eFJQfmimZJ+yCAxz2unuY5vih76d
TE35VaqBO3jQ1XT4XEOUfW3x9Ro8ve9k609lKFrPAYqUbgQcxoemq5L/JtrQ3w23h3KrB2NjbspJ
xaa7c5U+2HWzgYCi03f14ItenV+Qv0E8E5pG80vAcEaKt4qnrzkAHDTOlg7YJpjs+UUiS5d4btZm
ORkWqTNuaS6VyjoatHHHg1PPKFIo4SO54kyfU2BAuW3KPIv8Xk/Lu95Jy6fJmEwoy4GcAXMGSjz4
SlS0P8N+gsPbpkP2WMtmhnzdiOg/s+yFuYXkoQe+3ozNfxnyKWJjj4b+B7pIOe2FUIpThPtdsY3d
tvmT5nn4tw3TxQEA0+DSE4kinhMjKF/Mys2/FNzOkd8WmXY/5cX4HcJn99QNNH8gISfpwroF+0Fk
SJOKBN+c4K82nAlOzpQ3XlyO45fOcLTbBCBV45myBb5XSVuZtzZfYvCdPEz0nWhrZfb0qQTwpkD2
+WbEcfZ3TI2p38LQUO9rN5eF3zpG+T0M6qL2KJA5zQE7aeeXU9vOvWFkwRe6gHDnKHvp0LenqW83
ul6nvR9W05jgXl2nIS0P4DW3mCViOhFCKLhX1XFSNmrlag84tBDm4qixf9iBIodtroj0oW9EMG/L
QR9SPKyiatrwNaHYK25h3QX0iH7Mg/57hAhSsWSFN6fmomLHvvpJzWlKfKkVYeu1KPw/xmoefuV5
PsAUUUtN8XA2KMOdAgumuDXrMH6EOBRCHOqDvPbgHFC1rpFh/d5kqvZnGNyk2TZBGX6R8ULZ6/S8
D6EoyvAZjhHvGVlGQFAiQ1EMr+9dtksunORBiRTEDGOrC7+aVWxWsMRjA/x+1oTPoRG1jyJl02yK
2MUCMXf77HsfxO6hIwB32yEnqHnCquCjW5MNn0yJq9LLzKz++n6esX6qLZcOFWvUdukrULhesp1/
ksIoQnRvUXg4WI0p96MS9S9dnBe/a4qu902UJn/fH2+d1yzjLRq//BNiLh2T8/HG3OhhoQsQ0tB/
f+V21+5hi5R3Juwm3ZNdgwDfCFrvSqq4TtqWYUF4AYClrIBJ46qW52rjjPxh5x7MhB2gK8n0EqUy
vpLHrzPs11FAJnH+yEYJL+eTywOIcJOaIFeIkxAcGdv1ogFaq5ok1553Fyf0z1CrdaTFl+cpBcqD
Vc5yky1YDaFn1/xb3wD/lxkhObJoT/Bwpa12PqOwSkUe4yd0sDIgCp4Ky+BuYuF6j/296OpVqhn7
paQI4WVGQyhwUlhdPuLjxgNIzCq/kj5emLcNoFJDiopEEgDP+Q8ijqul44buIYZsf3CkIz5lZaFc
eau/bsN/02/mTeuQsu/iignkbPnS/xwLCkMCo/DOPrhzB2YhwC8g3mUyxvcnrkW8mUxr/NR0BRwi
M7fQzyZT0B+A/6vwoO00/FWC5Ap81TBxAcZ/WAf6XyMcAdgE4tJBZMb08R2+eKuSWL+WtF6zy39+
MXxwPcKZxjkodW5sxCjtjewga75/fN8uP21HUneg8bxK2Obn6xJT8iLAVuZhLuPRx4ss9uNKC658
5LdBidIFtffXAgbdoNWua6CQ5/iGI0HhzLfSzaxvrRWVu0jX+kMhIvvm/Um9jUkMpC9PYgSygaqt
niRTP2p6GKB4IYB/P2BGH9xmjRE8pZQNN2hRG1AMYv1aPfXtUjIqOiPuwrxYPFXOlzIRcqRMqIuj
PYvuWEMf3/W5+fEPRtuWLcF7dXlarHuFOIaXrapk4qhUAdIlScElJdLsynv/beBjFMBGS9UPjfFX
CsI/my/JDAcWzcQHA+t+ilxt9knyANN2EILe/1hvauGEVc4kfwLqFFCRVl8LNZHAdJpUO2ZoL9zr
qhKfaoBtX9PK5mkch+ExdE34k+TeN1o41JsBzdsrjfEL86UpDhQFVgWwrrWmZYoXSrOUP499AXMh
cWXwXxvnoT+aSn6lTH3huQqSgV3JY3lpNaw1DFM1QZZVSvVopirxFTdZeY9ZsuGNdgB6qhuCG6WK
k50m7PyYov19O1la4UPrKB7cOi3vbb10/rz/ES4cULqZrmANgGe/eaoW+Isokd2oR63up4NaZ4CM
7MbduEFFLVqDZv7+eBfWG7Y0NT/uVUKzuYr6FuqDvYIgA0K1ORr6bm54nZyTLZfgtTLtG8APOws+
BM1MSmUme3p1s+Kn0hvYiE5HoTTpya1rRNQCzd1rEzsNRl/sS5nkWyTY5Z01gPIK8FpHPaYdn0KM
IjbNbPKmHsPkqexbw4df7F4JjxduZSqSPGUo1tArpKZ8Hjq6JFIycPjdkfcmlPPJ2A5V9kXpxV8F
2R8Hgxazmb6WEdRlpRN3CuaAV07hheDF1ajT16brtYjsnv+CIgIm2EXmeKwyqHC2DXF3CkBUvv/Z
L2yz11olmq4URd+AsMG6Tsms19NxNoL+0dDn6hPZsfCbqYx3qZynK2Hs0qyWyhB2YMaSYqw+PcC6
EJyjPh3LJFWeNAjEEObTj6qULaGLmxMqJW0Qyk/LZv8nWM4iqSpzMqguWHN/6Mx62DVV2395f+0u
zAV9VdrIPH5Brq2/UI8QmDaheHo03cLcQJG2/RIJgY/vA0ZZ0A3waZfC4flcVB3PxiTgC+Wl1ftW
2lW7VpQfxdYg0E2ljj6gvZxJ4Kzno5StqSQ4DvXHGpGsDVJa6t6OjcLvqZlciTRvlw1o0cLPWLpq
/LHa2HlWJov6i3YM+rA4SkjkXt6b0ZWN9jaewfgDmUsbgzq5sYaMIQI1xqnd68eKt8rdIOpwPxl1
v6+x2dp/dB8wFKbgVF2p/sNWP187bFtbF5Uh/agNkbUZtLLwkQC/hsh4e1IXCqNGIX6BLyCOdz6K
bkyBM0hGyRphTWiATfFDbIvCx8Ct9vqmjO/en9aFa5ERydoo/mtLm3G18wytlm0g+VA2VbiHemyz
UxGV8hCWwK9kieofUk0Kvhhp/FCjN/5nyCUVQ7Q7XtSxT0/mmCWfr/ymJfs9fzWwzOjZQF9H8v3N
tZhIIqKUrXZsi8h8LOjs3UZq0+3NcCmP2ZVjbZu6njaj1lif8OypfKPQkmiT6ToSb2onxvtKaarv
4RBp93Ghp190fbI9JHfbTaNm11iQF38usD5z6YKzkst//ycQ2UrqThOSjcfUDMNN3+nND2475xFe
m7XXEtPyW2XBpivlNcjkpe0CFoHWO1Alcu7VpmwNcyw79EmPvJ1sxyPbS45JpjUewjrGXVYP5af3
P83lARdLcLqhNIlXu6VyZkDnsaMdx3BUD5miKJ7KRf+cUjnb6TBkv74/3qUwQoOI1wT5EQ4DqwnW
Epv6Xh+0o4Qw/jAErtgZbnztEFwII0Qp8k+eYtzF63oDTGhUz6xcPyYRV1XeNdEOLBSl5NH98G2y
hCqgBss/wHeskm4LO4scoV7tiJRYdswUCud5MlzDm15YtYXGwzAQWGGIrDakWeVVF6jIy5i1le+i
uEyOLoJxN+9/mwt7gQITWAFayASQN4QMt4yCgh7akZedcaK8kSEdVFk3BSKSCCDW3RWa94WvdDbe
6vYa62IOzY7XbJl33TYJDekLBTmSvsci4/2pXVrAhQKFrwXlEcSaz0802uYJFnWROFJgnPzI0QYf
MsA1U4dLEyI9xkcLTDdgq9VnmiiaklLm4jjleQyOfBjIzbphXyTVR5ut3Px4mUCgpeZDjrFOxhMU
dmQMcek4dl2zUdEf8pISwcD3l+0VnLAK3JyhhTy71AGoEp6vWwO3OHVaVT2qWGNbGxUp+p+8qdvW
J9DXO6vDoNtvUCj6kddVavKEthQE9HD91HyK2+o9j2tzEZwaQ+lpIpNw6WEETD5Kms6hD7O63nSx
k/825lz5vXCjUA0KqgUiPOr8RRiKKhseNHQD8NWe+48nNUvWRBaFggfvtlU0Gqs+gppqOsfU6J1N
J4eI9s94jeh+4VxxYpZtt7xMKBqeL6JhVPqsprp7VBSJOCt9KMK7W/sSp9ZdXgXJlRTgwjZEkYQH
OBGBVsYaJWaVilEB/raPE0Flp7bKsB+tSPXH1tKvhIxLQy1YMfJ2QMNk0+dTi+nvj6YRO8eoafXd
SDvDM+jy7QIz//v+VrwwEt/JWJjjXBzUOM5HgjMwDWPn6kfk9KAO9WiQcCcrt7Nw+sPHh0K5e2mD
UxjnebUaKkxk5dL7O6pj0b0Urep6AcSol6SM7Y9vwFcBBGgEC4d8TcoIFQphSpTZx/9xdh5LUiNb
GH4iRcibrcqru2kaGGDYKGYYrlLe26e/X7KaUlWUomfDBoKsTKU55jd9myX0U3Xv0JEmb8DA7tx+
LlEXXTvQBTBOVqd46DAObKJaDYq2cI42ErToxSJi+e5lk6R+R0a5tOnXsgddO9qLqbZqkALpCkxN
SQ9ZXJmnqFq6w+Oh7pwoPM6pvcuihwsC8/oLeRl8OOSS1KDL8vTs0VM8eFDTD4U2IOqe2n89Hk4+
RNe3oEsWJx0suCI4VasgvtNzXSmdtqSsUAxHMAfpZdTV6FAqKs1fLukJdT0qIY9Hvd3xEGeA0QCz
AlMDb+d6kqk0fUjoLwaFaZeHUDXrr0Vu5N8cFAc3hrrdINJ1hLSLWdIBXef33qi3tAWrPOhIWgl4
K5qhLXrZjyd0MwoBDIx4qWHD68hOvJ6QpS9W28/2ElTh0kMHy7onq222SmK3oxDyUdRFs4A5uevT
i698QXuzDoPQgegIvbpAzHA2N3agvAOutoRUEQEwRnCJcwGTup6LoSf41CaNF9QlFMLYm5vYdxPb
2kO4zg4NUr2Zb6hF/mLHhr2RJN/sfsYGdkeeDIaMLGUVs4dSeNQq8zCYY2QX88hrfFtrvum69WXq
tE+PP9rNLvw9EMQdB5EBJrr6aPPU1v1sTG7gIAb3qqIP+BFxqeSIEGqz8W7d+XIITRJkoJdARVfX
r9cUp1fcP+GuBSHIab+JlW5nQonb+HL3JkQgSC2e5rvUZrgeBf12ruLQ8oI0DadLw03/jDJusx+t
YtgIcH+/7KtdArvFBAskP9hNA2VcEnsc0NwKtFlM5zpCz7eftey50+3of+hL2WcU4zJU3XT7GYVB
qdbseZ8c0Sc7V0/zV6S2rEthpSKg9bxYPrp5yImiUy8AOBTN8d2fmj43RR5ZS6YTvdpXYIYKTJod
J1BcZT5bWl0FBr/nu9uMy38YioaIxQ62ZVtu9cRObYPoZlPzEaDx76N8dM6AdvA7dMUWEwEWwM1Z
ld5XsvpA3dpw1/sKZxEBRsLkRhidAZfkplQ7kM7LiCSsKrEHxWSFGhkOaPAj7yiM4rFqGgcBzlL/
OaXN+M2ehszwK3suklMShqLYdRgWev6ixNanMGlzuptQuUdfATf0TaD2+Ayv3iiIKecwDDShpCDK
QxF2exT0rWVndTzXaEQL548JStybPWHKJUmL5Sv32oxO/1Tnn/XOpXhelCL2JwD0HxQRaYCY1MoG
MqXnDeEqUlD/A4hXfQ+rJm72FH8sQF5TpH/QxFC8movSPZu5l/7Z9ZqW+hpSE6ifF7UV7ZU4Gr7a
IyUA5Em78Rv9o+rNVpziR+U2Zs6tFjn/i6O8Tg4jfR39S+VpZbGHW6yWuyyZuzNttfZX4bmdB6bZ
U/D5AtiSXaZiNrtA9kFex9JqnX2GlkPk51hhVLu2rnoGNIdC9eEMiOg8gYuBI4WY3P+c2FCgDmTJ
BDi2jKmQzZAe/HIc3OFoq3NzNu201VE5bw1jF8eT8rbo4PV93VSsPbjWeDwadW99M9Ss/yJoU4ET
jYxvBkpWMQinpsuPdhJr9T5qLATX3UTvZqjrnvqSA3wBMFB4ne576Ly1vteVi7uPEgvVYLuI0k8o
OIftwew5kGhaGi3uA2qL/3NfY/qyw1smXJ6d2kj/tLsFHKCSLuUXOzHjPxLSuV+jCRcLxFih/+Mg
r1TvhYI3IDRo2zk6Rt19KHEElHjF2naDzqhqQICD4dWHqLAr7wBq11DfFCuTahejUH9OusKG86wQ
14CUGME41QXa9junMCF1WpkBKcMQWjFsXKBAiG8OlGTuIagFjZhHYf0mgKcAlT0jCN64qWXve1px
874PXfvv0rPTcudOqvKk9Bn8lzm1lfBC2dNRn80IHVDk+zVj8PV8KKYD/TGyQ6fNkPFQeWWSo+HG
+l/xhIkvOgmF+KvBL6U56cLtv4Kn7P9Os9GAsT2XqTjocZP9XQ9dgsJo1EYfkcVFxwcDiNT9VJSo
+bcLouw8JIuWBwOoym81GVf4lEWhmpBCWPWv3PRqAJugUpRTrJZGckAGV00Pw+gC3EibHJGFWklL
NzCSNPnoYM83+FTT7FM+tG2yz8LI+6lS8In8fnHK77Wt5T2E2lrr96nl1B9jrah/ZGKG/mdAgD+h
Kj1XuwyJQwT8HSPzDouBWrI/Z1mb+kahKuHJdlPWaUy8ZjrjvWFCFq7RvvU1N3ef2zLEdMTtZuOE
gDLgLlGGCdK0KQH3jsCqSy6IUBdfq37CZZk4BKniXmTothd4HDtAXdu+3GEagVY6pU/lY6PldrSv
3LGc9uVcumJHqcT8OVBCi7BJmBBj4PcrxTmauGD91soaz6/DpC5fSMXwp84bBcylnXhTevJQ0fg4
SS+n3aS5BSRko1b+mCY8G/dep7jfOr7kD0w6hNhFdry0fPak+RLNDncXyUIfUDrs65coaga6t1FU
HwZhqH+n3jDOgReHUXcq3KLqJbOoKy6DpizAQFMKsxuZ7U3MT/mQVJ0gC+krPBxWAV4X4wQxWmX5
1HaRCWI0ar8SsZjnBkDrbsKp45jzR/HuEJlRscV1sXKiZbBuTk1dWw2pZ5VIEsbDsWB/fEIXu9o4
wbcBpBxFJjI8hw6QlesQiPq7ERZWW8ITlzoZJNPq6xQ7/RHY0PDca90WXOrOhSEdoWjXA8vWnHWf
ykKcHKatVjzhWIFIvc1Lmflp5eKvqRt4BT2OY27bwEDoKBTwORDdIEeU8/9X/X4CeUz7L2+elq7S
v6jzok3o94Sh4yvk4P/owEt/6Qtx895duKMBgRYzxO20cUE4ljnyLY9/0J3pY01JaEUCbqjW2pc8
K/qptlVRPyFiNT+BBc6fImPxXtu0Vze27d2hpPItubHERqxiaEOdkI7AQuBpHCyHEhxeH0ui0onu
sBj9D7OiU+t5sqhlWauhmrxC1sVe6ieofKjAWuVuUUscdGeQAI9Huk0MOL/gnhiFlgHMmevvuRhw
37Mprp5qyxouub04qMHaynvLPuwa2ZSQef5vU97rUdDjnhzIcpyKBOXqhuqlr2GqtE+h624s3b0J
yVYYIgWGDd5/Ff5qutqEQ+hWT3OvKcEUm+5LqdrfH6/a77LOdfYBFVIiNgjDaCatNZC7MqP5Z7bi
qQiVNveLMpdxgaEtn22B2wkwf4o5/rRYyVOdtiEK3EYjvqRGp1U06opRPU+eV6DMUpqDesBIDR6F
jsUVmL6xyoIaW2y0+1HHNQi/7ORnFtrjDytSo0Dk1CdpNuo4Xz2e1J2rywJtKRsUtDlvVFMa5C1a
fZzFE4ZT3U9DFYbvLFn+yQDXfJljAIePx7vzpZAyk4q3yINSBV9t8mnx2sUeLIHSQ9L53dhr373c
8zYKTPdGQV/RozxCOk9GdL31XCSaJS8kfioSRRzmMUNJWEVq/vFc7jxpKPbAseTyRz15XYfWuk4d
UtExCh5AwaIRFel2aiKUPw/VUact/ZWWwpaM2p25SdaUhFPb8kZaFR+xXI2ViYrgk+YULu5nxgK7
Iqast7Ezfou8XG93+nAe5StZF2HPr26J3pzNsHG76Albktr0taGLlrMZ1v24izRLRHsrjRPz82jr
0fdwbCPDd5E2Q8R/afqvpZUN3yL83PDM6cflBVeIxt3FYzSZfoGo1Hz2tIxQsajd6kuXzaGHVw99
Ob8f7JPW4IPg92ouYenLNP1EcKIXO3dc3D9R5je+J+RXw04X5viZFl/yYkMD/FVqZKN+jxbSF4xC
seXWaMROfpcqHXBYDw9bX0ursXqORLt0+6KLkh9LNNjt3iLfG4jEJi//EFVWPO7Luse+yCxcO9rZ
IXXD3eREXbZPynT4u+zzxd6Xnad/aPTa/TyLunX36tzPXyY1hQs4EdPh3DFpUb4zYXnjxBSmWNkZ
sGW6Qw1Evtjn1N+9l96ps5jY19PeykiJv41Wrn1Ux8Gzj5iAJGcVDerntIoq7+xhdeT4XRdbsT+o
fWYcCq9Yup3hlcymN7Xsp9piag+VxLWap3hG0donoi1GBL/76JVcs/y7n0sFFoQX65qP5wlW6bOZ
2dw3RbwI3y6bvpfYwvmjPWXRB2vqzA/8pBafusqD6F8UickdJVh+XJBSJFMen6jbvU2TQLbqpTCF
gdDU9bldxOIuSRUlT0il9sdkqJdn4pEtru3tm05ZDBl7ie9GeHNdN40t0bIFaz3wKi86tCFeXF1o
jgT3jr0xodvrlTgF8RweDNiVt8I2SRShx9YaQSsi82fuzOqHzmKvwbzN8Sm3x6+PF/B3v391aGm8
oc5FNgkkYN2YTUp8WxS0cgODkPRMtZviBOTSi1rx3azcK496q9WnGreZD0psz588qwj3OZ5Ar1po
kjKlefkl6ctNtKOM769/mOx3Aukm5gDFtY7ZQvJnSe5LnqbE0L4uYWhrXMzE4n5mmEa260fE9w7x
kqCRn9i9eXCcgfBx0pT+48Yaydt/9VMInIF4ESiAJHZWuyynor44dRE9GVlsM2MRzl/pDrv/s7op
/5nnpv4NVH3xgkq5OcCaGrH/clS8ZXxH7Y2/STU5EB78jnM4OMvPLEECbw8Aee73Q95j5lSoWuei
k7UMzs/Hv/32gABXUKnwSfQP2qqrOxnrzYVa1BIGaZGwi1S73gO6Njau/jujsDymZL4DVL/JmhD3
zlHcKMLADXME8PLwpxrZ7zS2pX4LOpEGF819AhBvfQpdOA4xPkJu4Ar8LCsjfO1b+IxL7H3LinKj
Y3ejTU/1VTLSGYZCLMX3VYSY8nNUxBnCy5yXGYl52CS7ssnz1yTqk//hLpH5tPvCQ0nl4tJBK9+3
vaW+6t5cRn6GkVN6fOeXpN3GLUdESD2IJV6VzWEjh5M399ZFZBPUQHNxnpqxCDfun5svyXxpIBIK
SXYJQifXF2qviND2euDbOcywQzOg+BsPypZtx71RQE1L7U+pO7HOD8e6ipaO1QyM0J1RZwujXThq
/Uab5ibc4u6QYFZSXmT7b4xOKqOL1N6tIubS6acxc3XpkRTxGuX1Po7m7BAXZrvRQ/m9Da8uCzkq
Yb+sznGHq6sVnARVQUtvoiAGn6130x9i8nbmWH2E1Rp0HoI41fhcJuMpm6p/BtTDnSjFI6n9IPrl
Q2OZu8VIL11vHZFsuzRtNB7KFE/RytkIrG8eNfk7HaDEOOfQDFx3vulHywPH5iVn9o7VEqcHU6HQ
2pR6+PZ46948agzlcXPqdDd08u/VJdRasLWWPoyCQSDD6eDUBicgyYGXmvHX2MSvcmNu9748EljI
IJDdEY+uLuww1GkrhXRteqT+ALyYnq/O6hH2cOrjsBDkdfhebfPfjf1/Dbn67HaJbO+IVm0Qx/n3
Jtf0w5xCP0rdaCtEuD08SIwiqkmwTUYEKPz6iM5eb6h1MbGai7ZcsjD8MbRVv8EjuUWxIq8HOlAK
tHCz8+pdj9LXzai6Vp0Gycg959emoOcwCrfmitP6X6HmZeOB3qSwfb2Lk9GHnGmScipZq/uxFiKR
O9qT/aJmwG/2j/fTna2LPLgEKHOweY5Xa91pqnSBGZKA0DY6gIjwXkgw6PJ0dvbr8VB3FpuUUD6c
BnUs/rxehtmExZMZSxIURY4yGOTvQ1cnW+W5u6PY0FZAABCCrauONMeMacqcJLDadN6b41RgGd9p
7yXiIZiIggr1DpMSDtng9VzGytbC3CqSgPwA82mnHWjvjtZGLHDnsNNxhZnLK0VAsHbL4a7tRaPY
aSBMu34JhWo/q1OknCcdf2hfqOa4cc3fG1BG5S5of8ZdU7xo/UHxUtM8AHaFNvGgWtyW6DKCg+5B
0CbD8d1bgqImTVrCAshr6+YLGg4AZktdBCX7fhcvSLfNSWq+fxkBT0h6BOUw2eu5/lhV2db5HMvH
a9Tio9Lql9TUxSEs67choYv5eE6/cYSrV8uSSAoA+TbXypouIQZlsA2kmgNR6Zk4R81Yv2IkGX6N
xDIESy+p+iButJ9Wo2S9T/tv/AfLJ2QdvCIqkTT1skI/ysw3fyqWGdkPvIRb7cxI7Zu0J4SZ3tpq
vKPtW+MfNdT1Lkyrng6eJcljJTYeIL3nbjr16qRmT1CdVGtHB3Wy9xBt6r2Bl6p9aGfN6X2RhPmP
AYnYT5aeZfPG63FnQ8kCFwgWG38FsqPrpa/Z1gl3VxIoppecYmFU/ljo3IHFHJ6GbIubfcsblPYx
EloMc0qXFK/r8URZl2qL/HngJgR1ZuU13wDsDz/DGhWL3Mj0g9GUKXaWoaKkPml99BdoqHwDKyED
2tUO4FcAZyVkIXRZE4u9HPNBq+FSRek0FnTCButHNdnZ39xM2pEnJ/vRUTPAkRXb+o2g6XbFZdUI
NAj4d/Ss1/cfLeu4S5xQC8a0d3aK04I/LcCCkgmjoI42+8YRvqXS8VXpQJBLSN1uOAbXS77EosP8
1luCuFQqc9cNdv4jrsO63FWRMU6+7oyV5bdKOWj72DArE0/wVDeOfdd7EdBb4cgmq15/1KvECI+p
ilGyoyd0vFNBDerx4bx9HfixMoUDyEJB2V4VJ+O0r0jJ+bENXkbPvZu8tEU4bXz+u4MQM1EBlTC7
daKo612HHoyyBCnl6L1t5CSyvTNt3Gq3L7cE+UomG6eLJ2J1tEK9RLGmtvQgTXpzj1FxdUbLd3iV
UJz3evRIOgXPD+E/JRVyjVXUGWsl0iJzbwYjTjB+bNn5XkcvaGNGdwIl/AcJxmBLAwXjqr7eSi5w
iIG2bRuQZOxypU9PSSP2Q1oEsGr8KhVH2UzuW+uFg/u8RO0lltfZ4uVbYPE7n5ArhCQZ1WAJal0t
bqVowH9jrwZmQ1qBijqiIbnxXpNKlhVqpXwlSEZl6+l6vmQqqTb3egMn3Xa/NcSeuylK3k1TYRSu
Ah5A+pYg0vTrUVBmn+0mtZsA9rJ3jJSmO0Bmjd6/6WkuowNLImSjL7a6BmiUisZQwjqwXeEcC1cr
LmVNJebx+b1zwaP7Sq8JSC6wOs7w9WQ8XXRWrhRN0EVWeMH+oHzBZd4+CbAkH5S8jU/a1NuJj8pO
dFwoArwo4xSeH/+KO0fPoVIKeoL3i7B+tTucoZlrjCrqAGsIa2frIr8oth0+a/qQbDTybvu/nDZ5
HBAoJiUicL6ecG3opc6K1kFkzahnFfme1rS5M8LkA27KClTxBIymotGIqM0M2vRUoa82dn+8e8pw
/7lnoJpCmfTWF2fm9qjVqGyiaTIUkD+xtXO7MTzwwG2K1N2+nxwL6XUgOU+E8qvBFsMdLBNIbaDG
4fARhISGyw/q/nZZ54EFBPxLFdZAv7zGtT8+nuedg4/ML2+2VK6zbxiHYeGgKiTqnvx6MLBCL/O3
vLCt0+NR7myg32oNgHs5/Nzf1x915NGMy8zuA6/zupdqMpe96c4QKhyz3koibhFORENozfE+02iU
NpTXg1FdyUxryAfwiZW+zzAKeepTWuBI1qrOi9SEv1AuddFXGnrhI82GWhcwcOWPCBmOX0WKu+lo
pZypjppdcTTR+t64+O8sx29IKW69vJoko9e/cJ6kVmE6DEHTTWAKzDQ/DTaAZ9yCsk+PV/7O94U3
RSkLmDPv/7qcYZZ9OemT2gfoExaHanEr3wETeng8ym0Q9rvziRI89rWSqnA9oR6j3EWPjCZAP/Mt
xJo7KdrQXxrjmOWIeD0e7N6UqOMSXnNDcCOuBjMrt3dRTmkCjHrN104J3VMl8ua/jIJDAPB9+Z6s
RWGyOka2UNeawF3m+dNil1h9mX23EU3e2wm8IQSvqAtS/ViVimMTy1fQPIxSe9MudaZvCOgl+8aZ
Pz9etNuBbO4yg1omjAtCqNVAUN6wr0fZKwCanF2SeRlO6Pmqxymqt3gxt5uBLU00g3IxxGnkPq83
g0LDTUKBmyCaouKIdN/k20YKRExbsoPXiy3c1b2p/Xu81XuPSFqDWDhriGNj89VE68Dv6yT8Mth2
vlHaN+RLd53p4AqArpg067Toia9ewoQ6xKxPSQtFplSbHylN3w+2kdXeBXE3rwBUi3884NOWVykV
2fJPAfnURL9uCdNTSuYq8LdPsHDvTUVdKDaEoqOJqqXJs1MiYnxg4xvuzlBzxzyKzpy/RhQupPF8
771pyCwBW86t+bteFyLIIPdl/mLb459hXKjxvuir4hsmqvokjaCE9u4jQZYnMfGyTeMQ/Vx/WCp2
dV7OnPLGNaJT1vT1XkFPZGOUO9tHBvkSaQbyhRvyehSnjnPVsSknWE2k0Aq33aMhdBW5Ol28REsb
bxzB2+uE2Fv6BdAGZrQ139iIR0WNhhGUqYhZQuTh9tNgOvvH5+/OKKQs+KhIaSSokPLv/wVrAyxG
/0lR8qDPs3DnLhXqnx0I4sej3DkKOgsig18pArsuP2iD4uRapheB1SOUEy+xfkhsjIbFhJDX46Hu
TQgEsQ4fnNIP+hLXE6pFmy10M/OAO8A9FZkY94I3bGPZbqvxgPooLlHZpKd0QwiqRz3KClEVQa7N
xueZQudHaZ0c+eFgq6feVbOfFejur4/ndmcLQjXGeB7WIs2HtZ4fbgutscRKEdBQV31vQAByAaI9
EJv6bbnF8LsT8lIsonNGERLxO87W9VJGmV55dWkXZLZR9ky2iCMsqJuPlqdkpz6DFhc3qH4qCVS5
rhN9kGr6TDeizIr3nz3KVqgIEz2RcayJmoQKRUcyX9CMrdXIT83Y+ESOWhz6TJQOcGVF3dhG8jSv
LlRDPrG0DSVEcP2YKwNWGlZopFRTWNw4Lf5Eae+tKSzw0P2fLTIfvu6Zx9FY3l8llYgtjorsz0t2
4PWqh2oX69YissDGkv5ULNjSpYpW7HtUGw+IwEYbZ/M2yCftJcz0eDZkxL16pkjN6CXhn4C2h1Yk
u4b+EtKUs/0jpHJf7rQiFSgMY0z0adLmbGNH3zmtsvxDGw2LKfkyX092mpIQ1qORBQayLN8igP7P
Wp69W5eNJMKiikDOTZKPuNH1KIXiYF7fJHmgDHq8b5qyemnMcd4o2t+bC/eOiZEG3KAbSE3llpk7
wukJWvD6hy7UjOdYmPX5/XcA/AgIsSRGoAdXKxbZgzsNbUIvAiuwk2pO+UVrhHZMKMKevS71Nm66
O1c3G0Pixqk76QgdXK9dZ7SLwGeNyvFvcRl7yCo/d8B6zWFkf3n/3EBW072VYk2Mdj3WWIZENlB+
grpWcFyswMYcozwsJm43a74g2IZQ6+Mh73w0SUPkcaIISWS5Wk6P6kW3QMYNQM96e9dovb1AA/f9
o5B9UJWhJy234qrAFANPqxPoCEEa67UP+W78OBjC2ij93HmUfkfrVNyluuwa9xQ5izomDQmIarT5
qzA05dKr3fyy4A/1Qa/V+FlF6uPyeAHv7A82h2wtSGd7ihLX3yzORp7BoawDwCXDmUTO2sN5a/ZF
aG497feGgsgJWoQdCdh3lSu0TmzpnWqVwWCo4a41i59Y8RkQ3ET5/k0v80UqddS4qA2udkWiTxnC
7VEVIECeHwZ0Ak4ZvLJTnnRbzKd7H43tpxK808HE4uB6/aZCiNmbTGiRohv3cecMrw7KVHCO0jKN
/EWrhmPei63C6r1h4ZBiFcV68tSshtW8SIc615WBPPN7pcmiXew0H7sxoa3pqfNR1cp3M8JReeOl
YaaMjNLtalXLCSFnNZ3LoNTTtwwN4Z3oZ3fj092JkXjMAPZTa5V2Dqs7xJo7RPJS1lMZm/zSxDN9
N1dRn7H5yn6lcSc2OtB3KqE01aSlEdVppHvXZnAwuYl5y6YK7LHIZp+LW3sz4kF9hdsUZXulmpX4
nDYjlFAuNP0yuPFU+mnvbcE17lxlvzFkkJDpdt0gkKDDWVM82lXQ14b2jNq784zM/Lup8FJ4VLou
SrEESWm43q96mczKgCUH5731zrXRF2e76crD41vl3vb89yhyrv9KS+ayMmKv0qvAmSN79gERtwdb
TSiIFZl5ETNk5hHC81aOd++GIeaC5A+3V15o18MOgC1CHfRoEMnUApEnsNPFAKigMiex1QO7t1Md
isrSH4Yi6zoqUZF0VmOVrkOcQLmfDLjYqRgrX9SYftYE9htB9J39wXGgHwY2iht0nRk1UCVxmCzH
oJg8k7nN9d5V4q22+51ZUbglS2EV0To3Vu+BbjROI4ZqCAiUmnMigLLadR/uE1XJd+WyCaG888mk
byA1HYrygO/kTvrXTrE6wNhJ1QyACgjUBxwDzq0Z50e3s63j4015s4DyocM1kOIeMiHUN66Hct0h
6YxcMS8ZOn8ZJ92wjkKFSv3eaGE1zmrzZ7TD27lx2ed1nT7ZOUCMMOnCjSMmb/irDIdRJFWPLJn+
+I0yZmEU2KgSRF5Up8it5yq11bfOnlqcrrWifR7MzgAtHTXNH7PVJht78d7gUkFbyvsgDrCuhcPX
yIdlSM2LG6nFd6ufMGKsGzvT9n0yeN55SHTtPA2T15/zJu+rz+//kuwYtK6kkgKZwfWXVBETH1BP
Mi6iF2hcqrPiW0b0X74jNCkaVOQdtBhWW7N2YaxzjRoX8j2xM+PUOqBQamzslpurknMGC1BiAqFN
AxZaz8UKHa9ywotVqeI0R4nzargTPO+8+W1XI3ZDlvSfHi/gzamTg8Iukj5wMBDXyAo90o2QrkB4
8SwxfVZKzjbFLHGBn73Vo7mF83MdE6hQZAExT+y8mmDbGFljTIVzGezK+AsnweEENir9Qyss5UWJ
ovxD2KTiBQeE8pRVjXJKhG2fMi+vjqmnKl+HQYv70xjb7cYJur0P+GHsIH4ftUtkpK5XPuzn2BmI
2C4VJvPHTCTVx2W2t4Qu7yw1CCbZ8JcQZqrl16OMutn27hA7F0FF6E+xaN1zTy/o15L2+kYs8/ty
vr4T5MuHuhf61ZI5sdqxxuC4C/RWxhL4h9tZwjXXARzpdmOFq64/KoXe+SoIkx9lpDavFubm0w65
rNDa0VnRHf5FEr3g91IPexyqxVeGyV+hJldQwGcv/omnSFvv+D/RlVuUBg02r9An3PlqysctrCEj
TXy2rhnuCl4LCxagHn6jygO1SuR53/gYgFAHSqBS+B1wjq0uwW08x+eU+EiAS8TlwA5W62157JTU
sC+L0qPp7FAb+aPv5irxe8vojq6X5mdeNfNFE+P096Lp9YLGqB7tH5+we5uLhAA0s6QfEGld/4zE
6CG55RiECUyApJZGAsNtFBuj3EI9mK2sMSMLpaPTtH4+pyzuxwi6+mXROB9Uo4zeL/O6wVclLo4i
a6cvIaR74ESV94pAdDrjW99g8L7ouq+T6AWgfMQ/75+7VEBCGFhenuvCY5YlqjZmOLvqMTh9vWz0
QzO+vz/D1F2uLnJJdOUBTl2v8JBlIvasGYdOoMc7Y6nR0avdbpf03lbQfHdT8dShFUP7l07uqqg3
WwvMogI30CaDbOrnJQzJeZytoBtUvLzayNppw1zASXI9v09dJCKc3mnPj9f1zlUihfKJOaGBUOpb
/QoFDGtVhwVNIac2v+MtMXxyZg+lB9Bg8bfHY93EgZLiJJWdGRH7ivVYcxbiCkbfj2Cp6dA3c7UD
8shm6ovOsHbmkg3v1opjROmJAO8L/TYgNtff09DHqPUQhQSkhOxNZNX9uUvD7/gUvVuhkJEgvAIZ
QsQS7MlqJPQzIhcPM+UyTh1+2yhhKHDUB0PBYWjR/sNHk5VvmjSk6ZzR62kRDTnzkunKBTU347UL
i/FQGIP5lqLVsvGg3dsf8oXhYYdkgHf59VBmbgulNr0omDB7fHIUMz6NJLGHEGPujYvnzlAEf9yv
VB942telvk7CH/I8i4JEajVMChJNOqqg+6bs640A6d5QJN34GYA4pEIl//5fGYIxjnCRvUUE6qxV
59ldzGdXLN6LC2R3I6yVC7R6PynvyZAIbjK36mpjxK5V6YkdxUE/4N3sNsI5IbJS636lKuPnTi3L
v4CDimEXTv3whxDeVonlNq6mLAzHyfrdseFau55rLy0TltCOg3npwqMjCbzCRCAMEa79rDAcEcaO
gMY+PD7td4JQQjPKIFITABbHKkYjV4hgsMEA11p38fam0Xn1efG8HKmczNC/lF6zwAzk/fjz8cC/
n+P1kgO2QDuIx4vQZfVci6ZzwpEIL5jsVN+PILkPi9YjlFcO4T5L9J9ZH75xyyGiNL+iU3BwXOWA
sCJQJk0Ux8WKC1wpo+EY6agUe4UXbwRV9/YEJURN8rb4IL+fhn9tP5Ks0jRGg2vJa7Qgi4T5VzEa
2Te7H9RTNHi17yKL8wSLK3yrYpR+Hi/QnXsYlBhNHCA9sl2wCh9zNouh1mV4aVu12rF3sk940rXP
yNuk30orF1/fPZ5Dl4BTQDkMXdXVHZK7WI6REoWXXMUhq0As+wAfPn1N3LE4PR5K3nyrT//vodbw
vxbX1BSFhfAyZlhFudWMyBaqd++/qRiFZJX8g8rzGgrjlRPXVMIojtZFb1OuuvtFUcqP84Qz7OMJ
3WK4qVziUgE5iW/GM73azAUl7qLTi/CSLEp10aew/AW9DvPRrq47IGMJ6tlzspwohJeE4U19LnN3
OWHY3mH62TviEqe6/hRWqeknYHS/OlHjvT3+kXeuGJAmSCZSa5GvxGpDqcIeG1WZwgs/52iWgEDG
snxzpjFQ8f6hKxq+lp3YaG3cucPBPPM0EQ6j1buOJnrWKqpRnL3MAp/O3ijsTzFIkmcnacz/MhRV
CbDAhN18jusrtKWY5EGxUS50Jv+wrRQCGOjHY6eHW5f1vaiQK0sC09DBpDK+etqXUR067NzCC0qv
yyEe8+VFK0BxFk4OadGMulfVLbtzKOrp6I7JfG5HeIaPP+e9QyTFSCS5CROONW918qKqqhEHu9QO
mm88XuEeYv6W3fGdWwiqGWQtyb0Dw7B6l9Qyg4qRut4lc2awQvSEq3NLK/BQGpyjPTKZ5cZnvDsi
q4pDxu+3YfUiWQWFpV7h3quyNvkriRrzWUm07EOWLe5HAw2djWv+3g6FiAbyBJseoGSrGfba0Cth
1yt8S+OHHtcxRtmdoCqSKP/h2kNaHCyEDAkZ7HqD9uGQgCWvYbkCgN5jBYYLlFC2mMb31g8pWJkI
o8UBJ+x6FIhSxbwA8b6MIbxvus7ps+oM6WXK6/hzYg/K+8NcFg0uH37RbJO1pAsqllNSgRK8oGM4
fo9SqjwlSebbiFDQxgLe+1QwtKk6oJulsY7XU4vrsnEV21EutTmXz3aVFt8drET2OEdsDXXvdPEO
QunkTSTFXO2KFrVStD/TCK2C2A56EbeBlRVbaKS7oxBgEN1CrCObvZ4QnkOVUSB7EYwY9+zK3hB/
waZJvzy+KeTjs3puYXMyhErkTpVoFdyqBWKEGETYF7NwludW8byD0/QCRf3SHN+6DA07Ip186+q4
+Vpkq7y80Hbl2DdEqrDuRGrmE2ouyeDspzoyzolSuYfCzpeNjXGzjjIxZl9w/cCc4Fa+XkfSlCQs
hdI8udnkvBgeAjZ1NW6RO2+vfel7QLuC3BjQK/C+62HsERXidIiapzDTNJx0EeCpdrPQ/8/ZeS3H
jaRp+1Ym+hyz8GZjZw4AVNEURYqU5wmCokh4m5lwV/8/0My/2ywyWNsbHaFuNU0WkO4zr+lzrKPq
aqaL0VnXGOUWIwX40QRoaIs0bmxfe/6LU8onISrdmFjcQq9qx5LSfIBxMp/EdSYVE9/POFcZpXdT
LEM2n1mFFwA7zF2kFd8f+VVUTPt+43wD1fOId46pBUHbEd2sujgAAUT+Mi90E41LbzJ2/mKa58IX
yd7Ra/fZLoXm7UXt2ycws68nm+ZlAFqU24io/Lj80+VqSAa7bQ5G0wWPoBHtTyVMjhPH2mvUP9W1
rYhF7RaVC8RfXk52TtjSpf3cHKxWDh+DNrF2gz7134DcWKFbZ0VA+LaMBE7U8B8W1yc5DAzcoxbl
yb2rWkCTpTZcQQqooVlV3onX8MZqJHkiPSFi55hCIOTlB7SmyhC6k7aHDPYp0g2YxsfQ8MtPXcan
cMAf/BhpY17P+ApcLWY2nQHk+suhvMdFvSEgNnE54oPtNvpTklT6GMj7WdcepJDrjVMq/1INufNX
EVq/R/ntbvebEHh8p6Gj3i5StodC8/p4EFr9YcisIn5/ab/GTW7D0IukkPLbu+Ao9KCiqowpm9pD
6RjLnZ8VWbSMuXbZtRNbeW3Hs2oU6Y0TwIXtbXv6XKdqOh/Jn//yebaJPJGPc4XDBnOPDhrZGWa9
jE55oHjvoo+MiOO94XTy2/sP/MZOQlkBUAd4NEBOr7lg5E4ouVQHr5JU9d0+QJDnpE/t63uA+PE3
HhNsJM3jo+unSPyy8/OmOpQNzrshpEvjppoXB6J1U8337z/SW4OheMlEbp6LHBAv12NV6tJZViR4
msX0voBr1T4QjQXnU7eOJzbgW2+Pk4FGCLExVPWj/ZcA3J+6KWgPAYLb1iL7SPOhBr7/PK+iuU0S
hUYCxJGtTnIM8hz9pvRat+4Ogurwo526xl7OzfxcrGsa6zZL8v3xfjNRXwQLDAgueuNtsqEZ+eUL
XFLfwy4mqw4J7mMaxI7AmGGbE6VE5WKVTYhSHWKYdt54V11iBri3VysWQPU0CeS6skx4uCkh1ZPa
aAqG60IPEKIbkt/RMJXOr6UYFVAJ2Qffeyrul/0wOefjMMk8Nox+QKovTbwytPs5uaSV0iPTIKbi
RvmK1miV2ZRtl3a1Hop2hHqEuVdCabDS+2uzormIKkYZoOyq1XkaD2hGFmE5OoUdp1K1F/3Uyx6k
d95B9pOrWuJ26udPrrDM9MyaRnFvbeJwYQa2bAh1NfklDtqZPl2oKQDcWqHc2iGyPUwq9Ee9M8K5
z3J4YMnUp5y9dfOznsakvhXK67KLEzPDiz+aGIiJWNuiLsGrOxaftAdk3LMcmdCOSwtFeIQKPK+s
aaudVLJ7YxNRKN8Y8JuKMZihl2tAI7nIJljnB10V3i7oYKA4Uocsap/iSryWJfU4fWiwoB5OtP0K
GkjzUJ9WwVAOCXcs4L+ej3Pl7pJB6ZdI8/qXvbamj77KjDsnSIad2dr2XYocwX3nCyOq29EU6D4U
6TmqsOUN2mV11BS1F6pWVgS3a3YFk0Vdrijf7myvtH4hLWF/fH9u3tilNPDpReH5zVtzt6PiT7eg
i7lt0GwSrqnmWIQFRhkvnUQVOknsqCuq7+8P99b8AO9namiqe6yHl8MNlWZASdY55EzU3WarGsO2
9/W9lrSniOuvy7QemDT04+CtcgLB6X45lkXWujrDINCC4P4P/dRbyljIJrhL19UQO7/tZHvhcw6q
sAtm/0wPsmUKyU712OxBeIZ4CpZeJD2V3AWoHj0KGOrUyFZj2Cmn6NWJW/yNuUAeGKb9JvnCdX50
A7RJ7Y2dHIZD0frzM007C1WgEblCTi59/ZA23sm44feheLQ3OZrhN8AOpStynMehvzg0jVvphyyr
8GHoZQ62iAPQXK/SKrP6uHMxZz0reStnXpMlTFrqOwnyyBaGbXUvueRX8MysZDFPTjiC7wrgYzj5
L+Tnyou66Zc5tN0sudbcYi7O9MZdvq1YEVVhMlNJ613cIygpoCkQLnrd3HK8rXdpWas75NQVBDYB
Ld5y8o6eAkZqvJLJ00ZObV98tp16AYE1bx+9Mqfx1h2D8VdnpSs+GHCZPjkZdcWwX9vpe2VWxb1X
JNl6N7laUXICJ+WnBoz292Wys2vIZv7nXpjyp5vaXRF15VR8aIy00HaDSoKfa9m5eWSNaYrUeDOP
T0PqiSmsUWy5W8oaSIprJ5/gwQusAJzV/pnCTuK60Q3toBd58pDpqlHhmC1ANo0krdHuL6axDueK
ilRIG9j50gV5V8fdkI6frUwhmw9aoQpVnvFyQOgDCBhy2D9AF3hVaLQOmDyshifwBqoDarY+bWUz
yodhvZG1p57I+TzA30MjbzxdS5Od67STOiunJBN71cy+ioayFkxbK4IpHKHyydjLEuOMOwYFjnr2
ULIsCouucS+mNSr4QBNqPRO2AokYp19aPdLZ4Uivhw9OWpfzDe4D7XCWKJwAIqUXFRdRYvtrRJ6p
m9xvKmjOshF4JSC9PmVVoSJdR5AJq3t/Qos7tErDu67KCVUbcFg8vzG7ApH+1c93hVMa91zV9UJu
Wrgy4kaTbaT6Lu8iw+9KY1ePftHHszU6dSSnpr4SleW2cYI5A6q0ptSeSXJ5WJEnmguprjXzKEtm
+xHKZF2HWmLqyVW2TpofjfxLhY1wxc+NFJOFnSpMtQMFVJlhkheNG1Kf0j54c7nkeyTLxmRfaEb6
E9C4KzeW0qJHTB6qurqV8MsRSJH4o/lLn2OgZ49fC8TBpkgR+bFgjRH/iLxFOj9MuiUpLoCEyDu0
lKv70vfKX+M6OWNIkKGqE7HaGwEhWTH3JkKN8CCOe3j9BvjRDaUfBtheUR9kxVXSnjxt3jj8oSNg
KU/ESZ3vWAwNZc0pWEZ7PVAIaXfkgGtcoXcZd54h9n/5ntnoaiBqid/plx/FAa1lrYtYa/3gc45/
qFuknoJSLOdpgBXC+0NtYeXRCUo5gzyEhhu0pmMhORRLM0E0ux5Ms+4vKxoFceLr4y5pqvGnV/rw
mRanf3h/0DdeJTgSypZ0u9wNNPTybutaqvgrh9uh0PXuttGAv4aUc9pv6TKcAg2/rpvYABcJ23hI
2ufHTMqVIEQsfaMf0nkwdogCYhszjcv4ZMxApOIaysxVhbDmRb5406XhJqI/MZtvvWKa3GRG3OX0
mY8uxgS1hk3hVT840ostS+h7PxMfC7t8dpqq3AMTO4WjfA1S8ijIMa9bgYCr8VimweNelLXQlwMG
P4kIbW5JjnVMR7xwXethieBEaTer4eQIZPtruoY5bKxnjBmMJRx5X58kx96zXYlGO/E2Xm9WkJAb
fAhg4qaOcBRD1TJNxUpsyXz07XcH/exL1B/dMXx/iW1L6OW6hs+zPTy7aINBHlWRFt+r0jT11UFg
AB/ZNj32tq2bsGNNx13GxfX+eG88FuMRR6MktXU+jyZZLyEBD5TkDnrCtdpnVrYr8Ec8cdJR2H/r
uVCdoz6Gvggr6mjrIGi50C0eDh0d8iUyzUm7pBSPf5ahFVW7Wwhk6OVPQSE+lGaWXkpvLpDIcBNH
xc6Q5HUESLjq4sCR87x3ZsM82M48FnuAqd7nxq7NLwJVVi/Wq06soVMUCZAEIU0Rp6BDsQ4SrffF
s4cOOfIupzc1l8asx6neJ12UB3b76KZ9p4fjpPxy17da9jNJRqp0wvK7z6a3JGak6V2w7HvP04yw
k2ruIheDTxGVs+bPO4kZ9r0qUz0jfKrNOixyFxzj3Iz4JUjDGe68ypjuGlJc0sxFWda+GWZR8JSl
dV0TXswYAQHMjk1NVQ9+mov7ysxEuVMrrifhWNg+dkh2UFaxpFGzRJLIrAmd2XfveuysykjW+SQP
6aJR4Euq3C/DkU+WQ+vEk/SmDNbB/MRLh+igla78NWeBqZ2JLOsfl1rmD2k3qDZ0h3QArDDXkrgz
6T09BHuBdLW35e3wyNMJAzSrbSNY6s3t1IHwiWiJqCoqcYaBXK467ZAZ9vJFAwnzczKc6dzuljQN
uYHVj5kY0dxnCkdA1Uit2ge5wxRkw4pWmjbpukLAO0Ad2VhloO8yFpR3lk+jRPkn1Yz1MJflljxI
BKnjCQzjY1KZuUCvekXK060rca5bSg0x4M32V+MM+RhWriQZUbld3RFLqGGno3v1uctd64FV1Zsx
mi2aGcEvLpvItVaSZQPFcP4sxwDNHW0kCnx/520HxvFOp+EB3gA09yZY8XJHKHs2pBFk02HI8jnO
KJtckE0VfZiOaRtnVbJ+nJIhx+/y/1CEBagH2NSAAcPEHIttDV41GVgwTYep6Y0QyGsa6b08Bf1/
4yhD6oH8ZjvKXte7RhTzg9L05aGxkvwKasJwa201kKJeqhicszwRErxxlFHBA05BlANO/rhuqK/+
ZGRlriBSFM71Ok1aHeZ+0v3l2jKlBfAQQETAvfBoL+dNK9Nx7KxCHdYlqQ6rtQEybFSt318dvzXr
jpbH1n+jG7bFOICUXw7T+94gRJupA7r9sxUF0CWukQO0hxAdQ28IYRzPB19Tw73eNgOR9mwS9LAD
6jTUvMr9ISov+U533FahrfUD7IAls78aNWF8tDqoDIUrWVgT2Xrr5TDr1+LRTIZMXNhYK943Zl/k
O1w31iqepEY2LJKFHKyZ1JSEBT4JRZwI0N2Ux9SgdpU34R4hix6JeG1Mb1K79m8mvZSPqlqTZ1v1
5Z6F2IsQdnG+7LMRF5gwzfOgin0dhd7QVCsGQFxxKsBBgnJARNisMNCAhXaKpvs6tNkQPiAxfnOX
iOSOXi6eY6LKdHnI+kBg5aE0gVFNXlyIzDR3qGfUz409+J/en9PX4SOjgvImvtngYccyhUPfVP04
WGwIu0w+Z4snrvCRdz7ApJxPRCtvPuBGQKaZSkfguOuGv1HpBussD6TWbrE3idpubUT+blHKDChx
Bu2WyZ2qzr31gPDpwBzzXoFIHFW4i9KayiTR5KGjTDOHid4lH1bTqr5oqWOevf8y34ooCI4pAcJ/
Jqe3j/dhOlS0cbntfKtz5mj2EzscqfNHyq21qE+bpQs1S4mw0NN+z/Whf5TLXH5QZA2RWejBPunH
/rxUuX5POUuj/lLVN9gfzOdeaQY/7UqlH3rcCW89N6uv2BvGZd/Z9YmZeuOdEd5v4pgQkRETOArA
LHfMfbXK8WDjHHMgFy/PSUPny6FNs/P3X9kbi2JD4W7gYgJs6oEvV70+4Ag5mWo8mEYnvlJ4qaqY
FJiKiE69zi0TLa5tA0X394d94x6gxIUMMFKFgFiOQf5Z4MqlkNN4UDqITGeg/OEnoj64rT5+KafW
P/GYr8ktrOEg+NfxDMLuuKIn6T7kfmWPh7QV+k+zcFbOOq11i8hoJ/tqAPf/kNtS3FXdukYTrqzj
UvqPW5GFwk6LmFiI7Wfzo7SD8YtKcpHuYEWor4M7dtdYu+M63YP9/Vpniep2c+L2l9NqtDcy17TP
gxTJtTQy+RX5yuoxd73BDI1B++rmVEfI8o263S8NfMro/df8+vrjTNwaZ5t+IWnK0Znme3NW2Ws5
HVot8LBfbTL6y+YpQ6bXk7mhuQHwbKhxcDXb1/9UuU5dJXWr9stDVY97evsdxIZJfE2lY160tCFO
PNTrJYsoGQ0mQN1AhhBvOBquqToHvH1xUEk2c73M+0JPOjC/VRUWifEF4MApGMobSShhBIr/W20W
0tFx4yQtcbVqXa86dMhxV5GrsrnYLl0IhDA51nJvUgd46NOpfupJCvvQRu75O3wqRObNZoJDhdun
pnY0S9Rf9n6DJwSGHuY3nfhNefnl+/BLoIQU0CUWjyN1HEhZW5n11I59/dZfjnLU1zYqTJb0haOV
S9w/U7W2FORgaXkwyRfAvalxPwWqPnt/Ab+BoOCmopcOMoBJ56x4+XA4U+fj4ObyoBSCugUx+60x
uGs8am194dNsv3LtrAETW0wXlvSM897Pl2+6MtxoHHV5JnTlHKqgDD4mXV6d+HSvz+ntw5GXA4j6
TQl5+eECnnf2vEweSnBKAO5NB41hXe2CavjLJglMMjNM8LyVAbA2ejmUp831unidPLQERviMyZnS
tjqpI70d9y8jTIahRfwb3LttsJfDNI1lirQhPrdJPGMqsMm3hk7nTT7OLRoRBdq4SSB3dEVMOmtj
sdPENH8ZhFuegXXr/w/vF6M/5p7qD4WC7f3/6WARqSbJZQ2S12zVDnDSxo8YKg77GX3qE1fu65OS
DjmwZjCjeLgQI70cahjI/nFQYRMJS4Z8l4i8di527y/n1yclHAmgsDQqt3jvuIBn+sVQJwYXOzX+
/Jw0X4UW9ax4AJW468UqTuSTp8Y72rQtckqZIjc5LE4lv0K0UbG9KKTyOu3DbC6nRAbeAL+wdKAb
UK/iRqD9//Itjpgoi84L1AE6DtIpeOS1oZeZ9Xknuuxr0oiZ0kc2e2dicpsrNXvNARXyIdKlUqdo
d29sTsDiFEs3ReTX8q4iTXLDax2qZrS7wlSr1iu0dZEbVcMp+5/XLGVCKIDpTgBZ04Gpta2uPy1U
OQRjK/1EHhKt9z6X0OnzSIgBi3ZvkC7NvCJfPvk1huSRppb6q+b541fkSZAhLS3KStHccZ7tFnIe
bPhocJxyH9uOyaN9jYIaYlpw/mkwH5O7mtqbLbVSQnRTx7syq6Vwwh4O4GVt9WNkVMZwhoHUEDmj
sX56f82/sbNwnYKAgiMALt+/T/g/vRsb1WuDG3E8aDWZZZrU1pnZy1PJzZuj0DaB1Em/Fsrhyxlw
23opDZGMhwz1hLgaxvbMmZPyxP59Y02BhqYCv2Ej4c4czTOGCVWTbPvJqVBdtdLih70MXuzQ7joR
5LzxPIxECoNuFES5Y2nGxEuNyaZpeJhWPBSaqRtjiWn3iVFeX+o+ZQuyT/7AVub4gF344LrfcOpx
/HEKzbYRQ4rAJ8ta1ojmkTzLV+2UHuRbg0Jq5yWSo1GXOYpXJCX6oivIQzXQT3uhlgyoadvF+bxM
l9ZUu3dDqeknGAGvZw4+EnoXYEQ4l7hTXq4PQHZ9AUkLx2Rt/iQ7hNp6s/2OG0d+YqBXPRoOPwZB
TpOnQz//6Ahsu2VZqtp0sH4Yxh+J7CzUo2r0ZMxKaJ9zXKPLfVdX3nWBVMpVJrQ+fn+/vXpSyL1b
IQEIIsCFV92CXqOACoG8P4i+9MOhtNZ4MIUVFQTUJ5bPq0XKUOYGk7DAFDHm0bMmuhYozUv7gwym
Kkpnz4jWCaP6v/xAtJqQJkBACkLxb4OyPx0gE03aKdCa/ODp0t1DmrvzMJffySz9/P5Ar3EqtEOZ
M6oHWwcW0cuXi2SscWFK7CI9mCWoIexVM6/DP2xG9qCdl7aJ8BWtKJ+vS5nuF8tfboKlX76i3ZXf
5NY4VrjTt9jl2X3t1bhtqPSX047LRsFsPRsuOwIZ5+9/5lebaVvWdGkB1rCHIWa9/MglBpe5nfra
5QIK4wENKqHhYurmh8yW0w0+frkbdXo/njA4eb3IKFAD2mX/MjR96pfDusGELEmb5ofKchpUkgYV
dXnT7/Drrk7hol5VdbZmJzQpyjqcvRvQ6+Vgc5LO2WSvFnFLUT3kUC1u12YmIzdTByv7oDKq4nxZ
l/QygTE1RuBr1/q7GNf+zhCDqd1aaOrYH1We5hdlrtVdqJuL28SOXTsTCjhab1EqDbQgKtD7lMiq
6p4Mk1IXTyhfJjeTU4CA0Gsoh2GhLQsQxRpBMeARonDo/3gpxr5lXejx2o2deyWD1tiwGgOZmJfY
XXkpnbS8TQfPa6JybBO8VtzCGvYCiWXUitt1jOd06p1DsIjla0A0bcRa7ybPYjSXOwy3sd81JGmO
kAuOdkFizEgeYZl433Sjpl9kNfInbIjCHiIvT50qHA2Vqygz3cqJMIVvz6dETzArSvuYfWP9rO2i
3nQ9yuEqMavUjNKq7pIISpAzI72IHdl+hJuFY82ag1up59G/xJ80/UkrJnD2qTt1OSktzLWoEouT
nJerBj4lp1R03Xg5zTbijV7EvbO6N07Sr/I8sFe5Ro4NimLn5qr45rdlJ87BYbv6fjGqDg9MoWRz
Z6uiEztAcOlXTVegEwe0l3mkUld6rFv0wnjng8iB62TOzySYEjYYdCtUEyq7MEJftG3P5WxmjxVM
Anye8E1Bz0tbMTNNajn9qOpaYGkSCNx4ltnRvll16e/NVRjfe6RFpv2CJfCNPmi1tq/yuvqEMZ3Y
L7nj78ul1rN4Qoj2I2/avjdyYV72qvcuzGAKdqMyhttgmpovZMn2PhBFfdvIGVC9531Z1q7h46Ea
83VxzVFECO+xdKDVIPO/2E+IHXHQ6Kv84SE7dt95QJAHLIrKPa7pFCNbs1E/GtPN1r3mT3ind1me
faszWTxSOJ+D0Cw44OKm8wbo16qjToGkOsCozLfmaDGHzMa1tQah3SNT0cZmI/wa20bLFWE5mcNT
v5WoYArL544NTq6wlu2P1c+yb7RgW364hGy0s9okyUMNU/uPIhhGTPPW/gc9VfPBxqPwBy8sLWnN
r84nq8j9Zlea7QQetqqtOgaXVLhR1hv2YVyLNIjyxDTPjCU1WmROhrlhsqYlCW0R0NbGokEWtx0F
FkLo0tZl2PnwtXqxdOeu1+nVrsan4KEOum3a27acYTAMyg/dQuuZ6xYIflT5frNcJLDkwDkpfXjQ
3L76NqyBbGMSPjKURaPgeWZBvvxYybwawn4BNRT1QyJo6a5FPUeFMW/ve5aquGgAW5iR3/jpY17m
htyt2DanEfHO+MXgMKmxpU3G61Szmx+O6odmDy8q/ZTna+NHKWjF4LoDHXwdpP1yMGvLmMIMjJaJ
RVUwu2ETYKke+k6xzDsH3/sDqSRyGSJJyw8TkdEKz3miLz7aLTim3h7Lr9mMPiVePbksL8liRV4Q
3DtIKziLZe86NqGKpFGpi9IUbgGDajbvBh85+khWpnzEgdFRKJplSPikAzHRXvBIwVmgyX7ekTNV
MjY6L/vERlT6+Uqr+lq4ec2ZmCJoEGIHrj7aS7JMcc1DBaEQi7Cjfkn8cC6yadx3ZEdZ6PSF3+/m
wkGnvYN0Erbl1M07T1prH8ppLhBzTvzUDH2A2u5u4XRETlsK30YaKDNG4F5FxzZQnL6hHwyAH6Fh
p5+nrijNsFBAgqJ15oCN9LX2211aW6COswIxtTorDTsKNNf5mdqF/6nnFkg+jGMxPk4soVt71VZE
kB16oFFiFcN12S2Y59hDPl/rg9cyp9JyP5XdKPsYAZCSerWrVcuZOYCajb3FS9SHrkJ05oMsFkDl
WmJw8wKC766Dxmi+T0aHZXqRd90PqZnA0KkDIIowgBYUocQYBHYNtG8IFInAZT0xljqy6qKT9PMH
72CXVpLtJOdznJprmkXKDMDEezjcfR99AwSvNjvUwrqtg+bWsNbP6irX71yO1YOFHVkTS6ql1+Dr
7RrTA2otl+1i6iXnjd1/d5O1vcjZ7TTYMe2oQi1rF7xGKlS2IoBy7HdlpsmN7SN6H+rS08/0hbAj
yqbFYKOJybptm5ZpyaoukzF2sZUbgi+Ud31XWmpPnG0KDO0H54nru/tIDXe1zw3OniHk1Uy/gFgV
w14llEpvbBV0dugGhUzjoErYz4PvrW086EI803x3+aI2+93mMgskIFdrNXHdgnm68pVHt9xx8LyP
AeO3/llReHi8ecusPXvJwv82C/7ZIxVq9HGz4vdO27TKs49ZgX7mfkrwDzpbGmMtNmcb9YQcnl7s
exW0ToTuoXTO4Y5xHaVjr3s7PAabYTcQ298Pjl7e5cqeng0NWMl+BZmxRFaugUjwJJoBfTp3D8qs
2keIFwUm3w1KApD7zXJfm1x3vLvUcneGky3NzqzbIo8LoyPnC3pbs0Id9S3Qvt0839h6mi876hCJ
cW7hbkwGWvXDGW4dC0ckvYo+HBHlsMOu7dDUNtbyRnMtRWfHqr1HsRbB9wKtrft2Wns3NmhDNXsJ
LeEzbluApuoOgYxM7yeokIi/7wKsLPadNVLOKLUUhGxVLBjPqrVOtAi3CEvGtG7rj9AzCzNac7DF
pugXO8I40xLRBEoyi9zOQlCrcgbLQfyo875bZmNfg9EpitsBfEwZ90SBKHva2jrHtdMnAALcogOR
jKLBNZQQrjasnjgKu87owXpktHKjNekRIch7znVn8scGpkcffNQREP0uZaB9cSrh9GGnCWMGFWSb
RagZbvesUEP6pgu/soABu9NV7hi83FlI7bpXOjLrVbBoD0Zp6jeGVRtTbM1qSSKUZtaDO6zlJ3Mx
Ee8QygIDHMhuNWNakulzOQ7G51Xp5U9Nz/1gZw3Y9oXSH9pnl5KqFbYkhFU4eKW+hECacVzIqtF6
ygHpVJxm+ZKHTaL6NMJntzuAq13qHWYyvhU3DplJNCmLBW61xhbkVRzFsajzZEYwoKKCNi5m+b0Z
jfaTtgwqjbxq06pMW0P7WacVYJxqTNxzkXjiZ1243o+FS4b1LxR9UpsSQB+pwTESdsQydCGaVS4E
RSpfVESptT9l49DW5xMttGdIJBWLN5GjeT7kAbYhzhJIgAjAej9p9bTscEDgd6x63nSRV6cgAYKp
aeG31hY67EbX2gQ71ZDfBFAOaJ9NaQnmq5jH9RL6C8IslEjrqzGzjO++tpioIa+jc6EvvfQiqpna
50YHdRcKOVWPdTLhKd3qQd2eDWRCd44UuhV1VcMlmEgPmNBU4HFxXvVC3drKVFakRJl9d2Q7yRCz
hW4IS+QDL+mUFo+NWjMvzhEt+VFk/ngYnKKkNrZS1gs9yKjOx2ac8DmYk84pwxQh13tfWPXtDHhZ
C+eZRmIkzLTXIuERnhfLouEYhjGgcY54rRYVjjnbse2LwjxzsRP72Xrol+wUPIn7UlWERVy/yaEe
W7e87RObMyATqxSRDk/wfqb+8HnJauXfV24untumkXlkJIgyAuAFYBMtFUpjocfqzBEfyp2vwxh4
P0zpVf15lkykonAGnHVnV6W4FoW/+OjrcnOCpVrFTygRKFB4Msiga4Eu++gtvgbUa+ycFuPQMvts
pnmhgYwuirtK4R0b2mPRjcy1bnymyG79UkicdPve9FJn52ULtHAK4sEpcZZXZdctMUTYxtgUxuhz
HutYlxolep375TLPpuxMT1L5lSqo8cEehurjVONdE0621+MulafrZkQznyeV7B48uxgj30uc24Gu
KV3DxllOAI9+VyX+XHH912eDNc6FSY/y2Jy4rcdxzd3RuqSUkEbp6CgsZGdu+ESWxPKOkTr7IfGx
SS/t/qyXEAOqzkj35boEkT4Xxi1tCj8SWWftHGGsRHRyuizsfDhLdRRFfZ2EN1z7Yd731Ad2v8sK
//E4/2f61H781wcV//wv/v5ISWrI00we/fWfH/LHoRXts/yv7cf++9te/tA/b7qn5pMcnp7kh4fu
+Dtf/CC//9/jxw/y4cVfdqxQudyqp2G5exKqkr8H4ZNu3/m//eLfnn7/ls9L9/SPPx5bylzbb0vz
tvnj31+6+PWPP7Ye+H/8+df/+2vXDzU/Fj10T3/7+jT8ejr+macHIf/xh2aafwe14BFoYaANfGEr
mU5P//qS8/dN05buB4ZysOwYqGkHmf3jD8P7+2ahQOV9Q07T+aFQJlr1+0v23ynB/l4sjkltlXrh
//9wL2bpf2btb42qP7ZIAYl//PG74vY/qw4QGhLklI35AJSNN92El6WStHbNyUEvIJx1zcFhueY/
ExG4PxzO28uxXK17CpSkLzAqzV2X9RKYK1q4e+QJ64fWKC7BL7g94MbWjedi8z6vK726cTtpP9h+
ax6wt6GA4ufwGsNkRf8yNJvF/w5tXbspVDnlMSLv9bcgoTWLUFA8o/4S9qNpWOeDEWjfVN+CSSva
5SxTtvOz0G3twa4XKwk7Y9rZekmNwF2tsKrG5YKePLhS18y//GlS//3e/vyefusUvXhPW9UMmCXq
x2D3kR55+Z4Ibqu+bKxnvKrNLxZeuJGo+nk6o6WaYCJe1WCDgcWdpw71tTBz1SPXG1SViq3WhujO
QjJCuVsPC88cv+puWS/hMM5DVGjZh7Zqu2pXaPqoY9c3pAldYZXvmtJeT+AO33wO6BXUKlGa5wQ9
Ko1ZlLpIWtrnHr7+HUzBp8wqF7IrGovgvZwoSNtfA9aGkdekkAqJde6CegYkvNUJ6SeT7cjU+Jkg
2HiJ5gQpfq1fjQVK9X6aDbCtR/uj1WTFBQn6qUr5y+YkaxVVBNiz/4+9M1mSG8e69Lv0HmWcQS7b
B7p7jIpQhBTKDU0jQQAECQ4gwKfv4+rq+uWsjHIrrnsry0TAQVwMF+d+B7YYCBuYAixSl13oyRCP
rr9UXdSor0xB5ivLYetwpLjzRXjN1mHBOjj/vTNe5vwaeP6qyFtefvN5kpWDC8jPMZRvRMSvcELz
93HLh+OAIvJbXD2gBkbgIS3WYO7ba6quhQbp/3bgLKJIkLBF4nxpgV5zPH8iF/SzmqXnoyYprqdz
TZ3+0RQq+DVL2BttUcp1SsgQV3ttPIc8XQBL8rmK3dfJ18zskSNK76QNHmOFOjKcwaX+yxTIPAPO
ShkOoUMLvRJSAbcmDRK1R6U1+dRUZA9rKoHEXYjCbFzyw+c5QwHYsZZd+VkpVT7jkIm0zShRgHol
1s7f8SLW8CYKcx9ACYGogW5xMUejcIJsjQ3fQ9MZjSRW4m4codNbZ/XEzgfEJm/CyvvFPBuYTYQz
1HktKPoHmcrkIwN+BH4YY48hgzDMPSBFiCKAzrXj54R4wwNL4FeY2zh9StI+/oTn5ekB/9RtoWCP
NliGmpNqWXfvx031YtP0CUomevrPv/HfpjLy0pjBUO+cy7YgIbicWgiOpjRd/K3VNEIeC2gHKUAF
9UsfVRp4UrjyrP/78HA5pMiD4yXkjMU5T+fFw4vmZ36x09/GIbNvcYFTlhOV2CFRU/PTWGfB1xAl
7EeD0hQ2QDoIEX7/HBiFU25gsB7hYGbuGpx36x0FlPkI8yeBWvcoIgdZZ/REvBRP09BxA+kwiqza
zi7on6pUmxdoo3B80UM5vfi23Q00GW79wqO3kAzjMm+AsNt2JDThJs66myysxl+Ifv8xxlloS3iX
XVPG/Pv08s/PbZCd4R3iXAN+OfaoJ48sxDHfp6wwO1F23s5hxJB46tgtSrE2PXaXK+OPPX4xo/En
oWCPsYRBYLdUycCSDzeK1n73ZJeeMjHMu0DSchcLuAj954m1UFRgzUDMYJHEZ87w8oE6o8tfh626
JkHXI0dn3hLkmkrUOPTyi6+KLZ+z5nxkn+ajAJZsgrCdyr+qjot7hwK/a5yp39Dpy0n3e8JBxgth
LdQ8i66IrKZI/2Tfmsh6X4SbkaweoT3/EPBOTbi7tsJsmXX0FbZeXrgB05K8MdVPb6Ciiq2Sk37E
o0ADe2RvnDFLrfoZgx2eIilQmQH1m8V4NLrtkK3pOnUbFFWIW0eIvMwmKIoEf7KGxv0/j+/vF+7L
HwUtPaIWj1hAw2DuXo6vV82pliT5KpGlLqFDt8kPr+/mLeqfskdz5sVsVKpwypF47d23iJ6ftgOm
ua9wC9vRMuDIE/sC8vRKTA9zY4e9D1/hFFQ7X32dqtL9cgkkyJsAaQ2cJObgY9TL/kEg4f82Q/35
CXjO4BFrsUEK0z+KQldPSAA3BDkr1NptqibFAHhDiSfkrmjUMXCj+yJbEiCzS8hHKWZ6Q+YgRnF9
M975kiIr7BuO54AMlUAoIfcj/oR6SVB8sxp1rVdGcHHROc/Qc4X8GdAIhdZZfX05gqEZ+qkvg69d
wLwv0dglauuzaOo3HquRSOnVWSHhZ/Ys7k3siTJLtmKG5RyvuxIaQlgb6M0E/0lZy880GGKULXX9
cy8GcKfaNuxRSwGJ6S2uzyPKGIa+efo9B/7/Xed/nVeT9+86/7srzzcm9fXPq875f/nnVScO/3FW
EpwBzRDh4TNj5f3nVYeG/wDVFmsA/vFcknkuSfznXQdVZP9AfQ8EYMBq4cwFeuq/Ljskjv8Bkflv
8DPqGSEIiv+r287FMow/BHg9pt+SRRfpEU+oBZN7pLQ+z5n7Voyf/hiIv7kfnOfs/6wK/2p5qRKR
cekN0YiWoZFEpR4k4l16JV7ea/q8jf2hYqhmN4BHEwpUNVLkJ8kH6YdkZduLlbkdKbCxAmonD5aU
9w2yS9sCT5hX9qL3er44vxWQQ/XnssG9b3IPWfCy6vbrhvu8z/4xJg33uHWpL/Yz6iFvUN487qRw
2X8lQPufj3n+PX+0juKMeVK0kft26ui2ivi8S0j0eV3Xw8vGqWN0ihKLMsxaJMdSDV9R2JSuHBdE
1589n1PsLiixlPsQSvKinO+qrjyu6zfC/c+mQV6wACkNcg+jz6z/KquVkbMQdeGztS2SJWLfl33w
0Mdq/I7XX8/+V4qjf33LeHF3K1JDsQ2CtjC68IS8z4uI6cqmF4FJAXSaEqlwYcer423DR/++SMkV
QOw7sbMswIgHih3RYVhY8F0jDwj55bqYX4piiiQpLOUBPiQHwxyuB6jou4rffK/bi8CsTC9AUqBi
X7X6scCh54jjrpevmoJL8DHoLk3b+8iQdFDKfZ+7ujwhEZ5duZK91/VFYEYyErYxvdzHbzOQ59eq
BN9rdhGSBdC/roIjzn7qW7XpfM1hY3ENAf5e44ugVCGk81RhlpR4OutKVBzVxq7t+SIyjfCHFicq
uTe07IEfq4rtlI563XAv6xKYQk1yiVzgPs0kFpS02kJmevWUjkXpb7bjZTnfXNcouu5nuadlVe8A
sFTIWQ3Dyq4vds0ENd/13KD1lt/140vTXlGCvvM1o8V+GQWQOM3EyX0VmPu6kEAFqfaKQ/V7bS8C
E1XozMvmiO9RzndqRF1/ZU0cXuEfvtf4+d//2DA18icgR4V8z5NE/NUlXi82WQ/9yqq4X5JvwYAB
GDuCj3XRV/kMtPPR+cQe1jW+iE/ZuNGHbyPfB1Ki8Bm1zEeT4KVwXeuLAOUoLEfWqYZbHJ40vWja
BubHupYX0ZlQ1FQzqJz2/QhXoHiMfoQg4q5qe0kUU8MMYBEDqwkq711t27+YDxjCurYXu6ZfxFTP
oeZ7yKAjWMH3R0he2926xheRORg6uK5DxwUMfeow5lAciKd1bS+i06RMQZ2NjnM064Xqta/rK4rV
d+Jn6YunLMTuyBXwfUfhCzeE9MbrLF0XPcsXCyFRqd/1aBzUYAhckKxb2evFhmn7qO/AGeF7Jyco
RrF4JxRyunWjvQjLHgAy5yUM00STCI+ZXrRPMve6rvFFVEoQE5UYa75PQGOUh8LPXPyFNlPTrju9
LU2lKIVagw2S79k8bFPyGXKWdV9zyV2GIHW0RYiWG+JuhhIEjLqfX1YNy1IS3saMjwam93teT9+Q
WLor4lavWwiXyJ7Go3DrPAOBTGiTZ+7Z1ygugyuvWu/ET7AIzQJPbRXkTNW+9Nm9IgPuPd7Ur9uV
l/7TGXQpHqxhGW6D4AWeUrXuQrW06utDBoBDiXaR9NzCv35nR7Fu+i0xAGqQuFL6gu0ntZ+4hAZn
5cFqmfUMgJXkTku2h0jJ7kKlvuBCy9bF/O+E4R/HCKi10O0hZnvIUdU+JcAqNXW37gC0tA5TBHmq
ChK5fVt9yVi7Z8xbdxxcPg8C48R5GUYMs8/ifan1M6QL/Gbd3F4+dnrci9spRetF2d4hgJ6CoQnW
DfjvspY/BnzoppKMBEFpy6/YlPEuPwIMt2oxWTrEyLTypxFVpHtPBs0+hcKmL7NrdIZ3An5ZGjiZ
qoZ3JhrHc8qGxwcU0a/s9vkv/jEkYxzg7uAwTSYOMmXm4aE1EddgRu91e7Fj4l0uGpjBeNephgKg
blA+kZFp5TwMLrvOuSVwWQ/YPnBI/3tTCQCqhSHKuu+52DNjY+BOl6L1xpvOaM+fegbHZ13bi7Ms
L7rCBAxLYUcg2YYt2V7MfbFu51lWHEFsPMGxOmH7RAd8h1q2YevXmq0Lz3PO+s/5Ar3yWHoOXYfS
bTu3H5L2bdWYLN/v8Fo/gxJI2R5CYA5GUmaezJSmK1tf7JhkAohWsAarCorMgAfblOm6Y7K3uGiW
zaQmAfTynmu+c91RzvO6WbJ8L+ocKnZ0hpZrArYTC79ZmN2ubHsRmXilcpKc9zUxdf6OOVBcR1tf
qX17J+yXiAAYZYWyaXqEzphBxoqiLQNG0MqeL+KS9RJ2IESj8eGucofarDv2LN1KaQAZmplH1A40
7q6V8n42+zUzGyCfy5DxunS2aTagx+AC451v1QYPEPZlsyqaxp71HU4PqYXr6XCLwofduh4vrpUZ
RJaoZTKIxTm5qaf70FVXtC5/PzVAt7vstHShN9kI241m0MSysH9VoxKr1qZ0SdC1eCYV1OITonz0
Y5few8V31fKBR7vLbtsopEMXYSOL3Es57tU14773hmMRhr6MSNcBpraHo9R3B+3qDEDSqkCBeuyy
z0OWlMNQY9rZthgPhXB6C0JoubL1RRhCJC96z54ndUO6/Rw0xQ4guFVbGCTLl11H7QXsdbRC46WC
CDlt/TsWz+Qa9OOdUV+S1mSWdIYD8bQf9ZyirMEehpJcQ3y81/giLNtygCSowfk1Fp3+PBfNmOQh
HWO7LoKWKp4Svhswj29xdpD8CRDWDVTpx1Vhv5TdNYaixKJH/NS1f2TSgexdi3XZdcjcLr9poyHu
gJUHvml9oJF7dLZdtd1ArnrZsgPqvQIJEquVSo9CzfqA2le+Kv+A8pHLxgXKMPskxCrrhqB1OS0B
6d5QPtq1k3ERpp1XO9zS8Ac6Asy4kOMPDrb587ovuojSsZ1bGH57WLf8l5j2Zyz9bl3LixAdQY2d
4NmGwzfLtiws+m0CRey6xWXpjks1dJjWonE5NUdW3c+kWnWqB+bi8nPKNBiQysSyBRftDzIlfp4A
JbluTOhi24QBuR8UaqR7kw3mbvQ8dafxlrTuGLHkpydeC4eJYU7yineQIJpInRxK4Ve2vghPoXyO
reg3NqKtD1k3zCcInt3KYV+EKAWPC8DeCishXKi3IS3dnsFaY2XflzFK0hngiy7JRdaPxw5OGrnF
NX/dZkQXAeoVNck6pZMcZOb6IYtRIAMq0DXrqfMI/PvLXboUqIL4XLmiKJOcCYjg47CXB8L8a9P9
fKz6u9YXUaqw0aEwlSd5zRv+nc52/sBhlwADG81zHwTndUvwUg6UCGaH1oPrLi06/xa7twevCXjk
rlprlhzDBi4BdnINfkWWqCcd6fAkQKpbt9gs1ZqozKbazm2SA0k+PsVE26Nk1H5Y1/fFgReljfDA
ixTqZcc02XIzpG91NI4rx30RtV09M4s6uCSHARs/EsHCD0YPw6qrLRA2l4sl9JEZzEcwexpoPlGr
L+r7KYjJuoNMsohaokiIwmCMTM3HtNm0iZ7vUTVMVnZ+GbZ9ERFH0DyshJpck9Tf1Wm5TqQGVN1i
aHwHwXOFSTNp9qTBHLxrTTqtu9kli6hFsUcJv1F8VVHV1U0It4Rj4QE9sWpGLhVCsecDL1ZiPYsj
q1/iBhUVrKnoytYXG2xlykrbEgMDAkS9g9y9OYI9ydbNmaVKKPP6kDbn1bJO3ZDbqYHfTjIn63ap
pVKoDuGJxKYCxR/jyA4WFNy9ST2xKl2JMo/LKRNBrwfQDXbYARCGvDfhsIfifuWEXGqFKmCG2MgI
+h5ruxu8qb4dk3idaC1dupkkQuue0xpzJkYZM45j6XYOnFh3xo4XoWpRW9+no4dgQoH1I4vLEsAC
2O2sm++LUK2jMIXQCcSCblLPmsTRzaiiZN2VKV6E6iiEamHileTe0PwQfZuBrcqbdY0vJUNlnQKz
PqdxPso42ZWhGA+MkHVaWGiUL+cjqEPgWCQ2AU/ZY3/pSIYHTttq1ZMctM+XrYuIdyFANkkOj0By
AH0G2nsXgoGy6qMupUNg1ABlE/XYmvTotkV6Zi1QW68L1SXtrwBMQPoK+KaA1962Vi7ZpjMv1i0z
S2N1U7QtD8GxyCNRk48FhKYo8k+z/86c5v8pQCFvuhz5lMIcw4SYkh2etm+5quzWA5Zq3Wl4WTcb
yGyorUA06So4o75EBcQSi67M+PNa+Dfn1SUnL+VB1dRxkOQj63tQJnQPd2BrTuLMjlk3cxYRaymK
LYoWSxmK09xb68NYI6sz0CT+c/Pv/IKllAjFLkCsjvgFXdaoh64A/ABJLEx+TVt75W+8c2c4lxv8
+QbDWjhLW5vEedjCZz5jpHzDNj59/8+/4L3WF5GrTKUAEPbjPEnH6tj6FSC0QLKvG/5ltX9NeRUQ
E8X5PKf8ADfFOs9MUqzbSZbCIuAWlI9tL85h/0NxCSzoAboAuS6/vFQWSRhu44KJqcMikuyjPqj2
EHMH6yJrWSsHZzSih2iOc5ewaa+Um7ah0NnK1hd7LAr0WAJEXZKTvqyPTdUVmzlu53WH7d8FvX+8
IrMEFWO0kjR3MdZKqBXTI4XF2Mr5vghZAGdQHsZx6vOGuv1h2z65neBQ8bJqvi8VRgOKEY3f4tQ3
hLAvCciUHbuhumYg/040LTVGxtNY+IAozPlg4NxDADP92ZZNsE4BCOjK5VpgadJNsUP7vXPBmXdO
6aEwEVm51iylRuBwCKVQVp9DjjF8Tr2+uptlY66s9+de/s16v9QaQUVrquQ8K/tQmHIr8QK3zbIm
e6zDCqhJATziiKfKcl0QLCVIBi8UPKCC5iGeg3d91LUPDUBmH9ZNpPDyU+DSNqeqQIKulCA8wjWG
bUFkidYdY5dKpMROCRAuOCQ7CBJesat3Gyg3oo/r+r44JMeYMC6yOE/1HrxG8Ko45HM3rJMHok7x
cmSAG+iELeMkT6CQ8bdwXOr1FmtQWKx6vIUd3+Uf8PHoLkssPbmug/nTCDebX12WrszhLCVJwF9M
xsQU9xNj7UejUKQNcoi8EgPvrBBLUVIdNIGgJMXQB/7wwQCxCAqUbNbtiEtZEryGCCOqp3k2TE1x
KlIgrwZMVLJuWi6VSQTVXa0X1Fked7CeAi9L5sThvLNqWv7mGv2xr3AdjSmqdbO87zlM/iSYG1kv
6Nu61hcBG4k4VYylWZ7C/GJHRpq9ll07rcvNLVEHvYeSSH8Ms5xGmp9acKg2ZWvNusXmdzn8HyOj
imYeU5LAh2kG+BWs/fo7cLXNz3UjswhYh5qDzICcmPcJcZ8gCBvgxwjx5vOq5pcSpYQyoBKoy3Ii
QLjfxbNE3XtWZG5dAm0pUoo9+CewtClyhyeZ+0YM2cbzunDdlF8qleJwnIZAqSKXsW8P2puKXRPz
Yd0BeQkBaao4a86+53koBmBLao8c20FmK0c+vlwoqz6sJKqVi3M6Wt5OAwtvIE4Z1oXrUrEEAFII
NkpX5KzF2Rg0i/BhUGO0UnPgLeK1YkVWpwyG1brxvD0JCf9aq3r4tm5SBpdDAwCjK8cA1rdwywQA
15zZlwbvj+taX2yw1GZNgYQFyVlW+68JPJh27cT6H+taX8TrDLSbh8MxyYsaMNwx9YvDNBB/1Wel
SwFTrUjHe/BF87KX8OXonPhAQxF+X9N3FH5cjruzoBGfH9lyGcrgnvlEv+CKfs155O93V7C+Lluf
wVYYktGR3Ghj3wJbipsCXqerEkVA7F22HsHnJxBjW+RqnoMceN2HqgBZcd3ALGK1qAEy6pupyGlM
2r3vLLibM2OrVjGYfl52vTCJaokwJI8MUNXQ/PMDyNbrxEeAwF22HhThWMZzTPJByXI+adnqj2EB
tOnK3i+CtawHvJSWIcl9Cl+YgzdNrb8N4Ea4KqBg9nrZf372fNYR+l/DSmGHFHLxOYyqa2Cv9ybl
IlxFPCrbMyw1o+v0LXOOn6LSXrtUvdP6Ut6EfToAESXGKuxGeQpQL/dJJFN97UZ4ntv/fmfDNf5y
aFrQa0rXTASG5mNcbovRegdUuY250DCQPXsq0Hm7KgKWWidI2FJZR5bkrqfTBs7tAQqMmn5l64vg
rZrEk8BdYkkObXjjRWUEMp2Tq45/dKl3qqClykhdlnBwiqfoxgvj5BV42fSaE9l7X/n8738cAFnW
uMHC/PUwjH6Rwx5zOvK2X7k6LGVPIG8Dmk6b/tCIUu5GZ4SCuWM1/1r3YRfhG40xq3wUtx9oZjsY
LcT9DuDxayZi7w3NMniZI0kFHNQBxrkgLjdyOmger6vsoukieAsGDC8J4+IQOwXfh4CT5GdkunLV
Eyddap88FB3AtHwoj4CfemrXAql0nwg4na+b9UsFlOl10xQpMBm0jeDXHpjxbmjh0rLqwy4lUDPQ
URX4zt0RBhUR2bWybAETYfW60mgAci5nvRgVkLtjqo+TiLttm+Krwop3Xrer0MWOq89W0oUo42PL
Qf2AfqB9EuEwrUofA5532fdGjBPmpSXHSref3RSrn/B97r+sG/jFhtulYFHWVd2eTBjJv2Kftz/a
QV0Tbya/3+3+ZtVfqqDECCeYKBjbE3MApt/GyBYV/gGOBLC1AZGfjQSmk3XPvds2hYXPvYCDeHoA
zNQVPyfYnZ0f6BTvKrbx+qYd+YaRmQz3JKLKqC0RLqQ5TQjj37SaXL0BP8uCAk4cQK03rBlFC8z/
XGRezisTghpuwxZ1YTP4bf4Xev5fLA6QlZ6fE+s6eaOKrKrvKaNc3cRl2pZfRjVqQPDbBnDJj57W
o2y3AtyyiG/wI4ryGwkmH8g/4QUN/0EmMkzz1majLV8LxybYZID6xzDpGtcVjw1gYfauHuycdNve
NymcH6JaFM+tAaTiHuYk6Ux2HJpR/kz1KAD/n2zpWbpzrYu7TxLkZXZAzYFqT0CGp/GmPJsbwP/E
k3BdgRngOOvT3EWgLvseYfotaOG48pA2fqar7dRFyXDXZCbQ9XaaQGv8UUegvT9QFmvvrR6kCbyd
8esKt68GKBvabVXAyhI/dkiFG08GbWq96zWQet/A2YwZ4GKwuqhaMK9t4dUbaJYD2myyAEfFDqmd
wrT7spiK5oE7NQAJXcY9WkhjQuDnCUuHLHb7EuKB+JH3SvCHLJiNPIKa67X4QUXUuHzofdw75zSt
5BPAoe0UwDXZNvOBxS7u7wHillpuKvCxzMc5i4NBbgfYvpWwKrBz2R4ZWIPkSx0Cy6o2FVSFlG2M
reE0ghyIjacJCPl26scd9IxhN4ECD2JueAuKrUFazfPdMG8Kq8DPP4AqJct+q+eewB8DliMFvAjP
vuftVxP20/Q6VkHKXnURw3ccZADwbqotXMQsYAkkLEN2SsYmTv6Cr43kvwa4I808h5B8DtTGJAT/
2zZhwMsducWv8g+uhmEFgf0CDC28ja8o/u5eZZDJISamZkx/eX0JA6NNxXWB2kSdjoq8kXkYAfvv
2BzO332wVciPCCY/9Q5VFIPeMt5m9T5sJ23VrXLiHGAUHqt6j3ryJrM7phqT2duoakK/g/8vKJRq
TzI2hN42HkNWqB1Nq3r6GSDfMD6ndemqfjc0Q5FsxVh+SWzX0D3vh1RvvM7DNO80rYbvfo8x+qF5
H7SAa6vadzfKg3viHYrY++A51XjvBIcPIJinOkmqm8kX3gfQBWX0o4HdhNgC8TV/h5MQ34WRo8D+
+OX8Egl/Kn+U8OGLDiXNGJ03ZWiZLu6tbAZxNw3CRdO4Bfk0E+XbyDCpxH0ECHxQ3YBmYyu5nUTW
sc89VgdYPXXc0ortgiKZmht4NDijd5BCllzvIumS6UxG7eeflnSmfU36jFCYecAlagbhNoyG+Yn5
BbbjncTO4KutnKjg8warB7EaGH08M7a5wTt+FxypZ0C4OqDUMemLTQ3qkP6F4rDWTTBHj5OhhYQc
YJZ0M0QuBb+VjpzrL8BXQ72Qw4/CymwLghBcWYACzMYyg+12pIH8A8mfem8wGXPZcweP5ORL6MhQ
Bhs4/3QR+jaZKfolhy5snirWp/rNNjUcTTeRjdrxofB4YL9OpeHgS3PntdVBFrHpQKDSLUhRG29k
deXnU5lQyASE60IR3Anje8YHxlnp0Oy6tAihI5AB7CHe7Dg5b08jkUS/RthcEHnqmzJrZE4FEv05
XIr77kEbDjO3jajgU5DHeAihHxnIDN43fNZxKjapTeOq3mBrmLIPQJTDK3RvGmhS8P9QZadvPGy6
ErOZW8/vQJJWNhgPQrcD0SAKtUn5mLAQpoAAIc7eyYOVAPYLmpgU7EM9FT+ckIY9CSqn8bEpdBwc
MDZlBKurqPZRYZjGafmKjX7kYiNTUZcGlhi1mk6pjmZtoWdPJ6+E6QrHG/h2iIwKpi0cOsbyNcr8
Zjh6XQBmZw8faUW2Oq6YmPZysHqYtu1kPfMEs6uY3/ecyTOYx6v8MygW/h2lnLMUtndN4z9R2M+N
G9jRVXDcaCP4FX0mAIvPzRPO9ly6XQf3Pd7eAkE90/3k9629xUsfib1NAFuq8WDa2o/g3YDcmEw3
tde4+lssbVTFMEhiE5KTTHdRyzcjAxFIgM5QskdOYV+xkQUQwl8BH5Oq3s2GDzBYQu1N18JbKUAb
n3t4pPaPtRC8UQfmcSbSg/JNl3p7EHuBTg4a5fXuEX4iIlDbrIf7xHwfzjCdCzbaH2BageSl8wpv
1wSk5vVOJfi4aqvb8+V6M8whaZ/aIe0RdqjMdIHezxOSfAo48Bj2yo9ST+WXgjQxjgRgQgf2p4/f
PhcwYQq4+RFNUwZRmgWWF8hxYtVwBE56Crcl8YpJb8AShMeFN/qQrpZZX5lsE0uHK/2vqpiN03mL
l6PsFSugF1QwiqoykgNLDQvtQ5e0RvCNUixw35ye2+62CITzbrim8/Si5Nyb+8hzzeBtBy2q+Gwh
MWMREJsW8TizVzv1mCDboB+o323DOByqZutsUNtPWNU5+WuEGxLsOnhQQ6dQ8ixkP3kmVfcCOx14
Bh6iJmSpv9Uy0dld7Gk4nWzHsREwRKtgC1IdHdyCvGyXGR/2dhtNsDo9T4QaLMlRpCP1IUymZDwV
mR2Sp9kTngG5lVbxzLfBMJQKxmoYkxROL2V4thoGjG7aCngRo6wINt6h/JipBlv5polZPPxF7ASq
6xnT3LeQA9fT6DYGr/H8SyZakGI2ZJI8/OybjIfwIesaXGA2RTrOcO+xDAwpf9/PqhWIN4cDYQxf
lsjxWwCPu+QZj7Nh9rGaYy0HfInA10jCJrpSSH+lCdpL5lK0N2lUxPyTnMdYfadB1QZuE6nQwkZQ
Zp2ffK9glwXnm6BKZPW5dGXRlaj1JTj7bGwLf70TDO3OLk1RCFX5J7DsK1g7VcZjBAOYDAOmVuEq
Wh7iCufYYFsB28mxDpqY+KjrAAMGTtRDh2vxBn53bXFibOwxgsJZ/w5njij9FEqsjXk7+2eMmJqB
iHtzTShEbnUAXzJYttVh8QX2I03/hK7EWOSKUdb9Ldzp++BDUkcp2WRQ5vnwUFFjsyUgJ/tyy8He
K56bIrLdybfwQcvnCN8HB27TZK8DeLEdSh770n0pZtqJceMYCcEe9pnXRPdkRkw8eQ6OsuGm1Rk8
rDZVmcQSTi1cDhl+vmtKuB1DPaZqhSMJeNFiH2YA5//sBehoLSxS4gz/fc3xwHqMa+xSn2dXUHpj
edrEb6WP9eT7DA6v/yS6ITaPrKlD82AhbGE3kEJRlNvh+jylN4Pqu+EXrL6U2cPwhMbjxow+a46F
Cfn4JlpgNz6GECWyZzMRwJA3DQqV3SdR9UIf8R7LJhjZwam3+dR5eDP9AR8zX/mwETI2mTYBHgmn
F5FpeHFtTDm18clpPlX0WJdcovC0YgQ2I37RjvDZGgWPsb+Ksv40YRHB+CAjVwEA7FlS4CsgnrW+
tXMt568exHtPDlet+I6OpEN58zB6H2wzougkrGDw81pVFTf1FjekLr4nIhPiSwC6FH8USEIEeccR
h1/h84yY3Iq4yGJUZflZiBpKP/ppioZkTw6EAIvL00S8+Kg8gHpOeIROh5cGLnTsm4PfFn4+lnrh
HumkZI1ok25Q9yVxMDQISjapt9DiGAkLqITCWKctW33XecyGBzNWQrzEcctq+CAJB9Nx2UaNxirQ
h59GqLHaR/jrGHHo+UAIHLI8lZIX1uoy+CnkMI0H7HzawvchcD445nDXeoYhRtDvvMFw766LxiL7
pFolYUfXpXG786sxbV+tipCPxCjPCIJ+pgOKCsYER7In0k8DUs+jKBTfm1gTsTOpGegzKXsb3HSm
jOiRw5dAohTBZvIhlLMAMrmesfq82AzWlNtGdXDvbIey6DdzwvsRdoATXBzA8auN2BaKwsJwn/rp
GD0jDRf3ORyUgFeGjxZIbnk009g7tH2d0r3X9qaEJSdsQqc9QA1M3eHwSc0NTUs/2df9WJY5DxGh
N/WskmIfRzPHZZdWvr4rYL95hpHCIEHcVnU0SWhB4Ds3wJFpGFN4SRolHwzEV/0JBmR4Y02YbOoS
1rdUJkfYT1TJg4VPQHhXw/cBVmQJ4S06i/IvugnLdPZuiy4RzfcyqdP+baS+9h99iVM0LnAoUUoe
y7YX8Frrh87cJVOQtKeo0APWfH803qmKOt/eoYIUBAr4Pw5R9hfs7Fqbp9Vs1ItAFAPrwGdfH7oQ
l5rHxPRRi6NVyilM1w0g4fW9FCqYH0yCgVZyOxLrBfwUuxKeZDAjKypVbQviaAbqZpDAk21dkmOR
2Itr7ZOGR+XJYkcEvaVuNFQweDf+a137i9SeDgrElenYSVpP3+J53XsQqllXAAC282X+J6iHkeKc
NJ/ihvWbqff1CwwQi6dVfV8WSdF47rQKm+mkk8q/CZjkn88n5isPXb8VWX+T/1lWSf0f6s5jSW4k
S9evMi+ANiiH2AIIkRGpFZncwJhM0qHh0A48/XxR1ddukdXTtF7MYjZc0DITEYDD/Zz//EIuVi/X
NS+vqrbKVLFzvQ2/Rsvt0ysBFwnpGmaOMhk922DZrzU8RhNP7e+E5tBrFa0Ut4Q8DSOAKaXXpmNX
hf2K932/OhxEAfLDxJ3qgB8YlCvTg921oYqKUtk+ETdwXG+M0G+Gk5xzK2NZD8zESHaqqt+srQuC
+K++4C/IImTpdZSFXq5CkkmX/dyHoyYAzlp+tOZolUmJicrvZsH/A0Dt/YIz6q50jJnoz6sZ3zvj
VOVtaIjEyS2zTcJ2A4YhG2NzRQKaYATEE7sh+BkUOcsQQGIbkXicGMuws8Ro9HtdpUN/DImLE9fe
nBplrBoUc9POJd0xJLC064m3u83tyqMgG0c1BaQ2y2FQ/R2EwWW6xSIgo3kYsqA7XfhlrZH4aUlX
vSO/bCrFrtJt4ZNWma0LOyb7jn0oPWnrwyx7a3muiceyDKz/5zrTESE5GHLRzdK/r4fOERZATLfJ
IYvNdO3I011wHdrV0tDDfHIDHc63deBJ/MDKZViaPPnjlfjf8K2fv/fj1H//LyK6hv/aT83HV4ry
5v9AWteFWPo/O9hH35u8+at7/eXH/3Svd/4Be5NgOGIdsOMgr4JF+qd5vfkP8HXy50KfwCThij8s
Rv5fUJf9D4cgdcxMPAJdCNHidflnUJf3D5sn6pC15AWmRYJI8J9Y1zt/sOv+/wvp26EPZ960BUnL
1Nrgb79smyv83ABLoEVlQueHWfSB20SW01nNno4R3hyARBfPhHl6ZWQtbhDs5nRpvy8k1V6icAb9
jY7/kqy8DGi9HdW3Uyw07NKIXEtcfiujaKpkabowAw7sbLHrg6C0IlAtTQxqE1jPoxbebeb0xsUx
R8JOUFXQ2ede917GqTuVDYi3u11idFrlx+bCnzxuWbq2saACKCJfoGU/t0Tr6MidcFG68ofczu4L
ih0aRzRhdTx7sjRj38gCRR6imX0CsCU/dwhrLziBSJJUofqBWphqSYByqHmvLdVXibb48OCa7nrW
coC9QnZQUcZWkec/QOuKx6mAHLnjT7hDPHX2hDe9ReDwvnPc7tltLHbajq38BawrV1EvdGhRUQos
LoFyhicbUNSIV4ksJnLVYKQRKWnL17zre/r81IJapVG7N1EHD9NJcnewfjgYZE7o5ybpQPAiRQzt
Ug0ipwsACG7BpIO7upkLN7ZESg4wurti2g/K797D0vYpL8uB5q4vwW7JTp3U60iAaXvQk2WquHKp
CXdim1uSUUnzxleMFjUxXJJ8YrkEjU2kJ0HLO7sf2KvsgNifvWO4FkRIslG/FN203OSFPX2nurWr
s+iLbrzLu7YYYm331cRjACm4ChHwj8dprqdx72xLnxOyapr4igbueklSzvw1sSZyuw5NMKU/1pTE
6IPmjn5e7RSMPJ+z+ksrxJJ3wHUF6J8yO1+/LHooqwhNnZMfLhpbSXSVP5YoPslhj+sZn1hwwrm+
F9pPm11GQuMbi30ANiwFPrITObKC4MrR+dKuyv9a2MISB43R7L1rWSjJyeUWJOeGwbZQiypJAHZQ
tnVS57N3HUD5qBKTKneMKrskyDsNCIKKwq5s/XgwZCUjZ/Kd9E5MYvw2QHZ9MmVqPjXcIJ+/PWcv
olimp2l2IGeuQSl9rAuxGMU2WwcfBRXjp2IhNTe2e59um2Sl7N20JkJj5ZyaMfCmLiNnnrUdX9CL
z/NmO59pkPBWrDojMG8MpZ3jaOXpjwXfu7M7V/KjIW78cSQH5es4OylBqJDw3keDdLq8Uv2bPc3d
ach794UQnOYNhGGgVYQOQQfXZ3LdtwJHtF0fNvqEnNaAVi48asqIlOA1SDDTrViYvJBLrGWbY5Dq
wRuyU02QXU5oi0oCadZ0oljDabCOmhLUNwuPpMqh4FeDiw9BJL1umiF+52qNurBQBx86eMxQxPGT
QljVfd43IKqL49RZoiwve29JTv3sBPn4srC3PGUEhdY0H/RYPJZ1+s4UgWdNCvNwK+vFvufxNqwd
aySsW/XvfSHGOiEntX83io4v1ecF3aE/OKBd/WIYYQy+Jr5LokybJOup9aNMadK0S0qpL6PTjueR
GOIyIWBzMOMskCnBsQ74+760RMmwyZ+m5xx+WRp7xuCk143uKReGbpvDxCoKJmDsWZqbZ4zjeheM
2qkJGmNfIIaAOVkm43nw8/yeZF7nYBRteTeYXk5hUg1gcNDg+neSlHwvMuiK3IQav+z3m5T1TTgZ
rnc9SP44IGbvxovHZOcxxxfNIpramtXBa+nlr5xuY3usW2U5Oxw7MYuOp4pmEZlOA+Y/CjfY97Nd
lPhKWt5LDX4W8rEKy+tegq2rzcQjtOnKyPNM33TDHGYHlQdBhnRx7a1PpAhZK9lSgf3mdL2pcM9m
ezti3dfeh61iPlYG9eDH7WikGxBahY5VeVsWlcNMJGzK5JcYY8PuLmlf8/hVStNudoBdDgjZkoIC
coBn5k4upXrJAcW/yLRIX6nY0nuWOi9Lalv1jwX30VvOXMYcm55969rOZvGnYvN/o1pS/7cSTS+l
w/9cIx2+9/XXZv1rlXT5hT+rJIs8HocInTBwAlv8mVL7Z5Uk/hFcYn1Cz4dieQkt5Xf+WSRdQnw8
ywFgIT4Ts8sLz/mfRZLr/8O+lEY+7z07s0ef9R+kmf4sn2FsCSZNphQX8QBDxa/CtM1Pa+WMGz33
mkofizmvWSTnB6MfDmMt+hsvFPqbpZvhN/3ghez1l+LscmXuio2MgNRCpnK/EHngL5SX8zyPB9zB
QeUz03wHRk39nXTUOiXh4oXjFf1G+X2oJzbPvzyh+z8v9Nd40l+iKi/f3ME2XRA+bNNQm78aT48g
0YPyijZGgNaaEXWG68SBN7QHxvyAoqtVfXfttbETo9ysOB+V1R7GwXR/w9H8uWv843MQrOdSCHns
YYTa/lykqkUt22wMRVwidZ6fg5QDBWFZYdygKuM+zK34nRrl0iT+fOsdn8xkzzb5/qzIy6P5CwFs
NltkRqtRxEWxibPpENLtQk0/TeSG/U7N+vcFxrXI5A1t17Qc8St1hbAD7BxMSspxqxbK1UELkIBx
DutoxKrp0DOHULf+Npjv//4B/6sv6XrMVk1BIwIP4+cvOTSev9rKKmOjAfS69XSRFidHG5QsYIO/
s4D5F1+T95j3xyInMQzFL7dUTaNDoejUcYm69szsnqAR5qBJJYuPurfCK4a/4j/ief2xcmiwbMIw
A+4rnc7P31Bv5uRVDiwOwHXzXVgtD69gv/jNZf7+ohI0JhwijwPeEwirP19mXvN60mVfxWVVifNQ
Dx+FO43TnkAp6jCrRLVDAVhU1FS/2SL+/gghJLB3IpDiY3t/czhyBjuwlWYwL9gemJQAfuGStX1s
TUZ68L9fL3+oan5+K3hwXEYIci5JFP/ldvqGVTadbbcc7W7x6s+1J+OaHMUDFdk07LTymJiPVZaV
VO+OsdJLjWMQr742dl3bMFats4bJ4b//WH+/B3Sw7JK2xYYVAOT/fPfLwJQwKmgGp6xz1jN09zVu
xrCkB8mz8Dd70b+6GEmDIRuDS/P868W21XQzLSv2RLWI89iZ+UFAVwFYcxf19u+/2OWD/3y7L4cb
qR4BO4Pr/Gom47HbFSykNl7yKTw4xcLqrRXTht+wFf++fH2LXZ5gXJKJOW1+uYFjamkCh2UbY+Ix
32D7XB22ZRFJtZFxF3kilN9MXHie69SYf+de/fe93SewlgIx5GjlsPllD2JUJUet+I4ZpLR3OGRU
+fbm5YRU2YVd3kzK5uj5j++rb7uujaQA6vDfXprOYtbbpF5NzsSm7wEyqld23t95IPxtv0OCwwif
U4u9wf5bIuzkF1ux8Y2jpreM+8At0psUPtipzKcUjk2gnixe3t+IsqwLFfGnNcMG5PvMbC8vKlf9
BWlte2Mm9lZPcVCFWXhOmWkcK1JXqJWzLTga1bbKw1wGFSr4dmJBkdAnP3KGksfBnLfwChZT6RzL
qbB+RzT/49346bPxoBGrg2yBT/y9nnHaMhxX5okx85n2gJK1mA+FdxnRWjaDcr/xi/Oom+w+rWUY
r8XWEMk1S17jrfye+8AFIEuiwwDemX5n4vbH8fPLhwvAwJChX/Y471fTE9hNeCbQWsWjVQSfeviC
XyCSMJHy1ip/2Ao8/2/yymBhUidSBlpbr+3duoGgNxSInwSzwqPNEMJPQjnbJ98nyntHH0Mk71D1
ek3UptiSSxw4NNQp+mmCaxcIkjxGT8NcbMqPtmcxxbNdQutZkY4t+4WcGBUrw6UAdNWKcYcptXmD
Xjn4PtdWc4HRvaLY67arlr2yA37OXsH9drZZVie5kmSxl5d3qzdhZkUqw8k3CqfxUfdWfm86abO3
6xynfhN6zDffqlYAtqWu4kDX9JYu9ySFMzjr+7bcjCliyhmciW7oIOKpmeprZDpcvhVeoW9zvEF/
59336+bErk4dHyKFMMkg5t+fd3ddlTqDugmN9baa93UTO9XOTVpv+s2mcDktfn53XBd8FJE/5T5h
soBMv+yDUAn7EXpbENlu7mVfDRtvQubHK6II28yhjm39ACMSB4/dZhZqTIrRuU9JRYxSM50BPGGJ
XXtosW+9RqomkV6Y3W/Dtq/K7NrRBFYD9gKjLgvAHGda+oi8dOsShxcv26HLGmPIftXBXmobSme6
9ftlzL9s9owv0cVYJR6W3Nu1aiHVSyvzK5DrsdVd8dnsiZyOgrRcnnK4VABMwRpEAXdziJELztGA
/3GReF33cNkSc0R+kAzS1Ff33WYH83Wek0sAudjrD8VophqmZ8beL6fUObEf+FAdXebx0BGaLa7y
cjFJGgn8h0Uxhy+rLLZLA/k8Jllmn6Sh0amDUSrvkGWr3ru+6NvImqztkyPzK8XAc/vKQ7diTIaE
DRyjq+FgOI7rMrpeln5vVPX8DP6N6HmbhnhQTGencSVBeFawVUY+xUqYj2d4x4vc+mQSoQYAVA0P
qbmqx871yyebEex3GCVDHYVZN/iRVYnBiqUq9CGd5N0Uqs459FVwCdMahvAHYRt9y6tmiM/p3Og1
bq0NvlvuaD9GEeVMUY8B9r2Zp92DJebqymOdXDdwWE/G6Ow9RPH7HrXLmZtv3jZQFGLlGsUhD6aB
0HHGSf1ONp0Luc0S34GvvxhFttJKTkv4uWdFPWIxpqJ2mjpIQfnSRtViOW+j2VnHBawRIlv6KhpA
qt60Bqzf7Q+rkM2uAEpZMKcwmAS167zuw74KTXiRvn0Dw7s417UQjyq0lj7aJunBACqgwHKx/gdB
2W0Qt7hY2gfgZKu8rVL1zc+8J2IGg2jq7WU9wAHenMjdqq2KAsd6VUvZyEMqbXuvCmU+4MYA0QqK
cGJIZtky37710FBjuLUyHuZ8i5BQTo9+pUYS6cPuAJ1uKxN6qRYaFviyx0IcE3atQcCL5Q4WBh4w
g2GMJysMxnp3yZVN4zzv/WdLFs8Z8K+Ehd7DeOhNJ0vqJh8OdqhEsdvA0T8Nety4k6Wo2DHkJdnR
cKsYmut0X2+Geaj0YiagZ9uNnDx9os32eLnzN+I0mqgt+idSkcZorJaom5w9PmGvAIGvBV1qxF0V
UW/gD6tTvWMgArrOxhXZ2aKIaqnLfdVNltgB34kPuwi3Lq5bGEbJ4DT6DoL8DB8awDTSpZPHUizb
Lq/gu26l7nczOqmHWVvGHdPA+7YagT9t6cSzyF4aIawrP5RPqhu7h2nt8o9s9uqrpq2ui3F4DiE7
JV5ts0zFV6W3r6WPizV013L+QrXzEbocbtqY33vduZ+LdfNZz657pTe7jOe5ftShvDPWtjmbnWt8
KtLtDnwcyprM36zto2/yl0CGH3CDdLwF62k15Q2blIRrO+/8cTh0sBqS0OuaHWleb1KGcwxv/c4y
BhieApZFs71g9a7j2tRn6embRqYVp2n7Ig3LOYi1/DGtIlHAgKFQ72aWv4QCcNZD9RbXUxfEQJVf
4TMhcCjV+o367hGe8zOsTxPnHfAP2zJKpicKW6gG6LkY5LVijVUZPKXeeuxSGcQZB+81zCnSM9UY
2TCa4h7OcpJ51h2MOZ7QNmuo3/Ka8rNi3NoC8yjPTpZ2NW7r0SXEpV7QDbiBwxVMcdJeZiYXYiSe
Ia0bIT2MO9wCbpn8MJrqUmjzjvLphZyj0ZRG1DjFs1y8A6XORoEgOsY2Mp7yyowqJZ9sh3coaNo7
+JAxxhI1lXD+ncgA94rqTQRJj4X1QEq7+CgpPBjj14b+GCsxfhaj1aDArdS12xI76jbwhVXOR9dG
eGSidVcOlhHPhq2f8Ma/RJc0L+Y6n2G0QWkJL02GzKeYYDr4fNsV1cQNREziFzvgus1SsKFDF9JJ
fZ6t4XNTpqehr9JDrplOGe60Q+7RxkB9YSyEdhIJYX6n5mC4rfzqhfTMto5dC9J1UfvPTLOMBI7t
C8zYvSHkQ0X9FYFSaNQOy0NZBHBw1jlmj5XXRidGcuazbwMuVMlssyM2jb9Gfi/ruDEGkYR2KW8K
pb7ZWX9CKxmcQsD3SFfNj8DAGY9rM66Dlxi7VWrugrXNPsZ0a859Jep9gBLkCc5/9bKlHQ8F322q
G2ODrYTMBxFglpSy3G+leaBqPqCsWCPWxHe8OTZWHZ3/NKz5TV43wVWv1sfMco/WMj/VjboeJ/WI
ZULxWevuIZe5AM/319hWwTdrreSuzSrnapt7G3BpJUUuZ/hidf0urXChycb8dmN3fuy7+dGE2xKF
iz543hq7rb5xui5jvbsvbUlzEYQyCjp5TxbLCSvGa0DsBzvr2Oim+dZ2mf/76hlmLhUneMmxXOYf
7TYyclHrdSYt9o2muZ6ZX0aLzFrmDeYPSPtMWkLHds65A+Fc2Mu5bAePeZRtx3a1XAeDPHR120RU
Gf5VOugHp2H17y1uZAT1Knbr8c2X85D42j0YbDhw4ZqsvDXlUkeO6UV22DQvGN99o7NhytEPixFh
iTvhwm22rMXNnSLpr7fdQEZdH247Zwrf2MBFrPLtSzrnOdbrWItEjgeLAi7LtZXb5o2rKxXZFdy1
YJselppFCXRRRzDXGVbnKZ67MxmX/TYaqBjXNG7SYj+H+a4zy0MWZDGcL35mzB9LO+QkFwSr9ar+
usCUicut+TBzY4xAA3A4mcaIsXkW1W7WR5iP3jXU0TH08Gev6a69qgCUsb02qkP1FbLPeZahviMp
fToK6VpJQcB2gp/up1l5+U1Vr36M7P22bet0ZwEwVHV5ZVbPqS+P6bImK1Iht7POuZmhwSp2JoLD
Q9o0U7ykhhl1BOYkY+rs5qr7YET6DVLylbzc28zbnoXZE1+7uf7VIvoyHmrYRR3kqX1vV1ZSZipg
zuwdVJYfLoRjnGfs+8BilZlPnXBTaLbDwXOM15SubSmmGALDPZXGnjxYNFylSkA0PuxqZlbYnjfT
OPQm7GBoLmE0oPiW5bqf/QAKXPti1ulH0bh7MYodyNHOJXOvbf2nRdR32yCqaKvLN7/fks5ZXloy
fbOJExYuzM6dXXc/2sghnKC6Bz+tsKOb251dO0vcOZUHBpanVJw8jlBYSdsUw21RLBTsOP02Gfs7
XulHhtUMHxsHfdTMbHHpn7puICrAUPsAPC0S86XgMdpXcwy8yNfmdWWYj7b0b90auMnTxhmpQrGD
jzOevNWpWFJuFrWVPBtu3hxasXGDmKHWEWYyX3LQnh1RIf3lKBAJzMp7qLDotZprrELn27lpv/mr
MGJ/KYrrNqAip5r+FNTdvR8szd20edlRQKV3TJLh/HqLetvIj4gAjZecruRZBuG7NyngIh/yU/cY
eMazSI14HAAINYKS3A9m2lDGYrPvfzGxzI1yD/nY4ncWkpztJg9QGtgcApTY8xtY99dpDPwo7X21
Q13zjB7QjjLL3rdQ9JmI6+IU1A60xuApywwfWKN7YH7z4Evd3kI76WOijb+4i3HC78qOM2/Kksrx
H3UFWd4f0hSekrqHpFHFQ6orsFkfDtx0WAsopKiXmcJnokoAze/ydGZ63nrdnnHLQ9sV72U/edFq
ZHetqqi30PjoKBi6H66FLGpgrox8MI9MT70OmCjF3ao+Wmd5sEiIv1LB6rwYFs479jKKuErlGk/W
oE/zst2NvhgTw5bzXsgCHm+31n4UZN3Xop6u7UrBbaj9E5FlaeLQ9SScV7kZgQWWN6y77UxO2hvW
DF7c1Cv7HOXIxhZ67Yc5QS615TXHNGu/GWOpT+MYjrGf5XfdmN41A1KueZoiVRfhQbUjpw4ZnTvD
XeCb9GqJrCCz47ZEYWPaW7+DJpsmRQ+bJizqV8R2GANCqsnYWZBR+bu1NprrSlxEVY6dbFPz0tbG
dwajwb0JYeyGMJX11Pqdva9zHrOGZrarvEXeOHO3N0v494t9YDBkvM0oNWKvMg5hTdJFEyzpoamM
+yJo8HdaX+U8vrZhPsTLKq98vz+wm0FYDvNo0A783uGhnewqsuFJozPdhWId0UI1gsOLIgdj6Mcp
9J/bQrsxVMv7zhSf1ya8CyfnONWmddUT8RQbASmR1bTsCjm8uJvxYuWdee6C9mEJ5GNntY/1hNVo
ueVv5twdyJOssWF0r+eq1THk/xNqnxPsyF3QqRtt9rQldDAc1ftsZARutP4e8tBh0XoHjnFVbaPF
wTIgCxWtbcX4gq7Xdi/mXTeHV3mdPlhuw5Tb1yWISXoVqnrv1MsrRloBKiRrpy2aWl0GdMrWj1Hp
y7uLbC9DJrjzK1+FUWUxWIv61DbpWVu0rfSodtkmsOkxgTWWvp9gsS/hCw3j+BSaaVbFnWmUdWJo
GOaRURSpqiLHMrdbUVFAP3oQINpoHcNqOIpyzpi2G+UDjIvux9DObH5GP1AydjgA3tpV34Jm5aNr
nFIN5hPLVtgfIDni1ZhrfTTMbLkdHaKODpb29atKC3XH4N5MY9PKjWqfi8m+TxWaqqS35tS7ah3U
WKOwyyDhlQo6aDAwJdVkPbdzNlnXEF78Z0+N2b0NqpxMcr3b7PQ5DNYHC4T/XWvtJl1AKtGi4mJ9
d/rtbvF7J8ohl5ygs1ec9YRbVXsTS543zQ1ihQ1OFKa4lUs3mx/IXJzQyvE8B5qFIrtJDfmsXQsd
JZ9b6+oxpXlG43Jvy/ABILiJ1x7VYx2KO014nY7WtrixtVGmMXT39J0g2/IOKegOdk4ZF60ZpxDS
k7Vz37seQnttp8tVxZCYvb1dXH5pE7EJNdSJRc8pQy7maXMKuWs83d7BpD/P0/wJLhJSxM6cnnvf
fmsC9YrHJyBc1QCFq8x/L7Qw6DlS5DGy2M55OFLp+9mnrBQd6CPCjCNJQl5UDeK1WoPqqVbysw2F
hTWnWgE1b4pdo3USqPlORNXXIc5tm5FMpg3JnZRd5iTZ3C9JLZujP8xXRAY85pNzN+JFkWTaTs+M
199b9GkHma/6KVNGTfKKnpqv9GUSLXkf3Feq7PY6D6pHiVwIopWO83U0BLOE5RGAMlllcMoWb7vX
84DaBqIzwmwcyawCQdxUZMW12UjxxAv+dej1fU41f9eEfdFGQdiWu6LRxguNMIhrymDnaR377Ypj
sY96DtZnVdPjITMr7n1/Wk/+Fn7azMY4BZZ/L53ik8tzOLdu0+4yP9xeDa9mIVC0DbthCMyXqqWj
n7JLuG021i/hBoDg5bV4sqTkK3hWtiFmCq702IUJLMXlXm1h9i2ATvNNzGJ+xTzciarRfe0sMzhn
qJbuCmlQhwtd3FQBqm72RzUgOyais9M6Clf7HPQzKlslRBRAMzYzyEYTPMrCH254LEzQlv4rY+Yq
6YV6WDrIgCoDfeKN2dc67MDa3OzMeKTZ9Z2qr+ZmnK6CtqqPOfbXx1aJ+cXRK1S3PvQ+43to7zqK
6JhSytq7OGRBJbCnXRnW5Q4/ql0ONBS50L+OTuMF8axXb44nZuzmuj15c57Fre2Up80c5j0vIIou
WDZwLilkejQSy7r8KJwGopqT7ipqxbia8HrNM8dJqnYdigO6YK99kqQxGUlte/3NqDYQK8eZzRdX
pJwLtoI3RS7DGyDJCqDimXDYPWGd7RwDHIhB4GfGCld7nO5Xh0oaz/bqakbSAvnIRMXf9Xrez2hL
jqsSfqJrKPVs75Vx1a5ecdvXnjrl0jUwusnWdt96jozXQMon3yzFTVNM10Zt14nniOqtGvPsrRkK
oSNrgNlaK9/8amewpkKA4+8kqlkMCRw9R5PM+69hWGTudUEkxo45OlS1oh+sb+qCNNMvkVvZpkge
I94d6UJ/JBb73K7wcaOVWpByUa/Kc1C0TTMAUuCPBBkO2jX8h9bMmyaMJvKixXHte5AKA9Sa93sR
UyzHIvy6mfMKQUyh0abiDqRKT1aW9+3VnI4ZFCgTbPdkwfRzv48jPpvXTKUxJ/ZQ1vRfCv7m8tkJ
e84Cq8R44j20sT69NrfRy6+WehrkzmSs8DrU4x9TCY/dbhp4vVBVBsqMOSSYRa5U/ejgJtM6dIii
BPI532tpgTyZP5m1673LWnr3HQ0/vih/jBP6rhyKK8rT1aWgaIbjZOYqeKhmiryTG86+s0/HoVyO
LRl7n1qvYlE1pcd/6Fk7xRitGn4BQIhvFCfya9Y+xo7JcbJ4gKqnT0u/VvUtCjd9X61T0e+dyXSO
2Tx7YdyLDAbeBO4Int3Xq/leQ1CL69oM2u8jGmz3bp09t94VonYFozJhyqSTi6H3PUq07ggsX8+x
zjzT2DG8rMOIkwsKNcrQsDw5eToGuwJUNekNO6HdPlib8YCjB4hs0L3XWAiTGnYIF/WooSR+bgvg
59D6ZsD9h+l/15eI3vvBAxdWbDeh1R1nIOaHDbg1CYbMOvO03zKq2myevgejue2Q421vQ5UnsLNV
tA4EvpQb2B0dF3jDDlXBkox68ZK1AHC5NPHZ3oVJTav5pc+WXsYmlgoo2wZrTxef1tHsbGUs+4+c
kOXZWL5YcvRuWw/qaxnqvZxld8evuE9A5uUzluzi1bRUcZyEfg9Gl6M72/xjR7W9o4XKJmintn9C
zLuhOfEDHjEw5W7onQa8rpzDsDq4ZDx4D4jQApic4cxuAPt7PQzuHGQROn/NK+J1tXONZXHzLt1F
dnGJW4l76oaldsAaLuPWvbXYBV5NA7lPsUtIYJA02Uhf0PoO7Ql944RwA5/9Q9sGq3udd8Xa7jqs
bshZ61Xe7Jyl8/xzkxtDFZHe0tR7Fkww7C90WvPs1/hK3KUE23tHmxw1f4drSUjzvYnyxpql6Z0X
ZTrtFY83344Weq4tSfXI5/Z91NYRbBWmsLA55LJvu9EuH6iYtXweq7VyrvHqYyvwZoN/V3ahAGfN
NhwTRw2I5bcmRf4XpmSzNOGQ7TPhKrTf6SV4p+3LFk2bta3OU+mg5jyHoxiqo5lX23IMalGqDgX1
ZZuYg2Kqv6Au6/J7d3CK+qbsGOskJpGnKNkdJTGGDj28MW9CD6vJI38Z2V/aZ9XZGvFSGZ2+u5Nu
T4eF3/N6Em3NkeiWwx1reBv3Pekrxs6BqLCgeGxCdKNa5VFoZMOxNmgDqwp44740FU5GOlwuM5/X
7mJeApV5CJN+YXopqTtvN9nkV8zifvw3e2e2IzeyXe1XMXxPgWQwOPyAfZFkzlVZs0rSDVFVKnGe
Zz69P6q7fVQptcrtOwM/YAM+lo6YyQwGY6+91rcda37klUqRxQH8WNUCI2wQtMfIMI95b6e7LHTM
LXaFxfkxoOUI2W6B/84gzcIC0zXmVq1yOBsx2XUfNgqO16X5Po30tTAqd+JrZ8dQEp3Q/+TneqMt
slr4KWuicNg0A84dqvy6jndI0Jwt+7qdLvKaQZG5GbEWZCOqY2oJhKAwNZ1TNk7jTo/shqLLIfY7
y9xf+wV2e4+1zMk9a/LmfmmrbDpSIJ/GOnFY5sLOX4gsTGsAAheBnyTPY6BNN4rm6Dd9Ew3RdrCT
Gvf8HOxnVb2DqInnR6qMiRgzEyEntSI0L6ZdT5XTbBSQm4eILaI6jBRkW71LX9NAib3E8as7vdap
ahDkDL7JhJN9LOovDj/aXUj75EsS5YOnpg68ktwAzkHGQluphcI9naKS0+yEvDXXqrGb4Z4ecuLJ
1xaV6rXFunMdXTwa+axHLp1a/TlFRaBxZrW6R4djeiDA7HwME5gaiWZ9EiQrvUHL7DWjNPwbH0v9
yAzB6TqrfZWdoUhdS8/LS7uuLcT61r5KnIVyMSFnA/BIMVfnhKj3pMrSrW0mzvPQpe2WZHFxQXij
OQlfxQ+NQkn1LfWVGS67XRV+1FRfHK2ye64TPWV6tb23In+8mMbK9HhjtCentcQBe1FJh6lmWGqU
RL6nVfq0Tup80Uhj0RcbuolincrKjzxpCeO5U8KgI1ieV2Tyk4wVxkyP6akCbzKsYl/RKfvj6Nqh
cfcpNKb205DavCaEeqPwL10KbTavOphz8NmDfD6odI4dj9Rfcho4imwaJQfOIKvmJp/D5lqpu0OM
bVmhlTJYOwQFVCtZC4QiLZZw0pNiFp/DZRprO9nVWhRTfmqMQN3VFj6AlY3TcXY1SB3bLFbTtYlR
J2DjmcMvoW/aGyUsVH/V0temBVuW7Kt2h5GrHNGJQ73Fc6Yf5xDNUHNMHZkkg+RBJlxF3R9IBwC0
sD1d2NadUHPKAdybWxqSgHXy0AcbkurU7JaSqiRL8pnUvVqRtO7rZ2uCSh0n/Wun5k61GOL31DSB
y4yqNvJEpqj7PCtGIpkcRGXiyCOxgIyGsSq3RjVECwHDN27ALA2fy6bUHc/vq+lSd1R5mwcDJ4+6
TNfgNOwTAo69Sgp/18t5R/0WQWrvQE2o4y2eEOV+MvP2pqYrxvE1Kjasf+wRjhpvqjQSj40GnmSl
+lLsA8lKXI1jYd36EQ4Au4jTvVP3zg7Ckb/rYguFLnK82FaLA48syfNw/oybDlU7QHsk8FDfKIbf
wBVhqtIqaOLkrhOD9mmQenAiL0BGWOghOo6pX+mjA3xy0Ve1LIu3ndQiTyXCuwQkQtfhgE9t1+i7
JJrF1g+T7nouu5RjBmwS+pXOqxj85muWwEqL88Gtq657gsxrnRixWzWrssOBajE0Sh/p6dHsZtYN
LXHXHvSQg02cHiar2dgp9C2a2xujUnajn/d7aQYzaqk86DrRMWEBvYKn+LnR43iNkeQhy5IX2WIz
KRQoAVNprGSuXhTSqYDUzPgFfR1Xv0rgjAwswd6Nki3nG0VJvXzKSxddZbxIqMbJoo/hLVJ4fhzV
9Lbn5NzbWWR6xRK0UjrakQLb7aEYVRarnCiZg0yZQhD8VcRklD444vNo+SHYE53B4QWcoWGl/Xw3
E9P0GBDSrHsWMWiiBiuV6qyDzrgnlvKc4RfbSFsjlEuMnbOX9kCOdYfUHh8YePOlbLRmbXNvXhUg
s24khshwTTE9zHZJfqSMBiyDWTNP2SqCSXhQ5sx59DM/Q7C0JmJzEZl/j4wSCCfbpzDoBt5kq0rm
yjFVKKsLyA33Y1O2Bx1i0BEUB6+0sEsgghF9Qb9qrqCPIShZaU32LQuPNnAYl+mX3clOSzR0ZOfJ
sMGL0lpcjZRdbs5o+e3s9KobV1lJKEXBrsSmugaCIDcFb0GS/IR8JiWzvBLt5ZK0B1qwmiEJRlrj
ao3lHNu85i0oA3mr+tZ0MU9d9SB9itgMpfKTYir7aVIOxdSputfHRXGBiu2qbf0l6mR23XXSOZox
o/l0TWq7qlaaB/JT2rGuVPuiCKrqK+KxeoyUKjhqWt6vgCd1+JVj9cpSbcVfs5/RdaBNRtMnyF3Z
xtmuJHe7cuzlzFjMEQ+oSNZTmjsbHeBNS99CttedmSsnO6JtEVD435dKaV8DE2Nn19DCYO+Ms9tP
aXGr6uWTLZr8okl5HW6aqS/gPRbmOjKm2G2hTT07LV3+FFP1iuKO7TnTj+ZI6XU5IXPfBkNIZ3jO
gkpze6Teg9IjNS5HRjpARb/2KyLRTPcbt2gm2sGCm7EKfb5BXmPAigeUzU2SNs3BHEeHROE02Qc4
7DB2OJN9AVLhjzueaucOkkoauHGZgSqzmmaik6kUO2Aq7AFR2q4n7Gq7zJpapjuPPG2RrOtHv+aI
ifZhO7XXQ9xpVih36nGsFeMQoKnoLtPNrAcj0NVvoT05O+gS+LkX/NRDKc3mZjAMhRkanX5Z51Z9
mNv5Ma7s7HKkxLoRsawPmW8Wt0o2gdYgPCf2plV1NTK6PsPboznmCTgOXguk8BJpP11LCkNwmsj4
xT4FrbwQxAMN/TqoexJNbVC7ptmqnVvIMn+ZRB52a/h4/kNYtck3kfgOPRWFd8GCxnPbVmXZNCQG
WfJRoRL8LKL4HpqgXJgaCJFeVFSSM7DWHNumSbZsaJzZ0iURubhDBiy/lrZpWuLdKxrtd3gYRvTs
rrhWQqqF+2xg9zPB4WWAGoR9VSHoxRhotFr7aOCp4PAUm8HBJmLnUpGbYgd5bFqpZRa1wHwKWh6A
YmSxCvtSm1zN6IJXtY17+qIWNq0yTA66yLVn0QzVgYET7A9SQBDzxXxROvQAg7TPL8EI+4/6PD+H
Y27Tkaf3nUj2sSGKLpLEGk9iVJONVSoDmTVzqZKN4qthD/tWLf0lXndZWN3niEWOmjhG4HoKEBVF
JO11NRoJhU1ZZrBY0ia/kjimgjUmNHY9Tts7zYdtEukRylIn4soNdL/YakFWwTCesoLvZCoWFiTb
AOdnvSDjRRsQC9uGNOc67PLmMo372q1TMrtUBsiFJKZXqoa7Ja6lA325zvY6RYMrRvvFsQJMDpgp
t0As2scY5NIeJDyYkbSt6h1yVMUDhBGCYldZTdUYXHO/8RHhxzsmYwyQKR+KfjMTxNkkkNRWysyP
pIRt6c10MZSjo87ZfV9Qe3pmNtgaf5hfzoY2X9tOKVDlJ2gCB/ZVerQW3WNOUIhe9EcNmkGrjMVn
r8eojfdNkHNG58/UdcMmTQM5q1QUMywqFCTBrjeFqD2pDv06wFiyQf5TOjcfjNuBNuOGnAH9IcvA
hDXKL72QgL40TkFuoktrR4XVfprzaNhpokw5ONiQu/JGKT+JTtJQLRl+8KmWCl5Bq56yy5ZYMGCk
kc/Boc+n50W9HHRq7yl9cxMKJM0mndBAgc3N+wgB9l3T5U+WS1w6JtFzi7g7ePoz+3cBoxO8b/Gn
nX6262mEgAD5ZIUwj6nH4IjAnrVUna3lM5Pbbp9o1ls0gtumJiDjUAXvBh8qwgpKIwZXdsPxGn6h
zWksHsFrza3odGC5bai8Zu1Ecybpimz4Ixfwj4J990XG/5zzDF7G//eChaKOgrD9z8vohfk7xbf2
t39r+1qcnrLX5vwvLZ/mv/+t5j+//3HwWnhP7dOb/7DGltBON91rPd2+NtQ6f8Xflr/5P/3Df3v9
/q/cT+Xrf/z7SwElcPnXMOm8ZR2Aifn72N+KejLqsh9jfzr/hT9if+YHg7yGSVXAWZn0yl9oBP2D
NAwNFzbqJI0tTeCs/yv0p30gA2hqDvqoIGxj6f8K/TkfAHUwg0AQBjFMlXjhX98ao9wUFDk3jPvH
/frzP/+YfTs37+Mio41sAEElICBIC7Buf8h/qfBn0yoz2fg4NtLAy72s6B671Dj61P4b0Jp/rJ+/
veByG8of/effr0j8As++StrjPIQRFUExxNAkVl2lPxha8hSF0ypW4vvG72AEdDd22S1ZV/GI3Pai
ivoWmuzzlHFQrxWxqWFthVJeJG3umlXzqRBTum6AHqyNxn5n7Cg/z9mH1Ug16DZ+6e9RINrvb29P
B/oNmLOvr+qAGLrIUNgas0pOYeRgueA3zTemEca71m71+5p3xU0SJds65NUZz/MDJkMaVwHBXqLm
cF/RO1didJQV2T/MYiL8LCN8V7HwJxdlRXyxO+emNoQnYDcSng/1w2xfBUgba2gv6DMjdHlK9XXf
Bf1Dng9QEaxsQhuLdjo2B45UwfQ86u1p7A1rpWTgrQgz1Z7QMOvpdUyhpYy3el0ablcz8mB2GnYS
BlpcDCWmIrVDZK+t4ks228QNIV9wfgjxdOZmY3uhjLWbqu2Vm2CZnryI6BsnL2ldL/bharYM9nd1
7SjtydIoqP2sCnsvjyfx6icK2c3CiDddoDBZmDzKSnYKlh44nLYV3TV2nW4gfD+GoKT2RF4/zUZ5
J5saYL/Wuhg7kkNiRPE27rAtWWjsFypckX08+B+1EeqmOjojOyM3SHWC2jNsXdl2NWBVlP2GAJ5y
cPrqIZgy9Xbuy2Gdgalaa4RIQG6k+rNjdPHWn8SW389B0S26q0CtaPH0ucTuZpCSj79Sa2fXqeNH
FxRyneblwBa3gNqQoQHPb2OgqP00CBpbNPb30vHtaKU4vnG0J6ipKJThXaXn+rqAtOMCBlvDbzQ4
Pfih25IL4Qk0HqIk28ZT4uydWX+iP5h52lKL4hLAjYpMuwbSdS3nqF537ZxjLKQzHJHHPzHeg3cx
M07xzZcz/xfeDhLk5WU64fMETPwtNkOwuKN8aiaIyH2fZrG71IW70syKm9nPYspoTK94eOh8MOPL
q2hJA/kwYjxqYUAdaL2A34uedFv5OGDnuxJNlFzMIQYAvVTEMdSCJ2su0k+V2ah3OIAwIKmWlqwC
SalfisC4rMnLrXlXzhhY43Bwc6vMD7Vfnuj6l18qsBo7RB40QjvIvCazEtL0CAwMNEvwkEZU76VJ
l1oT94xXjLk5MttnnL/dEqrEyffbkpLBkc9WNKdrpZpoUXdjvTFGbMaSUsCSOdtN5jg79r7goUL6
ALMd84AG6Qa1c5cijyCGclg26RnXWtt4/iKgBEG4q+tscVUM/m1q6MlJdqXc6rlRnBRsYZ+nRYHp
Fi0mnbR6PdQQcVdTH4KhWgQby7lBDO2OyP3wxuQ0XBrOhOcPaJKXgr/bEo7VxUoo3XM6yitTq3MA
MfVabRHgfH26jAaqkUl8NURjXDj5AGyzsLu1TNS5YYJA2970mS9cga1L1PTPVBO1Z8DzVOGc0OkE
R0bEmWCsvvYjPIegNszPvt98zJDgd1MIMQkQ8WJfKyMTkcovPhp59zTrWUnbzDZ2Vm0+xhBTH6qA
6oecANa9Rgsu2YKQP6ngOBfb+RqZSL8il0jMrpj0a3se7S+TkpMPYK3elFVZXtCASK/BKPSIXGHl
+ibMbx2goLuMjXV1v3yCQ8/YiLhov/khnq1osoKrpQ2wMiIL/5/eFp8oNr4AbOdedu1tO9GWCxtp
HDPZk6FQ1Ks2GO6ZQPE4SvUjQ1czE9tgGRDiqMJdYtS66QJ/1W4boY4HmeraXtoxB2k2yFcy7tZR
4wFmcq3fDUiqWk38qWTmPZmCQNtnNDlcutvR0WoJOHgW1tidsEqe6yaDAIuKJ3YqPV5mRihYySof
tuuqmCp8JZXEoghXsfSKquw+Wy35pE3qd8a8quCAJhg0W/W+mPC9SqvOvxlll+3mVhdrVfOt+MIK
tC1nROSSKP2qt5PuRXiDjkbJmKnRASNN88W3CAEHBbAadFz6TqGOQ5g4T0ZP4xDImvGJqdl6PkS1
S1vE5Q0Rg+TKSNNpF9CT3QeIQAQcOv1ljqJqXEu4NPeN1RF+BxqDKjOVw8mvxvDQzk1+E4A1X7Os
95rtkO9mhLmApF5PG0Ut5iX/oG8CEwV5nUlLeniJlTXjOpzrovar5Y6lh47WXV6CscxCaa6EU9ib
PtTjy6R0/G/IdP11DX3b2Wg5uH6emo3aKXPPqh/gdBoTINUi6UKMsHPqXHR++G1QGudjUTfOWuEd
/wSXpTjqnUEJWClzd4THmJSnsjPLLe7PzLNAXafenPXZ1YKmfVamRkVxGebdaPR3epX7h3CyumNA
7ntdRgyLKJ3uNcyC9NSMWbE2rYFCOR0OtdVg5gCDft3oBqPvZPZYI0+sRpOzM2+DItxNUY4InKal
l4827gmVxitTQEy2iWnIYQs76k2h6O06GRXE6MSGly7KavkNlfGzLAIqdHWGTOJsnKy6Cps5Ank2
tItPACoPGwsnAxJwI3BVmLO8JIGEQ/iu0+GutLJyo7TRkHh2PzcnCOi3bYbiyQPhXyitIx4F5w46
7TnFLhDr3dTJHezLOnTjdpjCdYtbalcMln1RpULbJ4bmf+uskWAOb4yj0oQUxQYdr0KPv0UN1Ukk
zeJYaanzMQIBObBl09gPvYZkR30gXtaPt5FaY2AGjNMebIFlG445ArgvsIHBnDMY8xzG3twQpUB8
hYRpfsPThdUpLGZnQ+rzGuw/7KoUXQ41JbisQzizdooU3ph9j64aA/hNOt5qpTR4JZnyNJBHwGRH
yYiVx99Vc1HsiDb7x3D064ugH+PHQInmTVPaiGm8/o51P7Z4JJ0OyGVVxwcMO+WzAfrrOCRm86qM
S9mIFLfYc4vhcggmcytkWN8a5nAD8DT08jy4G6BM73tSFC4dAEyHKEBuQQ50RQJE9YCmtzub7Wfd
BW3lWVDmj5gVxZU92IyPb4VxATCtOeTO1G5naV1Hvua4cPXc2LCTV2lUTPFREpXaPN8ltog23ZJ9
DZj9x8BUWsAg9gsPoX1Cf6ryXR9H2gkM8GPSy+giNEjq5WSPhkw2LttLfjB6/WsOOvbQGC0J6Ux8
LPu+vQn6eZcSa3ILtf5aB61XzLW28vuBNreacHwP4xuLCd14bvrupluCYSsx2/aJN2n8kaGQyakR
QcHuCBO3RTOK1SG4yJ3YfPVFU14yXUP/GEWB82i3aPgynhx3DgZ8kWWcm9chMtL1IMBxrXqoPt5s
woMH7tv16LNwzqWDEx2t65NVI/E1+oC11kaSAUZdn7Qp4ECopDF7d4Hymd0bjULyUaPHSMZQbtEQ
DroyRXcE+y6rlC6f1Ot1S+/mQojpU9yEJm0iJ93HoFA3RW1S1at4aEvg9COdwMyKnLW0eJP1Yfyt
rLvZo8r7mnTmU+a391NR3szUYuBP7ZfSFE/TYIb3BR1ZXJj6JQig+5JD9iGLwk+psQB++WQeClNC
6xp3uKOknCZpMD8PMLUYmNUP+5isniu1EqZZKrsd3gy5yaYp8wrCPa5VjeXVnM3opLm9oXyPcdPh
slFpW+WRcc0viSV5AvycquUtZtHQxVGrXhldWa6Mwv/KxJnvvA6EYY6bEz78TTLhLcMyErsVL7BV
TBrNC4SPgJs35T18hBCzt69spZlsUM9XMqj6PfFDqK8yzfYBATFCeoRrRZMZHEZtnb4prF8GHhuk
QfvU1ed2F2jWsIlLehBpkMnbYSy/Eu/XoWu3JIMEeUWy1atR4podTHHo01Y9aQ7RpZyWM7h86wuy
X7Mb62i8MtDa4yFtN0Fsz8e8BBQKTKkOL6ZU0sIzKLiamlxeqnjBZGk3gJ/oa5mGZxmKcVHWIrsO
o5ROTrvg1qFdH5rR6ugbJmnx2DaKisg6Y20AXea0xeOc5s9qNQ+eqChwVsJidtqgq/1zkCxnXwsu
ut4GZE9TW2ehwtfZ5SXM9j3yqkGuS++8CTgKWjZAllUug27XVc4OlhXE9rIApat2eQdGeyhZepSY
s99+A/0n13TR2Y6ZTBa5M3k0sl8KEwAa9XPVwEEbx32f0bGhNzN+HobewQ2qOy+QbWYPJDnRSk5I
K6chpaVpwbgZAb5tI2ncNpnZAlwVN/Twn/NavUNpCg5GwdMQzZSR7WTdRWHc7nQpmO+AYWBbUZLT
/XtoHaw6g4y+ZGmFU3zZ6aD6pisg6uMWdGS3zuCVk6FxqGZXHPWLC+x7e3ui/0ifLif1VHxtujm7
SwId7HMOZdkIkquUh8/jzTLjC4Elg5XLX9URn6zqcEA38WdzwjMKtC3XiiuKdf2WZOt2MNN8XmFd
uJWFRSaKBttnxidTJcNL2HYgS7cqzB+a3kupOUq+mqMFJGiol/h8/YaeGbfJ5oEtyzr29IiJ8sAE
7WxdB/GhzJJswwJamxhqt87IEVgdLwbmuzCgnPEfgK6dKUkuh3xJDjkkJE2dqW5WujOClh/dN+eL
aKZynVWHrjX7IlAg405AKPvImbu76IU57ZlZ6r9YI/W6aafdQajSm8ukeQTZTpAZy1eJAdC1HIyx
YMVtT5FDecDyjC3FEKX6ALK/3EJYVS5n9I1922vNxqrx06bUsq+zmMqXWdQxpPFq+kMM/f8S4jsS
okTE+3sJ8VTUbfha51Bj6+gpf/q3fZM+5V+bHzXF5V/4EyVmmGDBYHWphNsheywDFMkmtv/x7xC8
PvD/MjXgvbZhgRX7b1VRVz9IKRbEGBQx0BkLv/VPlJhmfNA0XQe4KiyYEBBc//eqInQJ9DIdVVOD
W4bQZ4As+1FVJJ2aF6MPrCpRauGpivbFSirDjXPVWlU5yfqwbrJ34C5vITLLNQEagHaxdQkKjRrz
7TXLxrZyekXD9YztfBOp+Yy3IMve4RCdsRO+X4YTqJBAZOHd8r9vL4P7L4VaoFGPaBDdQ3qunE2J
a8yG7sUKXtmQ6CaaUrKnGXVnEnR9R0D9Psr9XwIqn0Cn3455w9Lg8yDanoEiCrvvpnme6mu7aPud
USbOBhsKpGynH1yzkckBjyeOzDDgKFL1+l5JmNIAYjPdJRpJI2nW07ELBUa+VguOQV8Gz8Lsw3fu
1LKYfhB6l8/JPFipC2bU8YOgcL+9U/hqjNgkOnKNaTrcmHlMHjMPlC2kD7mb9blvVs7cGK4jqhP4
L5r5c/lZC0N6tsb8taXN8JLrLdYYta7opKbjZejHzg6ppNu0gxDbMrDjjU1fameo3TXOo+GTJgjz
Y3Ik+cg4NTehA/oFYMfdDw/mL0TznxcBS5vbj4St8zXp67z9asSdlKlnRN61dBKMmTmimTVzgOYQ
27hQCVR8t/VwMpi+uw7zSd3kTjp6v/8QP9/epaUgaCDowPJpLbz9DIRTB2nLOLkeGHt05Nj3GAfQ
IMVgdrx9rpwZO4cw6/C95fdWEudnBeHM7kEaih9PBx739rqt6qC251lwvWAkCchrjxhflyA5MQ4/
bpxd1IZ3Fg23VRYkjcdMLOWP98fftxCWR/nNEyDpo/DFJTNbTBDRZ88geXOCjia5Keojpn8GClka
5OdbXJTD2iYXvtWmOyOIr2D/DquJlz1AV3+jdZhUC/C8R6b9hhu7TycmjNg70gyoeEpOE1X71Ka6
26Kyk7B4p5vw0wbFjCU2ZJWmDb+ZPJ/4nuAXJp+uO1fM97DuJknns50qf/37ZaG97a/w+/CvQyxb
tnCpqdZ5f0UfCzoslj1fEd7bj0GnbEeNRQpYlNEYMt5obT0+idJ4jjqLbQuiaNbZ1jub8VmX5/un
4NLEQ/h9aFSdz/dV0AvyvpgRAvEknmTZ47Yf0889J8Hr1i9hQlcigTyaxYZJ8dc/S1mZodeVFuH4
DILwZykvw8YZCrdNVKdb2wR097mkgYIGZvS7sK2Wd4lRf5npZLy+cxOXvs6bFUaDyjIWop7Ni4yg
2ttFHhSEMjjmqldhJi9qYEgENlhbMS7Sya21iVRnj+H1Mma29iXDSi2mamPp3Fu9VMXGCBN9ZUyh
9kUOZnNpq5YPi0RMwSXc5/m9B/ItWWy51bqQC1sMCqhl0K96+1l1Z0xw2fbtFRbn6laXst0OlW81
bpAAHFACzE09cibGp/EBtC03MNOKiXFFNlttFTMHKjFyDNGEMdsrxRLVJiSO0f/x0P6jQ9//rCl8
9X8MCLtMsfj7Y906mMr2xzPc8tf/OMMJ84PNxs0RDouXELoq/jrD6caHpStr0XkEBKGpkp7xn51h
oX3guMfOJ3ij6vwt/kt/nuF07YPjGBoWU41j34KM/SdnuLfvFzrBy9FxIflzuBSYKpZH5IfOsA0h
RaNDELgD3hUbjnZWpAdUSOJdiAJps6mi+x9uzC9eq283yD+vyJEKoggdV14vb69YZvhJ6tkKXKIT
R6EWUJOjd/YlbXkr/uvB/usavDlUkGaOpZ+9NU1Ehd7HIOeWXrwntZ7qnvnNP0S7aHU1rl75pqvO
fKlXB7yc7xyIzk4N36+9bCr8ZqSXVH6gt99vSjXaObmPsFm/hM0VLibsSOWxNAmBBAwuUU84+d1s
+vb72/rzdW2O9Swi3gmWaUEgfHvdqOumMFG5bt4KL8GfpNTaqQjsoynWWKDXI/q/nkoc5e9MwFmW
yJubzfQG0MVYweEaM+Lh7MItSAHGvSBAFYhIq7GHyECPZJ32/X0hxEDXxJfv/MA/rVouCZ2UXY6H
itLjbA1FvbQz2hYAH8rpuWFPPlgxc0qYLHzdq9ZD7RgOQgbDGn9/j39xWTCEErKzlAaF1Nll1bGv
LPRGEoRzwKC3QdOfEx9SqD+iSiRoQM7BGCzl5fdX/emBAdeiS8cQHLM5a5//sJVG9zyZkOBSxYC8
1TEr8XFKbYYY//46b98wLFyuY7PZ6KbgJA+G9e0CMoPUrJsqj0HUk0CEmT4iwhRqfiTT886NZGM7
WzJyYQObKnQ2HGDnS8YMemFJMtD0hVtkpdOos9nM71zk5/u2XOQ7wFZQqjpn36cEhImoDvQ4qqNN
RC8N3tzYv3MQ++U3kRzOESSd5dX89qZlIzbgjjl0TN0t/A1cwRJOQ/kkYjX0fv/z/OpKBqUI8O7l
zPW9YPxhp2bmY6zzjLMMQpXJnJNLtNLl4XvnC/3qrsEt5VVl6KyD5cXz4wvBAmBm6GUR43EM7y0J
RCQt37nEOTmTlYbtiadI56VIh/H8pimD1pXqyC9DN7l2E1/o16lfFTusc1jVMy/IByfxJnR3iBRO
sqsdIpF63kErqXtNd8cWftIII/edD/aLWwwqUzWEbtkAZM9r2QxuV9BQbkL0pIsAEqZRGGJCOPv3
v+TPryfsh7zAee9SYVHene0jGFLxG0QMWBXj8Fw7FhnENr4n+Cs98rsYJ9Ti1WGkxGeJqZr2FxiE
lV51zSGSanJRBVW0w9El9xXZxM7qxLe2E2BYcBp5s9qpX3//cX/e3yVEJJvqUycTwOP6dkWYVmCk
joFTd57u0vGr5Z9Q7W8Ajvz+Mues12VVUGtL6NaahWx1PvNMA7njJFjZXdmbh464E27RbDzZBWh0
2lpNX7lEkS1rNSF80z0escImBC9rJQi2k5JgWVfT6p1N8ectnzObtcDyQWj+XAdnZaOrU9fwclMC
Fz9ncM0EqqeEOS9y32KE3ZGKUt55u/1iGQKpd1iDyF3c9rMXKtS9nO0elzDgx3UxIOKHESC0oj38
/o7/4lHnncJuwvhiKKHnO8oYlQ2xu4pO/pwDJGBmx7DJCtu//WeXMTkE8e/DhJcImc75gSjWmIfR
ZYvTG1fxlQOriPiH3rzzZc7fXudXWb7sD9sjI0p9kUHiIhJR4YxmJImbFrN51HtRrdOs7t5ZGOc/
0vn1lj//4XqhyjT2vudbyfqSPMdcfdTeu3G/vITgmQMzT419rq+ahdoRLOQSTnphLr0MjGaF8Z5p
+UxKQE5VMaiqJo8dVSUO0bPdSE8ShprmKs+dDIaLRigmQ7/L8XPPCMeTqtbNU9M06iaawejRhMf4
E61mug3NO9vi+T7z/XNolOHL4wY8+2zZj9ip8gamvgvLZ4shbyHAdmx/9LpaOmrr2CneWTNnIuuf
X52DCJsx9ly05bc/oi0HJOCckZ+G1Y1bo4SCgyWdMSsm9Ks56uM7v3Gkx1gxtCcm8YAK02mVhdeJ
BipAjU9zztgg6wYSeXXfVv47WtIvFoBBo5/XBOUZatjZGoMVR2200JIMf2heFFskm8LBfKQzjNt8
5+6/d63l+fphPVe2gJaDo4WsbeROqvhqTg4klOKdr7T8iD8WC99/5B++0tkdV4kbhMPMyX0IHPsi
yEsA4j5dXTAFTnQ76dhf2qJ7okeVev94G6JFsVTOnNU4u59deY6SViqiZpmbxI6I4yfHWrff21N/
fpp4exG61CiGlq95rinxDlbbINI51izjDaMs202UfSsJaEeWJo224KEYgp3j54e+C7dEtN/ZmH4q
BDm680wTlCSBADudHs+bXzJQsnqcbXC9YxB8tVoDBzIjucBvQPoMr7S6vVdJEDSRWOlM5Pz9Tf5p
FZ1d+2zFtkXvqIwxwl4sXoYeFAq2FGJK76zV88kNzBB8+xXPFquGCa4akBHcapjWoHJ2lhI9tUgs
NFnLg5mR3emnfZUy64kQN8JYHnpa029//2WXFfNmLS+fwmIMsOTsIuR5gZFYVaNGDT91m8TXmKAP
kQLdTIvvRLrE45Fi//n1ln3A5hSmotqc3Vzb8hk4goMA8BwQU8PajiP5HdaUKTcjWa7fX+2XN9nS
SQywnEHSfHfN/7AjMOW8x3nCb1kNzi4so0Mo+5vGIRxvQIyOnUussyXgeAujJ975crL11VS/t0ef
H8CWn9oyFpK9RYuJDP/b1ZxE1tANrVa5M2yD7r5tgPe4s9JYVwrNxvpjzhyb8o5RPgXgprQv5e3v
b8P5irYEk2SWu87VaXSdSw1t2P8Xe2fSIzeSben/0nsmOA+L3tDpY3jMo7QhIiQFjbNxNJK/vj8q
83VLkVWpymq8RQFvUUACJYnudKPx2r3nfIfQWcVdqEpwwhekum9c4fziXq/r9ceVtF6EnzRw6Nt4
a0vj5y852iXIjXQ95KTHMsd3j75+RPsx/c18CnO9EC4QzCjMDfjPD3uDLEy7hEvdYuRqUEfF+6zK
26t8qGBlxdkvNoN/8K0IwTD49QyDQ+PHgj6bNFwXRc/FRn1HD2wDCKer201p/Srk+U+7Lt/L4Ymw
mbisDX1yRH/a83QvA8xl6HiDX4LrKoZe/hiXWwmrBUAZsd473zm6Rv2LQn29Wz/+bGuTBDgWLxNa
fTxwH05GYHC1pe85l+SLOvMEMi5wxd/srn2/Bq9+JLMI77EG//zN6iwtaxO830YyWHFWUpIUN34f
3Ll6/UJOzL/zlX64nPnz5VQuLHDeWbvJNHzISw5rYxzu//qR+rguPn6lD7dt8qHM+gROrFUXPGzV
kqfqkcPKTs374hdf6OPFWBloJ1iGFNL0nD8uwrQNyM+LaTMUnSDSsGv05ymG6VCh50IZnWm/WPQf
18R6PYZhpkO4F43Jj+FJwlJEgs48ypj2MjD2OgM529j+9R38xxdh6oYKYh0yrlXWD1uzo4OtVKmC
nWLUwE2bnERoYf+h4PmnE9h/cOsChmJM+Ll/a13+81UGfqNOWdy6yr8ux7tKfbXFXVs8/fV3+VNo
L3eMy5CGxqxjHfN+eK3pblzmpBgAgivgx2T5E2iY18JbtX7FycqyG0rGnaUXaOgQfnmMcvPMPZsY
BALlP5qrSxJn5QyVIbjxVPeL9WNwDOB7/vSY03SzOBjRVrfo6H/8gLGj+aIohRa2LubWqZtNI3IG
Q2vfYdgSc2sUmq+hQYaxuA36uL7HL4ECo3cHaHqSoIt5QYmZOUh7fZCTZGYOgA8T3ymu0syovJOc
xwx7UT87y725YGUmKUEDGap7F9aiL/nnrmtigUfUrq9VTUMkTGUMPHvOEChCdfOHQ942SEW8uWTs
5qfmdayPbf4YGOgDKEmG5Uwi8J2XZf628zTv0fP18hbwhfLPqdkptNgq0D4ZME/rfae6+rbVawvw
RueCV1vG6UlX5shxB1L+ta2jt5lgy231xozfU4r2F1Jg5aVZG95V5qFF1PIeuUaevztOt9jHLl+5
SHI0cH8nYkmaaKpd3FDEw6zgggQ93myuQsaKXgF5CpVFk6cN8le0s+0OTax5qphkgd/CVMFgpRPj
iy4DaC1dXJ1hUYOMcny5tKexT62bvM92hdmLC+XE8Qn6wEhkCYx5s8HaAm90aQ/Egepn3ajs22Aq
LUhioAHzur9q0qo/Kjg0ZoRmYNcNYhc3WRUfjQ5OdmzWoBUVDK6DVsOAeOvI/S03/VATAj/YfVRa
qXfdjr3J9DuX6B2RUu8GftHImPEj3CfAmB6dfuoU7e5UQk1GxQLy0K+WCyPH95I3ZsmNK7c9Pmls
ZW0zoVfVxY0q5xPpOmukyhA2vt7sS1JEXty66N5bvbe289heGl1ClrFEEqXPzQ0xSTBVfVqYoITf
fRebUi1yAMA6TH/8xeVeOvPJJH86XArb/SrLmVExWS8h0XVFpKUKsOuC22Vj2ol11ZRmfmN4mn7L
79VfT2mqG5dBs7zhUoDIy49GuEhScJ/tCqRhzmndCqp3CwAjJ2X/pl571rXWb5IM+oCqbXNTNbr9
nHfLG9HG7qessKqz0SnIo9X6AdNcHsfalce09shjdBPtaErzXVr2qt9VogkplbYymcKBZBWtyB8z
osxCV9ZHHy0s0yD7LhbfAghyFTFDs/YyOfX1XPMb82IjtHq2HhA/kke2zPLkSTB4/CFtJUhg8FgP
E9oS+xeSP+rEcjCv0wDmBA4CuKCDqLfVpBu7zBiv8fWam86djQNcdi8sFBVHs10K/YGwPvRPPHXE
BydrS30cUURM6Wdc7LiHnBJwZtx8sfQ22zYEE18GhrGcOJYheuUJ+6qmAQuI5Qr7FCOBQMxO059c
lKCvkgA1MZF0cXld9Mtj6bzIeKsGA7Y4y6O6NX2E+1tfDdWuKtLhgMrCJNYgr/J7pTEMDnXAT/eD
/g4DhXxnjKCuCCK/EJ8W03xNNJbZREGFsbTT4QTl/UNOH/Giy7riEThkGhlN5m6Zv0Fv6NnaGsia
GLKa3aC55pcu1dxd2nTBEaeEAf9sKkM9Ny6xpG4TskhmQeYEOdzfvDHFlO+cKoyHapZwr2EGjrm9
Fb47lUDfnR56EzKyjWWA3/f7GjoznhrXNMzQmCE1qqzdpiVCw6Dw+ftq2dtCHGy/21bkf4nSDm09
+Azad0c6eNRTYBQQkUYgYGM2PE8eevss5XJZVBhF/3WAMVTTADl0hGUh5tm603CQwyEjycGAYaF0
CG9jHPEiCMe6Vv1hRN3/3ChjwvnRvbCPkRpS6ONJn5MTjTRSD/Tl3fVRVacI7WXhPUFPHq+Ag09k
KqGgaghLkTt4U8aboeN0GoEh4TNpTnZLpIueW1DC04zCgnKCpsyYDN2XLmu++AkcRb0oDj74DeAB
OHGvpd3H21HLcCZCOL+3En5p/HLiOhsWDQitWpYdzMzmbsr7hd8bsAKGNVO/MY2i2NjQL98WMmKP
4xx/9TvI3GUyuk8wbYvDYolLG2gf5IEn0plfsnrcSB/PTeL7Ny7Ila3XWYdkXpobWM3NXYPKJAwC
kjPmSlMwepupYT0lQ4AJrzHa8gQewb4tA2YcBnYciP4wk0I8gE20FPFzX9XmJvaHrNiWVaOmU0zT
ZB+MpAPAf4OMpQ3vdinxImdzOouHqq/mG0vPp72mldo5cYsYiB7mUhg+udBgdS3+JsWHcImt88Qj
l5x9v9aiFmKkxP7Ro/AMVe+D2TaML90wPevEqcgTw0p7O4wqBswBSy2MJ9Q9sDVuCguXFbKcPCKJ
+SqFRLbnyAzMGuuzZUQ+MEFOYWHRym1fAaLHYAxyR5CG0E2H1DP1Pgza2GGCMfjw96k9njOAyfYJ
bHKLEj+xrG+tAbrFlWCnOR9v9da9tMhJoP267+JuC7EFw0wYI60cr9KOqYQM3A0B44BlCJ0GYE5P
l+x5t7lrZ8BqBZZ1J9StFH+D8rMXPxFzcerEtOrgVxCzKKeVORFA2MdwAngtbsz22DrHLLHaJzRI
zsnx8AwCMTOxdFdVEVyQELZgD2moFJxMBxnU6XlYzXSJGfW4oRDLQaiEYJtxqPmC5P08Lq0a6Wfj
s802ne9W2yDxlkOcrFo1ZXxJ8FR+6Uiu6Ta1IV/YqV6Zo5FcQl5NFwVEDdwmpqYOi1s2VwUpjl7U
xfpEsjDe7ivNKgjPwdSAATcJ8H1H7YxSa8r8GpyogUcTh119OXkzuEnHyh6RsdUqLMdsOhTBQDA3
TUqsfFgb8ds3HoldbRIkV9nS+J+bVqo9uNYl4JXiTElkdlCPkQJUBlb6NGig7zv1M7nxZO26L50n
3cgqNA//4jidAbIeHdncT5joCFBAw1XYSwMKVDM87h4Je3j21FXplvONqDxoWnrwDCG2uZQeODIs
WiKahFPuPZkDsC/n5JqwyzrdeOzUmgW2FW45SQqgIrHEV+Vj52RMUhsonhC+UbL1ZVqHWZIkL4lZ
U6DEqc8eWjYH2VciC4kn+WTP81U1dX52cBPrIHy50UhQIDmCA+5ND7HkTMZ49qWESxSBslM+7ejp
NrbjvTfW2Gn75q5GlBzNNAKjXtj5oRyEOAPZP/ZCtwzGGAmcuvIToYFHVRWtgHpwW8b+QyWr7jqI
vecSKV6YVBYEG9kxdZgcxDQMPjQ7H8uXZOGuXBQk+cBEXA2Faomvutz2DvYyXgeluPdzp47KGRog
f2jUQ1m55Z1ljCM4fZ4l8Kmap4VBYd9lDRx/IF76iXiU9sI3RfdSzDCtCuPWiqdnDVaAAjmeHDDN
kp7Ubx2CY3BJVYn7mqvFgsXQWlaJH87IbqyUl00fH9sFJ2va110copeNA8ydVfumRNU897Hf3kkK
3+umqzjidIt8GBZ5MUMfbqNaybs0DcbI7Ps97lIvqmuZvy9Cx7DSTi8SY2cReimDoKawn4SDJt3R
zVdvSL+V5TKdoQcnckt2VnxqvYFkB9i8RP5Ze5xG9GDy9Mmy6jrCPlJGyFSJih8LQIiqwPJaO9dJ
kZl7Bxt1aI+U44QAXSW6fu5bcxssBi82jp33zSKaKEsnguY1Cd62Tl8RIG/cUXrvrefSiOxlco3c
9OSm+Vb67o7mxsZFJ0P4q7bvMf5vi8aqz8qw8CbWwbhzfWCqiDUr3sN+GwWalyXE9uhWpMllfR43
+I9uwCQDPDCbS69wCbWf8wat+VT2+yCnP6JkwYubsCdzvLCcsRabqY337uRCaDX69ymDdgxes4Uw
Uk96uc+tfga/yKHky5Cg7FSOwjTTCPW5jamEYA2/ueZKxY4TbMeiuwuC+nPV4I0d9WQpzw246ZA9
hOwHExrhsR2M4bKRFFmi76froK2SyHcI7NplgTuFLhyiPEpzXMA69Am2/liMW2m4O7jO7cFO2U+9
qW2bzbTE1btpCe0IaDbYgrrPbF6bnuhxHLOrlkFL07tJcaDmJWbGhcwWI+3eKnAEmz5On+GhjnDV
qKjmtGETz+Fu7Yp2sA+ml+QghFfuYp1PT5Ud5Dj/tCsosO+1ObS3mUvSx85SQXGd4tMzDz3bqMAO
rqhDjZ4Wb+TCcEoiHpzqdVFB0Jw4NcfJBfl9sjpPlTkvNYW9VZWH3EmDuyBe5V8cMZMpGgzU2Bts
iyVgPzXAjbC8pkLhG/DO7C/zssdWvYknGMEBhoec3TrI3buWzrC1Y5qLJT2d9eAI8K4wT1Las36D
gBzsmIYfUR3oo4JWarM1A8lzje1QzNb8nLY0atZoOj5ApgWwWRKm3RKGawheBihk4pIb+mzW5Zju
gemrZm8II2tDa/Dka+PGJGJmeV5RHjl68Th3o1ds1TTPj8wOc2vfyDn4hmFt7CNwLPJMHKG48bqC
iAs3GT4NphNX22SZxXSW2ahO/ElD+6wS0Bf7TLT+E1GZ47yZ62Ky3lLYDDccO2p2ZZlZ1jUFiaee
BGxcqC/paopMtdl/GrWkiq+FHHFCJHLy0nM2QNm+ApSDR4ztiYhcvZQhr6T+jEnMwB2p7tQKvtKq
xuG7tN9aIls2wql64JglB60QXU1rnWDtNcFzXY3DcMGoqyCrVFrBPs+dYJ9Sj/WHaUlJC9U4R5nS
SQg+95bYZTUGV7Pdq0v0Pa/KyC4qEmmimIhtUi40eEwhO1v+BUB3+5gaSmC2nAuOXJjlVDeAjnfq
3p7I/oEVO+5l/KAF92QknlIXKiEheWD2N9KFhuyrHS8+OYqrGtZjZn9Lk+YeE5sVn/ApmWeO5smJ
t+kYgchPFUxI/RZi9BJNiV5M27LFpXkQS+Q4mwTaRlhonYGRxmx5BQ961EE6Psfz4je7qje2o29B
YOFGX60mcCsl3UmfL6z22fY+zwuG5RXsEFtzfQU+3ypu29Z040MG+m/YLAvr7goIQn0rKyfylhsu
WL8o05A7NWafIeiqMFkMjloY9J7he2u0ye3pYu6GOMJsQYc3a5FqZ/YbDQ9to8YZ7ETVVmfZ4eRu
9P6y51Tn+qFc2Y2u6ofQiNt0o029CvNU34+kxn/rmEgCkHEWWPH0L9uHgrOAQwppMDPsHtsL+nPW
nWUazZMym0d5QUOwPXtDXfC2lPzrbbbJOG9rvX02rR4DMdbVLkpKfZubxpXbENzJdg5RZidjJYwd
cLf4OnWxHZigJCJO7Fk4UOwJ7c10BTS0CZ95v+BNfkPZAAUPEOqcV2FvGFs1Vi67eyE36ZhudFjV
vHtCnLSARpE/QNxZGhJjW7fUGNmnxCWQ6djQpXTF7ayXlraz21r0l6WjQdM3PwfLPH3xErjKtalJ
KDXKIg+NBcnhxqvcV0IMabpUNU2ZlllfdfbztCe0dSrE1uSZi0Z8qQghi7m7SnKs98NiEd/ZCZ0P
TOFWbAFI2g/9PF3kQyLW5Gf5acr1I7Z0RQlnD5PawjdS4gq+zRw2g3hoELDKrfLsb51t7enmPvck
VuhkoPTCo2Ul3MhDCnFlVJUVEihSb3Oekwdq0uSuD7ACF66dbGMRO0fToAW1KB16AHnK7a7QksYP
raYcpwfbJcGR1lcDgBXuatR5QHmT/mGCOum+wcGMz1mOLUQt5PhZvJmxY+P1smG5st9VO+FVsXYc
HPBJwKl3NWGEgAWvxnZeO2/BCbCCvBp0m/BtHRjy4Hd55PQLXrNo0ECToB9VFkOYUnPyM33gpY/6
hNQKuBPOpWzIAxKUDa9GrLJpM1Npn7yqNOkn5Kh5aSZM2kaMxXQ9Vjm7op8unMO8+r0oRJHdVjTX
74F7cgw1uqUDNVtoz+S7iPOkQTa8zit9psrrp/g4+A3gi7A1h0Yjihiv/ml0Op0U45KOaBzXXUW1
IFhlRbJE+UiBi+O+C2q8a3n1IPJAHRfhiudaWFl17oRZaxsfB7W5TVwzV9dzPCbZfjFnbz4ZMnmg
fJo1GFlqAcc6Tfa7ns+4xMB6d9GomVk00DA9BjjfvsSAIx46XvpfQbLn2n70tfJ2of9NYTrGhNgR
ScPpoYPewVZTIshfkMOJpNgHzpx8yVWvXwQk55LkMNI0j/O+tsCRIeY7MhgxtjP+TcffZZ0H93hH
71pisZe9J+KJomkJeN8R0is5jX5SqWVz8tJsSLycoDqPPT7UydhFjroT8cI/gSYk17Rhv7gxihkB
Fb84OFUqbqih7Ed64jdWtwClYMZ3MesdIUQlByMDHFTEO1RlJyAVxUM2srLoSxhkUZf66Nucz8rM
2ZrNTBf+MAEoUORG5q25NNorAdPaRtPtGFv+OCmngILYwLD56znEP5h2fBdluiuSDynQB7efYdqL
EDUzla5vo5T218we7gYPEG7/+kIfJ9qs89VTuNrDAEUy9/h5rAJ+ug/skfEXUwXS0jIC0Usje86F
+8yhVUUMuns0kPbfnVZ+v66DF4WplI5T/MOMVGA2gYfBZGosSeXW2yS/IvdP/kJT9VEUsV4FH6jB
3NfDoPvxNia91gtRcBuF7W5w6m6S0mx2i+fvqtIdcaDr1d8fnjPORpfKiNRDavhhQir6smsGnmzO
iAZs5Iq22kj8PPx8km0sdEa/WCjrcO3HcdA6BDIRhHqME9EwOx8XivKs2pScOHzCgDD2bwqIJ1kb
UC/OBzX3u1m0b31evPz1svnz+rRRS/ur0xpHJnOBn5dNyhPa5F7L+FyWe37daOrFxuncuzWh5d+4
lO1gcmBuGmA9+PlSU9Xk5rieJkpaN5CmdPQmRksp/Iu18ucnAVkFylAWI7mV/Ho/X6eiJR10K03L
IleIUUrUE/dYGcsKVYtmINK8xX6xWP6kMvZ4uLHTrpodDNaMan++pg9ApNU8nj7ysi2Sd6BsCdB1
lCmMs/RH4Lyfuro7JPQeG5D4Vs7J2urvsox5w1/f5T99e9yFHlpzBPCYi/+kxRg1o5uJSGk38Paj
2bqtiWSlnR9aLaVUcah+ZZr507pdr+cwx8VG4rHVfVi3Dr1ova1NOnvb4qa/gEMWofZ77vd//bX+
tAFwmXX+verbAyvwPjyOlUuR7/Ju39CyqsjVajxYGPOddEjvrNJ045Nb8f93RfPnnzQgaITUOgkj
o/hKRvhmBDCuWzQKtX6XEY3911f7qK9DPmivsg8kuWziTOA/rCCkSk2f+OhYZD2cDDe+gm0TSerI
NSw1OZjAqhKp7QRJAN+v/LfMlf8ClPc/CLeLleWHm7/ifP/A9K684P/9v0jf+1a+1UOb/Git/P6X
/ou5y1ieBxpYArBQ7DdoB37nYzi/sU076D0Dslk81JD8P394Kx39N+RIyHUCl0eBLYbP8Ie30oa6
uz4lK7wZ09XK2/hA2f0r6i7vPVbeD68KVKB8BjRQMDig9aNt/nllztIRiTUk6Fq6vuf9MM3bHop/
GNRF+6WRMthMUnEWzUrjdg5iuXEazdrSRC8jYcChGfOl3Hac58K09c09m7X/FJjFG1N1wGCGwnIm
E4YsSf+alu6r9GJgePanZSo3orE8VE/pOxrGB32GnO2KogoNscbEt5bc9BWTHCc4eXNy52n+V9tG
8NPZsjlOCy0ZKYQXuT78KNMstAtQZJi5RfzWMMr/1BvtTJ9KpPeTSueNhAwYLonuXfYGdkeOfSBL
E51qbQ3Gqvo653t2NN+rbtn5iaETUV3a13qsBwd4f9M5aNFtJIJ0iK6v9h7BEn4Vf07KsT/lZn4r
Yosupc6n3ATO2OwzZ845ewRMqokr2pQD5BEyhQijmxCON188SFcEphcc8Lqa4NL4gmFoG8aJRRVS
l29Oqqx92gcdtpKk2WVmQPuvc5edvlg9OhLISA0HftJ+EyD8pYOs1PVfVe+a4ajW1sf3mI2pTC66
3iccgwHS5LXmW61nUwlH1HMOtlm2FyJDJF/otcmZ03us9AJwGTkBsFp7bcP7nEO1hRSaqrkN52I5
lr52VikHraJpmytVz0bU+1lCBOWsgCNVd8KeHPKlSDFaW9q8tEw4Wx3OnBo4F/H0LmxcJqGObJ8s
OKUMhmZSqBqaAkwmHq0MsYqNV3OjE3HmDvWDPsb+hiSqJSrE+CRl3+9yY750wNfRT52GKzNOG1jE
s7/hTsuwEAyK6D+BHqMpCviCiZExPveIUiLbbO47gykQDbLL3qb5XlcEVeotuoNUzjtJPx/CGwgy
v3iNQfL3sXF2GigMmQFZlOz3q2WMCyY55hujU5dTNXi3QtY7aeufBtdayAtY8fCijNgJLoo+X3DU
Mr6oAuOtHRkZAHy6pi/2uNBzxg4kQnMi1LxznsnQiHd97E672SEzqB9NJkuS80+7gnpLa2gfGJEc
fEt45NfaXxMOGXQ41LPb2QBtal07kiI1AfHKum3QDp9aK3mQMATvHa0ZD2mSWVtLiD0WXWLpmC4y
FQJaj+5AiyU5so1nMj0uU2OX1j39DGZzYSen7kiGUBD6afup86CiKc5rCF882kcDvem2Z4g8DtNh
7K0jEgr/ENDJlw6Q1ZH19az31JmunkdGRb48+D6CetGf7VyAuDuM/585un3x4SGPVsn8i7xZ5vt6
xZRMunSRl2BvDLW7ER6fsxiLKxlMoD5sbnTdefQyjACEoVzOk0jkqavAalS42aLMqal1pzU8wUg/
syeIDcEZmJQmU48MN6eNBeU5tXMjWscFlpN9SqEq9AsdOF7+1h4VfkG/jVbMaMzFkb3R3NtdzeDN
8ZcNsEt40iv+YufDmHZaErqoiTf9ip/2VxC1kw7prpGcBpN1FkmImH1Hdo/z4FUVOPyEid/wHWq9
sPtHiI4uqOCOXYZS24Bxt2U+yogs78AvjuktNN4LQIPsKloKMPXVVst01yTFMbakudEKr40YqZF1
t4A1UkC3Kfnf6Ozke61fCBhFY/SVeZfFlsH/Uu+RBE1Umo1i+SUx9tZheRwq743B3LmgNMJam7jk
bjSkQsbNc7FaHSslDrQ4ki3pCW9Lwq9ceG6z6Yos3sUZT2fbE/qnDfNF5mlOtPLceHz4PEY/cfBP
vW95O+g0QPIm9K3xcjKnr/WsTWGWkqeMnuvICM/bejGo4P+WmuRfY0L8B1Uups27/J/zIB4ToF6v
P1Yt3//CH0QI5zd95SahwcZehGqGSv33qsUMfnOoW9bSGUsWlKv/W7TYv1F20oUF3EWIre6ZiGb/
KFo04zdswZYRcIaCF4VP3PhbVYvxc9VCmQJSHc02pz+qXPNPNndVzFmHmvuuabyFY3SKyZjB2SBU
KJJJu5wTTMGuomOr1YQChVI65qVTW+DEyRMSnzTlAaYrXaUjJTBgSu57ovocMk2JE9loXgCtp8gM
lYRdmSxEyTpETNDsXtQLIk9nPqJMmEmoJ5GHjLcgjR9GRNYTzSE/IwFKF+XrjMVjYvNneH5uiFgD
vr36bmim5wYvkdtgWTB0krNHXJ6xI2GsgpmZu2Zr7wUxL6axqYlSme9xthMDmTjY6htSpWxw9QpO
JO8+yqmNN2TpfWsnbku3xMSYNqpxzKgUTGSAU75MCUnSPfh4fSwpdtLSKF/UsKpekhFyPHIvg4pF
mHH2juPGBpeeNlf5VFbQ1s2YWBbeWRU+7m4w3RVpDPtVr2va/bptMuqcW5fEBopYBK6o9MhHLjte
UsFcVuM+drOciGVijKJWLkmKEKwvjN1IH/izla09fPJu2ZeTut35S9xgJE0wV4TKltm+0G3uR+N3
MrgADeuZ+5ak45RRVUyWWcz+CDKoWbpnxAgq+GTqmvxEgkSeR8hAyG2dacoey9kgK4wwUOe5Svvl
1SM2WwsZxM0MXHnVUWXYhM8zPCJUO1JOFsXsnlnk4XWIQelb+bn1wDGTVNeuajxo/zhszaYOyHcO
umtFnEUbtax6EeXaRL54ac/L2fN7EzOeKqf8YFnE40ZjY/RxWAkD457bdRZT2cQHUcpcciKn06BP
DIJyMYYdUp3aofOvuXEkMVisihUbJYfVzHpBL4CWMMmIkCcICKpVsDXAGpUgUzvxzSgrDQFwshDk
ANukKTiqj26G+ID0SgpwJ0cWphToW9Nkz0VNS94UyVS9uKysLH8zZGXcTGIoyn1BGDbaqh491xhU
It2OnTs+pKVn3ikoBaQ9WHnZmnKbpzwB3QYot8W+Ltjc408wsIPiPSmbwtFCkyDy4ZikCasjFD4M
T5SJNOegVgZBfokk0v+S+AMjrkGf7G4vWG79xjfG+bqwFstdp5KtcwkP2tY3oh7Gl5bBz2VQl4bc
w2lTCUjNiomXV2pjD6zBbvUdBT9pZqU/fSWKmkFqM/SO+ZQQFWfsA08KOhcGqLjjMnfz3pJZ/0Z4
s/cgllShXoUCfkvTYFQMrYo+2KIK7fILqLsDyb6DRjKZNBM9bIcgJVPMwf49pbBlV4X4wS5yEjeQ
jywPSnUkX8zSDN51SSOTBNBlvuSA0HRRy4nnvjdT9UkfRcvWBcx53rawwJ+UnoNUF6aHEsuzm+3Q
NZzjDXCmxUbqQp4hjjXoV5SFl8NyM9fZZpQc+C6Qy4RdM5I8WbnZM8m9urUhJ8RKN3nuegjrYt0F
Tmey7pymRcZEIHoSYR7NHxOyIeKrTGZgcFuwcae2Tn25J9vWmnYEBBPmWmhpToiUFGW+N/p+fof8
igbn7ODuH92dZ+W1DW65UuWdLjxK8kHm6jUeivraIzu8ilAHLGByFzGnkd8P5WU22PALJtGx5Vmo
Fq6TPu+Jkxx01ewcWibkxMYt0aqx42cw0KsULxcdjKy7tXXhatuW+DcOdX6M5jWj6YquTYFUORi6
zb9T9nk7fp5ap5BobPyJrd6OU/UW+Jnd79xeTF8a9vmX1TX3hhDJuHMr4e8seLPFNpjapSOnQdoV
3XarTQ4Ez8UEvRRp8MVh4OdEKH5zdfI5WNCHTzoOrkx8OMNa8SjX/GWCLY0AxM8WZS63Y5oyhvR8
JNfdZvmwfO69kkcCXLQJQT0p6ioyXcwMyBHxDWwRxGjJjpGKSKK4GEhOUKQALKv8nL7YkBvGpqt1
9SQZHiGUdTr/ZK23IHSctl5C8JQktf79OupfK5L+08BZa3/8nxdKHJ9rIqR+rJTWv/B7oQTjFKKK
hfPEos+G09L8r0LJtn4zzfXHAou2goDWpv8f7R3NMH6zABLBYzEDZjn43X4olczfbHPlGq5xTGsf
z/k7pZL9cwvXN+jsMC6idY0x0QH59KG/g5bI1NPcxeWRDKQj6pozH3rDX+4GNGp3Vp84u1gNDvGU
RjN+0THZh/gCynuz6iCYZK2+HDkkfyqKCn20nbQ8soHNvJwhiag3YoEtHKqxhF9OOhgZqI7wLokm
jtnnfZcjgdMlwwMaz/gJVTj6a6Kqi8+yrUo2spYzYWXzRh7KdmGDsKdLYGTBEmUyllDJ9eVlFp59
P+CN8EgMqqO0FI9NotfPGvtfu9EL6Qzsnoa712Ok9RtQFOQYq/g5derqyxS07q/IF+Z6w/5fw2y9
od9ZI/x+lKEBns+fG2YCHvRclLODVqEwHpC5tifH9unpNrnyb+u5M772KDq37mIvqFt7NembJu6a
u8Ao82cCddQ7o8HlACVbojSMS7danRb3rVkyWasrezxlonCsA9q95BdOoY9lM5/dxoMIE5fJ0IpS
+PmzFxQCcK8rJ2TrZrYfOPEeNdS0dbWUiMEs1X/R9v5AL/h+s3664PqBfnCBgVykR6cK0jRQaGgk
hpYlcHkKJWuwb1Fy72hEwVWa/JM+WAQfV+diKa4KpFNtPD+b8bglj2kz5erwwxN88/vP9WPa2M/u
tN8/Fw1XnOe8yTmxcFT58XOZbTcpFrwTZoQlACwv65OWT/Hlv3EVw2TISKOXnu2HpQLwvek8T7JU
yDw9ty2K98Yaxl/8qN9ZRB9WpOt6OhgpoGq683FqYln5ktoo+EIIY6T3pbWtjSF5McmFWZBKJQaB
EQHx3vysu63+1EIXqIDL6dlray3NO/SKeIsQxiOxJ6npWGa8pKOA0OBvBtHmFqszNrbLQDjidhBa
EyFAq8cDLKCtiq3LIUiGG2OVKdC1SOT9SDrlGonjnmanRN/txEQWpWZNb7Ya0CEvJuFDvMeK46SP
SFuNbFqOVoWD5H/eV2QMHv8Pe+exLDlyZdtfofUcZdAODHoCEeJqGVdMYFdkQms41Ne/haxiMzOL
Xckattmb0UjmRSACcD9+zt5rf/73f9H1/+5B/NNM4v4NC9g/LuRH+uPxfvtXv+9aiq3+5ghgNzBF
MCOr9KD+uW0ptvYbh3isHOxNMBBhrvzPvvWNzc1cHtIng15qCF6rP074mvEbzQLeJbAOxAsyvfw7
u9Y3C+q/Hmk+GDQnZsg0DRy6ELAwfnw/u8WCzQrkDTGlsbOXjBwLnMxbhlpy5raz9UFSYHtPqu9w
UWgdhoGFum2fL/V5St7Fl4KYgNoTg1hIbG/BRlqQnN8GvAQXnMCri5WHn5Cdum2ZNETJFrjdXRil
a8IJ1923KkrTm3iJ1jslpeGGDTJpL/sFT1jrDDauKMOu0ZqW8JQ5dSxVOFjteFqd6hbxLLlJahGV
h3mIf19N/9Zw7T8swEaUkbL7AsK96f+xkzR6BmIk/y+kW6psEf97Lfb7o32Tfum4OfpX/7hMW/mF
4vj76kzf/sYfD7oFnR7DrkGXiJWeOdz/NLIU/ieYQg6z9o3Tvu2Ff5RnpviNwborVKg28Pm+J5sC
u2c+zSsDRhwcEaXd33nMKet4jr97zulEwOBk9AdGXdOY6f30nJuKNABnjck+WY3+IKb0iWvu2r68
ELRtPBrdqpetSxyiD098kdyhhz1fq4jG85jtEyIlQtktycHKSHYeNAPOb2pzlG5Ds3Ik05fy3CxX
nHkxr456j1rydeoKkrxMf7HEubSVs3gm1GWkIPXSOfuUmX6cXPPksMQj05yHUJf1s5usJ1djFrj9
h4xOQtBnyaYCjd/L3oFZKnC/IcHCb2aI91Xrv5S5q4SRrcxhi1osRFNeBJy5b7nhK8OsXlNVP9QE
xgVZFHEItVJCr41NkdOTIlStdaDq+Xq5wpc/ZEV+2c1Mrl1E3z6H7q/4PDjM5R1dLKt9LprylX5A
SNV5BmUOp0sWnS2j2GkJl+cY+I5NxoXhCmF01Cq8m9vHgopSeF1r7QlWbPwa5o2rXM+NcYOBOA9H
p36dFvuKbqLq9UP6mWD+ADKXX67qXJNCSf5aOqinEt36DVlHFDemUvjz5ODhFTKQIvuMZvyUdf7e
lXEJ/54smKmRV2atPZW9Eoh8eh1JBSGIJsFHivx+KZP3aRXHFQc2Pl4sWUuRNoxC7KueGSs67AGX
WXGjuOvTOvE96Ra/keMA0pfyVg7NTa62vZ8RyuLnjE78CZrdXl9NQT/lopvlcFY4sJM4XZfCeR5o
qNQFCQXFaNOnYbIaKSuWQfNFqKNHeneCa7wiIK5O36N+Xs6x6TYhSFNEg1RuZwmrJwFvRNAQg3Zr
w+7J7FGi4lSMM8qrgvTiZLgzM2PYVbOB6dcyZsyGy+XQ5zVjl84M0JPN4bKWnUeEFWCFcvSWtdd9
ktQXX3ElVhZV9g/RwreDXr8PuwGVLy8zBkmVLMLKjM44oZC+PZv7OSL6JUWqqhQjA95yuFoEE20r
4dEsJhK1k5WHHfm0JxoUvAbCq8w9avxYpla9rs1I7ptl7wj5O9PM/K7Iuhuh8uuTaH5Talfg7nZ6
m/8CnfFjQc5BAlOYSq90yycAI/+tz/1dfWxXam1iKYv3DqYzT9TWfslspke5wQNVXHy3VP6bovcn
WcgfV6NzD/aBq7LF/7irjlIDNppE8V5s4n07dvedkHulrp71LFyj/GqyJp9Gds0D2T//4uKUDT8u
ddutsqgivSETg/v98eI0WLD1WHq8r/P8naFDHdi4rTl9sMBNrDXffoiS1IKouHA4Hiqr2P31R9jK
7R8WWz4BAgeWdFZaeEE/HYWZdBD9jeR3n4/jJdPJizixj21b+otZEIWa/+Lr/sZW+el6Qqf6h5CI
ool7/umODbXvxogfN3JN0xs65pjLqcuvBwDTXjch7nZ798HMWxeLw3QCQH85NO8gAA6FBXuawzPJ
ijtrqM6h451cfKClPIeTfnIIJQQtfDCa9qp0Cc/9VAY8EG0xBAKDsoY5w6ukcVstcK3WSRwbDFDZ
1B+VmDT6NmGGZ5J4m3yx29kJiLN+neFDeI2hXSxbt5EPbnrJyPG/xXUAxAqH5PTWGu5DGbNq5mQh
n+sdGt9xMj9F25FExnzWZAvbN1K7TUyTqbjbpXvOAxne3fXEYOQhdvRTvji0WdUTBDcess65QruE
5d5JzqpU7upGIQJW/UNV9rfqpv9AlPSflVb/hwaAIAq/e0H+dEy4fCuGHw4I3/7/v9dNVPo0i9AC
QF1HSQp3+Z/ng+0MQPQhFTrZLzoCAd6yP+omMPIbhYuXnLIGjZnLEvDH8cCwfqNgAhGt8R58Gx/+
rbrpm2D2X68Wf596xADACG2I9+tPXDN1ikslzlFOWAbSDUeE+mQG0sJ5Y8vbqhnRo7wNhnGjFW8r
LCL5KGtGfGTcL8mtSsCywRY7ZxcUB2Hf329CbgSVnI0hDh+MXN0GZWHcEhzLMSFaD452u+qDb1vP
a3Npp5m/XXpqHvR5PwBBHc+V5qPmzKyEGrmlj/Z8qxZ70fFQBuUo/GSujgMWcqPxsLB5UR1hmjzQ
BdqT+mnDQ8f0fFbzX4lCDez06JRl0LGxqrgH0+4L8cgBqWKe2t8wSCCG7YtZ39hb2dB292OVob//
unIGitznpcE2XbbvWrRcD+pyxGhMoYQAIT50lnGJ32qXEsMwl89O/o70zCcF3ReUjIrUPTslwyyi
h+aG3WL4av6hN8wbrHs10vfJ+DYb9cnCGTsDYbXYqBnb14cyOrljtcNRAJg1OY9ZXYQR77RZOyr1
yJc47CaNcMLYILCT1F/RHFANBdr8dZ7K/Zh4jbhd0lezPY7ACM36RcbnCQmJFvZXNe/8pbsq09Y3
UB6QqcxI6wOhSMmuYemHQv2irR/Oig3rTbMltBYj1ABWJMu7tUJpjNMbLIwP0knCXBysLg67PN+r
PcIw8aym63Eh9FuSwU3x5klruIxQVBXaHnBNCGekn7XAxVMXr/keosH1TDWUmkCA+nmXUz8QXbRf
QGs1Nv74ZgzF3FwZaMchs2g6sqKCzJ2EclTRfQ1JT9K+VQXT5YxHJzV99Xwak7M06Qlo733cY8G4
pOeNqiOVujcYGGSflemQiwEuX0yBORyhUnld94qLPNABa1fWwpC6Y1ho8/sa+5n6x7aKEFCubxsE
V/OngEUf7Z4tXg1mt9qbk7iwy/FcoMirItNvqnRPrnszYK2BgJESV6gXFEmncXxp1sYri8uCAYyE
aFPxJmxXjK1XTSI5A8JeVi9YfviaeFINkh8/BC6ipluC0ZgD0Ome0zBGbldOF4QCJnglI923TGXX
Iywx0/UApQaRD3VxHPsrcIp0AFBhfMBMOVQlw/e5WoKiisEeLLt21jx0eIEpmN2KG7vjxtWLUbtv
8vm6jH4/av+vXCmxVSN/WmDwJeNB4RzI9v3j3o26VneTgaJYL76mBAT05WNO8wrx887G/6DfxAai
RkUL1s65MNvsuAgS0cckbNZ5p0TTHt3BDjTDbjQYeaOmic2bMiJ9ytX4Z4SEa+/VfLeCcHWC4QsB
w37Kv4EhqHGyMImwVOvdBDmJ7Bds+ed1cocJH1O4X26ZmGiwYK56wnhdtixRCgX15Cq4bXmbCdDy
R4d3HJ3NemGbn0lGaV4p53Z/3pY1udLHLHkzXI+GBl7lvTI9FHyIahvjknhs29d9clcOi2/N+++2
l39Xf25d1b/6Un+qPyXsJ6aEfKlr8agO+Y1ZZ8GmsVrxaZfV69IgblKfbcGXQnBSFy5t+Yvf1fix
Cv1940DQbjuoUIg9/lnuWo2KAgwB93iOxZvxKZgXPwdy0pM9imjyfTUQZAJyFKFF4DnSKf3OtI+V
8tyK4xyFeX3NUqHqJzW94K1XluNsnccOjNQgpzGk2odGlSym13/9zf14TPj2qRkGMQ7CirCRsGnk
fd+u1nhiUs0tJMPZdzmgHVOxH4qLJV9/8f1sf+inX2ibOtHr1Tc03M8nBBnLQqqkV3q8ZTB34HqX
KB7mfeocQJ789U1hi/r5ahpFgookmI6NaWk/F8iTA2F/a795rULJb9+JSDummKTjEtC+PTIb2vR8
nEMz4xnvPPuvsWdsn9ehhas8ny4LWEZDtVZevmSPTk9QaF6Qqlqh8kF7SJRJzD6fKHhD1PIAt+Q+
i4EKGKeElxeV7KfSIbBrgBUV7TEdVVQyrOYSAk58NfUfmokuyFpuVi2AoHFJxOUZ4a3qbUvWvYEV
N15uvxnyNAucztfFMkDKkmbPi6mI3HMy4o6WxlM5iaObfh1L41iTvznDFjI1lpIJGg1h7Xp8KtBD
yKQ9Nl0cKIlyiIswW7+Wyg25ZWcEpzm98HkqPEJKg2G80ogbJ7QW11KQaohd2RAxD+Krf1A5dTuN
Zw0HUd3is2ZVx8VLb0UTPWg4VoyXMe52U/OkWKdtGxZdvreWJ4xQm8LER0V4cGHWjuZ9IxY/TelK
qJcgnrx5+QRHljttYK+IrJQHerIcOD4XpzxTy9DOrLNFjiC1vjrap+ArMNRQAdM8VW8yTxFwXgvt
LiuvRwAw6jEf7jDvsFTh8FCe4nwMVOip7AAlAbbSDVrH8lUtxaFJ/0PHaxIgUPGJQvfKWkHiKr0p
WfZkg0KEaoCditCkaBucszyeg76eWT2JOLcn3+w38RW3jhhxncEYGcdhLR9AfqI0cdg/UyswOfkX
wjzMEKP6AcFzfcAj6RukR7tsbauUPFIfOrZMtYCiroW1ZtCGOiTdPiajLYu0vVg+MN/AmRhDg/ek
1lnv2fskxpn4oojdoDaTEHY3M0PYBjb6XPOYjRFsnVMu1rPJRo27r4x9n1heRUZ7ZINqp1sl24Ow
bwZJGtAqDtuWaqAZAEkTNBQyStUdVKUiadn2XfvKSj8jGd3OeRgxcEPXgz7G3akoU/RnOImQU/hn
Mj6gSNrHluOP1vkIUor85DMQLEerRDvq2B7RbLRKUkTGlVf1d6tu3RfG42iNl4YJdEPYuEf3Ufzo
JBXtcMODAYTRGBFKEeQ66IfoLudOHOUmiTRfk7et/JgIbbK6yR83DYZ6Ni6UBBF6MLGjX3bWu8AR
qGL18qucwCE5dujU+h2JaiHe7qNWRr7efK3Vgz3cNR3YCCMAqOVFcFqY4Xl57iBuek7R6ywqhCw0
fnWtHxMXI/vN5HyBwIONkbrOJRqRLVI7tc41A+8AgYZBxVXCQVpLmFUG7p/0Sc4PTECOisOvMyX3
eaF76xiTfD2gxIZZqISCTHkJ67zm9zJR05Hj7uKOmqYzWiv3W0k5IcGW7iaGGz0zGfHZfFT9U5M3
B51ac8mv6VPvBvmipsmjOefB2qu+3cYh9R1dYCW67N0wBqAg2CnBlqTxV72h1LTQq6XCVzQgjTXE
6N1CQboMqldbnC1QA06z4FG9KZA1G0CSjOVupRx15JPQL2OW2X58ikjANlOeSw25srmG4GqhFczB
oj/X6lmvhI3FOz9K7A/HqhrpCQ6IE2+0Q57QKDNDPTm1SnIW96yxdX5yyQ6cosJ3UGBtRwmpFddC
xKGNvNuo1j25p2RtDqGBiX+UZlAmUPsK6EagatSov241x4/t+ZDBuCjso4HLYMY1YNu8xt1r3C07
tNa4u8EPTCeZPWrV14paSYG9YtlFwEj0GJE3k2anXqjhWmtBdk8AiMWxp63lYcbBzregkBcwLOtZ
UhL/jYVFTbpbpb9r8/UIZ9WrBHZ/JE42jWxisjHFejHeAL0CpWfMoVPdszX0WuIVQ/GgTudJx1Na
HEfnHOevNlXfPspQD4Gm3GwsJ9RPPqr/0KZZqdBOcSyAg9bHNAEC0nhtVQKeeVoH1V+YwmM+9FpL
2fEg7RKq2hjYhNyAvZxsUamHsWXRUn6ylvvSrAIHChhBEmeZ86kN67bkyUiDgaGj84ROZjGi8sW7
g3ncPUwmEEKLTpd+Hg2PuXoAouONHe2vw6i+gN3z8uGiTZHHiupomdeKtZ9pvk63KDbT8RCrEC7O
zAEL+v2Se210KKgKaCWLroH+A80Obwyw2qBXvvTzc8TZi9rHtfBH5LApdbCEzNft/dS+rtWp2a5T
Fldll70q5E2PVvtqO64fycrPTm3dAyNbWV70XT8/dCK+wFESjDy0rjp7aqaDGCDMdL7OrSWY4FaI
JvaXRlwpnL8HWtorgvlurF+ZRuSjDuGsPR+mLCzWnckZFgCIOj9o9bG2r8ac3IhXRtuPGi05U/ta
GpSB667JamSjhlfMPKfrLiFVe1U5mCR6sL6SGQZCeYcELOJAlKRHQ644J0KHhr9Efm+W0KQYQwoW
cHSWmHs993blB8vW1MeDHMwmuzaP6iy3EfihwN+Qjcgv2WTg8TjdsGvRzIgxxlZ11rGYWs2+HIzD
qD2urnmr11Y4w4SI7XyPiGw3O64HbeMJkSWgyhFDb+4lzT2CPAlDSJCaiJfyQivue3blAZ6BMyWh
K5453F8ZDn2S9jGavyjKctUb5VExJzxUgO36/KuaWl47NBzYjhXiR1BMTv6iGBKdsxtWWFisYibt
vrp0kXJg0EcuJAMr4jj/MGFNKkuL9oIMe+Ibax7rxh69DjrWdv8OZKImiT2yeD1bHfy6jfeyyh7S
umU12Ta5/GzFeOECBinHKATPHdowLis9YHTmz5Vf8v2oa4T0D6oKrh0wLz6KCt5qqJVrdamjSbWT
JCzYYorRAk/Afr7xA90yqNRDUmZngwpvolkYPiDnLKjk6vOxYvOtfVRGFCeTv0CaKNX5SuFdTuir
DNHXFtMUA6NDUkWBJQjYOWtswj+MnE4594LQ0lz3oFwCQcsn1619idvJIcR8LdcLgxO/EmVfRjqb
44hyt2z2nQF9ti92pepcMfS6YLpxDbDq0QCDlpoHgBk7TEpBU/D0qM2lGddBHZkc2usgl6c5Kn3Z
ZyEi4XLNvFExAsKFr5A/e05eXjbDdZlTfpQdGnBOrXP1pmftlezio97lkVcmAwQJCgn52bNkjkCM
5agdYzveOSac2BjJTXuzLmmInHKX2evRpRBNsAE1cSjs8tMQyQ4jlE/gME2XV3xHO33ukUm3Xk1C
VAQ5YSk1P9epPvmOHKv0R2XHYgwIwlCh3OD7iJV0Z9ovpXMvB6CDMdtf9czTbEa+tqh7k2wCpMno
qm38Mqi9o9eN9ZgowGcXjsr1Gkz1CfrCrjL4vevHtXrkUKA3PRY5a2cWK2vYrmve4kLsq/GyXJXn
uMOTRxJOmz3HznOZU1KC8ZmWS2MGmOb2xbUydVeT0R/Xod2ngMlowllmAYkjQ3Wd3n07AP3/vvQv
4ufpH393UvxTX/rqy/SP1y9vW+b891P9b//qj6m+JuzfMH+QbGHQoNa/Rcv/bk9hiIayBdgHe4dJ
hNl3Y32UGzhUELw4zNoEeIJt2vZPg4ql/8ZgAeELYkkY9pxK/06D+ps+5V/naFD7CAgY6hn8rc1p
/jPSXWdIvNCZHV4KMTs7i2rgadI0RJhVAyfEHvRnGxupFthFMV5GuKPukIkm+DctuHlkecuX777B
f9N62dpVP34egugRQiA1APWrbkqg7xsI6UoxPvWp+aKVlC1TmrZn+EgZWLNW/eJY/5OkgRQFKBdI
J6BOoGBF2vDTpVxixktiIV6baO+Ux7UkBx2TiMO2hNJwBmZcpIX/17f3zbH//f3ZmmYTn0iWDJMH
fvqfhosFLY2oyzL9XXaZygy8cvQjEQEmFN6KNMm9UDuAP6IcrTDSGk6VrU06dTACB2GOzmmo9+1Z
iaF3GbUsPTyXTcQBqUOUVonGoNaBGLp5YqZS30X9VLR+lgi4vwmZ9tcGDCI6nLgb39GDY57GOIkL
1liwZARrGisYVBvLfonK0T6sjNehSM1uswLwdO19n64jizU/fcumjexhz0FX6mExC+2jqTdleWb0
A0t1agOJK1aDZd3JmFlUU5Q9NLNa06LFEjV7PW/Gw7zYVBVyqhbzUJEp5EDaseGsGROwO/BoBg2J
EoFt7mWNLGlY1JImo+P2kJG0ocr6c6PVsGAbIF8uenfAOjwopnQCLEQthB/AbZueM11rbwU0fzll
LreMeKSsz9cy0hnhmia7ODV0ebegL/tVQoj508PMj72920zN0V07yHd+fMLcxIUeiWL4PdHWYd9p
1XoxykX5Rbfy51cG0RmCFIexFVfCI781M78bzS+GGPIG//d7A3fbHxMEDqnAvuJueMa/fnx/ygYh
PH67Fm8nrA9uzDK2d+q7a5Uiybq0L7R3deLt5WIN9daIWEX12h58cjjYbXmfzkn6YA9u9KVosk73
pOvkr5KmmRn+9ef5N7dOU84k68BFu8p47ceP03ddzGKycOswRHeWpky7SAOX3y00K/76Uj+uFryo
LEc2PyOhV4Ix+aZD/P7OEyfKYl1W5QuLfbHL017xZeYA/VjSmEyxKPOFPZsekm/3AoBu+fjXl//x
TrfLbxfGxojdx9Q166fFCm+R7DWtNF5oFFZYouib16SJhFZu/Sr06sen9tulbKyKjC2hDrnMVn+8
U2daiDmnB/rSptK4mfLVRMPVyl+shD+2VH+/yvbIsvAi0ITh9ONVaMboyF4a+6VumWCBHugu9WjA
Q7OmJAM1pvL0118gWTL8xX8tvVyR3w1np9A37Sd93J8elqFxinIEUvw2ppjISg0P9F6xcLMhkOrG
6sIcWe/pI9gSUUIlYTEicKp0VJVwJL1qTQyCAuyWpgAU9rLDHyhqRBCKYnijM2RJWFsa7FKpD+uw
m7Ooep+Rr2LXw600guRajE+r6BabszCohEszUpLj1IPZ9GKSR1hea5l9EugQST8z4zY9VgJ39z5Z
LG0hkmAYXiPI5fHBsdgZQnwU1KarMc2nJioyqkAXATvtASW66mxEIvusTXJnh6qqQA4xCvNSh3O7
oQrjPvHWyp7IdJ4NhYwA05XaZwaasWEjLMV4rIwR3c1SzwMZGVlDNjTS1WY/qYul7nCAaW4gKCxO
s9k4jxCK+T9nUi9qgtrUGPS/3RSH0V2p9tXC0OaDJWJm0YuDvuSyRqPlkm4Q29ohqXWxXkonWrOD
UVGf3CQYMPNDoZWoC6PUGq95FOGcRrZW5IfW7JKzuUxpaRvTmiX7lDOhxTvQAzh0tKRQfY4lXRTM
ajNZ+ybu4QW7esz5C1YPpkEX8Qanu6yNur3omwlHpTFrWOliM4/9kt9lCUpzmuIQI3/8tRd1HnNG
Vdl1TSjroZuoMd05HDNsq2rZTvAyHBWinKIPQ5Ba+QyJf2IFIOQwPq1kadzlOTDhXVLpOO4tGXOC
j3nXH1byIU9lrULtrERn3ZJB0CGd4/jHGRBiwsxhTphP49rX5NH0brblanQlnV2ZtYGYNS3GyS7b
ndGOXXHLVJtBeGVHoj8WicuBfRUFHi+EE6XcZ8zgT7J126duXcHcLW5snLVG1p5Ps0nQSg7t16GJ
Oymf4zxzTmwNUH2hmtYueHE9+YpmPsnCqDX4lty5N3iclQZd2wqe9dQApibWYYZa54kt2EIR5iB9
ibBrR0qeMoQybe19DMzuZJvDAA2PlA8WTW1eK6yCerqTg0Fy4WKK1AUPbNv9Lh/7eTwWfNTbKer1
sxn5NYh8UQO/V9B80G5fJu2mqVSYBoZFEdTbnW3ujHpts4ciYXz5SinlpJ/g6nPnaiji5DqWlfJo
9b3GnqUu+XRR6XqWXahuPw/osRl0eE5PsgHEdVc9jxm6lJ7A/09n2hU0EFe03uRs99n0ABFfzUio
mc3LclKdR5dwy5dGyShf0M/lz3Xn8pTmzCpq7MiRcteCTKd4GVRowAthMDBjKucW67b1ZUta+srZ
W3vqS8xBmzMu1o+dsvIPrLmxs0NMcO12wnSzuzUvLKatwjTJjXOIcahj0gJkVc+TbxRtv+Hi3bkN
UbfEIBfxKF9bcddfIoGtcr7AVlIdFkX7Kcp02iyZVvGgqNJd6OiOdshqNt4anYxeWicqhV9GnX6L
9Ck9jW0pH5bVqJlOiHi8U8CavybDZHEriUuXXNh1cj/yYyE+KByVN1KNbMCw2Mi9RYrxknB7wJGK
MikpnVuaC56sRhqp8Wj2H+M016XnOqOK9yu3xHuTow/16nZRCB3sCSBnKt/3XwV+16Ad8mXrKCjF
ZWsrw31qjmbiN8Uy3URahaiLNWOd6SlW1Q2uEvymeSb4JapC62/JFkiQKEMjA0JiFcQkVMoYfy5W
QW7QbFQClVsnKZzjIVaRXbCE3bQW61owATd/jtWco0/uMpxQyhwxB3hSs0AZM5fLFXkLmjxomdBw
D5XQK/gCY/1gTdR9F2454yMfdC2bgjwX7nTGkqUbQQUErwuJTaJfFbVZ0xDVMZPmVZHs82TP1kDn
LI6U65YiIIWwUkJ2U/IC2cOUVsVLnuvmI7SyZPV7pSvyXVtodJWIZnFfQFgXUFZ6YDd+n7nj4g2T
TT/VjB23RRatMD+pmWJeAyJXpN8jkZgIlYloUKQteEn63xUEEUIwUDzEiHVY5cqenrpYG6H5pszc
bSydqFOgr9p0lhk0FMOp0bPHhREmwS6ERn4WWs3O3itTiTRJljqpEPEkeY5qB4qpqYNA4vuzU2JE
atjmmPVcUgfUsirpQ9lSGmEKJvfCaIb2Za6UdaFRs5THSS7AUyN68fquSETjHA240yyaboZeQ501
HmqCLDTGmI1IyHXEwNEEUezQXZ9l52ZeptjMdOxxse9MJY8/ymrmyBM1yXCuZ016V+VzSlYLbmbo
xlF3wXG8sfxFyq0GQw4c7zJKI9RAXd+ONGDzPmYvyKJbOVr9tUEsWsprpYmvHLORLCtmJF71XAGk
NA7d+jbG5rDuJkRC95kVj4/IxRvFc5RukUGjt/G1SE37s6KM2EDbSNyCroVulSe9/dGvEZNXI152
jhKxBhZ22zaIbxy7DHTIka0HPnd+UJGnaHsZtxy6rJ7AD5z1S9OHOslq0zFu4Q+t+ui8LnXGWYwM
KUQWaZsyE80ii5hVXKNENkTFemNOjfkRWzYpVm0E0JbR9dS/Z3Lpr0kXYRaijCmUX3q80fvczgtf
mTWT8WWKigF5tbQDgSFd/KkQAfBJdkLBLEPTiLWiUX4OLN8kp+m2MjE1026NnGrXcwR56ielY39d
RWahixNkaayjAuIgq21xaZUpLVSUXvAEM1amC+k4TU/UkGSi3g4O92zklv1eV+CfUN9JcchJ4Wrp
sppYsat0jl9zs0ofydEleYSwov6ut1WTpn+kMiZhx0xeh6TKX7K2J4dJze3yjWKJxIZRFyxctWQO
UQ0yu7GWuG3CFusRucJrxaEnTkb3ScvU4cYo5zkJ2RUz009nYz6WST9drHp6cq22vq6rOD31laMB
LaqHtduJuhMrngbDfG2LKh/9Nq6Jtq3USd4tlSOSYKbqpDs6KxMUsshhJSBZRqI/0OaNKtt2w4Bo
PEsvdUkmFrAHbSrDds7bmEWNZSrV0sj2cB8WV/aI+e/M7Ft9CUHzzHSxZ0ADIU/tPBwSBftDuQDh
4UmMLldky6B4sma419uKMtKaLVbBFMtAHDFmXTUrex3rUbJJayXjCYKgZuhUhT0/mbynuW8ApYh4
N1mB9WzJLozCVe/zddDgLdnZpPuNVaQD6K2YRBEba1KLcD4udvjrya1qh6KMrvU6L98atabjzhtj
OGTdFIgOaLfzFSRT1M7vRV7F9B3KSZ9rBhwSBu0+0oxyxCUiNsCUpTSs/qN0n0iSqG9g3MHM19KY
ZCFn7AvPzZVRf43j3gnqtLfti8qshC8L+Ci7aNan6SHv1gamUV1vSSHMv64VBPL0SxQzO2zrCnAu
2WR8RUM9VXtAIDmo3nbrqORDV+8l8mm8LtNqM/FtOvTsUaJNYNOURbxXywJWUhpwGzK29iOuV/I2
DFVTb+117mcSd0bnMYoIdDqiPeobIE1Vap7rE5CNJUTM3ETM0IVs+1smIDkajMY0452i1PRx8rJm
ndKmJvpIc0mIEwdz47pczZz4hU5m/UEfRH9ddLk+HMGnAD+LTZXWSdU2letr5qLDkVK6JAmS1YYU
og9Lf0NrimhSEalkQfeL9lzWpfuhNiwHvhbXSC86Q8s7T6rUIMSSC3f1p4KZ9k6YFUqWPs1HZr8W
20LUpxV/1F7T69ZFoKJEazXtIKlukW1dx0jEdjgO45WrlethUBGytcSgq+wkzvjpkNaAWXPkAEbH
aFAk4/hsQnNa2Bxsmj7HDGIJfodmwd6jdTJ5i2K1OVqc4XA0jW1258QwrzzMqiyXA+eXm3YcV8dL
ia9NfZg74gvRhCYIt6rKnjj5RdeUMTkjbp2Ju5lVZqAzwjAZw+qCdTg21He3jpfD0nT5XcurFlqz
Rp3jcDS+46Fw3u1cXKygS9Xqzpx5ygC72c4jp9gCrcvUjdM5m7F8g7AmCRKCkH3tdEovPTtK0KoW
TVGfdJa06HIhLA8wqDkqpelFZAWRqqMO8SnutbS7GJsyjUNj3G5stknxPCul1K+dKBH1+WJZMOKb
NBtf8Lm7LqlQTox6abUYoys2DxkLUP0pu5LFv2lSZvnKOCGPb2ggj/TVgHN4XWKNTwl9jHc9m4mZ
EZxh/x9nb9obt65u6/6hQ0AS1X6tzr3jJI4T1xeh4pmo70l1v/48yr64J1VluJANLMyFtTATlSiK
It93jGfQKtHauU2SePrOREAcQstY2le9VZXPpUn1aBODbSQ/IZWMKloiouODpnp266YON5jfvLsu
iMAWhqqF550Y+VdOpcUeKA7crtCFVV4aJe+hirL2hcN5/CKqutw7ja1/DshbX/pQSdq6nI7v6zyr
q6fe133EULrEAlJdtfQnHKYzrPG++Em3VpMcNrnOaw9IXe3Q5tJES3oFAyf0g6j7GY1d+TaFXhDe
Yp0LjTtDWBJLCiyqYV0FafaDH9F+x3Tpfk3HevziRBMLkedm/X0mBcqZ0psCBRnSXbqg4VR9LjqJ
iGcsYkJbLHIQ3BvoJPFVUUWCs42ise3DUhmBGszTW9UnP8lMwrkZ5jK909Sa2RtA59loUqGwKfkJ
h5lJSfwRUzc739paU01F+RDslGl4KAD5jtDUxtRKIENcYOqJqsmYl6ZwxBk/lt2PjhLNvE6HqLLR
kscueN/MitW97UceRJ00o/I1jMH4PfWkFt/g9BXlw8To0VhHdV3cxZZbu9uGH+ptfd32X2AsEdum
4Vl1N8jMeut7NBMPAqY3iXCF+0Ppbs2s7H9jNZT2LjWqMtnFaArd9RR3c0pGmu0ONw4QGGpuFFcJ
UzCqb7ZPD+MpYtCunais25tgeb3ouvsBRrVWe3dEV2hzi2qhvHXIajKvDfKfeAhR0mc4qdwSAUs1
hjU7Jb/24OZpPn7SSgdnV1mpk+zM2R4VFkQ5p9uhkeQ1lWQWlrdRQ+7LfiYHhJhfoEoOqRNRm6Bu
a0ZwQmCsmrsA62D2lQJEab8kqO9apBIeGV08F28gY2B54uGslu9basVPSsmsW49Bg36GcJ3+ucbd
8IPzES1sYC05okCSp5fXmr1+WHPECVI2PqDIqRBuMmhoD/lo2CF/Z0cw5QLwRB4eTTQNcnZ9y86i
qr5msUq/90yrdK1dDzqkmzkZr0KdYDAAOMg5O2yXYEiz0XZzxbdx+lY6JgX4kbIM4TYL6RCYVfPd
zG1NkGjOpLiDt7acL4EuOXj6Qyh+hB84P3y7LQcCN5zquciRH2yp54t0/X+ouVtOXWgJk9KtftVB
MuXkdCWShtv/7719p6t0VtL0sIcbdF5sWmaM1lIa/KtsTSgujEAAg68JMK37Kh3N75Lt0O5/cRWy
WqmNGkuxeCl5/nWVeR6bSc1T8Jrk7kBnP/K3JExeuJWzuulyK7SQbKDJYD3+MLn/ukiWu5SBqNu+
jtoj/8CXIfZUGHGeVbEr1ul4ocR+LLT9UzWlnMVjwEdjWQzg8U2RhqOUPyThKxwxYJacAjhCJsYD
hdZyF/bWS+wnEwEfdPc/Hs3zG7WQilLYZ8/MWNpLRfyvG8V2Zieuysp94MGxTaawvRPsZNZtMSNt
yLT6/PH1zuYIX1Q8QegCac6RxXNSHnYa09Toy9M9arr5alyiPEhday4M51kd/+gq8lTWjXESTp6U
VE4KUd2hjqXxFy+x7rGo7/71hjybGcKmxzAl0+Vk0kMZY2vvReWeVI+ArXDefJqcUj9/fJXzG1q4
DAZtCYerwII/fkxUmVQ4znm5NwQLQsxRlENo/FNT7L3QMTh/QMdXOnm9xrEBr2+U5V74kbqRlAY3
Mqh/f3w7Z7Nu6ckb7tKwQ16OpeL4dprB8A0UmuU+HyKgL5Vffooiq3mdmk4+Dv58KeJ8IVEcdyV8
WEeeSTCABXXSOOX2d1kLkHRuuv00VOI1EnVZrNtMOF+LNiFi1U3r63KMnonLG5+MLsKz0cqGCmXV
up9nVy06waH5MdrKuNDweufBeov1NkCGwAflTyvwr/fPBE3Z17xwxL26NCdMmlu6c8TNXOu3j8f8
nSHwyCvHIMdXmf+cTKGW1ggf5bHZq6Et1l5lITQVAAU/vsp79+MhvGeqLlKH0yCGXJl1PdiF2qc5
Eq14Lv6bcwHbm/7zhSudiCpYM33AoizTgMot2+UFPJ5EIwdDb4i6bk+eZrgtdGVdU8EvP3GkMa9F
Ew7XcJXih05k/Uvetqgr1FA/QCOwfjnoiy6sA9ZZ65KPHjVkniQtMFY26+Tn1Pas/XIa9rFdEksU
ej1HoyBG8ZizBQGoziHL2oZW410nDb2Ojdt1dbBLec+ehr6yf7ihaqx1ZYdpAEIrGPU2oLBAfnwQ
TDfIXG0kh26JYBeZWnRdN7J4EF4Z/Ueoq/jkOwOw4lmW+TdB3iMa6JaC7HqSs/25Z/n/RNS7OV9Y
K86+Wsst831E4GHyHlsntwxsTgfh4NEyq2OEadQm15qd406xDdjEYFJ+8P1XBxpl8+6fpxlP3zKg
1WPhplN8PNhehSXAjU29lxQW9uxum4feJWrIbpxu88+XAutl+jSjkQuZf577X2+oJ80CKWqo9rlD
MoMw2CUTwvU9bdrywk2dtU5RFyyTx5QEjFimcTKha+FEoEnKGSaHt52F62OXtMdtZg6/3DRJrzPy
1f/x3gK0TwG4/+X7he5AHg8jIYn2XPlS7SPFoRGA2Vd21fgj8rj7+u9X4uXwl5tDRXGasdH7lijz
Jur3vqagFCbZsNOTjXTdAm/58aXOFwbuatkgegt+GPbpshL+/cQmaoVh7eu9Hcbg1VUVPpmdM8J4
ha1IJiOq00YsZw31OnKs/SFyra9FEjsbIxndlwu/ZhnDo4Y4vwa7vy052koIS8u38K9fg/WoNkRS
9/uUgyX81CUtqidBlI4pbeLR9L+E6YS7APXxF6+vjS3HfOelLQqDektwlVqd8frxTzpbo/lFi04G
X9ey7zNOxkd43UCXQPZ7rfGt2UVmbGPtNLcUtC9NsD9LwMndO7gm8Q3gkQQhdaKoKN166AdLj3vh
uVO0orHfa2RvATJQwrmmT0Hgc+DytTW++AHcy5XMCW1snQoBQK6K4VF47TjjoZ1oJHh9jgLL8Lry
tx3/KWBSQ7illsfhtmWgfroUSV7MQYiXPI2N54+HbRmWs1sBwsx2EmgGu4njB0myajjniRz3w1yW
gDl6Ypr9sLzwHTHfeTqL5sdAzsQx+2wVgEftIvctp31pxi2mKc99hENf7xpZF19iiTesIXWU3OvG
fPTSpH2atc2ITbB5ps6Pdp4CC4HIzb7mzDdefzwGy2Q9HQP4lpwTLNo4gL2Ox8BEL6ySOZ32o+no
FXuXAh9z9IpWPXyK++HfAsCW+cKLg/kQMJ/rL6ek48sFtDIWGcG0p19BvzMc020dkTz/zzeFPIYC
F98yc5FdHV+llYDpE2ID9nDSlpJr0l1VE3j8ypjFg9WZ/4u7Yt8iIYCw8PL9OFkRLC0QmATVtB9c
Q9wKq6JX71vZ9uO7eme6BiY7vgUqxaorTz7ORR0lQBHaad9MMw8n78XPAifUhS2AebbtQSJLGJQn
0WNwLfJnjpa30bEGn5xucx+mXnurG2d89t0spKRr00Yi5ci4Uq0ubswG013V2eG+omoK9lrm94lT
NlS72DFMFMsepJ/ItfATtuGBeacz2p0lEPELU/h8XNieEq7ClsVerNwnP9gtnJqISNPc14Rw7uoG
u2RJluuF1/j8LeYqzF+bRCkA+c7JBqUVvtRuGJr7tAzCq7Q3MIS0YbN4GeSFGzp/JxHNOcym5TPD
K7n8lL8+MKkhVUAkn7P3HSr8E0bnde+17kNgNyNZOZXcfDyxzrYpzFkuZbi8MCwFf85af11vMmON
nMkI9tw3XsfM6XOaVa4brdoZQIylk+mqpir14+PLnuSgLYsBSQHs8yn68DGRp6pIy8kpZbdK7JFj
WdesCko81o07htjh8/5R9Fn0UE1ZrT/7yGQ7utex8yO0ioa0GVcE+86mG742w4D668c/7XxKLb9s
KaGAHuHQc/Kw48ENKnDA4V4hWPnKqx1/K7wku3CVd8bd5iNKgY3IQD4/Jy90CGcc+10q9tlgZuAk
LMy3kUnSZhSTvZMssQVyAI/w8b29c1WmFk+SzzcyxVPdq9kQlV0SAHvgbCFuIhIGf2VZar2muYpJ
YymdbRbkl1hJ51N6iWJ0ERCy5eZuTwa0m+Dp58FcHODsDzdBOqJlzlsq9F0VX6UkO7x8fJPvPMDA
MKBR8ZT4r7N6hCUMQsvxxTDH2CLyXXtIkPRdWBPOrxLwgVmqEB64Afe0qEi7sbFa5dYH15n/C1K7
2xhdceljdrrwcPLGPwYXACIOQonT50XXyqrRUTmHOvQeWJjcO0DrckWgs3P1b4MmTbwWnB/Y1LPJ
DuRyu3+tA4QEYFdjn3oolN/cOWh612MUhRdYB0tMyNGWY7kMs4+DHssctcOT5c0zBaI0zVwAx49l
yBwCa7iprT5N7huiZe4nN0of6E3gcRty6P2b2kc6swmc3mlx3tPjnwdl7ebSlJDucxISkNvEwdVI
BG19VSZGR+LNgHR+IyqzJ4jDD15aQ+DvNIoWu2/QGhD0Ph660/n9556W4E+ExqZ5LvDus0pztmbo
BnOLr6zakrXb3KrZ/oQ2IbqwcJzOu5OrLTkwfz8oJJlBWAZcTSsz30ilFlp9mF24p7OJtzyn5TPE
noMUu9OzJHsNZRa2VxyaNBOY0KVeh0FDuvPQ//p49M6vxM5z0Ycv7hwq5icLYdzpaJ6nJsbLxbMb
BCBiGqUgMDAbbP75UqTaYBwy2RxaPK7joSvKBkVsPiaH0hitu7wa6GA1yrlldXcvPKWzYysbQTwM
OFf4krP0nS4P4F3iri/t7FAqss7b2labCk0/4mKFC9CxE4gDnl8bK3sqw189zO6NbOVwH08x4MeU
btKFjcX5vDn+QSc3Dx3OzfBRZweUPbQDzWJBUZAvfuHG37uMvaxVlIOBNZ5isVvTL/q2ltkhaSOD
+JTCePJBSf38+Eme7lMZXUCHywd62Txw9j1+kiRYIFIbVHUwemNcO7mh76mKjHdI4oPvqiBCrJNB
vJ2nmsjuME4v9D3O33i2xxQBFsQyDM7TM4Zno9FFGFgd6L1595VVeTcp0OK1TtIKEUTM7unj+31n
VI8uuIzHX6tzaMUNsj+/OqhMF1duRFyY9vv+whQ525QxrFQ7scpxT6xn7smwOu6Iqj6s6kOc1fGP
SoQhujg4Zc5k6m2dI8OKTZuGPnNUX0WucNdElATVCinJvJ5Z86moOcH243t/Z7DBh/J1+h9f3ylb
Mu0Qe5EM1B5sRN/3ufCcF0JbiBSjUfigyTi4sPS9cz2yPClGwrSTnhksn7C/xjrLNVkyHBsPqCDn
TyMOgaem8fC0+qXxUNtJsPv4/qyl1PD3MZxRp4NCH4ivIqID7+SCgB4rTyJDPYReazpExhYOSPdO
IYdSvR+/CbIHXoh/E2QPjNDvkGtfx12XeysBsuoRA7YtoapMC+ajSd1V4g6BsWnwaRkrXWVgA7Af
edhly6FageP3frsKQciFYXtnitKWoSDI248/8LSAb4+OgGPcdQdQRoA7Zr+7q4iKuDBY51fhbIrI
zmKnQjPXOSnb6GSg+RDP6uAU3bjFZmxcg6ot//leuErAS7CEIxs4t46nQJIPrrLR8h0Ibcnhu5E8
hcb5UpLv2b3gbbXwbAKiXtJgT+1RHct9ksD3PxQc9XYg6yD1k7V64fU5WyolbzLfOxbM5ZTnLNP9
r+m8ODlaIw70gcaK6IDW2XhYJAFo2zBS7UMqR+MGiR6hFvgE4CF7QX5hp3z2QvELUIDijlr2R0zw
419QzBPnHGn0BxUL+27qhwn5M15/MjEQdCzK9o9fqONDDt9cOjfS51zJ4ZgpeToTzVLrLnObmfZg
/R2RZ1WvXA0gKF2CNxwHNUqcTNUlc9YJgPd/LsuaQRkWR+F5NQ0pDPHhjkn4zySrL4VXKRDWQ48q
NwNUbsL08pJb+CkCfa+Me+PGxT7MDi4t4Vh8PALHe6o/P8WBnomt2HMAff1Zcf5+5rCdotKmBkZo
ZYFWuwRon1AIq8dA/1PL88+luFeO8bhZSaI5fSEVQt28bF2cIzhoriqcLiiB4vAaeemlg/nJQvnn
WpwOmM2cJgOAo8sL9ddtyVAUeTvmxj6okwhq1jxlT1UaoqRlW94n28GK2uc+ReeGoZ/ONzLjHoDR
lOXNvSHn0N5UqNuuUQ/iV5FRbcg7ocrmU+kEoXgKoiy6RbcknoVJO35VMruefbvpvn38cI5fyP+5
C9YV/OOSqiFhDMd3MSVuO9I2YXq6Zudh31DmJ5hhat2MA1CfcTDu8cw0PwsJ2WBKvfLCGeydyfEH
5MprwupDv+34+snUiZw023nfm24H3wV5W8JmCedHW/37POQ9pD9E4ZLHdrq378dSKaEaY28nuLW1
L4BNhDlasw5nyMej6vOr/99H9H9G9c/7juJmMZOdjKrMrUmWhmfuC2SlmwSV1a8uzKx1Z/gtLByK
GqoRwW1sxOkFFPTx8vb/XRkfMSF1ALC53+PxrOrU68FeW3CWm/Yt5cux5d+2lypofDPnHcS6j2/1
vQdIVYOQIjZpXPTkAaIAjZ18Frxy+Cs3WJT8226I/U3smO2Ft/v83hbbLh913+Y8454uJElv2rxY
jdzbBUvqOrOTdCeDpvmB6RzbVBKX8fePb+7ELr0MJ8BADg4cHugWuH8gj3+95HhMVdgns7GHsQfn
v/eJBAe4NcVfhqAb9mQboapOsiT73NuyvmfNLe89Bxp/w994YaTPJxW/Bd6BswQ50Co63ZlZU89+
b6n7Iq5IqEWkbMzmCXOl5WcJJsw0f05aOE9ZWVtvHw/E8e7gzzgs5TK+nQw9386Tr+YsqjlylZT7
yI/623wmmtoI0CN/fJXzuYSGhoYehUheU+Bnx5MXbASZfUEU7C3R+GtjJLA4bvsDsdbZhal0fiUk
McxZVm+283QRj69kjd2gWOvSA11ec2OmdrFzWqE3vkjUpXPM+dix5TVMD0MtGGl2A8fXiunKNzpQ
2aGOAji2Iy01pJrWlsTWYd32UfVg4nnbYuG1X8Tg2iz7ALvCokRUiq2F5FWEx4loLu2E3hkDG60U
0Te4uB0ag8e/axZN7Qvt5QciZtNN0CWwdqcuurISuqIfP9j3hoAOguT9RYnIenN8KYTNY0xsZHEo
u7EAFkgUehXb5s3HVznfajlIsYjrDRxqhoiRjq+iwg64QdnVh37M5X1LjYe+rjHgx3ESjAej94rM
QW0+vug7t+ZxQOOQJkk8o9V3fNFaWfmI66dm39xbgO7s8mYq03/fQ1HkNBaEAe8//zy5NS82xDhO
acMZIA/XSdwgKBDC2pVZmF7YIP9ptB5/vMhNIKuG9j2bZNa+4ztykVjpdtZUrA0vwmQVKPfNj0R8
J0MAyMz0hma76xAak5oOAIUcJU4Cccvz4AL6sXvNMdjNMHospH9KdNDl8nrGb8ruF3dO6eXgFOXc
PVtj3GY7I3XNWycxZLp2xZDUmIu9Tq706DErKQQbv0sMFj6xlrnzbaTkUK8a1h5cYst5aKU8iYUD
4fGPKiz0a1E7/EbkEHrdml7wjPi1/09r2Jc4ydKy3gQWbYcbZJvi52wUtb0q6treGUYfQUS2xx6P
st/Ub21lcJsJGiCC1dETkprbKuuu8/Cr0zUI0/+8vrEw5JRyfCLoidpZFbbwQP3OxJKpyglW7Ji2
jrhTuJKMdVFlRoxRyIjCDellsVhbmbLeImpzX1QUj78rB2s1vZcQc/3o5c3BIebJIvfe8H+WUuf4
zKOkenBhKBLmpzJSW0dPpeWmz1Mcr+UsCyx94+y4awtrBJ47VCHkuPgL4QPDH5THsS0uVTHf2QYz
6T0WNhq11PRON3D5aPVMi7I9uDjuYKyjtLjL5PQrKaL6qQ4WU3NCkm1iarQYVif4KXb93NqO3sHA
iDeNqbLdpJ3qxmb9v5m72N92JTWHyFDjLQdAzJl1bt1AXrAvfATeeXUpJxuAtx0KTewMjyd6jOtw
tJKpPZRDW3Mga5Fju5W5/XiBeGeZJdwMITRwJsQNp9SKPm8Gdxq7/NBobK5TMASbae5xBkST87+4
FF9Q2M1gqehEn2z+IlsO+NMlK3oAxLVwIyj75ArfQCCaLhQl3llrgU75FOVpQC/r3/HYkXAUxr2T
FwcRW3hbaW3w9Yja8q4Xc0PmiAqDL6oepy//Pph/TlvoZKiInK62cDLAEXkhqF+ntTZSyooeRyjX
c+LHFzYj57tNCrpsN5kedKJRcRzfoSnLNBhJXzpUEsYnsVOwheM4g3WpxUoObbr7+NbeObK7BmAY
gi2WXixH5eMLilrng53nlJHp8G2bhmp4lg6Qgq2eopnhhd/JsI63LZuCW3LIkq1NF/rCh/rsOEi5
wLKRPto+NRp6lse/QeppDKlj8VhTXEuKjtaDJCDvsRBm8snw3HBX8BNX2DyybTMB3/94DM5mFcd2
RoDjGROYZvTJlsT20gh+SGFSSTe7H0ziXyT3VWBh0/SmRs51HQxddeE5n98y3zpYXrQb2V9TzTu+
ZZjeQcp30DpE3VzdNhiLm1VtFFClyqp7yvIBJ31HiLTXtN3Wn7t/M52wteae2Tsw8Fx9UWcdX39w
8xihv7QOdtiqzeTY4306w9X+eGT/aLD//qov+QKSsaU9sSj9T9+cgSI5wrDCOVCJ7cxVVCZ8nbHH
BndVHcF797tJ5BsbidwPu8PgBiAkAqNicDwnfLfK1GMsfPdVBQJ4QQV00twUcqos3EQQmwkZGowv
UEf8O11J/dCXYbhVGEA64O7YTyu6pYuTKPztTVn1FpYz1WsX5iMk26QA69xMabwB1GNeY8mGWIqY
D6NKJPv5VViDFeMtD/F9j008v0l4Nchlc2tu1i4wsG9+2GJfCK0gv4Zc5d+YU98ZV6bbg7IhbcAk
NaILph4OcGWSYYb9qUEvhOt8q+zYuZdJBCQXlWT9qaoK4KRtWRqPQhMVR3TLKG8jxy7exiyxIZAx
cYmjiHG5zlXREAvjW/2+w39G3rsNiC4cCzFdWhqWteb44eHgYZkl3nk5Q3gnr+UYYS9uxtE+zG0Y
TgCN+oKo9cpeQhRM94adCOJFc6gSspGzoL/BNorNtBFs8qBmxkWymSIr+SyF8F5qixrsCoCz/WUa
EhjvjIm+LaFZX3ixUBif/mwbZwmFP8deojxZTo+nNsgAc8hqbK8STzV2X40ztS2zNlh5GTzwtKQ8
ggN2QRtYsgnaNYRhg9SmtDrY6Zj7KxpqJNi4XhTaV7mqu3sVdepnHqfia6CF096OpQUjwpS6Jfo2
aMc7JUZFdnkFvvqq1z0Qkzz00zfc4O680g1GjVW5uAp7NVg/XQL9wI8D21iSeb2RHI18yBDADD2+
b4g24Ngqq8SmFQAicnbzPMOiN/OufoPqI9pNVoni2R36cbpCAm0T9haE7rT2RO3AjTbCLPgKpQu6
c5b7ALiIqQOTGxpAapN2qD5x5IoeUkTgekVS8fwahITfWX4Chzyuu+hBZwpSSTAJrBtGm82fvURn
RA1kpFcBMK/GLRCW9CEy9Bhu4sApSbryAYtszEwHP9xKm18T1eXZlrRX/2ceVfNDgSHR2oHLEt2q
p8Z+KFvb+ASiZHqlPgleoDccVryMVMNfdqaxpLEAh5/LrPB7tF9VFtypvIr2VQeoaZVaMwQgEBzs
sbN4AHAiW6JhbNV+caqCFEdyySr0erl23giZbkIGn6j7LeZSgoGbJEmfm7ypjIdCwU/YpIE1pld1
UBDMPTQlwFjiTQfxMglkxZvYMCHep40ap4e8mfG6zygxDmNd1dNj4GQi/Yw5OUz3bh06AvVYowcc
s2YCgFsaYe7DNEijKr3Wcz/28QpHhZs/DLGBKgJlpnCvPdrEYl21UfUtxY7XrepMZPYmjTKDUIOa
qsSqKnJ9RcMe1gbngRAO0eTWvzxXqe9+P/NHTCeeyJnJre45lHCQ3Jr0yN0cht19QSSegT83BcM8
0kS95TBnZmDtdQjmcOrZYRSNFaSPUzjaOQjczgQ/q5bUNk+n+nqQXU0uUdaSABQKPy7Whobxflf4
Rv6LMoN7P9npwtQPLQfAzWC6D1TR2jdbdmQJ0RBw78Crpfj/RgDQwYg5ewMUCMQW6pRkBOxjkMGh
J00Mx6L65P9B0BFvJeXj+YauXWncajudxJYyjXXvdWMMv1qQ7Laz9ULCh4rUfInGXpQ3pSrq7L53
4yD51A7SQ/1PQePG1F11i3O1JLAhFXP+Bvvae/RD32Ww5SBqjCkyaldmXXgP3Kecd2IqWa/C3m0e
IWaK31rVaLKnREhITWMRwl3I0/BhsMGQ3I6VGUWw1dPg2ozZI62Z9Hm3NpSsAIXLQVu7cRiT8tGu
XYDHnRl2xc6seqgIdCGhDKSVX3g3TRxreY0sDRRZaEQYb2dCPIiPmzuQCxU/fFX5Y/3mQXBAm2jR
+dtZPOgfAZZitfajvAf7ZiXRl95QRQMwWpivtJVDZ2uKMZu2WRyGNwq4iAeF2MvferNBnm/FJNZt
iqll2Royq9ySDKTlpg6i5M5J+H3QzswsWcVeE7/JLiGkZDk/Nii2a/dzlMEzu4WOWd3RTIAb0PoZ
PiEAHZClRS4moJ/27C0LJURyL+TMvepAVT3PfGZ/NzprSWqUVoT4GiYOMRYhaVlh50M4w0EckFUS
z2Ny5Wsz+j7OLbICq/c7l/VJmeQ/hTnn/zJX9oM2oFeu2pas8E1DqaJewGCxw4Fckkbg6okemAKC
mqygXXF6CKFwRRxUrfkZgU+ACj1s1MtkV/VvvyvlnrUcZlUlI/t7lk7Nz7pRbM9Ikk8ZWQDR1dXU
1t6BhzvX61p5Ix+9Ks6eRZ2YxYb9hbZAwyX9f6SqeuYm5ibZxSvT3EqCAcm+TeKRKJM4gc5PoSDv
V3xayAQp+4ESqwlmYT2neWVsFQ6/aeXpIIeLWtBh3syDL6+qiDPZummN8JtVuR3xiKNIv+H+dr5N
rmoqahRdYm0VyKJXqm6Rv7HGIPs0jAUD4QQNkalSqHvIbdbXtCzdgxcm/CkAI/red0tFJkQlkp8s
HHaxJsMCDpaUVBCuvHC2H0UxQEAIpwnYEztJiivKr0EaonEmYT2BKkRhI6y8a3eiLbGxQyPlmyeN
WEDTcpW/GnRi77K85pReViyyIOUL49VO8uCFlnAR475qtMMGLPWulYwdvg61af2O087N162RJW9V
MgLpT5mKd7bKZw0nqSKAIx2rwdoAsBpf266PB/bRVZPuqnLK4Gxm8KcAXGjYXmWWyM9s7QCK1YEb
/ZhFkuvbjG445AnQ7dZqaoPcXtWz6GtA8RZRSmxxeLG6coZIZshY75tSFG9NIuboGjSYcZVOCUhH
zOrTrewLgufgDWKjtYpcvTh2pPY19JKnYDDj5lrb2o74/HjWM2nG9RekUfVTWcQIbZm+7Ahzjt27
MrQqY4WtP/vk+uLNbaQq6UIUrKjDKHSK9Cch0VSlo29uR6KUIG5VZjDeUImeQToA271jZ2JQPkv6
5D9wfZDLbcqm5HZqqyTFLK1t+Y3V2yaNr5ktSBS0ETh8Klk+edSsJbCBabavuimj4THkemC5cBP5
q8xUbn3KIxk+JMoYaAzYI5C8DkvZN1Z1vjJkttlABVVmfiFJJ0jQL6bONyofhneX+H6ZXZlwS8jw
s1iNvwKp1wN5RskwvQ7s+/VKjpA0rnQHK2hHMbfT9FvoCV6Ns80nf5igbAygK9UVGw7epgqiyXQb
pLMR7m0qUPNNFpt19bM0XAh8xtzMeqf9yD20vkinlTvO8RdpNxb0oqFzcuj4vfmdzivA4RGFu7h1
wYy+xHngUW0jHH5lxFPvbgiCrvZBYuYgzsCVDVsAFxYOmsrnT8QchNb0i9Li82hO8fCYh23t/Ob5
aeM1C1ExgdhMDOO2YZmJtiporfw+ZtEA2qws+aVo2qG4FiRet7cyH+OIOKNMuS813NZ7sNvuc2La
Wu5o/pu/AUJM7cYtIpVtFFOx2xQD/qJdp6XONmNe2TVNJN3MONQk4aq0Yq1tqthq9KzKe0Astd4Y
VKSI3JOWqhC7VzZFtUA0r705WyNqR6MfHywzn72nye6z8aqarXbceIk/EJ3FC2xs6FYR2VP21qTX
UmXDL51OnlijHav2hRmK+mYqWjYRrYt0k3AolkJay0XxJpU78a2YmizbEQqXRfcQOZKHtKSaSVQj
Jzl8+9CYdl5PXZUsjQrfEMVM4wmh7sBO3fe6l17FQ3PDMQaUD3dc/FfXhvdYT0Sh7QSm+WnVtcoj
nac0E/L5WIieHAcM5RUYu97bdpFy5WrK2u4XJ2XjGXKPOrBEi2pXGRgqAnsoIrRFrnWTmcKe1j35
y98FYdIdQ85hYtcm2rhPOayyYpBTEW78viWPir+x+zwaacOZo2hEfQXopn1028YYdyPR48VGFhaR
T2OYGSFhImZ9X6DPgB8wRGRoFcNsWVszzYuHvECBT1qma/0c44avd+8BKFqHfUOKZydQsVcgund2
NJP9oHSflK/swNKtP3bVGhsZ0OHawcABLQno1zqIGr5p1jTxzU3bOVp3Pcq9VWxl3SZqChJdzCSQ
zbqHqsaxws0isjemgigK3wDbcIXBbWiJmbSMKy+H9XNfVyw6WdKaJGjNpvVUBLpx1nYbpcVKLx1O
TjsGOQc5KZD70THGH4Y5ZSVM1xH9btV2QbupOuGNQNkEIadO7xkeTKlZ32uX/7GqEjpKvFT28JZ1
lv078Ofgy+QMZnqTCxc4nojTlNNcEf4wGj1/KlJhk7+kDOfQA6W0Yb0Kv9qx3I4IMtPCVI91Gzrt
o1WP85sTEgp8204DrG8SMiE0A8zlPM4H5/cgW7ff9lNQG2tVLEQ/y5/sr3k5ppK7QsK9HbppAnXu
TLNLmiIfsHsfwhYRULoZBrJchuIx17hjcacPfPhM5EfjOinTKrl2vTL+Idiw//TCaFbEjuQG3nLA
Vrz1UtAkTK0i/gUdt5DPaqR9gM+oGx5QzU79dRjQ1biiFDr+bmC9sTEtR+cnNLSg3hD4Dvm+JgMb
DPrC2EpXOVLX5xwIWryuappTrFrQ+RlbTpzcbNIeqjQjgkWkVlLSfsjG/wII5PC70mAiR05o+xMH
Ro9ko57aBN8d23vGm+7jZbCsCMQQ1VG1pvEI/oeoR3CvMAbTR4ignrgBRFBAXQROSfyLWUxwaGVP
wV2KWH9LhoXZaLvF/+XsvHbj1tZs/SqNvmeDOQDdDRySFaVStIJ1Q8iWzMkc5mR8+v7KewPb1lrH
On3u1oJs0VWc8f/HGJ+HDTkpqq2V03M+92TosuD/w3eVOmeqk01gzl4zxtramBOtWpzLwD5CEvWy
G9n25++gd4zHec7onbAhDq+zmJYr+sfTdZZXS3KwSQzoOHC12hVZJOkS2VYzfsX5A6tNzHNz0osF
9CzCmg5hymxZ30eRyeQYrCvKy8WT7r6rvO4dBjWxhSa2TdCqqy2qOJiq5gvRi/2FsChMhY1LSlhY
dmV/T2DvgCNWqYVSphboEgJ2Lp1rYjg8sj6nBiKhgZ5gP5ozB1+6ufYFxjNyUBOLqP2oglfrx/ag
56dlNezXufc8cDuFwdZJMJWwI1Nwiwy92ZFTOLij+rquDQkBjedVXCVF5l/MxHkkF6ZlU/cYOFHp
4Sxc+eUMOXhYSWi/DKwWho5swArETu5514mw3as8a9e3SmowTPhd3Q9RFu7b1HFsDgO+rxeiDCX5
t5lnvmIjBYzUkByUwwAurWfKeOl9MZL7xO08M0egSE4viZ4L2puOZFncXA2YYy68sABYeoj03oCv
mfUvFdPJJteYBEoKGkPCOtKyIXMekPWli6SZGEOQAHJnub167uc8+/HnyuVfikjILkxKk0j/kbX8
JfygyiuVGdZYv1V+zpf7sibXi/+Drh3Vy8+IEh97NYh1fnvWuWP0i9wjMUbpUGKu3+blfg2eWtDN
wyc9mo/l5o+P+FDiXhqZV9Sh6jeXzlyoGbcabUFN3RT9+NXmplEPr4H4RL3xQf9PssCHz3Xudfzy
udqCzaJOeSiLejikP6rK3xKbu/pf6oZKAHA3vT40+bciuzOI+/vzC/z9E9Md/Nlfw8hDLRA9sf2h
eKkc1qzZB9MhQxk2uywikmwDfvKzIum5P/KvIulfn/OhkE8k4DgN6ZK/EN4e19v0mG66wysHyvgz
j41x/r7+9KgP46RDvFJaGY9C9cyHciNORCE4peh7F++n0ArdzWdD84Mc/p/v8NyLOseSnEWdv79D
r6P+XS2MTT/fk//qNKH7Kr+mD8EtV8mDaK7Ir/9M3PXThPKvD/rXgfPhO0VN5i11NTD5XrOr7Fjc
+gf3hg68x9noEnxJSvble/WJAuHTp36oGxt1G+iex1MpXJy464E8v7dP6tm95UgCujcbdq0Xq93/
Zpz+9bN+aPjVFswpW+OppYWzbXW+kz971M4M855Ea2fjLnY0yPHw56f+pbT/YWqeZ88vU7NwSadL
1MRnJUXR85iQj0RKlcxTRQ4zIK4/P+73kfvxQ1KV//1xzYoGs4CE9+bOZlyWVbToP2DIEngqPlno
/vzBkIX8/qRJG6bEHFm3Z228pm3Hk6zI9UcKCeTYqa0ZfPnzRztPuv/7WGXH+P2BbQ1sQcI6emsL
dCd8m3V28+cn/Hl7+IsCz6nbVCNiuH6jlh2ePaPa92n+5Bl/u92hgEOejlgMRe7vnwIBjENj3ajf
6oPc2bG30w7/O6rNP8fAL4/48EXNq3SUP5v1G96NTV+9CePTdeO8LvzlXfzyiA/rBrZdg1QxPgW1
Jk62tckqWT52cb9Zj8FterNG4v9n9v7yxA9LsoNDXcLVqN+EP+zAKXcDdf6d3dS7Mt3X2hNOyU+m
0t+Ot1+e+GEnN/tF9l7BE12se0m/TeVnIou/nay/POHDkk+/hjM43YI3XdO3tmYfXJLXk+RYyM9W
3PO0/9P7+rDiJjjtM29Y6jccTAdU2NHi9dwi4H/3J0LyI92Q27x+741P49P+dplAFUnO01m173wY
7zTH1pZNr37z7hFPHavH7NhAUgmLnX1PEbSI8xPAifvlEszy9s/T+feDyT/nwS+P/jAPaIQubmb6
9dsYvA7zAzWXdOpj33rT0yutFDvbevnzA/92/fjlgR9mBWaC2lp6j92UGReoR4I0Ip1I/z8/5S9C
kp+nvV8e82EqrAgovIowP5YQY3t3c0PUfUzA1yeP+dvh/8tTPgx/fFHCGihPv1Ue1BZukVn2yfv5
bGh8GP7mYmvYVvi6WnKq1YZirHHOhIlmDpKfeRr/dtn95dN8mACaXYAyM3hW40fe1nnxXogprz75
yoy/PMV3kRujq0F4DIrO/fBmurVJbXOdjTfTnacbhJaEQ48u5Fc3XyHCnvXsnUpPCADgftt1GXEX
Lr7l0DjiYbbxieSymsMqcO24b7QxMtCkosZu/U/+oeZf1u+A6DXHPquAkKQQXfD7LmSZQ3vOzky+
odJGaUQ5Zy6AWnvcVWghZVmsOotL2LlMF7ZDTswMvh/YRKMlvVtjDiyCo521vgiWZP1W4MZByzRZ
kwo576j2iLLKA4nkB7SqBg1Oa3WW/YSjufr47S2SuBMTa+nPefG/gmCeMpSbsvmh/vP8177TGSaY
WKj//s/f/u+6fa/vVf/+rk6v7cc/+dtflP/988fpe3OGS/72P5ta0RK8Hd775e5dDuU/HvLPP/n/
+sN/e//5Wz7BXGKl+2WJ+Avm8v/UBOF9V9n3118plz//0j8olz9TMP5BtdR+/jfhk0r8178TSvQf
hFbYmA/PI9ZAofQvjqXv/AcWK+T6DsFyjBF+9vNr5BPe/GNr4cvha/3X//9bPVQ3ZzO0/K9/P6v7
f9+EkCXhb4VHHpBR9zOT6fzzX47C7aIXZpv7ASmkw1LK3qyORWEEmW9Ux9TqE9OYfUkXaKqqalQ/
WrpqSr9JMLJqt65G65CsdpRJFfz3pEMfa26gP1lSOyEYQooYlcSA5R25NflqJ1cEspEIHToIGZ0+
lAtLza4no8Oe7yX6uJwut9YN83is2Z0qQeVKX1DV2nW/+GFvD52I+oliDLEKszGfyOs3uFEHujD2
ueiX/o30BzKslsoOlu/KHnGgpWThwYga177dDFXam3jgyrVqjnWvwMJFKNg1oAcEzPn6HiVYZRAB
Tkw2Ec9AhKaOcoSwlB6PIG+L7RA462WZjl1x1apBZkeZlS0RrppL9/C7nK1KPZ0zse94eUHc0C0C
PAGvyBSnRDbB9FRIZ9kYPp1iW0z4e8d0CTrAWVrb3gaj0z7whPo1CLr2aj5nXBOEZiE6cM3EbfZO
4i1HtM5WikLcNcUO9dr4VlKtVheU7dwb+CZoQAgvb5L80qaltytw9ozPOIm7A/YlY7NK134tztTH
KVtcQc3eImpBqyDw7eazM3EIDONxHMd+2WQk8i0ewaoTMfx8WQrXprLaqCYcHrfY2GthMoEhOirR
N09TJZZYQWosyNCuvAuchmhutNVb5XaSVRK3RUP4cYMWZ2OkTrLsc0cqQoM1C1vXfS8YP49yXbX8
h6RLJcCMwVUCppNmxF1CCqINoWtgEHq0uObBzcht5k0TvXXR+2ZXfNMHu9rhpTPJ/auq/VI66cVo
osJIkZTejyCJgjAXi9+Eos68uHML7XqYnLPYE4+kREuPoF4LAGNMxc26TP0Eu0RUL343iu1Morkd
GSmFw9VuUijzGoSbEMIqSiVr7lfgnlqyLbzFOszl0D+ZsmtqNpmFDn/S6UQI+XK6IWeD07nTrtmX
taelFWltr+YftdG2auOgoR9va8dDyG82kzxLe3idG81c4H9sLICgYlMLuewl0jI/VtZcRaVhKePS
6CttQzxrn53GqnQZMCQ46Rd1wa+4yHryowBnaynwu0RInJlhoZW+ajdVhtEl6mmhPrpNVY+vlVFa
Wx19zj6ZFhgG7BQ4+2uTe+U7M7jaAM5KjhWvTrsUSWPLvY2y2mZMyAS/gJn3jxSlXXEzi2KOux5u
PPp9uZWlWkG9tPb4PjmN9RSsWbU3HaU9jzgFkshMVhAn49iUJ2Wu5T0wwzVKmgGKbhIMAjyMLhmc
g9kDeg1WeV0I0+bNi/oMN6fJQc1+aBXymc4D5zxNWLqw90wD3LekPotJ0pxYjRr43WYYVn+/TjD8
xjlzmfuDVbAHtkaq3+r6MGElcEov/e5aVv8EKaBsL3wSSud9qo1IURfN04rNIDAqgPIQ634ykU1F
c6KZyeVMD/80+j5FPdhcTx1Wowe1mNPTco5eLkDU6jS+kBdYvYmfrk4bovwj8Oh+tanJJCfJX0+O
iKXs3Urr6WYsMabs0kFyYsl9hDWh1k5niqbmXxL/m59M28fhMeZBf5LkUD75E1D3JpxaiCmxJ8Yi
9iziMBgQi3fl2Sko9T5x520zjN5JCul3MTTFugEsYXVDOCweaNxh7TtSHHs/qomov/L1AvEH2kdU
bC289pfeXsdg4yz09TZGw9oR0ThqrwF+UCiXtbduNKzdblikU8Fyz7YYB9mYe6epIwwz8Vm+ades
o4zzZTENJKamPNWaQejPPCez89Xsm/xmxbw1xAmnxCVymhkZqVWqMbnU6B7eN+4iL/M+me8bLyi2
pdTmMzjRMe5EJ+zrWkuTxzqh8/hjJdCIbjC4JeiMXZW6Nevtsm6EuZSEoidFglRlXRy0HE2VQeSj
l9usyaOsrAzcF1S77qbD9onwJe9ls50mU023WKFyd2/W07iTWea8rFT+Eem6atIjGlZFsHWrvNvX
yFxiA9Aqb5wEyNh3Rs0+Kxg07sY0BfoZt4/jZXeumrWL1SI8+itQoOyoJRUw5QARyQzuL2luXadd
IBVb5MjA4dNvG86RfoTKz74NPNpgaNeW9Kvn1NNDl5D4lkGeKdd3KQ3nWbAuIdwwZ53XXJY7/TyZ
UmQ/1VYyPQuIdsL0oe4wSOCyy/waohDiKBIaxSlFqYE8xx2nYAPBSbXxxDHT2gcd+pw9LTEFMjHr
Ba02JVXzrXPl+RGqYvc1izzdm6jnjL0cdSxLCJVNtOz8rDVCrXaEH3aw3djepWPDyA3zdM6q4EuA
/IlmYQpzpe89uwQIqNwejKBv1mdHT59Uu8nSmxVDvTNd+xmh42A9tLrdzu65DeQPrPFuDWdxCJca
ohcrnwV8xxDK2nJOWuEnskSAlQSmU9lw+iJPzxtjaxfGeCRzajb5ruBSHNJBh9qoTBqg36bG0AE+
1JBWWjRwIlm27PHGzVzR7WHfTb3pmjPTwvKXl7tpVXxbaYlUhzakRTsW85O/Qxa+tOEK6g7J90y6
NBjP/sxxCwq+G2RqxFlk9ayVDwG973nTgRqEF0imVWSTDBhs6dcVV4DhShCb7dLhOMEy1UMcywqu
nyJP9ZDjo5x2bLnTQessiIc07+0NexKvKSjJ9QIL4/iwR00h+2OH5kEdWof2NeKb2f6OBKFP96kX
9C099EWNd0NBGP5J14Pipg5Y9kILijbqJd1qHIR5pXlrihbOmzPAWomM2s6fTOa5EaGDdIuHpFj0
LzqcUhJJcjt4gEDJ6PXKsr4T9OdeprHUvuZWFrSnZByd/lqwVEWlrWgltlWe+6Fa1yLbILkfb7pp
xYllcLvxIt8rvOypSEX6rcoS2z1rLusey3+S2peDBn34ggB6Q4XQhmjb1p2OsCZINeuN3xSEq4My
8c5vnG7ezWielz2RjPZzg0ZHH9FzKfQLrT7V5cYxYSbFvrKWgyLkpt5kkviBSDhUUpD3kdcdagFs
z9Bil3tpIWZhJCN7XttOGAmru9FS5OHSgZqnezQk09uaZcvzYiAjCutxVsO2MDpksYgKPDKbEWXd
jlo3OTuJiGeGDEgmwEY6a8DwbRFbbvEDueU2n/rgklesBqKzCnffM6luV601X2e3bQkUGWm+R6iK
+zOlq+j492kDcmVnqn0t7MGUQGfSPZbwzLZhWfqC7ADOubnXHnt3ruoNMmTujL3eWVq3s9Bjg/UZ
gilpdmVrohH2cnf6sgx28Sa9s9gC3pwWSylHYsNq4a8R3aqWIzjt//vRVJpxrAGoZnGhw5PZgkEC
lWuYBCZcoQnnaAJhqUOBLf3+1MBHYdMOAGSeFHfd16EvXM4gfHwRLYaZfhuLPlU3To2m9aicVt8t
pUruekaPs2ucymtfES5maxrDnK03mstifjcTBtLdlqvLrTpc5wJkzGj6XeCGSWE5D906QZw0nV5c
SCf1YMQAlKp2VjDPRF33VYb2E+rOt6TWHOOIYdoCyNrVS0bWzhg8KADm2hY+k3npcOSy0MClkLlc
/Nw5cXejkLGWd24XTcDk/dBlSyq2tFXtYrPMerbHXB7Mx5Iw711iOa1nQzqqirPAcVzvUEHQXobm
6B+62tDPYCOdaGXH1VHDdugDSl7H6FwizzUchoU5QbYcs/ZHVhaah2TMdb6AOXaNMAja9CofBiv7
6mqrYYWmXZvzxkcbZN4U7erZ29SfOnH0oPB+qxCg4wRxKIR6ZZXbYderNqUhNrtws7RcvFh1PWkX
bLtIhIsUBdCNj7/0veeKWAMSzocT2fGiP3id8oYLonjT17lpxcU6wmRAsaJl27qxBaoJwCkoruYu
avntKmwaaZ7V4g0XgUO5ZoF9aU5+bVwscGOtGHGz9taaaHaP/gBm9Jtd9vVIORFnapi3vdU3iDwm
TpyTC6Uqn5ad6MbyYuyt7IgPSHBQS9Nv5J4ijFCycp6s2SfBIdc1gFje6pLF1jbVrUux9pHPrOOe
aFkPwqwNuoW1SWJsIXQbYSWxyeoB8bGZnEpHBd6GVQmDN0jcygL9ojnL1svIiHic0LyAyBysUcQu
FcribtbRiB3hN2dN3DYpdz7MpX5RHkCL6vppmhkPmxYS6hBW6HXoQ7KZPVs5TLod7pUFCSVdpk1r
ILIJXVKWxytzdpOXAZQfx9xRmCpHM7Au6W7NTGcmHNHL5/dJVy0GXxdF8K6iRhbnyhnBxnTp3UDh
6dEg6OmhGt3hUJFO1D7anbbGPeWkr8TVaZB4+3pFjg+tgDFNUR2QVrFyoDZ8Ulp91WT9rpmM1D+k
ntWhffVbO8KUVV3PLsBqr6/9XeZoKOtt4e16VSQnY06yCBOH8YiEkoB+UyYOrc+6kyw6wyhDslsQ
pDkeKqvQ5fp248JXrDd9tlqKjFhU8zs8DsW6KdxZx49TSD3duLh1T5x1h68cQyl9DW7Z7PVuWS6V
4hQEubxygpS9y/S2nJ4zoFJ+754ld4raJ5sgM7oOSDF/EoyF+kTKD1eKWXLl3QfVyuGCymP+pUoq
uWzL1ja5CE/uGOHKz3cJBvwDteHie8OZP06StLpHsp7oV/nsyg34Zvd6nkAe2IaquUDMEIS1is5d
6Hp4K159o+TmYtapvG7cyQC+gbAAIpc9X01GMw9fGyrBRyf3iXxHoiMufARPFwOYirfVKj1voxYD
EVZqIxwNUpSgZT7mMvJr6j7x6hXrHYYesuRCkQULxpJZ3RdzDr0dZCVabLKDiJlWQsg3oHb9Q2J5
o3vEY4Lupi30jjyFzAse3MRM7wdhVZFVcHsJ1xX6IWD4fkh3g10vrw657vfaZBvgvGh2pP2qAWBt
hNo12LmycIYnytEWMwabfL5eybnmja4+9VqJNi/hdOnanNfKlFNwf+7/mN1M4pBWY4JZAFvsgrHP
YKxnStvyQOkflJitTbBSO7gcTNgbUdaDTWSUmIWIuETQ1c770YoGIysjvZUScb5ItOLZQUGX73S/
7X2UfZz9b42OU+wNl2o/ea+RvT6nE3KscGaUHikNN3c5xpSJKzm0x5hzoKqvsUUQkY+nCtGpqZC8
rpWl9zvOAu13slZs71lBunNjOGSufamlZXu+qpqnglvrfMeO5rygo9UPcNqw89sqq57roKE/3ht9
FpmZE9xia+3rCBdBce+vZuduimVunD2qyMnDnzsNFwTICr7sqXHtQ+LVzTM5uA5myz5LbtIVwz/Y
acmNh4QHNjfBjr9fAzCZc8Dk2sgJXepFITwFBRJRq4ciTxtfAZhaJ8vVkp3RdNaVnU3j99XGMk7Q
OumdqQrSnQcu8SltE2RLgzktmBWMdL5MR8PZQ/I8t6PnxblH3drHmQcZ8MwbbeUVR2Jvy34fGLvG
TdeQhTWttlkCEZqTqT33t3qbTV28Dr2W3Zd5zcgxlDY5E3c7MbE3d64zHISs1bUYqCYMbmGJ+8wI
2shgiFmvlKb7C7TgwE+dHAXx0agX/550MnfDbMl3ppMWBzv1kltEo/4Ndr50iucG/t5e08mBU2T4
HQOHXAMKB2aznZemeNBWUe2ramgFlGYuvdth8pDeEivRvVRo5YxH5XqTedFKysAsFjaM45Ta/GFg
qaqirDyXI6I2D3we1RMxzl4Z3AtSZ/pQxwcxhQWcrdtEifxFSxzW23O54QRjmMt/YDf09jViw/nD
rjbusaNR/O8mX/vKkaquDi6e6reWzSwuz+pKiv74LlEI90dhmzP+ioUqJCeHoEmOHSFKZkQ50TiJ
PBmdTQdnaEKkbhDz9eCpsh2uixV22Y+moRPvsystV/m6UA1za8pzE7FVV8DbxfiU53q7RK2Y7Hjx
dI3GN2r9Io9XWIY9YEHWKJgHlirjjjrqqVVOVT9YIoMl7FrzUJNwUbcu7o9SLj6QTc2l5mu6/Tu8
J/1FBL0vtm2vV/NW2NKQY1iSwhTcrliMcgCoyAtvGnJXFfaeRG1T5J1maK/CeSSCy7uC2eKgYnUw
LGIO0Oo68tEZXLpViwzUmIYksqhSvuVUWYqYmLlx2k7DiseiyYPgkkN+u3fNtF62GVXqa6by8lAl
yXSnEgzVLIqTsLmTeyNZVGIptyjx7R0kYkE6lCgymsoA1Dd5bdnPMyrjyyJDugxgVJ5TzTHikGYW
iMLfA2AaQFxSh8LUkDHV4kxM5TMOjaoIR81XNxAn1YNAql5EZALYxcG3FnyAnZ1kXyox9oisl2EM
4n41ljnu+8odLwluAqQ56vpLKTHZbtBy43ZbJOF8D4sBbGVs/ep5anQVVcKi9YcamsNqbyHPwUtJ
PambhgexKNbMQe/0ZWMRGLLPXLuo4ybB+rtjOa2b26TQAHGni/CKW7sMKL+RN8biPQed/5oLyi2w
1FVGK9Mr22uzaKdd5YIhXbs6vdTcakG/qcFOUq0FL0mQSi1Hd4K8oi/OPhPGTN+cWnjBjckr3gby
/7cU08SuzDtt51tKu6wHNe/HenAOLuma12MT6C9FP42XfK72Gi6kth/F6lzkTW16u1oY2rBzF815
r/0GaGsJ73E/LG67W8hOf8+kbz8U3VqLE2reeQxBgydPOXjX2xSa6j5RquZyHfTyaEjSW6LU1Ejd
1IMVsGsj8SdwfM8oKBBYpnA44p3+bpWr/a0rNHmwKM8eOhcgUpjhpdkCbMsfUX6vpJIE06jyreGu
zYtJMZ5p5DXGLUJukR0paTb2MSM8Ak5sPaAlD+oMPHSlABMrH6tbHPhLoSPmDFZrq8zWLHelPWKe
TJQpLcRPAnH/ObSCs71hi+AiWSz3qXYTjcwTe8WFoMxcuxxyq/PeKTRWkh3UD/B3mnoybitifk7s
vwU64mYKdhit2CKgYl+lXQkui3JsOm07vFnUEzRrpXVgu0DgF61jyg1uejvmgzKx6eAA26xr6+Km
TBXelNU3y5sGfPxzspjpl6yDec+yJWhEOLgg3NgxFnO4scWQYz3g0DdHa2tXVNdKkWU3ozF5t45g
v8B/SLBqCGdZ6D9Y95Ln1Rnc5gjI0z+RF2/eUGHnFcDf2mNHtbsYixke7yaxTcJywEN/9UTpvw6O
V56SsvHQ1Rfdc9C2ABbXwOeEilfK30PMnvK45+BZbcfpXLbUJWk1exYa7RITEZExRpkojBlK4Gpa
/fIWo8tSHwnggj+cua3/ajG9jQ1xlYjTk1af46xNiq2DUSim0YShupWa7UV4HQwZrgpsQlgUhc/e
Utt005tlwqsk+ePzvfLSYleZvnNculK+ErXN5LULC/uD6Wp+HAiNUMxAC8bYx993UWJUrbCSDPJF
KEDe3YQBYEm3ozSRVBe2yg9+sC5myBq+bFvf0t4Ha6GcMtYspGvWU5Thmj1g+q5UdW5S28s3XDj+
ZaZLjVovEPFrAwPO9xS7zX7ttOGOdWWOCeKoEuiYWnLpmFpeblBkdmIn8w5j7lpTKNg49L2jolza
/G6d6tzbjNYkzS02QMoEaznn0Ywv9wHTA1YgAqB/6LnS79LGaZ5KoLnbPB+D9ilTxkjNqkJks9Hn
yrmVPtQWFhBD/9Hb7nKidG41Rws+xch4XNTMaljazb4jIRLPnfvTRrJQebulNDL3nCNEeuO1Ao1Q
uQRyvhBY78SBs4y6tgKNFMkakWl34xitStj3A829QQYQ7Ch3WP5uybyOq33jTBfKdhCKp3gG0h2p
b3WUkxOOGnJwaieG+ecMXKv6JN0pn8nCIpzQ7iLZzNnq4+BbX0Uwd96mNCsjC/PVHLFCGBpujqI0
ciOm4qkgzVKqcC/6TK/WiAqfBMVDIRNWlL20DnELnJG/Q7HusquyhwGEZ4Asmpj7sN/EXs1AZMkr
xFNgdwRZ9No43BPTPxo4GzG5cKHk1pWhImF8LzSG3LHI7wVGdSPGBGZw5s39MXatftxwJ1R4wqHG
6GvsV41DTVqzcmwRtPYTO4tndwGe52gBmQnRUlLdjVzRTbuJ2X+/6r6uQsHzxxDfVN9H2IJSRnJh
fgus7MyQEp33zN8d7kRhtYeZILEdvaXhdTWV+aQHcvni5+c2lZ10JjIJK1VDZLYw9jghzXN9zMmQ
LR/LKZi0Sx+zSneLiZGup5kNpkujzm2+aAUuYLfHzXw8W0XreIWDhY+rs7n4eyRp3xLVr3n7ljB7
bZdU7ZiE6A294WsisTa+2CSgVO+rnNeFhcjj+m8bWV5vuwJbwK0VTP4UrSLAGZuJQk1vfR20I9H4
g+1vpnnIXdTyTU03k+RnLVqSIPlOnYpyGQeW6bVVVuDtG77OEDXYdEqcQomrZXK1COi9oCo1iIEd
3pK1sfGNxSm/urJzX2HTczkDCF3syQDvvzULPZTQzodWYiNuijU/gPIY0wP3cOs45EBiIhJxaXLU
OK/iuVDeqXQJoIsqYqYkt+mxuabfoBs7C06P+MJG4/VUeVyvxD1sZRxRqGoMDygPkvWoj021c5Zx
dq9S1Qa0KXPTMfA/EJ0/nkwzc4ODQYVRbv1Cnmvr1D0essJklK7pOPyYW3M1j6TvN+LIS7UvaDYY
Y9hV57hBWcBliAPwf8aX2R2b+TgRIP3TKtp8TejMUyf9WXA//0tXRAAmNst5mobpviapZINmY3lu
q4KL0ZJZ0OBLVovxMHfZZBywk4iD22kLweg+dQrLr6biG8V1bTMErTnHQYO1deeSyn1aHYsAgMFs
p7gYlHd+C9zlYX0nFxrEpDuSErTILwSz2veccW+Wnb0ZdH0+ZJw6m5AogOA+aTtPfnGAofuboSRg
5tRrxlQeDFcjFn8eiccoDf2Cjmz7RKSjx+yd8XMtxFV0xsmYeuOugEAyxg3XB87By+K4sSZmYCa9
PSFCnEFQqhkxJOCNJnHiku5QwWbjpM9zU3QXHMVpnM0YUqFQ+zj8H7CIra/6IFbmD4qFR/a9RIQB
HYoqw8Jp6/A8Odzok44vhlr0c1ri+t1WZNq512TIU9ihqd4s27zph+yem6pnhi3gdXuf4GAroU0F
1bi+SLlazhLTLmqzy3SYq2HDOSIP3I1MBLe4y2ow/Snf2GQaaHK7GqQUA+BriM74ioFoqmNHK6Sy
v83ouqyQAws1GEW1c7zVcS3D30wHWaWHuWgy4VGtVO16tHvDlmcTIWFqF2IsieTfNKlhm/VBMDOn
58LJUvOmaUYve3azZCkRAUiuoBWOvtytiTMwde3KNLlZx9LtRoVxFs59WGU5BurV0DsK3vRpgq+m
HIJGRQgduPJGi6m300YbAomCJSOjjTYuhekt0VgtEpx87uV9RwOmoL9b0AP6YlhFmmAUKiQ1+2Mj
Wq2Yo8Yh8W4BWD41qR6NAPA0EZs9571uF1CUFtRZHWPaO4vGCe+qzi0P/zCjhlM+OXfNJuOIoDgU
e9jpOawttjNdEp9XDjSYaJZxRaCG3d3gYBLzzVgIvJ9R15VJGuNEgycSz7Zuwwy0ZJliWpxbymx7
jbsr0LRFL4dil2alwSF5pjgPT7Ja1LAXlKznaMB/m10UJqbka1YOxXma1i7tQIL5cqONiko2kxPx
NUonTDWjIyjJnLBJtdugJkagOCa4pBstyjJF0kpje733YAApSy+5yHbVZqpdkcYF/gvclpSw14su
wZ6NUSfxDcX8o7782GiYozY+vLN6Q7Ofxa12kI4c2i41iisKada8DRQOuMMqfJXsmjIJAkS8RAVK
PGxcpps9uBUwXnDvFyKqxeyc5UBNSlonXuqhnryjO8OCx6k/adQEaROnAQcJMfvc1HHI5bm1F14m
5AUCMmWeC9LYodMQ/Uj21uf0xs6H9f/h6DyW5NaxIPpFjKAHuS3DMu2d1K0NQ68lETSgAUD79XNq
NhMxz6m7DIh7M/NkS7sSl+dc+dGJansZza+m7gtve0tdHUQnrDRo8dyUbOieJNuYgNs4FhO9K9Ih
iFrwa7hd9p2gwHJvk9COd4tzy6jJHPuWuKBe2O4s0gIQj407NzjquplqmAxFzTqqs82anFxdxprC
tJXp1Jy1y5cI4PSAHNzUq0MR6iYaXWRBMjpFxu8X6Yvc8JK8zHMJhbJKcofdNt+K/r+hcBBW/kUl
QS6EwbYNEbG4LG/pvgj8siNtKwhH8yRyI56gzn5hv+H81ctgukMyB6TtG/wlOnPk6s6shFkFI8qx
19v1BR28j1RV8hNLX8vlOiVr7DxWZP67/bJ5dfqcBmnLY1SCpwGuYfq56t4GUXXpP8fE5XqWune7
+wbwBUyC3EKbt34p/d9VrMA1HGK2Wd5dURvHR0qNtPhnFFgumCpuq44+y2VTH2oyz3Ajm6WG5tWF
7bvrMyzvNUCD5j+onLbLVqhCUW127N0bdkmkGOvC6y4b0YL5fQysyi2gE/LzjzXLej+bBoSC4yhU
6Z6crutTIo75WHx2DZegCwXqi/PrphHEsGZY33xxPBJVT+amr3/kBC/0oxl6QcOfAuk13RLvxXaX
KrgILStpv+uzseSs42kxVst0GyYSP0u2ouw7ypETuWWpKdzw0OhmdXhUbnL5ncSm8L8sy9DonkUU
l+dd6vIIeGvC2GlOLcODAw3H680W7QGOVlvDiSUQklEF0xQV1cXvAz8NpgDYsjFWUOExE7iJbTOx
eUUDL5prb3pll9PZy8b9ePvsQ+ba6+Dko+PipdJDeuintV8u+HR8+obHMEr+8b8rg5Ybzp19hJfM
sXBhNcJwRnK3mo9E1vlEMvoAuLrMlWqdrGQXlmeYE+vm1SUzvye6xZTAmejEHas+Z5mYKoKGwP7W
5rw0jy3yVfozbrthTffEVVdznUURqKvBupCffI+z+nmJ+T9n4RJagerhmhWYVzh0CXesVOIgeLYD
D8z9Rs4cHoFefZ1f4rnoVNbMXqPe+rZvg1fOD0wVBNWxPL5WhJ+bwzqVFGRSwKbUel84yeRy955K
te49ipDHH2FDX9HfSUm3+Bv3IGpeOZE7lKg+NPlBc9b49xqme5ixqKztD0awpDhvBRum30LnXFUy
eBCqfuJDPg8f29KnTVasc6iX11FKG9433gx1lSsm+tkabyWkDDrQVvW5lhR18gSq1mK7bmNfRllo
yfn+C8VCFezOtclLhBIQ92gsT6KYfIPFpIr4IZ+qVeUh1QOLR/HbRYlpXDIIUa5uj6wDh+n31Hvw
7JjmoxGS9jR6PVSfCGRBdccaRE543HO6bJ7WLeF9os424fv7XSflNk1P09gtzbefE5T2WUOVnY33
zcS9P7inHCRauL2wtSKjP4wayKwL1cgbRewc66kY0aJ8D3rCsalUaF8JTdN1fppv8vybX3dJf5Yj
T1K8OAspdXoHUt1WX/G05X1/TMoZt+YOn8a0LVntovMse17eIXgoIm8MH5miFDgikCrR8tzh6/Ow
fWDdgprJdbnZKZ7hBcWJ/jrXx96SPUfSn0zMZXWaRAItIxz5Q1MMdS/VNMp4J0qfHD6qxrwnLa4+
wGauHm2QJvgjZ6m/ptKEL8qRMalLCURnHHrM8VF4w/C02q3SRyeQAYZdBc10xBVhN3XKKazejjpR
AaO2YgNoj7Gr3W5Avpjka+4H2svSHMbuXzux9nvCy+XPX/5IoJ/nz1CEotgZwZy3S7c8VicskyMf
2q32vJKR1g3Xe2/R4SOEnzKjmxMiWGUdTJ2UUzuEafKJuRLkGJthL9TPLXS5c56AowAqNsjz1m76
ccEXpnbU/tg968PuYOe6KHZNNW+vYVWET9IgWyHFDNWXrqmCL6cgvkZBXIbsM3Vw8SLH+YrjkH+d
bkfOiS0vfvRjKg5lLN3fXDfhyNSRd+fxbhBD6aN1v/AkysYO0S9uSRZolwSQs1Uw3vAXB8/tpKYn
KQFP76D8uOmO5vcYYXGNHotFtwc/2IKHdC1chGN20JcumdSbC9YITGMrXn1fOrtpS7tmz6rWHxi6
Vwx+nBA/Wibjo6i28VNgI95DQmhPgnjMoR/Ats35bK5O6kUWO5vu3xiaWpZnFOkhyqZtfq886hT2
vd8L8tOi+awqGsxosF/+gbCO1yeknYIbmm7CM1QQ+QdyQ2P3EZ/x22kp/W8QLHrd07FYnIZ4tTrj
n8fcWUjBtyIqH5MxqH6pYsTZ4mkTfWCYxZcRrjG3g2kMLhos817lMr+/1YeHO6fAmOLPpeId1nSR
c75StAZUBwtNbgtIh9j3DrKv1HGMGv9c/d+by1o9ZfG/UA3IQ8F9DBbGzt1c5+JZ+iUyWlfP+t21
Eb5dfmD5ENQLrB9A/FyUNHiSumYvc/Fwk+yTIG8DRFGxQWLoYGjuE4hch9RZ18fYgppDe1Mnv3Dl
0WtJc+x4qPh8NIaFRse8rfYYfZLw3M5DfKrXBDqSL7Bz03rATK0Eq+6qQZffy6AumdShN+0JLob4
blmanHQswy9WWXUWmGo5BcmWZKhkLAtHoDP7Za7Ky4In42kVbXtdU8ltvZrijf0kLlZ7D1dQsW2r
1VvjINqzMUi26CCGqLmza8m0O7TJTkpGxv2MuMuiUio8XnE9giHeasRZqbcFI0HitFuW++yN9lHh
myNKYdQ+spEM7mY/RKWo1yE5OH6fOAeG+eaAmzC4UIRkzpNba4ly4eeXnLPnMlrdnwXcwYsc2Eo2
5KLvSv7iJ+bZ9q0cGU6TjfIrKDgsjJctkWfQpkAR57q8zxOZPrhbPmP7StP60ZtmdtBuHItXqQDQ
7oLICc/d1DnXXCzhfy4bnprjJRZ9eFn9rnKzAIPDR5c7zbtb2+7Db9f06i/aPzbGQxiF9VGcubWi
auSTjCRlFMkP0YC/5xu8A3jlbfc9q5P7cabFDPnG8+7nUvYP1A8tnwmtYj5h0Do4tsR64FIRcEjO
IVAkkDNNVF+JD/At9EalnnRjMRQlPGTgUgSwCxdP3mvsLGUGf8wclikZx2uI42XPxQ+ESaIX+1ij
6H22AWb+RUTdmcG4zfS6dQioqT/QLGxv7QhzfVfmBhoI5cPhUTtp/UDjr3BAnlfxIwxDLqoVOidP
CTSpM10hfN2ApOXvrKK3+5EJ/dO6YXNF1dbHDjNpsQs6toOFj5tY5s30nPbJdmiqINqDqqqyKKjE
Y8gV9T5tNnsIt2ar9qXHxfnZzHaghWEbqrdOJPOz4H3Y89QG/O5x5vxd8bL2R5+SkNOAVe439690
Pbd+696wL85rS7DjnCSC4XanYkNbMHynnxXP2a+yWUvJ88bpuTe5qG1ArWaG6iaGADXNdkLKj6Nv
4Dj5m+x1yK6EiwubFjOk/jlA9Wj2a2+m5cgqJCQ6jrb1zOA0Mw9E6sPgFb4L+iB9HxPfkulkl3Ua
xQZ1dMPmAoGfhsKPIgd0WxBzQaDo0xePHdLFhSl06RASKHyeTeJla+6Gp4J9818MmFH0vCzGvrGB
NE5WlDRbHACCrDPf0YL15bZWkNRyA5BLD6r9SwUVONo4cq48/yv9DvInSA9T6Q7dpTIYdY+96JN3
gQ/T33UNlX8AhaXkTwVJ49/kvPix8UMKATrfM/9NYep93BwRCcGYTV66XKpjWdQtrRJDKtdTQSv4
9qlsLyp2kgv/Phx00wQH9mfh+KdYpI+s1pTogCj7uH1geZIMqYRbXuyKV/rohGljZvSOLuQyKFMq
c55sXkEIjnEi1i+5i/Zwm/C9PBa7CJqhvTEi0+COx90cchoLhdEgX8eZy5GDX8Vg7m7Kgxv2PjZk
6E0FQMIuxf7OjXEBDvgerFF5n/DDYUVAJ5wRjPmnf2IkV9xW6nEY77iBweHpxzh4Bkczdi8ORDw3
c0Sik0vHiitkgOQsvPIUXPZLNOIAyQUxggPAwZTbkzMv+JfHgs22U0S6+SEdL5cY67DPZ5ZDZ9vV
dhzLnWD+w4uYpgYIoGBQTLogyhzwM/bPxFC4b9J2sFfOLuc34B/gg2s08tvTcQtRE+MnX66BQ2RX
D1M9YuIsVpGFFQjIc77M25Vlf/kCRonAyFa5NvzqLYzCnwm0vRqgopPCXdKOz3LUSRBkeU5xBRYs
acu7EX8mRBv6jXEeLn4+DHdlMRvxLkNehlPkb+nwT01T7WAd4PXnrjpw7J9TawbYVCV18CwzML0q
IVLJowRkzw+zNhhu0xmV9mCLNsoKPL7DN5ma3vK0XmPvtdcsCe8RX8aWLcNioEiqpRPdZbWSUNPR
HS1x63206ii6sIXU7wylQKvTsW6vAMBriTfd9cyzpIQq9XZ9PkOwjgee/z9spQSMz5WkwnfkadaV
tVC8IRsK+soGrQgtUCi/TM/cQRy4U5PhhDq40J7ZFAufOgVYfuwjW/IVOXk3CoCWYM6fUEedLLK6
/tZBQXuEcV31u9gmZlZw+SF6RR3l5IKX9lVM7bKnGK+hwaNuTXqWXgmka3Tr5d5h+ZqjX9RNeSRs
ZuZv+omWZp9XubrrSaWKlxz7zV8MyHN1ia0aFhQ7HtC3eBzhi64ovpUJDb/cVrPGW9z4DN2k+ltB
9b0irsXx2abueo/7969rRMJBVYkyaL+2RZOhY/0VqTmL8an2+4L0KT+zQPXi4Bvg6T5iserAQfIC
Ft/DFkbmNDoUiIyHuUKZxUW4KnMOVplDqxygNuM/Z6RLXaCPjLL7mGyDmykV5vBICx+Uc7onQoU1
q07SpnxuZ/TmE0Riqz4dC+yLt02nW51NiyjXX+ADQ7EDnYoHXyl/Iq3lgwADa9XZv5tIBwNxsg0X
Un8zhhx25wAQQAQ7HD/ByC4GThSU8Vzr9rt3Pbnc4YsW5DvSwkbOB1mP1Cf0jEUg/dMjPm4PIAix
++i5xMOyYgGrH+i9KtsDKLC6YmW5WdOd3JAtzNHlb9OCWpgmRYfGeU8Ph1Zpaveridr/hs2yzLvO
lJ7I/DDHvjLXyFFpvu1N5XbCxRiwwbeM3ppiHdf1LhaOZovCtWvc/MOQs/nGnDKDYHuUhrRWt0cg
DAeBhceGIQEe9uDtuI883MBsOl2grRRW/QSc1pu3YCya6hjTRcPHmNtLTPVL60y6udS1Db83XqmG
P8p1C2B0Q+Lor1ZjO4AHhkSvsfzfeIJaJCvGJSmCXmdm7lt7lBNEVL4SKlzbJ68LZ/7Y0Y8q78GO
/eK80FJSxeEHy6oqPrpUkKSnMmS5zoQEtxp39Bp1etgnkkDZfYFL2eYA0mSh/lkQlv63l0p0zGM7
YPh1pwhdBT/7y9CoIrgy+HrR3hcsdl580+NH7UBbzXdLycvzRhectxxDnK/wIvI6vEQ1Fqid2932
U8O8uJmnWZDijl8UgmXTdxeHzNUdZxJ8xwlt6opPHxdhX0zfNariocaLFBx8LkxkmubqKmQ+u5lO
25AgufDugY2SowP4yBl0NEEFpSKS4+yl2RKGhocoqbTotvhY5XzpexnRSsPPV5OLcOI/cNiJ42yR
hnMECfpEC85anmD7CcqFYxYZfEhXtPVGy/iWVHU8b1+sybQrq3nM+sbqhW0Pb8AxCkf7oBtijxwK
XfuCBTa/+n3Uva1YY3OmSb08xmRHP61BGjhQYhzuprEgyYtQ289PgaNxya469rA/4YAdL/gtNopm
AkIleHEbSVCMxyQrYjYE4M3gNFanwdWav1Rv9qKBxj/VqWEIs5S+PLPdj7s70OYTn3x3Ll+iKJXQ
eIW7PvgDnhSGaGTTAEmURiCzGfepHRFSb9InjvWaKfi196aEsGuj6R/Bk0dlTZPQr5cSzHMvgez8
5KgIxgxZG6PP70Uu+0Mv/PJnAEtyP6dj4jHD1ChpDWZz5xEcuDk1Iy62Y0jxsXtIFxzwWGDSZl8m
7Fp2JjFFn7WhJ8eHzYRMcUTdDLD0sEaKIki08Otyd0u/Fun070KqBKA36RzOwSE320UF0eTR8JXO
v9eOrAEZHFw6fTPJD0D6brd3rQOIFsOJ0ncTDi6CoFt6GOqpnA59s4QXlr2BzHJzo4U68Ox3FTL4
j5i21oRw8bj+lRGJ3btBpNOrknNkLoAApndvjgVLFii5p6jPZZfRPSK6TAkbnk1Z+QvjMx3vT4ZN
yjM84OE6hPMQPQ7C6mvVkBSMJLdqq/RycbcmvczWxBfguNG3SEGKjkayHg/Dun9mOubt2pf5qPQx
JtnxLcaiOgMqF2e+KhI0r5y5gBmWbtcS1vpwofbOJ6hZ6y196DUmwfPg4IjJ3FvDBaYzB53UwdmK
XSafEdZVKqMTEG59dGm/8HloTsNfWyyMtszwMZu/bd4O3lD2dxV7eb7NvXW+Uols8+YpvE6HfDIs
PEIibeQ3JLIxz2mIfVVrT70VJbTKySD12qLn1jTVfnX0IywEbAvS8dKNXlQfUq4Dbxq0wo8+GHL2
X0qMXC97NXBz9930qZtNzvWaoOVuKoP4ZfUqYnz0iLXHpi3cdddBknzOnarKttpR13XK9XEOJ3xH
I2QDmA/cjClOJ+QxafsIFZZcC1+7gYmzEfPBmyp9iKiWmtCLxZCtka+eoDgnYCt670C1YllfNaxL
WohM4eDzd/BuxizNJYKxDT5GDibDJlWEJ5k42JvKcgIEvwzFyAY4gGpJXVjUuRdNVZ9ziB1I+CsM
wv60IX9dHaw53L1HAsAZbhgMzpuo+PqWNVA7RSSR6BLMVXcnXYue7I9xtJ5LDOLkrecR+K/ww/Tg
oSCcrTt7WR3U7MkkmNw/BMXlKW1i+SvSeHJph3CDiz9SxYMgKjqxA1eI/SUIoBuTK/oR1mp09hrX
1JWEWZfJaByObki1zJd1veAtgsi/4RBApfgxON5yMUPoBVmLWsRkWPqpheGI/nCMStn8ccYxfh7y
zWnOigiwu28DBzNwX8/fCjT9IST0+NKufQ1jeEV0lIai26F3FOBiFNrLgJj7XNWrfrY2aPLXElX0
qR/RX7AzxMxSNYYjFvltIHf+ZIro2DL+UR7hYZ81bscACAY0+I7nds1/t22X36Mm8C1r24Di6X4s
YsLYrLjOtsK1pnYW2+nTqDpbEXrHCuGsC5Ihp0H1Lge3pXIhd+OjhybE5Wf0D4jJoDTZfl8qeo3e
wshjALZEszCCqaX8N2tjAfdJdv27Jig4VAmvOIdkJGQoh2CFto9v4G3NV8y1LNTckzY6KTg2O8WQ
Q9Dim3pX4mDuBE3eG8yTW3llfCxoROOVqpyWLQhXjgcSxr0+sMHMHxfuLj/mgRaWXUzrAS9QPlvs
0my4/Jb7hrZNtJ/jenpl6JXJg7C2uKhOB/eJD/bympKlSLOhQ7vfxVNPOskNlT/8RCapuKCi0unL
EuilzQgOKWy8yKuUoGBbxaxAIsB9yPl8DGecB+NvfAQNZXNrdMuDTCPZboosD34+dVMWD6VgT1CF
j3g9mmInw4FtWrF05jzTB0dflappf3PVeuFvB7QmtHhmeRcd/ypYQHsPPXG1xzn15NUJDIRrK/pP
ZtfW3gMEXdbL3E8RG+6epyhpEhHOpLXEULAlh+9wtbdhVXUDWa/OuFN1Mcts2Ty79b8SjjYc1CXS
/zYcquEOp8xA6DVNSWrRQTD519zjWvE+C+tyUQjToouPqs9LcgE1ypaaBrwQWCerc5Po+hmQfFic
lLqlLWdvvsFZSdYNH0aulMbvVqti3GVq9aL+D6Gp4Q7CBxguYphYJo1xKX1psKw2Rzzc3EZcf7LD
iQRbL3YgB2oug2o0Z/S7lEwNsJADT+35icur1p9kRkieY1ALukvC3Sk5b+FUXLfVWX7FhnXx2rsK
l1CafzYriZ+X2xJ5/hxEvJJGQ+Xt6LPx669qZX+xY3zdPjwcNXyi0XhxL+bMY4++VPCIa+IMmOTi
oDxrJXz6NDo73fErQl9gQtD/kiTJP/zNM+yTB8DRVVP6IUKPB5MAE2a97cPat+Ik0ETyBrRAX5DT
wDpTEEPEXzRRBBGzL92+OBxvfFqm8qBAmiA9i+CO4nkuFhLTpzTKZ3kA7I75LtlcaBOmCQNDkcNI
EOK0+aX+z4/H/sXiSdh2axOydOSjgPLfYDJ9qRMvfm0bk1NgWo9guVfv6PRQ+zlfqsPqJ3h1LU6y
5T2asGPQf25PeOnS4TVp3ULeSSFlfwp4AFRsXet1u8wRCI9jsZL5PSAv+fcGcOrZIRtz6WDnEngT
tNt124x6k7L+DQy/GHSJEWpuTXcTi/FvB4TMp5aACHhoATjt1wSXjSJrlLnAbDk2JSwHBo6wQ/Ep
nSw2EXjhpQqnI2kpTp3Z8bU6gJcmTgIChnwMbP0R3+/Ia9cRl6C+BTFwivilO+SFw1iMiWp2ebII
xaoCxg7ob3J89oRfY6XiwcxnPUxABbjOwrcJbzmoDtPDX76ILWDouLCPjJU+VZhJ2Lym+CL/zN4S
8Xli0UpHFR0jWzfZBxwtiLtmzrcjiYD+aWMHc4lWfzoNy9ZgzB07FnyFj3h55HVx3qyNyEzLDbdq
laD4s9qx3XGyMa9rwyRwdEknfFJ70sX/Vrc37i9nxTLp2w2jt7dSXUSMNlSHSUzDE6Gj5GI8lyVS
PVnKmOLCjRC6itTgjt0WdjbtvLd4ud80M83ZDHJimpFtdSrZCGPmj1ZMob3WjnNuhMe9YojI62cO
MTh72AZ24sSrY97ZyCQR1yd6kOqEv0y6xcy8fE2qHvXUmoecN/we3xABsyb3Ij53mkAxvHTCaUNB
1EQkVl0ZN0Pqc2Tyx4wRiVRtwmCPC0fnx9m4qKQAN1JSgGbGwEnS4D1SUdD/qHrKbti2iZlWvmBo
zpHoCeLW0jScCwlBecTiNqYLQQRlkfVeCECAsWaudwIBoHn3tI0SBFXePaR4VIbzFAiTHIGOec1+
hAOdnhWr5O7YgGfB+iJQ1cnCTjENIdi5Z0k+yIekgtgcNcWpdwbXeyZnOk4PI3mSJyVr5t5kZsn/
7AqDgx+TZIirAV3t5DlFybKPd97ZJcRXB/gfdtlXVbU9Fcts+E/EBHkIVP9cEMveuWdiZgxDGas7
bM3lfO+Oa41Bj5aV6qR6myRZl0SOuacuIaXBZHPjELXSx3Sf2244RyxvfmJWBTOf1lOPtzDBHMuz
qP/QDnOUy7O7xMeHL8+c5taRkA+86ERGluVjhEJK9rVfMCb61V095vVXOTfiT5CE8UtTpJH/sHlq
Lu+YBzAy8nQH4i/ZJbB4Zff82MKa+U6CpnwyvJ0vWNgtIW9BfSSamL+s0z4eQy+/gH7xgxeBFzk4
Br7V8BnYid8axAgx7OMZzwviRYMs5DKRDVRmjcCWd8gNEw7DgqvponOHy3q6ZDn/wb+NulWAtFjY
i6MoypFZQHtEGStJ33S2QmEOSL1gMfkhFuzqpyTH8HIUsL8v61glpyCUtNCNQzny0gAXOfDTWCJF
mPMupp1XvZ/Xbfw511v/L06GpTs0a0yUuY25oVGrNq5PINjzZr+4G7iEDgfUvYhZOz0uxTbz6gQd
jlPRUapwSOiMghyRY2F/2OgsenFE34gHZwtwskR8aIGPztJc/c1Zj93qxdcmSPJvd8HswCkcG3EX
dVjWHmBeKfh1rjuIA/bdprvKxrpPTUmFNZJl/tJ1i3mvsRRTApdj+brruF8kEJO2EImuxupHQQp5
qX2qAPDutlqxNyvYac+/xpEXCBBePeVY3KPBVWdU+PmpqHLat7Dpd8eVLplzNLbVQ7f47hnq0up/
ItYn+Kprbg6ywpfMpc4O9tVhog+B7uVJclmraDujaq2k4IYpfFvDMU+fMEcw0fUdMd8HOHbOxqrf
CQ5qIo9glhQt3AfuF1xnxw2zyvExVe2dPPHjr8Zbgupdt6algUi2AIiIY6U+9+OO3xe1HJo8Qa5B
eu+keTgYsDj4/p03psljTXHHwdyKJtnRx6ggxPLiNyz+6fiCO18wpHuSYyBhi4dSAf9seEnDaBvu
yIvWU8iMQziAd0XX/yj+8cKPQPVOih8vjma6nCY3uZvnAr5PJzscFUTyreGkTehpxNsCf9gLJ5OJ
pHGjB2ewuFTIQgGKzXej2pCxduyI3CTaQZKivoy2W5f6JjGuD3xRhmMUGRhFzZIeGj/F/l6643ja
HDaKOzWEUITaIK3zDLdGdK1W7uNw3uN7utQYs8waFC/kdmncmTwuCTFz50OT+/FvismHNuS+QE7l
2XcIlZwBRpEYAH1AEJiKJGz9DWFK1TXTQy3S1j8KclD6MLFnB/ngrXN5PzJByJMKLCvvamL9tevq
oJxOQeeQB67sIO5r3bnzL2IyUfBBw2T0e4j4QaVWbZX1I4cgIWgDYW2YvdsDR8RH3O6jyNjjutsl
ZF+0Wz3b2Cs9sqQdwTZH92NQYK8EtENp09Yua/RrXObYOxeWYusMrxMKhzS0HxKqbMf1z5rU/ZtG
4FrBR80GMyFtWjWL+7Wta/GvsW1X/USAcIszzoZK/V/4xisyxEuIUT+qdJb0AdNuHfVheDDNqBLk
dTFcQm4UKNJ+b9SWaQxdfPVDki2JO6v0jiF4m/hdk+13zCh7T4GD/pnfKquexRxR3wITrz7oSSca
Hg/qV78nj+H8VbPWHv4coa+ImJxkaIPOfSO25YjFsyEwKnA4e5U9a1PHB2BCHewPDOwVLtIu9D+c
UeH9mkIlfgMouA1uc1UV1ZdJvQVRcsXbNi4LF+qYr0aR07J1hi/DEeL75Jh/4KnF+QWmi6M5g/uE
S3RgfSuOqTtv43mJfDhScIjXn0HdslZhsVizIIrmHIuT2u5rNj9gvQZcVAd++Y4cbp6ylxkrxG+t
+fIRuXit06o8malQPQC2mbVE781Od5kMv+cuGoophYNDJPVpbFffvjieyDFJxnGJa9Twj8SldzO+
WPPCV3l5gcXkXatJNc/RPItt17l59M2GP3nAK24PzZJsKykUbpag27B331BeJv6kgOu2ESlvOqjc
iKxd2QuXX0GfUudGpD547CP0clYni6qj/xD4MUnlaGv02YX1U6A6QWjFD5dfUEjSh6LGP0mJX724
pDTd9bSE3BpOi3IoaCmnfojozarcHwY/PQvFMITYV+ADtme+aAI4XC9LhTcJ04S6btFs7oeqmd51
gn2YREkxNycYOHNNeYVSdPctVfu6MS/vo1k2jxrhe6FuNYn2OcYQcBF40wSmwZPFrHN0GPX/8vUn
FeUYn9uXRxoUYNWY5Jd+GZfkPNYDKjvBr+2j36Z5OcUKOPJrrSu0uwLzarOPUxguO9xcMev4BIzC
F/HyjS+sKeL0xVRssfYM5v3PhB98AXbhcsIprhTXOJY52VjpsAANF+PRepmY7QtTvf3NkFBT/mNX
6HA5zSbIOawQKXaRVIMG9s2T9ca+AGHBzSwBs+qokFFvZCPs5HkW0Bow7CoPUynCisQzzoMzyiwH
VP/SF6LEeebGVdYm7fBAfZcMX4gwTf5D6jXhNVShcpnG0couWN11cOd4MbylNEj8XxWUisQjr932
RBKcSPWZFEMiHxt80tVnGnTxZYgwfkKwGo2AwFB68+tkPcpzO+58TVqMR3Sdur+rW7DTBxHDsVmB
S4XuT7qDl/9y1TlnWox8SRfiur5CqBcWsRnYanSz3e7nRmv/mWBB0GRcSh08gY2A8BTKUq7Hgu6p
+4a7zAPkBDSDNAjNwJ4Qi+QlUWN+FDkLqyZjBuXKZZNZ9SdtGSYx5G8h21q6Wl4ab7ulc9eg6fFR
zUt4pui0vCpc9gf4ZX3J8LFslymP4yDLcSRik1J81vHopmN3KdolPQddemudwnsElstr3zss2d9p
kCd7H+/Tfdkb/XeJ6sDDazvB2Chc94EH6YR8OaQ/XaKWy04O2JH4dIXzw4Rx/dqxsQRt79Jtibe6
dp/RakgIejOa3DWV7Cff17AtcTf5cE/Ur3WD550vJCK5oucuf7QLUuko/R55g3kIQyeX9q6/XwoX
bmk5k+8Z2HH4xyROt59NPao/9To7V7d1ETiGIYxwmGmupKlTrFRoOXP6ViJO0AfV1x/lNGIg5sWH
chbxhZji3NUHBYtJvFfGQQTt5zggrxhhZbzlLzAOWCsuLWr08DLglscnK3TzBzYCcQkZLixDA1fc
DsoVdQxaXf/fluru5X8UnVdzq8gaRX8RVdDkVwmULEf5OL1Qts8coIlNaMKvn8XrrbkzsgTdX9h7
7TVf1p9M+84fIyRr+AqrsTbuGZvkvCxsA23GHrU9xa6JxubPRJYUlxOzlQ2Lpuc7Fvd+i6GHS/Fc
5b4+p0wAvcMi1WpEJY6MIxdrlnLCy/GRq1ixyU7D6hCUlUXGbmvJoz+WozyQ9GVeXV1wPxjUQSAd
eaIMEIth/cOIGOJoiPECIUS/zcCyoT+ta8go0dTQI/BblmdezAHdmK3OHWpPAgAhGYs4qREkga7q
uArhm2GVIR+s8aIe0kbGXsaWv6ZJdA+Se//ORgdAHe2EaHs7kaKH6wYvaiqFOY6HwWdZloSYugNA
qZe2Dn1wNsCOagy3mGoo3NilsSaycEodcIvM+9oJmF4SX6qJiVQZLrYWd85zmQ2U5gRAyoM54nL3
RnMUj2AYVnG0uqrPzquFOQOOlpe9tkyjQeNYncruqTXSe51hagFHShHBcb+aO6cNw/qJlfHaPcJX
RHkFEa8PriQdsd+rl0rZl4atOs8u6EUkXEaqltgZdKPu1mWpcvQ4Ro23zQ4xzCfsugis9myc1IMC
fIufCmVhhHZ4sPcgM1BIhmYq6n9qDeoHj+vry5Z98DIbjj45BkHWeAgQMlummGuWvyRh7hyE/Q+y
KVV7QCwTPA6uVb+triymuNVqujFP9LOXEC+LT6RunZv6M12tsAEuFoTsHjxLMdkYRizr2mHu8C/I
08r5cmg1/k3lgi21k7P/6Tci36cISAIs6Z3Peqkc7We7djuXv3qa11fqZHu7sZjYkBfv9at/Kmmw
2j+eTprub0ngUv5Dh5Fjb+jXtLgEa4fpnMUQN6/Pvm9FKFsGzoHwthpciF8F/9rJDd/cNAOgwaab
ax+1Bc8FW9ZevzIM5M2MB1wQD66hreQRySFCxF1lLiyNlzxw372gdJ5nwyqak1blcradGgGEWMhQ
yTXCKtMJsS/2E/QoFSbtsDPzbrnI1g2+WgK7098aJ8ZP3XGMssz06u53cquwfUjQWdhnWIZujbIs
oBfoMYMy5ajRmLdftHVq+YuFqoHZ7wXiP2UJt3ryN8qHyS7ARg9ZJ0N97FALYREPaCh3tp8EF8nJ
e+9OS+/BASG9SgvtnezQRmTit3UQ24nHU96Pbb03fX+yUG7YXQxggAasmUNMM0Aw1rNEFTV/qNHx
1Ce8DUEwNjshwtmFmsiyhJ3zjtZg6l94UqzuDYiggh0xh8MQ7GemgBi4m+KJMwIATDdlSD96RvbK
69K498PwTlGHDwDQLIBY2N1G51QVc5WdMynSf0ja/TripBZPFK7jJWxWf5t7h8NPoar2o5UzpguZ
puqEw2N46QEFHNuga7810KcHhW6ivwWkHKJeMUR47w1iVjs+hcmyGT0ksCqqHvnDLH6ykgNJ6piv
dpYd1Pxr8sWN2Y66CdhWJH/8anblTn+TNbeBFjfIBMcolOC1Pzm5+U+uFEwJs5/EeVAZndNC5SQu
ncNSBfHTarJ1mUwrNyMX3vRbAeOjYPgmQVdgNiH6h6/R+qTY8yGxZKWSsMSwFPNEk4KaRT5I4elA
aPZQf2BiIDaCJ9XRz2bV8fQTzOd47XXEBNhGdb/ApHGHrD+G0tcMzBo0QxH2wzyH1kUQxcEJSIt8
cnNdUpAPTASbzqVtWGHik3eJhNAF3Nq3ojmb9lq7aF/b+e9QU45fZRYwANadTK8zPojvPGTXnsYp
qzs0aqZgh2qDM52BTySA0/pyzZ7p01FC9R0Bxnk/z8+JDTx72uNrMk8MUNmg1FgBvpugS9dbTnQm
3Fd0HUdbsXpih8fBA8ktMaNJqEWdMi5dhMs80dXwVRe1dy+xotQsDZvc/U8rWZlcqElB24aolGdm
g0Kq5BkTVlP+qXIojnFHlSYPiyjSuBTwiQ9p0i4yrjsZ1iAoiqT6NTHvWe+kzFpIGBwIhX9GfAvF
e4AGgbUomtkku8CsFDeWfkTbYwZFJWb6hDo3HF2x4yTsJawtirO2OWxbevrq6k8zFmsylK3nyur9
fu9PhvvE9DvJ48KCYfs7iGzkAYEk6g1HShv8JhAXaXq1OCcUNiJi7YRij5zKzIjscMSmgNoI46Wb
+zsTl+exLuv2TFVprKdVBIbxWg9gvEmZztJ829lb6XW1DRB7djU76q6fmO+TCJK16lj0fUgd6DCe
jdI0H648v+sboK2+5A5qESOrAcVJ45kWKxErVz/Z3I1E+tq1LLBxZJLXInBsfTRd4FXxMloTDDS5
YK6w6dQhF9XLuSE4dIZTJso4RPjN8AxTx5nkBYjpfjCyS6kEFkoSh5Im7uwmvbIUkbfKbVGEkF5Z
vYUlEBM6nCb7ZpuV/kD1NKGQTBppNhpOfltYJHtUkTaQKcNNqwoN2+qW/VfRLp4+yZluv/CYfcY+
uJ1Dys4CD2zpQzcIXfB+bxvmTFI78zbHHbVOuLNtdqE8U43oYmShOsLzBYUMnwXcJQZM2zIeYiSQ
r6Zed5b2gvqRQTwG/7wkdwJ+AyqgxXNNItQtglKuNbMCF+MnbM2dXawKj0Ovmagk3mL28SqYW/Jc
dYuVRIFcp+Cz5UAC29oyy7hBFDTyFy9neHFjkUhFEFrg2U9UHUv2Z+UcTGORZhijaJrOFftE6DOJ
PrpZwy69cJYLUnzAb1BGTwue33anHMlSo7S0j3Fme5NNE1r9kcswJ6A6RX+gGLx3MFkQjszTD/lz
/BEMYVeQbZaFow21fd2zZR14Gm4rj21xHtAj4IIbcMuil/WCP0GZT9/wUez2ndBWOri+5mOkDHUu
tef7V8mE5h+dZYJKsetL9vFDbb/JRCT2iem2vGa0yvSnhd2lT4hTBEqJZWI5nU7pPfMi9mUyZbHr
4gPbMb52GPBpx3kmQBhUpGvNuI0c5uIxJ5b7gWLGeGkKgTLU6R1Iu2BH7ucR8kkGzpUd+dQ23wRv
szmuu/5A24VbyTErcdLoG16zDDT+fYC/OQIdYZjQyZzc2aNxKR8z1YkVDzb+4X1hTaz+2X3ZMVve
pYn5A/Vtobl9RQjvmUcPyyNf01S0jMXnAvS/6xeX3lW+cWjaxH/09OCz1FxSNIjIC8TwloVV8ztZ
TKDxGHeEgxqml9zl/gJOhfWD+GOzSK/Pc7VO3Ubx6fMTxIPkPu25/HDDbfOz3RDiItrett76aHzI
ht9UoU74OCAZ7W5zOhb+XQCvcn0Nwi7vPzuQoQey5IDShlZTOJFYqaseVya+UWB1y4cQeDu35dc/
GIcIk0wFmLb2kFglY9d+OdVCndHWY0+MdCuLK5Rkb3y2Z5uJSUNxA/LKNdFUmm53wlibinPXUWqM
ASGSDEr5B3fkdXdfrbHOH4aB8RyklcKNNOgjUBHX42lQ9Vkbomac5/IR2cItgXrwA43eZlWlvLcC
KDQvkDDIOVeWJ07cGWuVInhFwxIzcPA+TZAWz/g1C2AnTcgoae0F/SIS66iiXoCbY5CYB66Avh7c
c/FfFhozK2VdpA/TUFfzt5IBIrvZ8xYf0s1I8Jg1lvqgS5DA+xFRvr2n3q0+lSdgrLYNjvGpdANi
jJk0P3JD+LeS7hXhiZ3h+aiD4gdArboH6E1M6A457hMUYxlVOed0TCWx3hw/LCLCkIz6aOPmj2sn
wVSakEaMxwQSCweTeTQptv9kE3b1Xepp53NY8H/TCPMzzfT1kWXQ79E7GvmbSTLBDWdD+4Qb5htN
6vQDzT47zdBmGN4X5aVEKnOygQkygndayfB4cs8+UarJId8szLvAHMxuD299urN6cpfjwSh8Rj1V
aj47TkDcouKwRvmTdaeyqn3gF6N4FwwTGBKNSnA8DIl38oTLYtvZMD7IFPiUjIqzf2vuFK+4VJcf
MJMGdAs3sdnxYV4RJnJqNJN5+DhPZn3r+difsGu7JypUSjEHXBCuNDN/LvXkfkspWgwCvg7vQ1N7
y11qZ55/xGiLbWU2Zu845fR+KJS2tG5cOQ+OVdN8USnEToaWfm8q8LswV1GO6mW9F0juqTQhPrNK
R2Kmw6xibWWma+SYNiHraIry9yYjf72k6+eQ78OHrC37W9vmYLOoZ4r30R8+8q50+boKBA19b9f3
VpI4nw0glz+ZPeOA9AdJ0PLMTn91FkKdguko09V9LttOFqeAFy+2ufWGXecK/1HVHbIbAtXH60g6
rIqnwRtxbnmK2Fqbb9Vvhw/qjyXucMYcRJOG84/bVaZ3MGCuHBqYAXKXqpz1KLJvVLIGIrmeX4sg
k1AnJ2OuQxEZg3kLSBZ/MLcmC90Iz282gaFEYBzeiUomLyaThB2XVBk5bL3YbZBgculbOz8zpY8X
p5gOVeZTZ2Ex7ySrvja4aK1GkCbOs54zAHDO0lyMMU/fFu3dsFoZBwGf795E9Xyqayt48jGTH9ey
WfTZIsAo4iwi1Ukila4jy7bFJef3gWDE9oDcdnty2MSMFmWGU9ZvC8fwBdwdvy2bpowdT5cH7w17
zPXkINN4drisTjJLzHfkD0RXIHpmqeqD/fCI9i6iyXYCh+5x+Eaa2b+GskEKVHryHSGmONcuDGKC
s7WNCh80JBLv7JdNURbn9dDtcjCZO6/nc9UzLCs5WuimaaqixrahYBX+5AHgnRgHC9csHjE2jJHO
gvAlY9lES6/zFFmY4bGxl06ZkdMDvQtBRWWe0GRNf/Xczt+2tCrK2eELveEci3Ka0apWSfhmBAlq
tdR4Xre/FBFksxCFwTuyEWCwXVS+x2IBBDegXjrYET3A0OlTQcTOHlyduENOQSMa+PO47TyluSvn
Jr/4GG34qCu03CpHxmEKSh2wp/teM9F2AFPvLBI0nlhQAYtm7iNnCqZOFDbHYdqRiNC3Z9AHPTkv
49A/hel64rsO41atyAF9g/UfltpvgTQg6ixtXOZ8umCpZlrZeoP8R7xavzMGweXX862u0JWL27qE
AVFg3kTuCcSDHiuTIlY+LbnQAHJ9pPS7W8E2dt22EqI8RCX1RI5G8Gn07n3mKn0HLiAVlzC1OFRJ
TQ8fzBEZ/wD1aY87HoIpqpp7iqXy3p0387mH1OInaS2+b7fEgRQWgXcgKaSzoG/wRBuW8Z9U4MFE
vgBaxGdwYO6iWTkiBSuV7dd7AKJcxIFf3YrGL+BcFqU4B0ybPwNfNXezP2JBpxz+oXKvf6uqeSw3
hyWvbuLzfybsaGdahvU1teVj06v0I4BjvhvYiD4mgVcdIKNb2W5KwbrupRtqMsmShks9d35qwyqf
ubDmi0ul1e4msDy7sSPb56Rs6meKW0hytg8uhNid7QotubHe7NQEoMssl28wHE5MKUwGkHzMVTG7
UEu+XFD2oLbOJO4FRCEqykqf6QG17Y6SPnxXc4qVYGz8EzIgAByyxGIrS/Xalz3NJoFAPeIjd0Om
rlMeN55Lvh38ve2NqHT5l+VUWMfOkloPSq+pwNDAzGhIB2jzyobNNeX1D8SVwd7x+G2CVzVkf4ok
EQ/kuMgXh7V5VPZzAHmc+n/eK9Qhfmz3ayajshozWta0ZT0Ls2HHhr/bKovsd07EcKPX/2wTOzn2
EuwxjnoqBFakRBBU6otF/JRT+LXqTvcycPYZW2zYAAzovhYoO9nec9ta35k9Lb8au79Mh5OoD+wJ
mNU8ti+5ZwZQp8J8E55XKIB8wu5P7QjyHXe4eHXtiZAdt2vLLyWt7Liivt/LzmGwDdusOS6QzJ7S
TrcvdCmcJZ5u9V8SPfSuHVekBLquGLW0rpvtORd84nYA/MT96mXDYZMr7Okqp702gAU1i0oiozLQ
d8wpVkRR0PugZa3ZZnjmRSTMdjvMWhFi4j5udK4wNFRYVU2pu703jyRCyCZQhBOuLaVsg7qKRK42
GgFWcpwsb8Dm0D/akzHs+ynE2jq9t1nqssffQB2onWDfpB96wlcKRS/E5ItSOZtnDc+cPbvHcYan
wjJexcLaxrZ1cTV9W3wwo8k+tW+253AIPX20yuIIIXKTHxX8PtjDRfaU1AzDDr6Av9gpnDt70saQ
xiQdOTwTBmyZqzNYN+Ocs3hsjsbAeNDRvncrcWXffNvNohD/G7lcIQw0vxfvperNDwNcm3Esc1P+
jNpBcsOtVf0Wbj/d56ixQuDuxHTtBfP+zS9OsU8CR8XJMeYP9eCVd84UdHulA0b9cB8wdADfSQaP
drnBLpSjjXc2HTuk0nxsT7kMMArkrLoqP3VQ+s3/pTPCKNySF2liLG+ojlFUyQ8GL/zHxvC5Gtic
hkV1wSQQ7tpg6t8lNHo8KvPCaH0t0v6PLpbXNNlqBMmbdpzQciMEdtxogSkUe0NQnjGepU+KlcOn
TOwtdaPyGWtvuwYxZxyfeJwouYCuH1kyMNUIzIp8HbN96ALIn3Ip1OsEn2JfFNru9ggTrE2nmL1u
Wr83LA9LdUkYelBNpVlDIBCI1+sKRj0mCKX/wYAdapZZac0BF+YowVzfXujdhGHH7TDPv42S7C5H
/opfd8p5svIq2RutBejfwqvz1epiuquYzthHSqAAPDebcLxoPOAIbvPKYKKLrgQu9y/0ifmd+Yl5
DMrQVQRd9fbzGDRddi4s1tmHfnUcjDwY4fTOwqb1T1jOlkqJmDQaM3P4y+Nr1ceKjf0fIfOp/jIJ
f35cu7V98mE+PE3ITujtVGjh7A+mYsP0g7A5o2ZzSJUKTWC9EhbnFPXQ2LHyeKLzqhcaR6dj2tFy
gyNyleLk2/VG0Uuq6U7P0xx+jfR5PkKpHvcGqiXjtiK7Xf6qnFdg9X1Is0ybkImMawbYcNWyvsuX
gJuXH1DK6tmfRg2EY22LSy78DGZek/8sIrO4VdFWuweANG75hAdATPEETuydNDpqLY0B7pB5dX2i
O0QjLcfaf7Qm0HvBsIV1puUa3LK0cAHKacR+N5PRb86xAc+GamK09Rgje6jjZLCM8IoCRnj7oazc
OJeuGU+Kvhu9IPzCIify70DjmjGqQyJjhy2UTdcjQs3hOkSF34TXNatr8zjo2fmPvWlzKewhpwMk
2MNCQS2mK2/hhjwmhOAAtaT/zZFrPjLFIcunCh0HvXBio82E6MACMsBYpCPdaSZAJqwCxjrY/Pej
w1D94Ab++onmxtU731m9P7ovlzpKzdpTj9OAeZSQug417rArBxdcoNvlciPDCTq9LMLqqkgrXPCg
3tuA8epXFlnGgjpnc/9+mTSxzUfmoC5AYtCyTMFXQd/PP94KbKfubFSUXCQ49XvRM5VSKHnTfjnT
K/AxMUfJGzQT5lFEjjsWn459KC6vjIxXOFKgVvf4ferk2U6LLJUR4qpsVpS2DKDzE0eDkVpMSO3U
fgnRVGAZRh+Z/YGjKJO3pBp1+Dlhkh8uekLOj3+lMTRCbQ2Nrpm4jcgpFEfUAcN0ynhXZcWOJ9MG
cI4mMfN7kSS2CZwarhM0t4AMiOJcpLk/k2i1ruZAxpLq5orIrCEvKeH4nySqc8/Czk65kSbYwGhD
dP6PbaTp/TeVcFAmQAu5dFr0HKU3qZesTFSCvoL+uHDB4cF+6Q6MlsGAc/GsL8hCws2/QhLmSyhN
oz8pMqAxWjZcJzuaMAvLXWuGUeUpUpFSdA47jLLMxbI5ZYCMSLr/LNJ520uVQt/T4SYg1SFfUIHh
MHF2Q+eq4jRW0zocdOhUn4RpmNXZKEgqsPADjZGQZiFPdNNkJ3rLtMoHOHfSPy7Kt4PzDGctQdJZ
U3MClBEXbY/0KFB6WDy5dK830DyQH3eG0w7DXTUkTHDQ5jc1jK0gn1/wNaEcrrVHCy242ceHYph9
91R1dTgdAiNfFQa7Rn8KMcLn3VEwzc6V7mU69bgjkeOXnd/duo3W0VhbVCOaV4vGeVMCE7yY5Jjk
UTX0e3we6XCwYHl9NfmIOMQBb81dU7niyc/cZWNmDcibeo/klDPisGA5d63tZQdLTGV15T/pKSJF
FYJcjgOPSFNjeOuMxX9GAKWnVzKK+kfP1w5/FDE0gEpsWx3rvrKB2oVMZCyhaPhd5GUUtKU5cbZn
zR+KhXr8HWH+/BJQhxtKsBwPsJNh4L9HotC9t2XWgrZl2P5cG+PwL3Twh5zwvCJpLZGUPjBHtOWj
owSFjx3MMY9d9o27wu/PBtPVndem8lFyHJRHPZVZcaiJvvvxPHJyohwPIjEXjC7TUwHXLcMGmvM5
4Q9XdwDDPKKqDJE70Vq0YvnHPH586VLVjMdw6YIfiHEmnmoSFBkz2gM1tAdcw4yy1GvOjSObvz1w
EeZKpkE2Xb9O5p3Jlu0LP+n8ssyt8cZrS/oTaiESzoJRjv55S4h/mOhanENt6eIuG2D/Up21HPX8
8tI5OKpgQ9wxMMCyge2fBYaS4X0Jic2IUmwZtIqcQNbdVK7NGw4dj6E/jRKqakvkOFpm36JvE55N
k0RCW/dAEoL0iXBqEY6UnlDfCSEcV9f1ksvoYiXnwp4KuDdWg53Q69lbRn5teK9riq2DfwcuEKJC
0wa80mj5V/IU8Ep5BuTAzaGTaUZ4pVdFqNvc4q2Ciz6dqnGsfoxyRpw2Mpvlmc1nC/sQgKIfR+JR
xUdvJf4rDPPixi9asxPoyv5C7If/Ybn0cCeGgAINUq8RH+d1MB66unWNQ0AP3BxXmyF7hDOF7tM2
HWc+dEjgND5XE4Nfj+f7M1+npL0rXejAF0SwWfq367JKxsYwDWlsTEqV5wQ4Yw4plhA2rBazdQN0
DnvbY9e35XlSqI2YAJ/9blQMRKzEKvZlSUm4m/gyQYW2YMa55abhWaLfujMhbuZHi1vxmwhFemb2
t94LVQlAU11un3gYTeYVtVETh+PKElf8NIZsLwKTysEu5Yy2uLI4t/XaCv+IzwVyMycl7uKek/cZ
J0H1YTUumbc8vRgKUg0jKSIpDBIbVyLxEIqD6KzTPE9fu4XRczyCzxr3jA/spxxwWBMp/obXVEPn
imbbSfegY617Y8hNvCnpWlyboab06hm6Vp+da3TdH8ap9dUY1inFvzW1+YW2z4kVTo3hyGSNZ491
WD2DAIUT6SDHvzKRMy9WyqlhZYn+tqqgxEhTrsw+LTx0bIMW+JfbM5fWZ8W+EPUM8Wak0ivcvTKq
J9H9ARjmLX9FUhEIsqssRnjf0tbIFCg9be9EQai9Xd+ZFpppWMzZy1DUfBvFYk2kHzneHELjCZkk
zXMT9vEy4ejfWVBPp31pVHo5mpORyKPOg8A+DgbjMKF4dnbtpIafwGK/ffDKdrpaiHLa75Z5coGg
Ie2GM9NxI722BIp6R1tLz6OCKoHITAwXXsrZDlA3dZTcWEslVD4P1xDBJmzdYJ0wk7X4qj2dTuaJ
tcCQf7HhHdW94+E3PwnhNO6LZNhs7sxubNdT2fRkjNnNVLunxexkcOa2mBiI5xvUdEjph2HRCPal
tglSfW+2rf9aY4skbwooVPo96LFuLym3/z+CWtjT8GN3N6NDvRn1UELWByetzX8ok+fHMZ2ASrc5
ZBeMD5b5tChoBtE8QY25dI3w/6FjYEvnOWbu731kj8GFtJHV/1LQQ6MxQAI1QDGkeqjK/MHvHG3G
mpvYoC/CDGch690vZeZf1iAkC5nSinmD7DKgfjDfo4p4SQ4DIpKtgzTZd95sgGvnEiQO5cNU/84+
ouid7gY0JNqF5xxbac1oYHBGAIl1qYbHDm4IFWWlKYlzlbuv/E3JbXZNsHDc2aEJZi4hzEkGQTM+
50gFz3Jly79B1MwH7O/ZtVHWh6lY9UYD/MbHdZrhrpCFp3YuEJdYNeaKHd+wLwGQwZSD2kPpXgeJ
9Y4fdZDPy2i6AKqYg+8F5y5rEEM8+tCFTJzPlccgrDGeLDToV8k8tdhXDPoOrSEJJNxyH7oa0VZc
MiY/I5fIII3MVXhENsZe3w5l9bFWGn9rZRMZdZz0bBTXbrERKmkLYtigQr4LnSSrFUNLUy17rmQt
C5SxK3akRor/CoUnKqtmbqSmqbdqKvjcWDEPfAb1AKKNXarNprVF6lQWYpdPDSyzulq+PLvqAO+u
OFVMzCkXR9ivKaPuOKmCjVqlrQvKKagNTRV+wI/5C+vIAcOqpyf0hrz/clx5CZjbuo8zTdQL2OCZ
A4+J6gHRY/o2GINzLAIew2JaMnIuqtyCoZ/RBritXd5DMUDrtITDf607FJe6NT3WrgVSzTjMi+oa
iqQ49aX03pqg5A5kkY3vqIMUvJsUjnHUgkEmd9wJfpy7yJIBDyXhTg2hAJqGgeiYjSRSowTHNzes
HTHgxdT497mFxxmkBuI1jVmGTQqUEttZYzdxuEmBGTzkReY9ZgjfroFF1BDTaehFPiNTtJat+hmp
NsaIum151asNBolKPHS+G8arNiUvf9h+tgWjqYbLgkFZeyx5BMwDyvWk4dtT3B1LryDw1G0xd/Eg
xnw+s841k0iX1QB4lsoCHwzvxo3XmrhFRstFe9B+NpqR76i2+C4WzR7BNWaOXAl4C6BARUTha44y
Cr1Nq2GToY32MuAdBL6BIEA9dgbS6zKkns3GUQfL4vWLaD6q5aM326zeW2sfdI+zkQ7TlVkLxg4P
x57Dsx+ibNilCZbUY2psnEtOAqhVLYMUe1+KCUUAQ58QGaXphEen1eXGsCXlh+sldR+gU2xrtCH7
L0xxlMEOaJctAIgThBRERPNgP0RCGsmB9TlBt+glKkBlITlo9NwjR7Jdm5q0PIZmpNn1FRoZvXg+
f7xF97nNkZEr7fOsUgu3UWWNjK8gnqEwRzAd1SL1b9C02KTxn5fvqm44zpYgbL/shDXfHu5RyA2C
h7d96fHZ8vPORHPGM9pd/F7YkbGl4pcFHRL4/XhAbuncoJGFrOZQbqTo/GSbH7OCkifmzGZFKYcs
DCDmJijrfe4jXnPymKF6ZnqCxZiBDoqcWjjLCW/QpPddPQ/2EY+qCI82iKNzEwJ4QdiRac3oRCl5
xR2h1HEo2LHEVt+SRhF6fQsmJTD6R2fc8jEC0uffKqNFyTdgG3lRTgFbFqQgsmCpg3zhJGlN80iM
DJNEniQyZ3MSie27jmxFgZWr7rJfUB1gmOtgSb5MMGbITQaVq0iGZcn2yU66V5NQwt916QFok+vE
fY9gt6HB9x1r+2w68N/WdMD7Q9VZ4qjroOBe1NLnpAgSwGcfmmUlL4hWxKFjElRuvK7k0R0ATQ5r
hCKWFhF5MmUg6b56jeB2C/h8tpzmUwvY4p/gh/2qGfsG9/UijfmOQxN7NKlwDoY7GqxnXm/8rP7c
BeysQuJeqAjC3CCoxtv4ACgXnkO0ztDnEvY6PE9mcZ4UOKy97pfw00iEIfa+3DxDKFlrF7bp0glW
DX37ibwUUBsVgnkYaSkIwhGoEYi27sLh4KBxQvBpB0uDAmPsA+ZN9DPx0DjwmkQJKmo3BiUMDa1E
Vtz1DEdcBt+Nm5/YuBnm2RUeCj6dtBVQQ62DIJ7bgUcIHok37llxNTZ7m6p/cSUS+c09OpnA8jj8
OFNsRMW1rGlvLWr8IGKdxYlTWhYhOik+Rw/+NHm4Md9DU0CmSVrnjHjFTm9OgLTukVV7T8CG27jz
p2vZjToA+xTjsSgDEe4Rj3gue1nkWIRvBf13xkXSR6AC/G3kStDePkN3fJvzkmBIPHyDe0w9Y3Jj
ivDO/pOD5zdfLVouA0K0n4eYF3g+I4QoZXEdkQGCQ6IQvhSe0f3O9rChzKu5PlIIprfRxzASt42F
rxwyzRxcTc/KgwomtS7hNLi6XmJvbuDN+ugBWc4Pm0qVitT7B3OYZR6Vgxtclkok/2Z3lGRSlXb+
u2RWe60Ir2aUAuWF3311yoT8UOSUSIJCtEAdW1WWLHDGPpHhNT1jXAHzCKsrcrUsNQxIGX7+zcxA
aya1LTqlRHmXKkWahaGiXW78b/5ziPC2jVcbJd0hYxAt9pjq+x8WsbMRUaooNxqNrB8fGdsWGZv0
oQbCak0u3WSPKulepEHlfhgJJp7zUkgGPE6nCXiHBjkW+zmR41VPOPyjBdlJHTNiatU+xen3giaC
7ld2EPqMzHXeysVd7jo0+j0Y2dZ/gtRMNA3ZG2o4L9SmHLQdyxZQWsgKoU6O2Ym0gv6fOTbyx+hz
auGpR0Z5FhiMrZPLbf26gK78B6YoUU+1wCi7a0W1PowUMY9dL92HOm1ZRyQcpsBspsZ4Tpe2Ma5V
r8rvjGT4/5whJQBMtYhjGQy0xDKQ/+lE8Ps9JHm6J1Ay7Ayoatq0fzbxIK+rkcsHj4XiX7hG1i8a
9fopSBfEaRKz31H4G7XWTG0SxFhYQYLryBrB+5dvYK3Q90bWaHZBveZYFsUsLlD7neCWQe4pnZ3n
UgE4j4vaQ7HWGg6rza4F8XWDnSnaqENs+NOa9OUEUZjtm0XomL8nHCPvD13Qs8yRHVOgTXMWvuDD
Jq3LtWSKVRy/KhSSHG0dZmFt+pG/ZBlrVdwIQ1uF34nKO2YocJVWe6GkU3xCxarmkLee9+AZvfMH
RuZL0SyvgBifylzOT8a8EN7QzdYVbRmsny5LH/HLLg8dj1QO2nouziVC3LMnNJIL1MrZude9d+CW
KU6IsdWNhJ/lhW3+GtPhEVM5+8YXAkbzjpBezmcxenHbk9klAU8drKBf3lNveJ1qZ0K3IOXezmz/
bsY6dO/VPbrnIjAu/3N0HsutG1EQ/SJUIc4AWwYwiRJFZW1Qkp6EHAZhEL7eh17ZVS4/yxSBudO3
+3TlT+bG7LyPhS/KNvL6JwWwZlMB3sObQLMdTp6K5SzKI/tYRYgmkIl+J6jwxsLe/ymIOj0aPaQC
5vt0n+CkpPe5CD4bASoptjSLswbxdhXVRcFbdejCOXDFpwdU6c1Iqhu9arDLS2VJ8+yMSbTGzvUZ
+ZTTgIuUDZbVBgIEUoi6I+70vHDir3rSAdC1jHZDWCOj1XBKf2oTutw8D8Yxpy7lscwgNJhFO18w
D9KO0Ro0Cvl+e8KHXZ7yfMi+myYG/pGV2b6lE/DB0MPyJngoN1xjJQkhb/nkyj4fOD+JNiRgR9+m
lOQiur73KxuzP8FUusEu2+gnY5LfxP7SngLlqzubNBKB+a7aY+IaXgcsYix2O/UQKMntuoUWaZiy
f26pigOjQeIEtM7M/1f1nSUyWPdtab+YmCbXvifsAwxuZ+/q3nmNslj8DmTcdq1NOxAWBOtiW13+
4nmZenc8n/u9XZM+tlliN61RPNETpnaLMgk0kJLeGiBRRKOynVU2v5SvVFswEoh4BZLESWu44FGN
M9rTjovai4VrF8FNIP7idtTzUG+0mwvMsYwqeMMcbGgbnefWuVA6fYUJVGCWZnDEUzKEgyX6vSeq
8QzSFabvIBAA6CJCSAxQF0n3sbtANjlAP5gxvmSjz4pn8leMy8GFk0WUcK1neT+6/tNAsuScJ4sS
vJW78WCbRvGFH/dKfqT5cAZyOEEyYJOtpwP9TNFrnQehgYj24XEdOs1dae9qDBEETFFryc91e75A
F9LC72nH4WwVxvBHDJDMKnfGwp26C++4D1kt6VvuueMGOC1SlA0DqqJiEUpzh7qOxvU6pZDrk4r0
D9O/t7NdxXsBwiBpVaeTzjqiPelagJHSgDTKrVUHxR50sLrQPUYStBzlYSEbFBZWfyBsZ+IaaYJs
Q+s3l7a+815mPCEf/CpGGheMp4Zo3oeRc2XAPFHdBXNDS42LpwaI30CYqKLqed/Yibv3QLFR7w2p
kCVzhWwTj8tPaSUz1v9eh4uliFGNw5tlmLjGaZMVbGNjyAjROKBTchHgeBvT+UlQDU4FrhG/iVZF
65nKvudcJxSCLp6S31BQxofcYQu5qtqFiAKZOBR5fKL2d9x13kbAc7JWXtNn0P5jp/lcmvIxaTyw
Ap24U8BGsdqUNGTwZ+RkxpS5pqC1f8uSSj/xOxErzmu5s0i9IzB7+p/pmsG7HDFCJhO0e6W80t0u
MWb+GIoY3F9MM5tqia1nZ1aEODybkKddUXtKEfbVympc2BkMuQUjp8xeuIM0O98up02xFLDxMJo3
BxEDLC8a3ApujQIrcDEo4JgPhWeyDu3q5cOc6AGZIgz5LAvtE+vZfuuOtBJaNoYLCW39oKLgffSA
+vfcnq5p7Kd/iJ74J5qU+7+Z11koUyE3JAzIejATRmiuTf9tS0RrJl76bVDmafBREtRf7WA16hhU
CQdYBEXpF8IE0Szwe5U6+gm+m1wE3P1QvtdtFKh9PJb/X0jJZHAneksHU78T82N2Z2FVH3kbJ59F
LOxT2+pfU+NOgI/2mbqWc1I21dgjxQBhBHRubfW2hvBRxfessIiCOuzMN7i1yPUX5hyafV/dk1UB
P5G3LFK6hLxonYlKEZVmNQdeT331WeaeM19HD5Y3ZVgEjWRtDt4rKNj4FQGGFTSOtwfDKNKPEWnh
cbJakoQljHgFi/JM7cADrQXOpdDS2rXzlF4cw9JvdoEZt8+t/oYlvaFejcY/KT9rd0EAtJdB0CHv
BVLinmAJyV8x6DUaT/1cuyZu2HxU2zqI7DVcJx2it4lLyjPBtJxQg4hlm/TcIru/PAIChs1ndK5s
ZyKC5NraK4TBjV300XUpfFANMe14+BSjs5bUC3Odph0Jo5fzRQaMWM00dYyJ7sDbinTmCcoK1Btc
GtMrKLU63oiAG+fKM1m19bHj3s1z2pxJL7LLt2J7syC63xtxY91BmexO0+SrI1kK9SZbLpDCkmqL
Ejx/tnHyCCQSJ23sX8Djfpqu1+BDRaxblTYRHZFU9jUCexH23tydHLvh9OEYDIUYnIM1F9dbOHhL
kRWE+tw22J30424O+EBGWQxq3YwxNzPf64KVxgH2kBKnPGr8DU/S662Xvm8F1HgTxOE2Iu3ZryrB
BfgkMk/s/a4yD4zu1n6aW0VPBtf7A3cmk7Gjtj/E4kSHnKT/US1cfQLWDJs2Eno7YOiwsCm37eNc
l/2+SqfpjcR+tff7CqgbH6yEMMhC9GlSzXIOWlbq5mQkpzaonefM9vlp/S4LkJX4Bd+AGsOD0ebG
OjeS5ymFdUhtAGBQAS/JXY8mBRFaw5idCGxhe/VjlvouUiRoVjf5Ul1Ub6wxit612d+DD/Me7fTG
MStlFJ2cTiQPRT2UL6TWsMEWwEyDgf5ZVrZD/VlliDRsG82f3KZcperrYdNKVUCErum5MIboSqUH
G0Wox9/UbrtfEF12IxdXUjzwNu4sq5x3FZwSLopYpCu0x8HZdDM1bsesY091Q+5v0ih1kg37I6ob
sWpiYDTqGRt2ZLspW+hy2ZpFH++iCSGUb062rjLLmfFdcqpEirnAWUT9kyS633lTL1/7Sac/2IPx
V4D02ngEyf/mysIGwDujXfXUBe9S6bz1I+HWVTB747ghbV5ckUlyeOGeaTzZJFE+hkprHBKeEYWi
9qL7dBQJPm+uCVvKjV+TXvVUZgj3gr8J8hhv8JyJb6poCXDJYmRUbBDLYUPzHlGk8MyVFC+c08cb
3Il+2JaesYtLy/oLshHMxw24ThNAwmweec8u9e6EgGz1hH25hS4YzQAtaOROy6mnDZiOHtaGxcDk
OrZXwjLLIzA1g9v9LFH2ikIfUshDTHSzpMuh8Tc0C0Y4OOPhy3NKM6ydprrWqQhSThAz2cSWxeI3
9qk7qKOa8aBNE6jMgThQcx3cq6xvv3qOoruxkPKFCNawmeOepQAXb4+GJ4cvgmqXPFghJtfrCPX6
K29oj2cVNd1ZiMn7lHzJNUvoSNw4jll9ZKxVf0hVJiEFmKzZcrO/dA0YBjtP0p/GdnBBGcOtPCty
T9j1svslmCitnA33tcL7uqn7cgjjwJI3+1/jv2HoaF9YTUYHxymj11kN93W99Mc+A+JfUXrzHXNx
3pL04LUxd/YqAZpxA6VYoHZ8WqCt3OiPWCO7X9npIeTfi54N3+Q6rDxq5wbY+kcYy15oc9cn3SXn
OxFZ06GKObfHkrUNEqTd36fMRQ3lsTcaly7/jXM13FcQ/M6eR3oMsydUdXMiYliU2Q8bf97uaWLc
OLpafQ0TJbIIescJWNYK5HP8i5KVP3ANaD7mSdNMo7RVvSzafiVMh3rR0T24bnqG7aCRw0MA7Ti/
JcMrxCHXe9MGPjtC+XKkasETx3ZB29QR52w1lPHVbrS6z1SvAdRPqlzRvzY+glDUIY+oSfGC4R9R
1oN+J1GaMDP8n2dT9tJdJz/Wxx7kSHekJXHY0y9Tnls4oCsxcs1aAcbtoZAVlcF7N40/cm+gEJkg
mlgV8VSE6Rhzw0QSfvW6tiJAm7GnhdJ6zUF37qgc8yFDmfSPEgqZMJ/CPdLELciMrGzQc/93T5Dk
cDQ9uFhbyZMxOXApxz9UJlG0x2UYTFf6TgZxh4Uo39AqET1B2bCY9CEm1WD4b71k7boAKh22wmmp
hfBvhSx+Rh+0ZXf/gHCmD/Rkeemnnn2+bhP3BJ7/l85O+ZFap39nHZJvCj6sYu0uvthmHsdijMz8
5gM2pSB0iuvVaAhG3R5bN7LS6DZoCpazn0TV7KbA6r4TDvX/dyf+Jx5BlwJ14JG8QobtQsilPCyG
alPU2oClFfsZ6h+Zb5p827JvfIxIGv1ELSzUXEUCJl7p/sXe0CLIIInf8dYJjJXHk0NipVMHScZe
hO0kP8GWQpqvZ4eyIZAye4d6Pb5RCWMbuwbCcc1sGgtoVUiTAhjyL/CUxjpnDeGJNQCg9rTQlfM0
9mAhyJslpyCd1G/Stt01CqqcSK5qP1LeSkfStHoTU9T6RP1HdggI9d6xQu13hmAeSksPI+bsGtXW
t/t0X5htW24Dt2mvliGWV6OMxWnODc/HmIdzEHNDiTsPKUXwK+nMEE58suknLz06dom/bJr6K65Q
8xCgRL/nKrO3hOlylO2q8+6LzOgxdjKZiUvjGOo9ZVHJSwsJpYncmTjJ0qT7CevlRxfH87ewi+Wi
/D5/mJvF451Ar4WvTOvB6gQ90bqs3lzqVDd95P6Db9XRSwHStCs748sYKb+ZHJ3uJSyxm2m/+ugm
G/3+1lERlYlAuvKS7xzjB5uAyj4JCh1Xo3ZSsvgkzuB1xBKkGfiKS5TgmFqBjRSHWAsHnE+VPd4A
XCudUCslRr7ZmdWA1yBm1TFr2oV/IT/dPxNXbs8Vdzz6PPOwGbHxDs4eLIyzW/A6IBq585kGSv21
dJkBO2JB7c8CTeQCv2lVdYxSiIwxQfPJrw4mhxl5/yBKnPPQYIkyEf+xcRbiVXNrClbg1N4IRZCm
NkibfERRo+/JK4+PSxL3h4qjrSINS2mIK0iVO7A0cPiCdWDpMvpb+hmWcChFsUuDaHwBotKfKL0u
r9atfwQUh4vlleUum0RAUmhqnRVcDQ93B9xmrIkZKYGrV5JWpmKGmzdxa531IZWn3ieD1DiF1dDT
FYgf2ToJ/N5WaBus2+EbMEq3LPJ2QwMlmTPbfUeqzQhAp3oECerPlE64tn83j5MEpDGlHup7lw4/
ADQsG2uYSPjc8eJt2zrFxRNMggKMW4YkdHFJvVU32v0jgrMltuDh7CN+M3ZAyNClR+2f55nBNmVE
embXiPLUl5LtX5pR1vZNaHF8RAGPrTCpR9WsR9wn08lJOjy9VNbF2QXnjU2DEvebH0dYprMuCxYp
Zzz/XQ14OMk+UCLxPFFGmiwr4j4Ymq188sp12fBhILiJ4qLTlsjFnJUOobV8hIeIMI4Fn+cYXzIV
Q/iUAy6H/TIZZ13c8DK4ZDGYtZxs9DDJ/CkP3B41y0pLdjO5zhI6eRJ8DGXQxo8jbqQrDCUMEklu
EIWGz7KFHMjQLx2n2jdYO5hQisrv8OdZLeu9AEzSoTSsGz9TBssvwQVyQ/7Sj8dWL9ZyhGXZPANi
BgjXsqwGnlDfJrFMWpF/AfLK5pcUFaelm8AaAlKWG/y2vZH8ZMDtCu2rIst4sgm68jCkfUmFkR/3
xV4DBQN/PwEFIwHagH2D0G7uRtERUMmq/H3EpMpYSGhO3DzJdMLpuglOS9ryW0lNewHSB/d3DYnP
Rjpje4+DliuwLAN2ntpNIH0oA7bFdpp98zfvDKpQyEqZpxQkAHfNugFOyf8kSZsunS34eKXnHcdx
kPKepE7Dc99YFCmbhjROs6XLaGsLqyo3LWiU5lRagdxTyWaqw5gXUPDklFpfN7op069u6z/HG2VY
CqowVhn7hWdWr91CFQ3UhFBRoTaeUst0/0w9cHUpEr85A4FwH+hokW8xL3OusOigz13EJWlrYT2m
1hdY2c4ra2A2Aacr5E7jA9ipeYBPqxFa7bL2Q0yXlr+VJQvVDbIXjgx6jnajKsYnG731x+jzF2qC
wbfEAVoqWXYSDS7kFD1/gRY+YrrFkx3l9oytVk1PkFb8E1caBo+Yq/kb5nkKHKhHRVUDMx/lehsA
41wVtvPGzRGBQZfGjkk7eE3b6W92sjSkO4XLnhjQ1t0y2Cts9owSxBxQv/vkEd8F1as4EJJfZ8DX
wcMAuFp8z7yu34A6HT1ipKuJqu3aGS80Oqwrj4Q4cLgLIcmrf4srBgyR5G7fROfhXZzGlk5zuLjb
Ep/VxhoEsT2Yh9QtxnaIg4qQq2iyvd11BZYQf9jZlCKCpRTqnkyLvDQ9Evw6opULdME8huRM3jE4
jmd0a/OUxY08mJ5vvbt9Hx3h5NFw5RtB/bE0Kjjn+uaVitznYsDYPphB+m/mYr8zyViTqwU1UmOw
KQIW0q5e2bl/50/2dLYgDq6L2hSQQ0mw4WlInhULM2/l9vhDYSBekZetVwRB/4xeV//EkaUvfn0b
UqIz2CEAljg4/JMsrOaBCcBvb6PUsu9vTv2cqXSyLf8xgf4KJgpuQmlJrCttUxKrX1xoFQWwKyDR
b6Xf/gXs1UPANtHnDEbpN6KLm5uxdi8eUMMwj5pp5fjGnm0Ysnfpc2CbhHPuBmERORMdB09a1S+x
4T0OjJgHC7ZK2NITeQ/UIWedyiuKPdc+zkmVdEFkhJWdNKsMwbrdTEDlz5X2yhOXWTQ4/8qOMMVb
ocQJSnBEGDYxE+bC8claitld+S384mKkyLTijbNFUWbngFNvh8GE6yK7K/SOAUfi7H20pCJW/eC8
+uyWtqx1yhXx9QfZBNG9MdnnjNDcaiBzHQJK4qPqin4zL1KH8xQ0G5TgarsYcEQHr2u+Qfj1IXbW
Puxc9y2ZiUNSyr5mjgcsCb6YCZbFQmBK/w5vqTh6Gvtxa1Gh1Ub47XRL6tnWwXMRw4yjRhgijPhe
iD8CddSVc5IYqQ9Vkog3VuInb8EobrVpSkOyh6Y6WB/zrP/ZKj93MBA6pW0HCdVUJycqs50jxQG3
qrsRvlej6UTJHmtysY3bBBWx9uaw7lv7guTvn7x0PgHVQ2uOxmeAOi6z0LLViTuf8Fl+JtYgid20
wLFxK4d4nr6AQLJgi+mTxMYJLoKSr5u9MCYYutjxeBlMtJSCynfeEuaRNg5cPVMjN+3kWmTsnNlV
K5lU6sPCcxyOqoYOrEZcwydqOqVYa8nZwJMBlNWyVpOPhZcFj7eDiWQ/qpu3gfGVcXYu3G2nAU+M
N04erydc1G0t7hXeT/zoVrIx6cNFVqOnnGl1Y5GCxg1v93vCYljTRkuvEl38lg5fn95fjGvLFHj0
zbbbA3MZ162f1neR078E7B6f4tZBasqwOGp6R7vI2TXSmb4t0+M64fp3EgWMOxjIIBAXbQhzDagW
Yb091KP8voMas2t641sDL15Rq9VjEiZr4QvR0ZTBq2gv01Z+Uy+ISyQvxpoqemKvpmb/VASWvsdA
diawTM+4Z7LF8eeq3jruHB0KaXDbZXJOj0k1IG8ACNiN0rRYYRBiKCkBgByZKfpraSpwydlSnZ1Z
1B0a4oNUd99jTCs8eBrSGriMY8dcwfbqCZBa6b2COBQCllIbFTTpS2IZ38Dah/HopwboTNLRf9iN
TXAycKt3eP5rfNMpJd9GNXnh0lJei3A6Tgfmas7B2hlO0GyMfSaH5kIXS/bBhR5/VKpcPkv0trSZ
6wtVEPLOdnQYzD9unbpoRC352BtgDBDFQvawJqYohC0OOkC3yMwhv/iF460C3zauHDcYV8YvhfEm
200IhB+u04t/evDxzljxPK91Fnf2gfUv1/r0Y+jc6EFwKp3QFUPMBP6ZlMOd50i6VrPKjYcNO4O3
SmPE54QFT9VzTUjp/CmnAht2PRAh5bvPkuxf2kkc5YHKN/xNcDSTpZlP1lLFb6lBb7Uf2XKNQOfT
CyS+Zmf+VaPWjyqhxtwFRoJkUHybfoTvI1nufBoMHlSD18uMyztVqpatqJ1jXs7NbUldz3rB+VGs
PM9vwnkc/BfWwqQ5ioEr5UCDyS6zW04lJYM7/7ZkH1LUR9qVgHLEsWmdmqnlAGy88pn9Cp2zPNaT
a9ZwO5L8hesVLyQ2bkTZeP27NXJA5rFjAjsqSvnADv8hvo2N4OGKc74M6uhUvR1iyq+fqOaOKLqm
lmljm5S3i5iAZcm49omfirbyoX9pDUxxZeULuv1qeEmNZJYy2TKr4EYbYft8nSx9NIfpzVdxGPRY
rCrCNcvkTHDXq4YttF3+i525aej2MCCuSEZCVOxzn2byNV8obpnm7MH0BEeWar1jNUZh0ebfnVGA
uIHyH4ASFDO/TFJmBJvif52xDCcSPXCXRt7XcF30vRsEDjJ92u7mpL/9DF38IOzkdvgJx7sz/Ljb
xVbaPXOUzltzrAGBuGVfvEshxI85WdkP/jKIKklab+moq/8iGV3SlDDMdhj6985ZHrTIEBcmtljr
nmKAZBHdVdjNbujhlsj2O8aLvGZVlRGYmsz96FX6juXYrUD6BnTJWdeMid56WBnXHCHfTHBHkKTT
oV540bjEsg92O5MZmfo4XXUtJWyDbsotEmy18wbTJ0c23PYdzQtboCfR5hGJkLg75WaVv3QLe5hB
ago8UUk1m8M6f6kd3qvSiIm6Qv7dD36wA8f+i9a9gLLutgXMsVOa469MgXsfeEzcc20ku2km/TU6
VZRtOkTwTVvZEK3TYTRYA7PX8JqXFi/Oir05WBWLoXcySyCdHr09uXvrUi8W756E3WhybYYKHXUf
QaP3YDhKtitlDWomuOQZcSwZ4cAgzEMvl5zTA8152YnxK95NmCbudPWOlQcb9vBsUFUmoIs0pI6w
KKCiL7BNdrGsfQbvqtM0tUEYNSDu7YYRu2E15nuzU1aopFs+avKC2zq9aYVZSQNUVzAMl+IhdrO9
RYCPaOnUfeHfVzvHNeaQtj+Gb1vC6huG5qyX5OpDp2EkgehcwnNubjK4bXn1Nxnl9KfLuyceIIvW
zmJ6rlwM72xZvR+u6TQ0OMSqr3lTtGebLCIto0jHtj98tp5H2GWlrfSajDYuahHEN3WTISoHuAld
G6FGpM1d0OsHPISPjYXpeaa1cAWz5DvQVX0CQ1Nv+zlhWtS31vGcxfGpNRp16EUabKaYBKKsmNvS
+HsuWw5Hd3JDjBrPiVU9NE3LUYo0OgHhiOV+ZBy6DmwzyQlNuJDZQxVj6u86LY0n4o438ZY9tY1B
9/bsW6/ODU+XBYw5WDSLveEljwvrHZw4eb2J8U4/GlF/KXIouwwV5hatxtw2vsr+mfgIeM3w4PZe
kO8mBKwtb5AWYhMWpS01lx4N9MbwmA6DpuaH1MYK028W4yS6lfalIn1vPDIrVHjdSr3VKZ5ZZYIB
CDU/Z9O4MiRQwk0vBsPLBRj49qZN3WrfZgkEpwjGjPD/oi65c/FSQz5lP5P7X1wHxGGBPrKzR8c7
S17tOyMjATzxvagiDkcIJtYWzy5XWsTSfgybyB+ffS+uN6nnZ890HxwV25yzI5XzS66GVd2QRe8O
Ud0bag8GXDP4W3Zqr7FvDqRsuRT5ZG/mCbdOvaCoB+M8sv7CDbwxb0PHxoiYWgnmU6UdB/ERBPF9
YLgjKjssmNyhKuG4kIs+F/Dzj3IBncg3t5GfQSm7a2s49w00A1ZcSPMHHP/4E5OgT0+JD5HfZuBY
4WnPHpacvckw0CqQ8XS8RG2ZrqfG6t4XVnTIHxRwQ6VJj+kQx+JQerhUa/QQZnk0MfDRgPpg93Dd
tIvE2ZGsKjY8a/UO0EFLogWun0vVHHhmiVmZuZPGJCCkfCjTZDzAsOOT8QrjnSkUGD7RsTU2yfsb
NZJNrF0eGzyRpEtmjsaTLafyyZ3i/kUrT93XeWyGXbKMzxZtAOh3yEXHTqBTeOV8KjSFOrVdMhvS
D/wHxDpgnBxvmSpJsdMGWyAArDJOhyKkZ6m5V03nhENnfeVBdfT8fvzR3OFOBAAt3r2EXya2XU73
l/BBF7u8dAW+QqXgAqTZEvU72h1GtqtRdMG+PZxiHYvsWiDWuOHooQYdhNXx2m+4MhPwRIVYJU3X
WaxmavmqSE9sXeqiLzJFkDaWHqc3hsfK5QzIu0cp/R9rSBO0qtbZFfC0tpOY8STnduDBZRbT1uXq
FS4MErva57kpBwlBaSJEFNP9g39d3fZ15gQMh9QthnU3X/7pPlVfcyn/zVUndoVu8y377yTHR1jy
LKO27RfQMY+ZVxqfflNHVEjd8uvYh4mY+jZ9vNCOFRfTYlgBl/0Hu5d8pc1pc6OrrXMaOHdcnPq1
6imT4YeHhpHc7vXc5etjV8cN2XqC5W5MRxsW6t5eL0F28KoUs5xqNZbYWd3xyoRFgFscK7Y5zG/d
YNcAhkhR8bKk5rJ4HhxWlUc5jhm2jbbiawrdCrNin7ATRGCgHyblEwkx7Ai5gxzQHYoKi9BaYCDb
4VxrWWumZftKKwzRXpgyrncsIR/U473EnsXO1xh0cpvHME5oIq91ihHPHO4W7MuAV4T0tksZfTBt
L1eXHLW5IqRu75Go9GEAr/BMaFkCF8EU+KqkhtOPFbG8mnocd3kSYLns+ddNs4v/4E8O24AqzCOR
+E+SG9V+wcB+M9PRCFveetmNGZpoCEFFVVtH1u6V6b0/5RPkMcxXCHiBtuKHSLRimwZ8L7G6Y9Bo
RrRaO3unJ6Y7JpoFPhfcFmypZB1GyH44mvBGWaajQ7L4Z73ApjzBhkgdH20ZrLC/yZCRlXUS316B
mqIui+5GnxQL4hqKyQrNId+xeHCybWFh3MDMn1gvdq5fs7lChpxnGDfE/h1Me57665ISzCeQUlR3
ezvK+SGnZ3c1JNiMeH42UzX493htxLnFqQvEGEijcln8zh6dSpwH/1JnsMKonBM2YONrbDugXOHM
QZLhDndQyzJgAWnyCFVOy/FIN/2yShdd3Gg/lnUazESeOwbhPdEQh24eyKTg6qnSUQDAMK+Nx8lK
yWmxDNoWFLMvTr2gIuxNxRagCpJk3/uKtHUK4dstumDTosNgM+XN+8l0hZk96t2XKLHf+FRvCjje
3FVsZHdLJJe3yoVfWHcjlrbWpk5zSauLlZt66+sZP3WmrvSQsrSPwDrfGi+svxj9AxbgbZ2DvmcR
jIdEwX/ktmBANOekAuoJk0Xy9uXbM7cbv8XC05g1k1JGXxmNbwHtfKo60UIyUEoZ+SyWunyb3SbR
CFoh1RiTj9KCzX5DMnZVOxlTZDDSGgUp/KHJ5N+8+L89QX4CNZBJeoPOKxxKBW7L3sUEulDPvu09
aXN38vB+wieExZlmdWj71c05s1T8gYv3QgaNGnchRfrBQfJIyJN+BYsQO7ByBn5KvRb2GLRPR9cZ
JgiJhbmf7jl/1eNEMnM+EDl3iFLxlxmPwcxbAw2wpzLGvWS2dexxvu4RVct9lvVUhNiU9LHBCzbs
B2rWnBZWXTvOThP2jKsfTJsErvBOmg7r78L8XmJjp1VLi2UBZVGNBfpWYgeP80ivgpwoHSnm5uA3
dFFhAjPeY8p8QT62ZsTTJBbIgcr6rLohaULaRcGGjJBCK+H1O4bQ9lguWL2oxmwe/Ha292063igO
lMUFtiZG4ATseLLsxHYquGSBcR0du964UHDxxxpouMVoTxQAKWzu7diBj+lp1PRvuNX5s6F3DeQ+
BfanvoS2cotE+J+1o715O2XzUp5MmOdPEqm2PmIWQK/QbXfQZT0CM2396F73PLYPLHTrYjvVOaSH
ZC6HMfTEQix2w96v6ojdlPZpam8vb6XV05RP18w2vY2t9DehoqlZzxq3JfoQk1+z0AMJ9JxQbBvD
3MEjFWNk80APbCZuhvsyDfgFTqb3b+qD5hih02FrRPpr/eLFMEgexjM6uokdLAGdvmoJvMdEcic2
2tMUo00WmHtyM8duYRawiSLiwKg1rVWc/IV+V28uxrvcLaC+WTJW66LxS07bbDTtNWYFyrjn0X7l
tV7/MgUsbw2Xy2nbLnJ6QmvVT+4CfTwjhr23UCSPhWG+3gjZW+olum1s2sEz9ueeqE8yYg53+o4V
pdkchan8A8MEyIt8klvs5gh2NiUtF4gKc0EmWWXkoePozuNUyh8MR1vjiR3wfISsIrBu+U2/x2Yx
Bqw6MDBl3FP3Uo/R2bIWqNK9zN/nshBfDWVCV3cpnFeaXdkKqFL7Kxs0NE+RpjpozbIqJiMS0YNd
IgkEAA6ATTZu+5LxB7+pom7CQbtb1AraEheCuiE/os1Ypj1C0LzFo+UoZJReU2Bs59EHYoYmBkkL
RGQ2hek8EVgpRy9fz1J3//yarXwnFfITb6rQF1yya767RpnOyRbcBOB3RR5tD8JO8R3kikdvLY5m
amWzdAM8Cit06s8bk5jIPi0DeV8v+Qd08Xi7ECcmGifVMRHtfdktzzWoKluzMgLKRD2NsbS/fYx6
GMgaL7YYoX0LV7JfLAtjJUSpQEIk3nD7bz1HVVr8lFhBtoEaFD6sNFgIsRp5OLSRuzfhO+PZLOq3
RWQ7Ny0vIkn/csFLgAA+aew+I5zAGoLzqxnVrRbDk1SEp0a2jhOYSdkAdjeGB7qtOgQ0An5d+ap7
kbMrA7+NDssLtsXLFBpc+w+mdvLzoknbd6jPKDcsipoo2HdYyPY5twRJwm1+Gmh7v1CbXPOlmVGB
B6XDNOi9E/INV2dZDruaNPNdDGDoN4UpAEwY6BNycsD1o7DrBznPwZ6ttI0DixD6MikZdtL/lRR+
nygBYuSAsL7jlQOh1cv4EHiMQzkxI+BoXUiBifq9YZPgU0O6UD/Ta2/ttYO1r337xQqmoibTUqiP
CXsO+V1IUklYpNJ+xFn+SImDc+xuuITI9u/9xvDu8QiyzWSxTE+tlQOtT6LHhC3lhmJLW25w0vc0
gQxOsIUFOb+oobe+Y4EJ2PbJRw1ZbT00g8V8o6A6m/sqaMXGa+vyoQyyaeOQbLoCNPSCcOYfV6vO
cTScbExOJ5aczavjSdWGWifjU64L+/4/ys5kSW4ky7K/kpLrhjQUqgpAS7pqYbOZz+YjuYGQThLz
POPr+1jVJugR4pTaRKRkRBBmMEBV33v3nrskAY+rjJMDzsjsxFmQCYnrYBAHXnmZq3O4ZXREvvNo
oUlw66wbzqOnq29dE6ovnGO6UxrO1r4aRHJloq5z6XdYag9kS7zTxI9+2rNA8E6TPJvb4sabsptR
DXclgySs9AbL+JjF2Xkp+nRHnsclawXT09qMroTFaxFeTVjVMafi5S+qADtNkjRTBYI5yvpnHIMD
chqWdRqxbHjY5ZkSFrRzVktRAIkdxbmpJ/4Q3lnS27M3kbT1bqRaSda2Tda9Vl6wG6eCGDESPGBz
GJINmXweoxoWKN2rcplhGTGQPhSTCAMsHZ20jharOR6wsh7PrVNbEz0YEVzXdeH0h6Tjt3hcABeB
5UxdKmMFcJrAHkIzB1gbG7JHUagEHhN3BU1mr4FH7kUbINtdNOtCPcIv04SS0RUfcIaSGuyK94ip
5R2ABMK+K27Fr8hbsmOfjZ7FbIflrrDJB9mOOOHufFRkV9CqzI4nMLufc/1jwPW3DQQs5EiDMcRV
0KxG3rZkxDw9uwOJ6uAnsp9GYybDM8IYvqOH9CupQhrincjGfautg6PzDPte8SCpLVDCY2mgoUNg
Q1hFaF5AhTESEAxBhGs5e1nV3BScU4+g1vHskhlEd7SaQFEx2Nwh2QOkMRUovN3BnW4W/Lr0gmod
0MCl5YcokY6p9A2krMItD2HJ+ADdtDTLk+7ayN02jdd+HSo7z8hqyOd4E0yIYNc44njpEEf0wwsw
JcQ2quzta48U7ZNJUss8ksbmbj1Rg2MtwKdsyYt2fgnMwA+uCoNhNSFd2gwIC96iFubeKo2UvKmD
uSN5DdH3LjHxEuxRuBcNPaB8uGQOMqVPp47+yeS0XfxIATjJLVhM2tlF7eeb1pqSNx056U5SRbhf
qcfH/mgN1ZjslN0SRQpPC4Way6p95cxx/VA24KmgHwfeV/j3Xn4f0cBUj61WzJWAPJTRw8BmUG5N
YKriDti2puwjR7qvTgPmz2k36MTSlyZadN3GRDlWY5zIR+aaWFukHfrtChIKGYRr6pBwFwcYlmnT
ECRNY8whILpasmt8opIw68LyOeNPeh5GmhkE/DKpooFxzJWX0vFAFYm8txygaMVkMvuVGrBkZ9Rg
K69apuZqdh2RPU6gW6x9F3ujHazEUJf0Q1BpkZO1fGty0umuFPCib1hUnV1W6HC5Q3eZNNsmaMP5
maMaBn767HHx7qtWP3Doy719pvwAa2NPA6nNdXtrZXYqSHpPR/cNX3NZ3clK6GXPOAB1y2oR9AbX
cwRrpVrRbOohH6agPwMrwAwWO4odryQFrFpbk8omXr+OVjXlls3ZC8GuId28lEesivqbUgmx5sjY
9IYtgtzXIBH9bcwgMbsOwdWipEEYdlySJle3ogTHe0NWQnGm+Ev1gQJoZNlNJ3zDgQAzuooiPvsq
9eFWQY7pYT+ObBcz7QR2S2PyjLdVOcQM9F5ZiQ2rTvzG8VASqWhX+fPcpH39CuDOS/gFkceDJRj2
TZAweK8Jnw1OZIjZ4phHXThdM2ifNXm/lFtr4PrRa5k3pbcZgx4Ly8CNv85jrcYTmrOihSQn/QMS
sNZ5wd5LpqkiOnTvcjZ+T0joeGEYUuv3eFLx9ag7TqiaGeoWeEt6gmHT3WWjKA72xUxS2qRRrayK
FjsNDfci7QeS80JHLSWIsvDC4GvJiXV8cFEfs4aRLi1zSxHlUrbFpdzNezxMbhvE468Jw3O5KXTk
1TsEOFP3PbMGE35PSDkfT7YzOul11nn9cXDpmJIk1GQXL/rYoEm2wuBUoTiyz0izpzOGRGCATTuQ
j+3mC1B7gnAiqp9bxEsO8reY5WKSMfKvRas+vi7wwCW3du6Q3xjOTnKSSMYr6DSRYkpGrTxkNBDJ
cDgUdoLQV9RhikpGhudwMCQT6KzBb9/nGSmRXTJfW4i4OwbOOn61loJOuypIR76rZWAhgJVAtFzS
vr2bZFr8175HO7yyJkLjA1rwL3VV6U0xBfbZL6viqGO3+xY6xvXgmzhaIK7EF3ZlFiizcQzfFurd
PBQ9ia50POgXJ2W8pylGPN84hHa0dyQGBxZ27AasOCS7dE2AZhs9c/lVumEvOSkkA6a/iVn9sQrt
8Z2AqP5tSeloRljesn7aQg6nH9qEcG8usgsRVMegrR0kXVm7oAi3a7s8JWA5AKymYU+zjaCXfGLs
AlMaZBBWebk4y3fR6258IX0ibHfJVCYXmUcUk+FRT7Gf7JvRVjcNpfhylgIZXArhyCtW+G40vn9y
eYg2Gqr6PprJYkBHRmjfSvQWyT9FQRNoOzCrpQdLb7+7aq2uVzQ0Q8+/taHyB4AlYudLSTEDaRGe
ndhHJGudanraExpTx3oGqgaLgLCO3of3euEpR+tGMK6mjGsdILInP0WkX9NCSgjUzpIQWYEdlJdw
a1HAwZMwg5EpsHVPXVM/pTV8BX0R+L5UfSPNrwFzcH+H37SEJ68HzC4Ww02kMLdibm3amaXtZfrk
k+W6KwNUk+umh151HY+9M5CpIIvoWPmcEA49c/4tisXuWTYxYLQqLCleL0Kbo6cgNqDYBfBDkJX3
zvG/3ZL9hqgoBK55bxxGl1eVQLp37tyLwrCbSwcuacNoE20fSUC3vch8PNcxDnDSsoiaIkNgyh1Z
4r4bDOrlrKiPg7gIA+2LkmaXVCb6RUKG8G9pV7r5LXJLhQrUCL/GDCzovNOKTLSHmSsZ2Xq8yO7E
TjLz9O6kCSMmK4wrNnKBtbrhkJrO11PHBntvlw1dL4RG9ZWXj+UL/o6Jo1Jhta+Z7dTbNM4r8ca5
LT/GnE6YPOvQBfqCWLt9rrCWRwxepLuxGyaSeycMoHC5kX9M8ib44YHqp4feV1dgsoMToc3jtReL
HFIOn0CRaNzKBnlnh+0jYb4HKVQjJ2gpxBh28TegeDLK4AV4A/J4Ssdoh5i+nTYq0oAB0VAp5GNS
MYDFrRhtQ4FR+KrITXRJvOj6xb9ylQODa+zxrnQ8C5jfSt1n+xb6AEOiwrOf/eICbgaCRWvRWeJ8
mzKlzNemnsHl47ikjstYVdbJUHsZaXWNXEecnV/i3jN3fE3meih3+4vMdI7uPIZbzsrpZRftOXi3
iIgJ3dB3DTrdo+UzmMVoPqE5BHmK1i2stc3IQs4vUij3xYkG8ZD2KWPz8ZJIcOM3sulubLJOipuO
FkzwnjPhY+VwPNZTeHQEWx0oMek40msipSn04syKNwYbZZixTfD8Hqwxlmw5iFKewin3rj2vG61k
RXiNld3MNjUPdKoIMPzEul+t2tzy3jiZCuvBthmTvtkQRfdInbKXHkPd+I4oF/IZ+7mM3ryO48ke
HXs1notkjoh/mTy0PO5czZumIgyE1FtP4dHxygcJqHbGWU3tunFJ0OFnK7FXXC15MqD/ujBbX3ur
SbYUxdWZZyIYrnHqOU9kj5BAblM0HGOmqx4zbR2+YZvq5g0KOcOrxU8eXAVwJHFyVvUWDEhPMNJo
eWvZToViyuToyL3VAwXSCQxjrpcVOJUZPVQdxheAhMT7/0xjI0SuLenHz4HBAGtH+Q9X+PyxDiLI
LfOsUaL54gh9CGbHHEHfd4z4eU229tzX4ZWcqKfXKTr7/C6pXdgPtLI4+2Zj7YI77BzGeI6dwvko
Pbe1UHhp7eGp8x08uF6LJhf6pXG35Di401cDnvTWEvx6zobO8fjSF50liw3JV+0brGwyw+uKg4jE
U9FehV3tnWgQRMkaJcSlWeAqHjiVqAZHooA56a+Er5z4qJUrzLFIYi9dOxY7xooeLHLEyHPHLfau
5ZoW8PIWtsJu9v1cu7RempkwoH4hygpv2rhGvKeuC4B5cP50VCSblNzQBQNv0FovqD2Do+81Hosh
2Cp5Lp2inh5i/J5lss6gE+ETS+vQ1zvRiap5yKN5ZHQBCRUTgUaCykNQD2BI5HCkHztcI8hyiEye
YYtYWl978F/MBqmyhlCRlK34WoOWdzd9w6l5ncAmmZGriNhkIKi8YjwJc5lRlZGjq3pTQhcxlNHe
qOd+k4w8k0y/yJ3OSOHmdaD+2mEKDDfh1OvvCa77G5+n9EAwt9cR7LeU01lZNv3gegwAoXc4UAAK
Z4nCXt/QkHelmZqNnuHKZU2NphZV9fidIVEUvfsVecM3uKQzjKcO6YA7h0ZmgAozadPuIVI9w3TZ
+UW2h/0j9JkeOfT60ZPFPqoDi55AHeRY44iwqwbM8gfXxl26TcqkvEJAkG2H2vYO4YTsdJOX9J/6
ScOc8orIuzAnQ27z0twQRMxZOtRj224R1skdrfQRzRWTwBouTtLnT93kp+l1avtjicB9sX+YqBY/
aNRA9C0taQT/OfDBrzUvjN4sDSCbcOrAha9iN2e03GXqGSen2mCZ6MGJFdaVjeGZQx29wdLaVJkv
CphwWQYJJAC5gI7HKYJvy9SO2wFKR6/AkYUL5M6usJxTHSr74lNkvt1jR3t2M6tyv9lt1NwgCF+A
LlXlHnkC6SeMkRKJ7mfud1DGJob9ZU/fBlqgirgfidNvQQw2VDVV2+10jUSdrqU/njnBJeUz7DZU
B+yyg4d3sONUU+mZXaAefNdfFwrt5lxO6Moh/ofrkvRMNMyVNacPBEcv/n7oOaod204F+uCXoaie
souziNY7CJlv0zBPMAELSFPJRTldVacFRBl2cM92emqCJYwfUIU36gGA1ogfTA0+xbiJLFg1BFpX
43iCqxg1pPMVHHueYMdRR20c9wLCLI2lt9qNe2atC7tjS1lTJdG93xFCuOoHtIQpEuu0xDdnM4Ii
KoRIynZbeWP3U2WXOXhCe+bUeD6cG0pSYq+crn4u49DsYy1kvQsdEfkIubR6yqfWPHZ92j2JxkQ/
J6AK9lcNnOGCevfFD2SHIyrzVA/3HNojkCTRhCAh1fXIRh6B92n4U1pT0ji1ujB6svrZ+kKTaD6b
MFEBQRM+fFuwfZC/rgN4cg8BxfrP2jY0i1gL3Cdw2KQhZenYz3cZYPSbynR8eaAJksRVNeThVlW1
cshCrcl/6t2obLa5wBi6ViKbr6yE8SIppGJ4mqIm+mZQYIkdGvcov/crG0NJYHBlbekds6rZE+eI
EPXxE3hKS59m5fcT554MMDdcK10WoL5TAlKYfDCrs3tjbvC6VBXBrjWhQblLq+wqR4KbEa1KzCau
k0iJbU9ux5VTMYAG4EbGNrM89r0tcsBguscUZN5wgmTPjKTHYdswvT56uQvjHyDQeXEYvZwoSd38
FDL5/B7ZzfDi24N/g6PBmmlh+DNZ2A6QUBOKsftKqmU9VldLTU+oRETFXnUbD0z+SAu2quELITcI
VBDxLIzMwAwGWC6NjXgMzO1Cg4xlHcK5jyBGlVZ9NZGeW64ZzDMKivp2ZC5IUBVxvtp3G2jD6POm
20GY4W6oO+/Wicv80YVlGNxZU0o+rRMME6nJldcZsSlE1XLuCypTbh2olxGo/To+xH2lXyJFVt2R
Ib3XPrWcXjCdZ04kNoYMGY9SuoKeu8IHOYKYsUD1C6IFD0Gj4u86EvWzVg2Am2Sw37MkMydkMPWv
Lra76yT21VWVhWG2d8xAQJLBHEG7bszjH/ncXrCtcgkHAncs99YLGG7dtlEQGWpDjsRXs7Yb5xrN
c1sf5MA3RrEF2chEBSatcvLjGhqy48qvauisIyb7dnzBk2Zs2u4UpEDcG1zHP0ufzf8uVzm9XqYS
S2l+aNWq5CYb+4QOkwPeiyABthSEdoGc2F8Ee/+mID5YrAzgscMwLPFwQ9mBmhp/PCXClCQgDAky
rRaCgxdOmkfXTdDEjnNlyDmfh/DcYDTrt/0sUlDiSyTlHWIXq0eSypH/NBGZwTXmBLNMIP3xdmB7
eHC8Zb4jPtit7skbyr4URUhLdTShC/EhrmIMaJffDkAtSqUCJ/Omxf5inZUD8KI4iJDgENDuc2Oq
B0sZMMhWogHnrQbWHKe8xAIn4Od1ZEB6eIEuUaV6I1XCisHpaEHvqPQE24vPewognRLfoKs+H14t
JoKRXOuuwh5GOyqewgO9ZnDRjlwuk19FyOm1XbP6IGGkIUcbaY5eQqByFe7ycmk2zNXxgNNKmbxn
RSQaRHCkI8m1Mq3XxfACgc5UK7Ys01xrRk6vbjCB8uhgRGR0SsqQIj+fiUlNYDqAjZhUiccZADyV
pdYpaSEddkzxmudNB7ZlHqLQvqGM7JDuZbg1GaLLUqV4JDCOIJXz1WLRjccZy9yK3tCR8+7EzWtL
95CLAqdG2EwWgXi+PkrXS1vwIZxKoMECPnEfL7bj6ieo3Hwfjrray5qS+6enLw9JT0DH0TMOk8mh
ivP3KZFOQnEvls1A1Lm3Icebp3HsaxqtUU/82vdlxMF6yErKj9vY8qryznGsvt41SMPCtRgKlR2t
drJd7Neq0DdpmCKYJI0P4wmZPYeJ5x8sphxd+6dCkp/tcbKxbCaU9lfuGELRjdOsvgNbzVYepNV0
UzIxsM2q6cLafcowXKpH3At5Fq4QP1lbpG3ICCtIVgj+zPjKJBAWQ2xsZPJ0jEK0HJXl3GQcvZ8F
Z5D8YUmK+NGlY0vtRt/4naAOjna+CpsH0TZJuSFbwb8qeK+/YHdcYCbj391SkNEsYpYppnSlKT0m
SOpl7l7FZcg/gHIPW5DUBR9QZ2s11S3jtRj2abTI2n1xhTcfQBMo3LIFIYU08+Sq9xIIv0VaH1tZ
pdZdSw2EhENIPd2VrKdMRBkp5Mtmar3QRfVi5FMMChBFVGyK7BQzO18bhMl9tRnzxGluUNPG+Zci
Qj37Vbnu0BNiiOh97QZtN67T2LaC+8jCIMRkXXFCwA9bOu5bCdLDs1Yh/DHnFRMQQzJEXSY9Ij6q
bpxJAbVh1qC/GRLiAixJJB8T8sNq5O6theZFTpVD8/7GEkEa/DQlfStYZSzKYHW/Vvyi7oHXqulI
LshtUd/IliTkl0HTAN8lvVMJTJi2520ZR+GcC7tx2eJCIHvYYw4F7qVTi3ftz5APwFMs3k1BxorH
GGim9WG2Gf0c5jeALZ/od0Xo15iDcgjxseTjhJIUUSUmCC/tT4mPZOjIgra4Z+K86xA4ihW0nJkr
5ogZsX3yLltksa4CgaSRA2NU+M8tXSoq9Sr3ph+0z5GxUnnOqBZoN1YpbUgisabhpzR8w7VQMT0K
M/XtU5pFhVrndIPeZtZixqGWG+WcwObpqeVwfZ8tg8WbFdWvcHTUoa5Ev1zXeqAsjcG97lywC+Gz
EvZEM2MRqfuDGkNhXmO85TxmUe2/LkREhOHOcRYgHhOrP9gPT6RwsVSQPBVlGQZ3PR79HZEZANPb
dHnsBfS9S0bzEPbPaspEtDXDDDuVyLK66B7YdhIEz3lelK9OHfJ64oKJvrDE+G/tPHo0XLKFKFpy
yNW9sLSxMSPUw0BHLVsQTORKPczUB/axIxrja+n3fvyKwAiC2aSblARpP5DnoQwcfEJ1SkkUjerN
Iaj+hA8ZTy3nVR0+dfC6/AfCSam2eHPMt3mYhr2RApPyVOVXjbhI7mmSZq8cYOcD7V9clL50uy1h
zaASAft3kMCQDcw3uZ6bV4wS8fSY+tk4N6tycPg3Lx1Smo4cbd87ZtkX5b5L6hWMGshJfYWxrsgb
b7tQMWN4CakF10tnZPwzADh5Pc0kNZ5EYkpmdWnnVnunXziAQuWr9lHcJwxlmhq+i8OhFRstUy9y
fCdXrYux9W+Jh+bIjQOEyW5a5v4XRs7VQ6+cAcIGQWXtsOX2W/Z1Ybyx+SLg+1jPIyZxa73g+FpX
LNLqKDzRwP8qPWsgj0EO0Q+P82l2bAZ4EQ55GN41zeyhOUgMysMGyFyONsq0aXXnG3/EDUelZelf
9J80xm4L0kJ1ztBMl1vhefgRwWJCyMZePDJe1VYW3ksLupsdT2Q9bK2lrf1zmDRYSjnDBGtGnIA/
QHeBrYrxzFlbPp9X3VSjXaI/9lmZyVOATlgGlPWbYNH++8JIiahm3oLnEOwGOosU7jJ+CovgTE6F
TrZul3w0G2oiR343BQbeNexkpsRwf+yZwzDafGZNEAyAC+EEpF3AiOxRdhYxFTVTULiPLmPK0cm3
GkxXz0zJow4AxoXmxIkujFrP7rCi0NkNd6PEpD0AMJVryTTuCY28ne4STieXCbk9+98KgLNgrSKn
LnYMpQMMrETBnqaxLJ7zrmkYeCT9HKKsvGA7qW5R9O0iDqg4fHugKiD1wuxrzwo23fmpcdIrkfRx
1+7sufKs1wrslvel6g1cxi5k3zlB3UKdVwv+N0082qdPEA4yDsYcnu+cqbfTZaUkMq6ftu0m3DcW
FgOQGC7bckDO3/mAWPiJ3yoA2MsrbgE3hKST5FH/WJIa+MjsdgqJUPDDXwC2+/Shrn0F3hulwj6z
uIecij30ToR5avOVvCdBBoGM529zR75xlIVMWbGFypU/h2iwPTukhGBAceEmhWFyU/Vh+TMLfEMD
QGj+it3A3bn+QK/pMv6eT8i7dfPaxFPwkxGeX34b2SgIjUTXzfHICprmqQDNADmeHuA50DWtgRRA
EPuH4y/fUiuqMMVxsMPYRyY5mTUVi47ukaXeuJM9HrLFrq6aaAy6J8Q+kzxfIAHNvnM6kAWbqq9n
0kT6gHVERTjmH4kryqNHRkwO17RTPKfSIq1mT1iF+5NkIgrRxO8iRktJv6uN793VakiPjpfW21ok
9ncPWx9eepT5yNHItamv3cUhp4q2GAKthVdyh0/BthFRxctelAVFUM+74U/Sor2jAloqNJwAath6
eWgsZFYblevxrQjzyexTgitn2E2BITNBJnQj1iDZC6IIWTzAM0DxD5xpeSsYgiEUFcWSzNgg2NvX
zKTcC/ySE8ZqcLRfPTGg85djiAE0peiZfZBrrIv1IdJDw+horm4YRxYNlhxdyPc+cqtn3+qFAtwz
j3pBeGPxH3bFPNy7RdNfI+LxDiTmWHh3UgfBRTGCIpiNZy4t/wLEqymG5VV2VQzEyp7GVxs/tKbD
hD3UHnIe4Zj7qg4clkJCCQvzyICJe5xbfmKxkBmNvZNcLo0nN09E+RiaKidwjyUOqWRfcr4OYKOc
UKDSXQwhZGdbjlsLOgyjKrlOUeEW+7JnChqiQVbw0dEXHnJ30inv/dDoL6gry6Sj25DU9AWWBeGk
PCjsBlwhme3If0ABG98sbZ6VgA38wbofFn8k0Kw2rn031aKzT6xlmAipwpqvDdk396ltVcGLV/WW
viAnnOYYBY6zqzFinIjYnW+VmpnJWrF7M1NatW+Dywx2TSfO+UGXpYyfSWNYnmvL49RGLeitS5/b
+kA6YvzcMsVZo4Ot9A9mD0t1IjvTXOU9uTprmKeGOVRCEBFWYpINrkDup/fsC1iTKAmktY292jC9
TnJ8jbs29xYsLGPMKzqdapB5QIAVnV+S78hEJUlauIQ7gEI1Y7IWGacHB6HLgIPykHa26yWbkPeT
o26ue+8xGaksN22/jFT3crbuK3+28Bnnl4b29YKcPNyPCU4dYpSMHr4KsIvp09xOaQiCzm5pS+jR
YJPBaEU3OYQ1Ne2sgaxNey2JM8itVa8q5jC1TxYIMPvKCebhjBkgXOpfnt30A7bFoZqxUWKL6ib6
liW6tWLeDHVUdPYjvNyE/O/AYrTfPsUSVN5L55fDdINQx6rCH4bDdhLsmJ/xgqH5npDL7/0evTEJ
azmW3ltqvYUYDuXZJswAWQCCOJAngvVBz1Sft/T0/WXTl075NW5EOewTZdUMkEQtVb9P2Mh67HoT
BqFi7eVIOOWBcVEUfYkGxYp1mMkOnaudKNDH6e7Xv//1f//r/71P/xH+LO/LbCbK6F/gr+4RgXTt
f/5biH//i2X98n8ff/znvylDoFRqD6ILpzaj6XDxz9+/nWMy3vi3/49Mw7zDfVV9C9yurjdUPuM+
szPx6jrUE7j98GljnCeUu7XNTPXS+Ezup5S5Vow86fNP4/3+YRyPJjdZEQZPp2suE9TfPwzTu9kd
2fe/pAK5x0aoyrwJPC3d1hnyOd8TpIIduE4jjhT/yytjytfasT3pSqj9Uv1+ZUcxA7Iia3zlrJju
m3wmlsVFHOd5bniNOfJdBACuPr+mML9/XQlwTvpC0TOHAecR7v77RZFN0Ury0HsTADK2N77sXcCR
ndL5inkso6fVyGvD0ly1WtxrB98pIHxtMnZn6dEWqpimbkh9Le2DS5s2oYnV9BwKCNi86BMt4q7T
KamGx1H0gX8Kcwqb68+/xIefTNpGghT2tVGOQmll/N+/g8MNWnQ42OfZEwPypGr6Cj1v2LaODapL
cqh5mx0nPH5+1cuf+penVgrHFgSs0MXkQdFCXZ7qvzy15dKmkQ7c8hHUIyEWVeHn10OKsxAb8dKt
aQd7zJdJnD1GPukcf3hM9T9cXSpP8bQ6/M12fr96j1a2aVu7fAzKsTunudSPYXuR6cJH/MOlLk/8
xy8qfe1IhHmuUeryCP3li7aOtBgIqPKx7agsC4Qfa8xEza5PzbRrPNt//vzGfvw5haN4INEb+prn
0rE//JwaYE89YX84kzqJbyEylzELfQzAcnFxoOHP3MjlePz5Vf9+Q7mqpoGvhMMhXNu/f0t6HHxR
hm/nMuWIvlos93vU0sFmamYt7//ra/GY0hnztYB7+nGN4dmsbVpswZnRuXzmoAi3BDtafOlG4ab7
/GL/cDuVVMLzHaEYtHofnhSFCdyldX0JBrrY+aHXfZsvbhxQQA7+NYp1YiWzWMzbz68r/v7cKC7s
u/yKrKNGXj7YX54bbSEedUwWnFFfnSpLNtmukbB4Q3otRGy3IOrjcWm+5a54VZeMnnXaduQMBBAr
GlZbF+PDSD1n4L/cgyx5MmZQf3iJ/+EzuhScdKFdmo62/eEz1lEVji3wivOsSCZZRblLWw6/tLoq
WnIf46ysXz+/LR8XXJ5uz2Gd4jnjlrCE/H5XIqrlxY8sdXZ4txEG4h/oaAqgj3YhOEsoUgflWkzv
sZ90u5iA3PXnH+AfHnTWS8HnoLslXPnhQU8HgU2kD72z20/OMVMtnaQqCxDjDv0fLvVxZ2eNVBdJ
EOssgjZwGfL3LxsmU9D7eeWeAdqZTYWvdof8npqQcf6+SKqripPfCv+r3AgRQNkoS8QBzZIfPv/O
f1+rtRFG82FsvrmtP+xyHWEu6PgnfbZG48C7nXxxrLLsDTc9J/0SFOuQ2fMGj2z8hyv//edmW/K5
qO+zpXMbfr8DZhkboyulzkg+mIBaevI2E/2nnb+k+pqh1F2G1mgX9O5FHOJXV59/8b//2Jrtia1R
CI4UqC1+vzw7lI9noBVnJ+EkK5KxnIA+RctGxu3w/fNr/f1dcj3PJqhOObz2jNp+vxaB0+RutH5w
tpEz7uzWXAq6SO+RSHfrwp6S/efXE3/7VT20ldJjkcGRbIOS+v2COYqLwbdzpnyhJaorwg0TeRiY
eNIajgPd7NxutI85MTdApOaQmDtvceVxJtRuuW9BTn4vEdvLVaFaea2XdHyLNbs4SKMG43lVRcmt
ibS5+/xjf7hNrouonRfCc23+KoX58CwO7dxDjRXFlbMUywFoWHMorVxsmMhl5zCy//QS/v160nZc
fhfYvYa27Yfr2eiOyERPa0aUhpjaYsS9Dkk0APbP1ALEuL/7/Av+9xL2lwMD3xDRku17IL18lgDz
YVEdEE2UqJjqK4bJ3bNRVr5XyinWbmRPx1gu8s0aVUoY3IQmpMq7dL8wvt7YFDFb7TjTH3b2j6vQ
/3wej2MDTyVwQ/PhHRQZUJXegamEaKbII4I9G/ljTKog+hVUzOGOTTRdQD92luwLVDOQhsGjPipS
ivyTJPL0+Q836EPB898fCB2SLyVrIqOVD28l8zqBZrLjJwnzbFhDhUapoAhr4gnViX1HhiRKYrqz
EI2Ia5zlTveW/SurnDjaDLli3Pj5J/qHZ0R4xhjt245/eVx+f5OMbY2c/KcORYCb7Uwi5kcAU/Oe
5oP8aQu6Rp9f78Obe7kBbArCuC5yZ8d2PjyTaU8GTk+v46oGGw07GJTTeOOkLhPuWiLMP/h14063
De3tJyI2h+YPj6hzWRo+PKIcZtn6uf+Cg9iHw3vbZ8TGtFF7FU3ZfOzIqYMOak8vJm5uOfErWFrR
3SW89kd+GdhQA0s2p5qeuUt66oG8JAjjDHemlYcQCjKw8H+FA5Sl0B2TVRC58eMsPe8Qyww5SE6b
Ed3st89v4scfzadu5geDCKnYY+iv/v6jtQqgIaV7dqz46ETeuBqCjRffsQd6a0Fmwfnz633YS1zf
d5XR+KNth4m4ER9e68hpIg8guHX0fTPYOD3pQE8MG+sQw9sqy2d28D88l5c/8q8/k+9TkrJvS76n
sIX74c11MSjQ8Pe7k+rs6uDR9ib3YwZa1Kl27ep62gJcLP/wcHzYsvmevqcpBoTr6AvO8cPDSWTe
nKP5JJTA93zGhzkWNX3nZsxMDrVdNfMO6pdlHadWVB1Te8QN66Rn/POHLy///kGMDXfEYUPVPkeH
Dz9wYaPvaTB+nYj3scdrhm1Rd87RlOds327fvqleuHh7e7p+GxlC6smBrXXT/OQNsW6vO6au9gvt
XU2XBJSwHX8Z5SUyB0Uv2M3bBKVfeq7BcgQbm+GaeW8V9M2tQLfPwhP1jX2uILdGlLE1ejmoFpDs
0UZ3Ece0ao5Ji47HStjHFj4Q6T65mhiczklpXQrR2I5PY5/3AyGOMRL7NWYpK3ySI3Tm5wSBfXbP
+Rom4TROU++sCJGAzf35M/u3d4QC3Wgp/z9n57EjN7Jt0S8iQB/kNH2yjFxJamlCqCU1vff8+rei
3qSSmUiibl8Bd6BuREYw4th99oavhpxOt+URv8lBdDB7aCKAU7KbnA5p4g/2hhYjlDj6XP6hsOKs
fDR5OS5vLAvyQjT+OHw5aXjeLJg0zG+jR5Z56jC2nyDMLb8gjBqsrHLl0nhiLENurfMo8LSLfZVQ
uMSAzjMPwAZazlQOz7VpoNZi9gaSz6V+VjKIFhEBD5l9QrMkLbNmK8IpWQkwl5acH0JeaYGR0SjB
uObCKIyJAeklEgFe4JrDV7NKo0OONrWXo8bXwzIveSCjovRIeauVQ7jxPHRKUzblAkFysTxqDXa+
oow0dEMYL9zaeR59yOAy2g/yFo4MdpzB/AjEIhEhTinJfLx/tW58aZIag3tFWG8ary7mzZcOs0af
pww0ZZBrwF7BhGZ/lCiL3n+DdYBtKm4SHK9qL2KFfig6gRo5X3pmPBF609F+Mhx/sg5BPATfgfOj
AHB/ZzceDV9UwJVIzAR5zOJyxU04lmEWhl5jIotj9s0DE4TA6jvQZZaOJsb95W5dZjiYNRUUOH+4
zpdvplaTqaUlFnqDneJGx6TGvvkYj3FMDlA9IJWSlvBsTHH5GPi0CCan1T6odfX7/g+5igq4zJTI
qTsJW5aBl2FJb44gCOog86BR1dFXH8XoeAzrjMk/JoKl86ZCt8r4OTYg97ZkUHq0swsqxpvZsZTg
TyJGtfzgdzqUq9C11LOtbGhvWMau1txANzYFsWTsxdE8lM8zsKT+Q6UJxv1dFaKjZpv5nWucitys
QeEAq4Wg8/4Grzw4ztSg1E7oSShsmIvUH6ZIRKR1qjEOiPW/kjH22PY9FK+AhxAAvL/Ysv6DH+U0
+WOBI6ayskw8QDbkToSTgDkvNfJDCLfQb+Y8ocpOnMk+YdQEKSkinPNBBztQSXWu/qVEkid95D/N
v+gAYvytcJroCdVsrTwg5Kv/jolhtZUreOPGk5NRdxe8MJsy4OIGToXKYG8TefBhzgZgbfRqzUA0
X61Zd4qnls7Gf/dP54bdtDkVjoUU0NCXd360Y516u5J4w+T2O7SFLGCxIvJizNihNPTmsTECtA7L
IP56f+WrS4AouAGXKmYbB0Xn5XKvTaqhzFRF3EMbqVlGefQgA/3ZRQ8ZUO+n+4vdMJIE+BbJF2N+
BuXVy8UMi4kArayQ0jOc8dwyZLnVpuR/cELYKdpHwtRtEqtFND+g8tBHTD17zZxQ0gTlDIBU1RSE
PCFWgk2hQ3VoAgznp9n+/gZvfUdCM9VWsZeyYn25wRlwjtuaReyhKJRSw9OLYwvv8C50WD5rmFxl
RsrcBvo8HO+vfB0b03eQdpoLi3/QFo8ZILsxdG6SeK1jFuJDqFAD2qOMEn7RA53O7ohcI/oWxei/
/+rKWEr6e7J8hncut1yXpjHVih97JRov+2Qolc0EpP1xHGP774gOHXIYQcFgCwXXcsXnX11eWS2n
Qq/SLaSqZsjP8cbpgh8PIqebdc9mkm5b8G99mnUfPsBYzVbSq6vzJcOhJanRC2STPNHLpSyAHTlF
It1D01lnDA9hJwHufBPYzbif4N+j76tm7zVEHKpcFS8EyJ+49XLROgWzP6mG8FIIPB5Is6CyQhho
k89tdGxpgKyc57XvxSWQ6NgORTTVxjVcLqiLDAGdJLNwecwPMB6Jgngc/1fZaBEgYTJt8ihj92UO
g3vIuAfjjvqhGCGueedtlq5JE9Qe6BRwrRaXyrTjxPQD3/SatnKPTQu8E26KfGfWwtgA11VfcobU
VnZ/9Xjlovgp+X5Y0l2cduTDizmqvuGlTWyHIHi7GcTMQLy+cQndPVgOoaQWViZONfjV90Z2rE6/
kkhDJ/zBFl8evalqNdY9tqBdohv/vRYoCEABUhTPALMSiDKChoGD9x8zTSAbG0knj/rc5Zqzgo5j
FvQEc0iHMZVSxXtfKdwPDoonx0DyvYGKzeKVW33j1boykqTdZeoaX3exqkaXYwha05vUzFChpGoa
2J0Cn4qsFgKmvb9HeVUuUjB5rnBC8oRw5rify9WyVHSxouSmZ5ZYhjYU+ZbOvXaIwumXAaOhd3+5
W5sjDyBcJPDAoS9ubsc4WwQDlAFrxJRtWz1CLE8F1JJDUbCScty6r7K2auiEy0TKi8C80qphNumy
eGmHVIRqdO5JgbL7kIvcOLfg3r+2kabtKF/Cjnh/l9rNbTpYJ3IuEs5lI6OG/wAS2dD1DNjXMweI
81wWW+hxxnpTMVvi790ILNoevQ0VgV0EfE2kIgJ3cql/tYYNUb/P2P6G/zaGKBOuvUk9zDnEE1+B
WPj6Cibg1iUQkClg3aixYsYvL4Hf+n5QR0wEzw5IxB4EKHQZIjvlMSnNFCbKyvlcBTpcOgmf4MKR
NrlikcPMIPHLagpgGM/a9g+ijvWRqdTs+f5XuPURHFvVHBusIjdhcbXN1hkrVa1Nry2q9gsqS9lD
20LxFDWzuWIbr5eieqEZFCkJ4QlwFhtCnsBSoKYQBKi9uvXDVt93lQnhc9QbK4ZQXtvLBysLJSqj
x45mXwNfksBqakYCBfh9B8xVABey0KP2Gyjx/uATge+B0/u7ySgZklFhZrl/qNeOnuUFDXKwR0CT
X2/+m5jCgHEJ4onc9abQmR/T0nxKSthuKbH5yNGDPdRDaATur3n9klkTeJHgjhIZO4uwEUZGRAEn
SVpBqe6zOo9wmYnBQKRR5M9WgdZyM/RMYRfK7/sLX99TGTtxc2RHUoKNLt9F4wxlVQEJ8uw4s82n
0mxgSYczuUq+3V/o1v2R2bxMqigjLPEUvWL11WRgL0JIIjz0u8vHyA6/1ipHe3+lW9eHYzRl1ZYP
uMwzk7BVo0kPHK8MawUYm90iSRnV8YM2DPDGJXnVf0pSkf0YOjX+a+EbP93/AbfOVAYRFGhsnSRg
4QHIXUtFySbbgz5q/uDDEYiaEfn++20M+RrhocNLoVuzRBz1sTAVAXGCZ4Vx3ENv2lbOMaG8+G4r
wzr4TzB5FJ1pklzeEcq3szOXAnVLsKY/hTnnD8wT1eRw6p/7J3fjGRDsOrYO+k/+Iy/Rm6cnzNAE
RO1a3lhOyt5XtexAjXvc9n2FwjYANGJspJctWqUr3+zWyoR+mBxbGHw8+fdvVqbPIzHi2BzmxrMf
8CbFOzdvGfXAn8JbG4vsCLdftwNYttZ8uvEyqE3S/qIhCQJj+TKKqGeoNOyEF7o5s1gK3a2pTZNd
NzjR8f75XntBwi2XSU+MjUpBZeEvwljpX4cvPQaIaWP5UzScMpOiCnViCFcU5ALvL3jDlrIthwYR
fpf/LY9VgZmqLGPMixZAqNxb585yITiJDGQUh6LeCbg/7i95a48CI6NxVblFlnH5JckbhgpyNsNz
e4i2A1C0D6bOAIMqChOimcRdMTe3Ph84B8qUNjkoGJrL9aDFntXJqAzPMHUgBvwimMhmVEkG5/22
mq4sya5BReq6rBG101iVam94c2G537U+7HeONRYrr/3WS4Dvw6IohEkRyx6b3mgwAULB4pUVFMqV
mynfEATId0FfgHC3Gr3ZQsf4MxL+O3GbGBbqEIZwHMB+JnC/RYwGh32CSh+Bugb4N98wC2t/awr3
u64BtDZHhiNqmZa9+7rohINwZsokwbClMX/78ItWhGWfUAOlYHVsgyTYmW7hv3Qwk+wqBjSjlcjw
xv3UoUSkcu/yIQEfXS4IRQFT3ANJZt82JiLXUX/Wc90/o05Eq91qvt7f3xX6Qp4qbK8klLABA/lb
vAc1ricrcjvDg9mn3VpBDM8NeMNdNAzMJozEBps+MmDd6E1BqtDXT4Wc9Bno/cLvEDbDyoHfcM86
BQaaRDgvnufiK4+oLU6FPRgeurYNXXMHgfcNmBTmVG3EIU/14JaHhmGGUwUc67Njx+nh/pHceLHk
nBKJAnkOqDr5hd58ctOfHT/qah09nME/RnTTvbGqm31YFcHKZm/YP0MDvUrL0QH4oi9cJxyCBiyl
ne7FmaM+MGkCLWrX2d+KeI7+TiKenlqjV1es/I0TBjkOAICMQFrdhdFtXUv0YrRML1dh84VW3O1m
xCEgctmkFbKymx5eweeghftmC0G7eBDmEHYrO5fvZhHE40/B8Vj0w3jLi88M/2QMcx8J0ITk4o+o
GfxPcx/q8/tfE7gZi3KrbNPDNHP5LYt0gIav0AxP8wV9lw5S06JsdMbzGcszcjq97787LtYXpApf
E1N1uR4yxQMKsnS/akXL/oyKaXuIyCvPBfMHK77zxjWVjX5dZveEkktkKBR+gVKbqempVG63ML6O
qFe2kCgHegiB+f193bBKBB9AcGQKAoJefs43b8JN4rk3SrxmBlr9xe3J6jYMASK1ZCDkgNar6/gr
S97YH5eTHItHiE9bXlPGYmLcmaN7DHCpj3VhlRT7Gij8bDhO7+/uxouglGlRnf7/1sPiljQRym5+
7KP1pEmMjgX9xrAJkAbfMT7HnLfRjz8UY7APA8QGpJiT9fn+D7hhBxiUc2i28RqAYC6M8BSlIo/8
kvnKcJgVZuQNCX2D+QbuDX3UICkCuZNsmc5yqpUXcqOki7VlzgnkNUkRGe3lp2WQuWqqIkwJgywx
MSvowzan2kgwzQhoo+ClOJD0RWHyPOhavO0d9LydOXT+mq2w9/fP4YZVoJVKigvUmYv9On7y5pol
o6KSVavJw6wk2l9uRrYt09h6fzD/dpVlJbWHjqiDIj95sNTY3+nuaKL9ATV062TFN2G5n+eorL0u
ytfA3Lc+M45F8JLocDELcnnUZg6Q02Vy/WFgLsx8mGq4HF7cwNK+0LRMf7ajCheg0FIxrgRtN96S
bP5QLiGRh3Br4WfiVtFt2CnjB3gg6pOTN/oxjjWEK4JozX+/NpIWlt1xXiNdRzAjtAxg2oG/M5C7
eBB1aqKoAqoV6Z4oyxC56MquLc9I+HX+IUArEnHfMQfrfaoqpo5n9KMZK1px59emC9wk3R9Zs9cx
kwt3TtCTzP6UZQ8xcX+FTmg9RVuVmO/TVFrDh67N10Z9rk9bQrcxlkxrSDz7wpwwGhVYqhKjSxuO
2TFP1WhfWVmzE7q5Fqtc3yjDcinPyGEscNTu4sOi09oiNcRsW2xXza9Qi3LoPHmi0PrkLYPnoZ7t
1MmFOvH+Q72xRQkkxIOD52F8ZmE0ervsYsRkfW+Ela7Gk9bZUxeFebEtk4SW/f3VrnMOKjW0g7m7
GtO1y9UMBlfRHgFdC7ut85zCh7b3yw7BGJS+odCduq7d6qUEq1Pu9n/fX/z6/tDOkxMJ7FdQXVjY
5oLxDjEgQulZUUaFL+2mTW2VPYP2trtJg6haCSGubaDMbuj0U2LEG1yNNxoZHHYo83itX1FEtVL9
OIBi2d/f1fUHxLXaFIZlHMgE0+JVDEKHxxchc28iqP5YNM78rDBI7qVt7q6lNLfWwq2plG0odRPZ
X5o9EYm0BO80eRANSWBHBhc1FOAMKydrxdkbS5E4Scg8jwms1yL+ipGzbwdIxb2pE9EvBLfSj3ms
pDtlnuOVS3l7KSj16ASCO13aOWQ5ShXGq545jGL8CK1IftILM9/DLb6Gf75xBZmTkJATgljZ9Lw8
QKfpEexzs8Hrofw6OjUU2lk0gPkoYAmch7Zb2drrKMSlDbdom0tAjqBpD/Xj5YKME6vhYPu9h6hg
huKmY0XnKRz9L4VZWT/U2teOQTj18abOKJ3YAX5sV2b6cNJTFGcw5SV6tCjv3r+z18bOwuCQuQBG
oga3rIRlNQJxeozsFYQHUGvoU7AXnZ94IYQysHGMRwhC3znxRdGBAULQyxSKpTlfBvRdZg55Cjun
Z8Di+48CovnbWIXQZ0IJcdAaFOvu7/HGrZKhAQACZr1szM7i5N0Rfp0s6rwGsmgvhxT5TI1/PgnR
aMf/YSkGYgAukGvTpbtcKtK6sQ9TrfUg60pJtwP/bCiBeQhJzFbaa7d2hZkxZRlF1hYX9wkZ7g72
q7j1xj5qPjqK5h4JeLUXCh3OygHeuCSCQjSFE3IiYS2bnhFMG6VaidZTqxHaeaV2T4NAVlWE8fBU
VxOEVXPx/pSaghtfixgalAsZ5+VRBm5TOyJTa68YZuAmOzhPfKBoKdqNGRrVIYzLqKCN4ZHWPYRY
hWuk/h/YWcpmpeV7w1IQe+GXNUCJVCYW8UDXpWgd1wUYcFh+p08tmgfhOa8rGOlIchSIUDvTT7fv
vkiOgWGSoCbWXbpn0UwUGmaz8YSRjccJ7a1DBBPMyVRgT7q/1K39ySMmDXWJLt2F20Kaa0wQjyI6
l6w7vur+yefI34O7m+AxUPrD/eWuAw+LrhfekaYUHfQlmlbvetLG0Ko9l5cPJT9j7hOiGacyLz4h
MhSdGqnXBcdPs/I2b+6TMIAEmCLCFfACxsJ8UlDo9cbGil6g90j/GWwr2EHBILkVy3p/f6M3skAq
1PLVEPkCCVi6mJgwo6zasvcsprAAoMUJauUpkmLbaWjhmmlqZEqCKXLgl8zmkYQpC/5NaiX5OWpJ
c77/a67NBW+J0SJZbwWptjQX4QSrOZw0M3W3agh2KLHNz26fVNNRbbRi7U5df2T5cmFxkOO18m5d
Pt4+rOPJTCvV06oCPbM4gQx+h1yd8XWCSPzFteHdRnoqTnZ1l5QriMdrc0Vb4LWbjV3E3y4eLFAj
bYJfSfXokVRb0cTlT22oo79FrkAt40q9YKuNnV/vPmCg6ATUlFaYp1riLGMIW01rQJo30GCWM+PW
+ZBnerNzgiZbuck3viUFToBLlKqIAJcQIqexqtC0KE4NRWL8zMU4nWFOgYFQhYHv/q7kWV1GLcyr
yxktk/q5yse8/JABPlIS609eAGL6QFvVgr85t04p6L8TwrcAAxoFDExcjlBNlPnKG7qxUwH8nc+J
LyBbWDgBB07eTE6WeoRMxbEhFdkMiJNsoJZbC9BuLAV6iG4IACnG8JZNpUZVDGLPpPJKwPB7zZ3S
LxkaScig1tGKCbxxQSkK0RekOEXKsOyX1ZR/kIce2RX0qMD7R6XxwLxnSNhDFf09K3nIDzXPpXi3
K6PfCrWCRn7JcLsjz+BNLQh8bDSFIQqQBhohwJcCMQmCazHPuxbCvN+lWw/pO4dtwTqDl7ENk5Be
DlIt1mwRJlSRxc69zB3K7DhXqpsdqjCB2jGzO5RQCqq+K8bu1gGDz5JNV8nvsMRwUhcse4a6M29O
0Ez1K+tXBGf0xumYB9Tt8k+uuGsQiGvvwjZhkwD+ID3pspOmjVKCyPUzr66M5smem/LQjnrGEFaV
HQelWeMQWK4H3FhW9eRUFUU9ZxmVaB2cuvbomOdJS4sAinoDKUtEbsOge45bNe3yjWxRqSs3aGkP
5LK0FmTbXBIGLXNctSjykHlp44zYVdOfygm22m1m1DaM2B3csXmgMQiXWc4upIG/H5xx2N+3SFdu
lcsP2SMFKLAmmIQlKriukOKds0A/IyDUUsytxnx4qS3wSwd3jir144hsp33wFdf3DyXcIehnpWUS
PA0lNfZ9CEN9tBKLXxXo+E0UbAwJn2UWinHJy4cVBnYAiLWczmlZWZsiCOqHkc7q1mJsBihFiNoN
E65bB10panhJcCzRWXtvSit/BK5WhnBMKoFRufwRGh5eiZgmOQ/AdPbCYUEUxUdPiPa3iqLxSoi6
9PFyOQrrpB5ynp4w9XK50JwQOcr0/hzaw1h/TDI3ZTopnJADPzRck1hsYLBNUG9G+i2aaHkijbBy
HeWW3ronfgOwMUoTPHIV5N/CPUFbH6GkYfZndPL0/+x5Sr+ldZg+103Yr2x3WUNiKQqQ3DxQDhQ4
lzOpM3J/ajNYHUx5uUBxomr2NgnYimu4ftaUWugfyjgCA7aMGd3MyunED/2578vpqU4Z64WvAmma
dFQ3DhR3m/uv6cZHlNwrOFmZilP3vPyIbsx8Zq7N3dng6w0vfVIQj3eZMY0ZkoeZnXqMuOk+Momo
F2+CtDXVlc7B0lbTkidaIpRhsBkwnLq4RnaZCKjHg+bMJYsRKojNfEoPjNcxTJJUAvqrXIk6dCgz
AyHvNWalq4EzuTxbx0VRniHQkQf0xiV2udsLlNnnM2pcge6e+prEPtk4iEClBzi1a+fBofenfs1N
+PIopztt6Q7belZ750eH3Ir2PMyOYxxTW4+UHwose+XB6OFA3ysq9AXHhgGzoN4GI+WC36Ffx+lH
rYsFAh2FHIT66bjIMX9u0C+HTDMKoeJ87xcGVYKb0OjP8EyWIZQZuRF434DeV1S95GGHHnSLsk2j
pExT9H3+0Am9PRhapKxEqdcPxgCPK+F4WAiZxV+ebGKgXD3ak39WVZCkMbnXNrSn7Nu7t8cqdIZN
kjpuz+L71UgHF7rZ+WeE6/R4EzSdJIwy+4GqYWeVztGxAYfvxZjoJljSLPjy3vUBlDC/QZgBbhYN
lMtdhqLIR0as3PMsfGZDsVT1puvpOc1h4v9CIzDYJUHauRB22e3afPq1tYDWhnSG0h2jhISTl4tD
y1dCbzO757HXEAlSrewxrpzsY6/B+lg5rHp/szfWoxADKZ+c+2F6Qf79m8fiwnTbh/Eozk1SIWxc
GEaP4mnNcFlTKiQATVCtRI83PCukOQQcpCES07B0arbtE4BXuTgHcytHQZA8nwvSD3WiRy4q34DC
sgoLGhmAaaKI4HmKmFYdtDB7Sho3zVee060jAFtOgZrXKbmVLo+gTuEDoEnPEaBD4SnB+AJleLX3
ezV5ykolWol2bixHh8RmcAxgqxw5uFxuyGPRIgFlnYMxhhanZTCkCCZ7rwXauJlUugv3v/B1fAfQ
jaIF6bsuq4sLfzCanCXSNIHXFegZbOZSR5OUMXjtl134+WPVWzZCX5PZf4UGHmkiF82S/HT/N1x7
BLwB6zOwCMvFleHIbBrJvtGAzxq14tQ1SLYnUZii1ECRJA+gOUwxd+9s51JDpZ0L+yP/L9NNac3e
XO2MJhdFgiHwoNRzdxk906NbiPzAYP8au8V10MJSMj2R+Qk9sMU3NVTqzgjHBB6K4op+gIkyKPaW
ypzmvk8b971gV3ZG3VIm8DCOyD7O5c60MikRNNIRaBZKc0bwUtnkmZ38QNt4rTBx67UCCqK8RL2L
G2stXkfpG4iIah26bZY1H4wEFc/cRq+s1OAQr4fB3MYj9KhwyiFqziQSMrxueLh/fW4cLx6HtJoE
QcJgF/v1UyVQy951z23XFYdhsD450xw/+iBQ3m8LiBgIXjD8nO6y5BOlrjVb0Nice87j6GS5Wm5q
A4GEbd6n9TYNsuidpJNYHXh7cKpUf0niyTYvP2Y0mxD0DwrcaaOmP4F4sJjM16oTE2XtCq/EjY8p
C3iUmeiBy8e4uKd6MGRagJjCeS4b6gRV1ah//bLS/rH7BH2Uirlpz5zaEaHnqVOfZlOJvyMHaK6Y
pGsT+DpCxiUGmkV6I03Wm5dZFnNrMLZcncdScSjUtvBm1Uny5BR1fdbI8I/3788ry+tlUsHIGiEL
iRStYrLsywWLFqVDdEzKs4t8DZQldpophQcxubBfZjQp2LDhZ7CUS26aY+ualfJ5RBWlerQGNan+
8ytlsjw7mhT784BCKgI2dZMZv0Tc2QHyPIMRRlvT76LsPOpT2R1cbchhaY5qxIw2sa4j5on6IOq+
m5F2rhptpiBwje+hK1DwOWp11YQHy0x68PrMUug/VGTjfsOxhc6iA1e42KdDHCQfnbzIuk3k17my
v39E1xYaGmNuBa6CgQvCy8sTyo1C5yD4/VFT+kd3nD/TMR1PNEayQzOB51VHf1yJPa6fNaG65PCj
5im7UIs1FcVE7dpO4HJFzXEX1Wg4q7llo3FFEfK92wMuRVjF4AWZHs3vxfbiKctDJUvPYzXp30wk
LIJdmzjNuPWF3o3Hsh/BKM819nRl5et0jJ4+Azt0Knnb4FcvV87cIKtrlDPONgxAIzPrgQr6RAlQ
caEYkhwcM0I8suoRcJ2xcSuW8/qzkgEyqkBhh8IZVdDL1Zn6qmrc1ni2+syAnptZQioJ476nsvOU
p878KZeD2PcP+8Z3dWlJ0Fmj+MrE6MJldECl6bkjRi30MaxOfc7Y4EnVixCG7Ob9vhCKNWHAvim7
3vS7LncYBUhATFrTn9VKtfZ2g2g4AY67mWNjrU51dZivoDAdbgBBWkCz63IpAXPzNBZhey7BWiKn
mVZ7xP6G5zFQNS+P0wRJ1WQNU3p1mBJ7Qu2H7hYoMdr6i0XJK82hiJpz6wdw31MOs55FNbkl/Gll
8PX+l5PX4cJOwrBERA5aCUApn2+xw2iK0d1EneXcNYO7H+lvPWdD6W4CKMr2E5OLuykhenS6XCp1
V+aK9732TzLxkkgKWbJHPWDhn5IIWBSaR9W5MBhYhxbfPZr5kMI6PdfhB1iN0+1E38nkF6AqvkOQ
uNLRFnk3uJ3gHPwf1Xz6B9zkJWdN4hbIKDtafc5mAxaKtrOQP0ANfJNCafty/8yvnKFcS7KHGHSG
qbktrGBn6XBswsR7tiYDJGuOcma8yVuYTA9YFOtghpWvrbzQW2uCKSfSoakG+fTSLJgwbNS2X52r
xirDU5lp4fjVrhVUrQvKQp8FY/PvbfzIMzVpVWKJZKt4yZrqi3RUks6qKOx1xV+bGaqtPQf216mD
4+P+kV4XlFmL4IKLTGxF5L040zKOfNvKuvqs8IXjju5smafBNq3bhpKt4k/aiYDAzfZOWbpfCdRL
ax8mkd58VlAx9eNNY1RFu2KLbxw6gSWQK1Dvssq6+FGwirQt0tbZOUbc7TuQxP4n+X2obIDt9Ufq
UkHz/s9MEZtEU/ISyXd9aTvKfLaEUhjZuUuzqqE7PWrRLkShbf7pm4n5zWiRjlyJMXX5Ri9tCNMu
lB8ZmjC40svkRE0GI7Iok51ngB2Z2Mw8nKjcWqgWTpCYyDKZHqblFHqGgV7RJ9vO4+FQodJmPU+V
DplNa01D8VtDacfYlpbWBq9qizEKP51NFcSNAtXt9kPounDOoQM2WJuwRLbsRRXjWJ+q2S7b4/0b
dePbSUJcYgjHBnS07FCEhdGIfKxSULlFdMoVSz8lSj3u9dL6WjphvNJ9kKnp4gwpF5OySq5vEsqF
HSyzrNDKKG7OKv09Lxnb5iEX01od8ZUSdbEM432AJ3BpeOplrb0OXRi25mo4I73SizMZbg4Vi4rE
yKFyBE1uXwHLb+9GBaWElwq+VM0LiNWgkzbSPPmRzMiNfEQpevC/UZ5xww+xiQbctLPc3ND3CAoG
6P0lRMpSt3UsEWZDPNM+W8OITWce1IEZfqpSY29Fid8eQdlHyomRUSpueZ1XTAICOdBPUWn2GmLQ
pbA2yZxO4hO0tioMOX7qzj/bAqValDCR9vo3VzQ13Ge+bpbPoatF0T6FsGPYRg3KQLvUqebxW2qa
UL5Eut7/hwZFNj3PudZ2D+kUKgY0tUY4a8TnYZ4rXu1W0A1tNB1ajWQDrsNyn6E89B3qkRNSRPcv
2bWrp/FBrCi5lxmYXgI6wLLwG0gCzi1kuuOpKfURpe4gjNItIzPN3/urXQWmgISBHBALww7HNVgE
FkyQB5NL0/o82qmowh2c4mb1Eb16IY75NEbJ37YK4k7bOQiXiX00IrDy+f5PuLFhYNkMfDKpTGVh
aZ+UoU6BI08VtYUx/24wUvG9RngG6VPkVf6HpeRLouPDJMfS47l5JiY7yutzCy209n1mYGL4oSRE
qP+N8HSZn+4vdx0qcrTMJlJSfOUXXNSwh66KS4AA9hlJuOYpq1GEY8L1nGp194TwaroBPWitWN4b
a8rCMWk9dpdhroXRMGMwqihTIQ1bT3m307tWr7e2YmZf+6BRtpDTdF9CF+mb+1u9+ohydAzsgxzJ
QTpmmcwT1tg0joUNkC03nwSi115EtxpRy3bNr19Z4del4BFksFbO5i2ubB2HfgOBhn1qQqX6ZTbu
XO/R2kw+6pChnDNj7lde5M0FMfqS6J1i/BImaRRhQ51esU+2Of/rw3b9NCDZtdOc+U+mq9HX+yd5
Hf5CIYjBZyKEbwgUQLqFN3UR1GlmNCaFeSpUJfmkdZb6w+wIJvZxktsh9Ml5gVhyPLT+WVdEq21U
H9KoHfqz+v7+T7lKBAzaO5TagIcyhIMrv/wlquM3gdMI/TT0qO3+VaZwasQ+c5whbh/L0YoDyUeW
qs9zDMhla1eA/g5xYmTD9/s/5Pp2uSTNsGrIXpdg7ufyh7hdQwMzQnN1mJtgExihetStJj/2YGnO
716K9FEq93CdVdCxl0uhf4uWfYkcKKq3TkHZJkwN+4teB/b4nTDNcV/ur3dlgGFRktQ/IDTpv3DH
LteL6RlPo6p0Rzu2h32T2eG/U4uiFKWf+hiaJePaThs8mGYZ7e6vfN0i5QmhJwDUAiYR7arlkeaz
U0Nx0x5D0SDeBqnI5wjJ3wfF8Ms9R1TumHGF4UcTLUBnTUCZWMyPTaNGZ7srUJMz4Q8FmJDt4KeD
zCsri3MKszOJmVshedp31ierHIKzOqB0mPq1/mxqsVgxeFevU+4CeSsGwJl2pxV6eYARcJXARPTw
yDnZD2FVVee0UONtjAzEAVmzNdbYK8A/ARCYEEhVycWBJixNHcGAnQ9lDKjLNMPyAJt7SAvd8LsU
usl5rvTgywjTaOfVwk+CDx1I+5RIATjPo4NMh/rijqGjHBHXpNS2USBTMtcyu9dI9CKm4zdiPqBS
IM0CarywkQocwVY7dvWxQaPB05pJ39R1WG+aKiq24aBE/9qZbuzVeTCexsInyYTnYddWMfq2ZRwf
tU51dpoZoEgVhvEnZLjNQ2NZ1a6Zi+QMm3/yiAYhUqBwJX9121I/uHVkbVOM47kMG3tjIa56ADKi
nBANnlZu7pVdkrvDfTtgliBcW9KQQfQHgVCh1McsEPmO8ar08VU1vChrfecnXfs0whm1U9uufaQZ
Fr7XRMjlKTdBviMb8EsHlNQatMRj2ByzYgJyWkXOMayredvbxloedW0dAJfSFTAIWUgFlgOnGjN+
Y2kb8bnKVLfud1oSC/8wWPUYH4y58ItnR7dj46cfhPn8a64p/6krh30VUDCFxOsy6P0QyIDRWrwv
KxnUtM75CUk6PoRB0WxRD22erCGrvMbmoSvtPJ/u26abi7JhhrqkwV+Siw8QuNaOHSRnt9bbPtrW
LUzjMIvbhTipaIzMvxNdz+Jkmydm3awxjV+5G4iAuF2yPQLql1jxcsvTUJd6oan+SRngAussAb67
F8meOlOycrrXS1FJpIdHEcfGoCwpQkKSGTvKJvdUNHZ6ooSof4JBQ2xn5HhXvPmVocTJUPgm0ZP1
fWrRl7sKJlSQVeG7pzGJgoOaQRLn9Lr9wDzAtzrRk/e2d1iOWjM9NIIj2Q+9XC4ZC8SW0OE9pQzK
71XY1LcpZGonJUQqSykhKL5/ZYzFUdJDB1FAxPvaviA/WUTb1DFV3zQG5dEEJpKBDi2q4TFDcCY5
hF3vVJQPMwEhL+W0oN7UQi3zf9D8HdRjgkqk/eAMpgq7LPokEM0ysageiKO7+UdJUvofKSVSrfFs
gVmeSV/jvWkn9nS0gAbMzQ7hqeRxHBLVPmhjmYQbF+b/auu34zihejX7o/LsMr38EVYSszvFE/OK
W4i46XiYPsiGk4hLa9zNZeUHx6j1RUYKnmmzsYb0WBgUJmzBd0jJA4ncken+5VfpLaTnqfwEj2pq
+Me6rr/1rWW/GP4otsLs7F3cC/A8U79W91q8aBYmwSR+YyyVSMM0FwtrZLGvdWWoygKINFTtFzM2
yr5KWv2sheZwkmQeh/tX4saaEHJiow158SFvudwsgslRac1O9TgGjn0KIvgK8q50HurYnCAZD5Id
8Lu1MePXqPiN74UCHKJVlpSATcgrlwl80OPerdqaHyjgmOq+751ZR5anTQt6aNoU/ilqf/inShQD
UeWiSc2tAx/55wCJYwgcYubst1VlN81mgi/02ayqvD74WSjEU1AGzjdrrvXgexFnStpiiQHzQe+d
hgYy5Vk4Vci5cRTlxg2QV36GJ6uNd/3UCudFrf6PsjNbjhtJ0vWrtNU9erAvY9N9gVyZySQpSipK
uoGptGDfdzz9fJGqM61E0hKHfVFdMhUZACLCw8P9XxQ7W5dy3hTvNLuYlD+rPu/SewvbsJiSijfG
+SpLwFCniOI6LStRCMb7yANWuFZg7NCDOn2msodex0ouzQKIjlU4Q7lW/Dqr1i1+Q8e6hru25RyJ
X7oCmTqXvnl/hwz9JG9Cjs3HASrd9xhzux8OBEXbrbHEflukYwbozZxl3Gi5EepmR1buBL0zIWl9
TB2lQmdM+TqOXvigw87Zj2GkLWSgV8uM4UgKSQZQIuJKOhuuAgfnDUAaEYw0omPtdTrNWXzBPcpW
26k1vmeO/0aupXhF4BhsJTDvgAbmynwO/aB6gGt7LNpqfDaKKf/UqG11NDX6tY4Q67u9la6CKxqA
wigBnDj+LdzGLreSgfBo6JMaPpSBMe4QVovupynId4Cep90bh+K8J1BgbogpjmDDXA41xV6ZQQ72
7kvu2+/lahhd7Iuaz8kwLBE2zvpEv+9V4CzMGmoiZ4EfwHaXY8WpXSpcLesjsTLnDqbpTXow1F76
okmRXrhAPMHB95HmPIOv6tuVhBiPs6vwZH22Mf4V7D18UPaNTSUbBhSiH+XYKi/N2ChLuOzZ+S3i
ilBZIngLPCTJyeWzTn5OYbvstGOZ6+PnDGrONxIL7XlUs69SVBULtTLx6r9/GupHUElIdA1IbtSG
Z8Ezi2sz7TN9OgLH6Y49PsWnvjHLhRB9/VLimsKuEV6WMIHE3vqt2JG3BT6VcdEfgVbEWDOMcvig
FEbzNIQjZuAcKQsL+dUBSUxoElM84jy6HDAaO9Ahk9od9X4aURApFGfVxbaxQzDX32ZVbi7p+16H
B74kpDkuYoQIoC6XIw5jNuVSRu5sBaUsrwoNpfPQ08J0NaTN+Cj7mA51oxMvfNmrHYvNsUigCUqi
TT2PSpKCVD0UNeVYG1O3lmLTdLlS/WwmZ0kV+pWRaIeIrUoLHpLcbBM10C7jLGmbo+EhfeSOHSQc
Q+eO6CpmUC1EhzNUYrYuRfSjXckk0hKffU4ZgpXZJH5z9CLJW7cq5/tKqkCnfWo1q6lcFY/LxrX7
MfjcNXqXu43T6g6irKqnuSJTUD74NMK6fdk2XbnWWyPGtEOVXjgHnXyTNkZ7mJwG2zJTCX0E1apK
0e8trNNpWdEQiDZW2rV/6ZkpxyskePJ3CKCq8VbWx7FACbmt6JhY9bC0H6+/Mix+7iT4MgLoh+Fz
uYzg8A2GUlby0cC7bZciJOp2ltc90LvoF1Lp6z1CMKNCjn4Pmg0IwlwOVdWdYoxU/4+51f3MSi77
Xs8JJsj1kWsUcv7tjRGfyzwIETSMhO4Moe1yPA9YX28GPZqSiar/HPAe2nSNWg7b0fLHJanXWfFA
rB0OMGEbCgCTIDeLONaoeWGVO/rRQOl5XWQ6qgFs+6OR+xYa/N0YbfH2rMAaq8m004pgSbTk+utS
sqDjfFbd4JATE/1byEvpSucjpr1H3beHQ9W2erFyYnX6bpuV8ahnVegtzOf10uHcoLECWBTlQvgQ
lyM6cRol2LubR69sp02AGc6d3/b2xh/CaSHqXAc7/KqQt1XJuy0Z5d7LoXyjs3Vf4TalebGykdEM
3bf6wKlYIHshY4bzxZawpL29fs7+eL/HBHGMU0eFFMjmIH0Qn/y3TxpVuefbjlccyZiTCASj1aer
Dp3naVNp0lTco/hmfYIh5smgf71y2hWyr+orpL7TfB2OehG71ZTb2kMU9Na2kGHju5TzLHUblVko
7xJPrbrN7aeerwPx0FDLsCsFCyHgn5cPraYoEJgjjLKQ/DB6l7Wxraxr6GN/FUFQFE+93xtv7J0I
S1cKgvD7uJQL/PksiEz2YHSdOZbHMO6Sv8h57HQtVU1xcqKorbeO141f3vqWnEECgEEtHTbHHExk
wYFNxsGrj1VX5ie1nuQ9RfDqJfLlFgFHbUk+Y37B5Q2BfRCzkMoFyT9XjGY+OzVP8dv0wbn73MCV
sFn7tpZ6d3mFE5ZrohD60ZwKadWr7fTy5rcFYIgKASqNlDzmYjC2kVGd6pXymPSDqW86vTDsldMW
TnAa+lzeRInBg7x5TMFwAvZGq4ZayiygCdPr1LMMrMTGJP8zHNQSTe7Gll1DqdN3oS3Vz7cHnIcT
zkjRgxElWBLiq2t1rZsci6o0HgUldp/Qfd9WDlDKNqmX7gLXe4SLAHAoIgk1gytcX+E5ao1WyHDs
C0XblLqer/LRkXd+5n+bqEou3OReezNSGEYDZCdov5dbUuA7eg1u+jFD9DJYVVDi23Uf6M0Xowjf
KriJK7pINwQQW3TYcOK8HK1zxlC3AV7vkmHqN5aavvQwy9Ydknr3cdfqC23Ms3rb71GS8eA0keDQ
NxW0m1nmZJMu9EBOy12u9AE0Ym416UPT2k7jgr5KoFGpYbEbChwlXT/LtDMMzQ8BNjfmzzaQ0V5H
hQKcVl8P+ZOtxPZLKVW16nqInr6Xa0fKVlkqDfSbYTXaK+yik40fIe8JTlpqN34GX5wCU5UFq9FH
U28VWEX68fbinB/v55cUlXIBnoD9N4twpHR4tnZltetbqXrw6ygAviyXWxpgGT0hbHcGk8qukunJ
znK8ceGovRweNRmhC4liNqU1GjAE9ss5zZSkUW36T9txMOO9p6bqYZT6aKNRa2nWvSQVaLCFGdgK
o/jsx/KSSvgM9PbrAQCNQNYg1EN/nC1hyygdPwbvt9Vq7FQzFbJypEzycwDid40N8nQaVNt4bNS0
u6uU2t+UoDzXkSkVC4fyZSD+9SCY71AHExQ6nubyS6Rl0ErOZMtYhXtgAChYIR3pI5zblnV78CBK
P5Wt5W9hdei722tA/Or/LHRChShukn4Inq3QUJt9gwn3bYAWgbqLLdP/EHuTd1+Tvy9M9WWwOI9C
I5DDjbo9xZ95dTEJ80lu9Unb2TqXcowqlWdlVKu1E3lLdYrLMPj3UDTgScrpE3PVuvyWHkCq3Ap0
bRdarfoYSg2HV6UMnz1/sLfT5C0lVFevRsWeiwZqVzTX0NiafUBb6hqnogC1C7MOAowM3QX/UWnb
UzJY3Z6rWVTi3VD55LAkPWC2YNjPdozhc4pjEKjuKqNpnqa29daKZNsuDFNlJzfR9zgNijvux8NH
fA8n1zcC+yTbYfzBzDBaIrurd6xDgBFabq9H0q3DaGJ3rlpR+BAGqfQ8mTHIpR4V5wp24a7z7RT2
s/CWRMZgk5lt+e72O81axH+/k1DGIBCJS/HsnRSjHqkxt+quRCf1PadzhESANe21WKuoPgOelvWs
26tdJa2CZLL2SWZW9GClamNrI1oGNqKqt5/pagnxmQV4kY6WuAPMP7NcBIrW0V7a2VpsPCK8/K4Z
63FfZSi65vn08/Zo880vJpX8gEONiigfYbb5c3Ma6Jxq2g42jvMhdtAvYw1QqJZreVdMuuKWkMY+
RwWh8c0j03ciAUSIjhrw/JocB+Rn8Em0XcHWPAQKWJlICzzXsorxvayF0jGoJ/XOk+qlBtT1O8N1
oBACxZF4R7fjcpNqhldRIx39fUKZeK00bbfVIhz8cj3hYmlX+SZJUux6W21Jk/l6bsmteV2hom1w
qZh97a4wsgpgW7yfHGhNRW7lm9zQglNsk5+hybVEE5qNRydN2CaIvIVrBNFvNl4y6IjN+AXEIK2A
Nr/tY4mcLOViZzvoHQ8TKqdUVrv97am9HpaCFsQ1znUWFSTAyw9cWSGiymal7FNPkzB/xKgLz/Tv
etkP23Dyl2Bfs6OctxSVbptJNeCrUi28HA6OQ+vrKErvcSGr1rVjtZs477QXLQuDL4bkNPt4sM01
X1p2U2Z7Ia2fLafz8EjF2b98yvmXy+FNvKHaEY2GfcJ5fmgBKbpNKPW7sogew7SRN0kYf4a9qG1v
f+XLGzzVHooEYFvITDkBiM6zcf1MDp3a15V9Unrhi40r5EqPe/8JyTN1N2lkd3R904Xc9NVBKY2C
uRIuP/PopIYI4dlOqu6HytC2UmraKDEQMPU6gHzPRW5dNsqSwegrE4ziDNuF+ykkiCsNLKC+5pTq
6j4AVbbDldBzI0Upd1qEHIXJtWrleG299/LcWEPMUX/e/tDXy5nCuqJxNYYShkLV7JDokXpVw8ky
9mg/D5ukNdKVavXRzg6MyJ3k4G1WgWJieUhogyT+VA+v0OtjqGpxX8bmPqJzsTJz234IwHDA8izR
m1w41l97OcSLONXxChQX8cvVi+xFJk1da+5j1vAeO+fqQe0FaLLX+z9TNs5CyjcjHPx6O5h9cCuI
vBS8Z7u1zKcBKZTQ2k+QCtwy0qb7ou/T92ruiZqwou2qwMx2aqJj7AZWcjdyBroRd9ZdlzbTfeSp
3XMdYarOHSF/0oosfWosKCKFogQroEApKBSZlKj3/D59WyoppoabGVcy/h9sxhzfSHG103IvwrlZ
6dMno02Nlaagx1tW7ZLczXVYIWwL8xIZrQOydPVyYqbOU7La6sx9mdvR3lEhxCigUJ762gR5ACN2
lSehvQ1LxBpvr/dZUnl+SThsHFEAHYVD7eXIZs0JGdgAeDBOMT5NDg/gllqJ5k6mKB9uj/XK8tN/
H2u2twrEWnEbb6y95Ss4hVuw1EerNQ8mFIJVpXfW/vZ4M2sYlp9gpgMFAxnG/qJUcfly4VS0pkfn
fc/R1D5LRfeUKW28Vuug+dBXTvC9dKKj2hbGXYdoiIsy27AlURH8U6lc336Yqw8N3hwMOHk7pyWK
BLO9Z3UYQstwqveDJZkrhJ2NAzTNU+DU2vu3jkSSK5RjgWHjRzdX4AV5plsS2S3pOfIGUjRJm76w
1LswVs03BhQaZwwBtYKPS+tn/lKt3Ux5mTnKnWqW6TFrgq+SXXwPkyF9VlJ53LztxUSbjhRWkBCp
ll5pK+DvU1p+oulwjkx9VdVOdO9kmDUmXbpkJDY/+hiKSwJHngCB0SWcnbddNVZYzLAwQrke3WJs
TLEmplXaeMomGLW/qlS3Fi4o8+1xHpObkDAPhBAmz1aIMUZ0JPXauAvQ39+qda6s8RTNVqFZhZtm
osp2+3POg44YTzCZqIkAACJYXu6OOkHiP+NWcgecvFy3SqGt5AHs4HqkTPqtk1Cjl4fUmeDmdWzV
24OLX/5bNQCtAzE4Y4N15giYt5hlL7PabjAMMJSl/FkrCnndehWuWLeHeW0eqTpw6YDcx/9mISdP
C6N17N64w6hN2prj+FGTYO5EFrLUaKr4p9K3yoVT77V5pO9BsQcVqGvqjInybdHEoXkXabZ/RDy+
exeZTkwIH/OVmvbyX7ffcR5ZxKf8bbx5HULPCtWMqSTd5UP+Ua767h6VwvFHF1r2EtrhtaG4ZvBy
IoKxbC6XDDUliHZVD4+lpFKVNHn6YHFQrQUZYyGKvfYVoaqDEwOtKBRcLoeK5D7zbCAAd7bXxZHr
mb69KsMkJm9A3MrtzCxbSHdfeznOesh2FKqEONrliKlf61oiB+YdZhDVjkAjnVrVM+5icKlvHgo9
J9F3sQnSCrfiy6HGUWuNqAqsOyVMvyeJNj7IEdZZhVcMC5/x+qXoCYi8gkYc16Uzr+W3Jlzb9Xad
W611R/cgeIQmr2FV0gthxvJtkAruuBBn6e2AKRSVTm7cly8Vt1E+er5m3WlqezAT4ZZs9w0ANRuw
mgUtXwvM6ePttX+9SujrQJGEBiNwHHO/nbGdMCW0J++u8SvVNaGzHuRKEeT/Wt8B3nybzNr5HYUI
DQU4yA0Yns3OhdTrhqEmQzhwlprrMav8J0uPtYWy0Fk15zI6OqJ3ROpM95SSzWwYTfETY9QHH6dA
J91ZSVKv6inpnkNpHN0+SruHoqRlYEVe8FzqYbQiRe2DFerl4SbiH25dd+oeIk5L71LtrIWoesbq
XT0fuSP9StR4rgxi9G5AmStRpLvI7Hy3BiDwHfun7r5q+z+THOEjKTG1LaRqba01hbUy0szZGUZW
r0cvUA9dPzT7bIj1vRrVmpCVeSqHCURomfiI69vait5k9cnArXCFiR6BO0FET5JMf2Makfk9jnrz
hFhWvCl0vT9Jem/dZUM67LuidtZGBYi6jyx/4bx8ZSvRrAeILCpKbNvZps3NtCZRb6U7kKLDIQkQ
SxyjzDg03BIXPvDrQwmUO00BWl+zozmPq1o38lG6MzigH+CfIzcNlufgd1m1MNTVCWkK1ANNSjoC
AMOd2VJLEHqL0UAJD1ZXB+swktQ7J6hl1wpq6U6zofHpOvpRt7ft1fsxKKAkmm0MKKyGLkMFvEDC
iDZEB5TH6l3YGvVOs8Nul+nR0mn82lCUPIVWME09StqXQ1kSfJfA9KKD1OQY0QzmcOrVoVkNdZot
UMOvghFv9ftQs9OxTTpjNAY7QtXMbt0qULLNGGjBmu//l+/TwLz9EWc4SYKRGM8WiCuOEfLF2YJ0
RuiyVokeYNfmxiqT8nztx0GxUYcJix8r8+97A5SHkVnWdpS0FtC/NIEbRj5BjZTs0UFr58PodwU6
MFxM8iLx35rS8oQW1nfATlhdTMLlx/esrFAiDfUVwn/6GLXGy6Aq/ueEMbeOnuRv0y/89UXoVgCP
pKnKAtMux8Pgxe+Rwo8xWOmybZRN1UOUtWiUZJbkol9QSm6vBuVqInXL3EGvo6OJE9xCAjgji54f
A3IOIC2oKuD95ig/1S7lLKvl+OBoE8KNkow+7lAMk/4wqXGI6VJSOV/NugsbKj7p9K1WPRosDtz7
8q0xS8AMz0LgVL+hmMyWJHB6dF4LOz60MnjDyUfeCvJ+ujXY3QtDzQt3rEYazaQRUDq4fc5RFlWT
d1GODd+hiBP1wU8TyzWAnW8CxepPg1eaKxs3hKfADOSj5+PzdXs3vLL5zmQsAxje2eL6cuoHBAXz
BgmxQ6Z0w9au5eCQR3K9KcZ8fG/Q1FwY79VJpkDEkQDSXKjYzwbsJ28q0i45dOagscDjHuzK1JRu
75gB7XgnMFYTHAB/NSWtusoHZHPYlEv2h699dnDQosdBCmTMU3KvqJwOLcLkYA3W8H4ABLb1cU07
6En7J3/Tv2iSk6zMsQ5XZoMxz8Lx8Up4FVkl2AUuzNx3xLT8ll82U+mPXjElB71NPIpGtf1Qm0V4
ADyxZMx3PcMsYW7+VEpB0VJHuRyq6CDud4OTHqQyGN28t3rKw470Fa3OD2obxktqzVflI4E/B2QN
LpFkDM7mLHpBNgM1qzj1YcgteyVHiCzWiAhDWQpyV8oyBFRSWIBy6ySbTtPaHdI09jvaj8aL1elL
PdmrBUfqQT2SJSdk8gAuzz51mTVmMkrDsI+tpHHcEojIPqGpvmKpFWiDTOlDyHe4G4tO/0ybv9yF
ofTtbbuMUqioU6IJweeAr6RezoFdRUbe5xDGWs0ZwIR3iWtYeXBEimM4Dla5VB6fZyeUxjk8qBBw
eHAtmycKGBmTbGWGcnD0zFjroN/Xmlq1Lr5EKlocarKK/cxciN8i5fktuwWiIiQfAYGSfXGQzOWQ
9NJrcoDv0r095tohG6zgSWrkDon/lrZs0xn7IcekI82ypQL9qyMLHQzBE0bpbxauh8GnPDTCllNi
Qz7kvmPvcAis77oc6egKmUS3kZWAiw3OfbcndlaP4Z0RZKKARxVPRNB5sTtCTyTo6OacanBR67hT
vG3UV2/sUYpR2FTgALmOck2cy7obtVU3Tjalp2FQ2n0gN5rrN0Nwqmp5WsXKJN3dfqtZdDqPR71C
43ooALDz5DYF79P7xpieEtuK1qZR+ftqaLABn9Sldu8rQ6FGRk0ELh9AvDnGCP552KWJnZ645TJP
Re5Zlpv26JU6ZWQvXRBF1nq5RJ2L0Wb7EID0JNUpnpU0QjRrFVZwYNveTGjj5+9J5LUnTujyQ6FX
zglBMc3FyVlZyD9n8Vh8XFFX4HAhMIFrmoXHHsOWOAms9JRXeuqvUwSrVvA0tfeVph91KUUO8/Zs
zgPyrxEFkIParChnzO4qY8MrWyPf2PCn8Rgb4wmfKedn1krlocU/752tkOUWkfPSOJYnr3yDSgdC
uBkPVyxxJ2f4ZiKTeH+u6NwH0TvhiLiMhW1Q1zWWx9kpngyJzm+VmKuurHX41zGAtiZiNlLV36m9
la4kL2l8V4FiegJSXG+MQEdcWqNK6Be2+WebIzJpIQ6grb10VDYLH+615aJQZ2LXsRmYtMtHbXqF
trkkZ6euw8AyhkiL8r9vrixPl+9DiUylAR/3pbRr/WOdR9rGtzu7W5i+WSw/fy9xxUSVXZS85FnC
lIhs2Y7M7IRf1gQiojc6mudmsTPKLna9qJFcS43f2E/+NSosbktIaXFVmq1ST0qtzk6ZJT/WrAeA
q5+yQc0BuYzTpgNJusr14EdeyvbHqeqmhX36WlDgqPy/wWdHdu+VA+oSdXYqaOQ9NAj4raHmmYdQ
LT7fnuLXNiPpl8rmgCCGZMnlDNuF5AV5MWansfSyLwCS440Vtz01IA5qN+UmtL094PVRhQgASDt6
Wkh8XHUrKjMqWgo/2akKy+KxCrA580Kz3fVj84ROeYiYqT186JjphZj+2jIC60JPT+ZyRYfm8k1l
rR9rOXKyk4S1zC6Uy3Bt9JBkldQKjrKFUv7kgwq5/bavDgoA2UKYkV72nLyKAjI9kNHPT0HYTu8j
0yruNR8fQqtKja2n+9W7sDCXtJHnsNHz2uV+IWQSAYdxbl6+ap7Inh8PBcsnSPSvIzr8e06ucVOX
Uf1cK8ZPXFXNB7uWXkoo7CeMOyqKyKa2xJ5+7e3R9YCgQGIkenCXz+ENSoSMS5md0sRRtvpott/l
wKEz3Sfhl8ExvPuxbfuFeT5P5OyMEyUpoJwUiVAink00oAQ7HkfK/GqFfDt+6tL7sjXg9dvR8FEb
ZblZ+aU8fU31xNgCPAp2VuiMTEme33leXmxp9gb3TNxSneeVz4FWNeVfDnpuIvNEvDBprLZmGpzo
5SCw1Nrj2jIqbWNVqCKOiu3txjHpd29cgeKQIR1lu4EUuWp+elLhpzEOPKe6C3yMroBUu3KbY9JA
MpA+dH2LfIxRmQuzcPWuDEvazT9AHpHzzyah8HXJgBAenJJGUX4mOEjfAVeJD0nWfwpFUNOGcSkX
nY0JDAHyL9UTFhutFaQqLpdbMdSx1idl9lhg7RLuKs/u7cQFVZsb+Yp2ntU8yV7TJltHbUbzbSUr
Bhe1XRRGwD3B1J27rUdTkFKwstrHvJzyI/e4P6lwwV4aasVF22RYOBRncRsoJJdLmkDgPgQXTJuV
J9uiM41cNxqYzM2uauFH9kaM3DsGN3uwi9rT7VXk8Ol+21MMBxQfIKbg4ZDoO7PTsMotPXO0Xn+W
sUtbDSo3mDRCBMBEoY1EcRw2vVzhuB4k2X2c99L728PPDo2/h2dJcZMXx9RsNYEhgMuthfpzrU3R
xumG7k5KKxk45Oiso0H9YPS2uYLCXa1vDyx+8fV7/2fg2Xtrta81gV/oz3YU5+sa6at3karaH26P
Ml+4v74unBg2CuKN8/Kjj8mDXha1/hw5sfSp6qAyStw0t6Nt+fu8TJxjWmndwqtdryCmFN0jKhSI
H4GyvdwtlVPHvuxP+vPU5P0WuzhzbTYgmrFAM9zU8ZYwH/NT6TyJZ11vdDTYqXMNmSS0wsycTP25
7Ip2lSlmucL9DBl6LR/X0IX8rRlV0TZB1ONDjqLtSg3k6l2JbstCCW6WXYkHOTszaGSUwjZBTPpv
tae4tkclDiPjOTD9bGO0ZXhQa3jcU54vKbS88pExzoK/AusJ6Phc3Mr0kxI0WG88D137VFqdctB8
w/iSdDFIKWsol8i+r6wkGj+UUbm1gnid4xYytXa8qWqN5xFW9T5LW+cnB4C07hHm2Hj66GADqC9x
J17ZnRoSNNAfhccbse/ye2Jap0Wx2prP2OcBKHWi5s4ZWghHeaOfJg8+RZznz7o8jEt+jvOzXkwl
1XrSSFFUEmi7y6G9HuuvNlOM52KEApuYJS1cHU11D8TkdvRkjCtjP9wYFnZDtMrbbQ4GyA2Qpn30
msjcBFkh72u/WgKuX84DuBEOelIvAVnnhsfF5PK5lCgOAmo15ndBlHCOFDsT9eiFclU6a0/TAPx2
WRN1f6Zt7htvE+s/D86wsKLBPUEzmcPXgl6juop72fehsMJtjAvDgY8YrGPTWqI/X54Lv4aiTwH5
FE9FC8zc5XvqERmLrQ329xGY2i6xlGrbq8m4d8wW6QXJgtnvxLL80cYBzI3wLX3TqUtJlMGBq4li
G9gSGFKX4xuJMrSUt6Mf+QBhZO+grig/1WXQmS9xGSi950qoBkwLoXNWUBDDUlxEmY6qLac+ItKX
w6phmY2NXqo/pjqVYMg5gRlvEKIyyzsrqYquXgMgktv3GnRD+wkYqBw9jHUa1K6uekDeEZDwNo3H
DXoh7bqMNzyR8DVGpZtyNx0+9KEuH4yMC8ieGco/QElCr9HjWNlGXtZ0a6NOy092VnRLFPzLaEod
G+475FGq+QJ3fQWWtCXU+zrLCH5S7qhxyh76j7gRDq6SpsH3t5yTfw8lEhFheUMyOwvcQdOy4XCy
/wlZL9TuI6cF6wa9yU4+KGpkPY1dgAUhe80yFmZ8/l1Z6YDoIUlQoEOEY64zQG0brylniHw37qz2
GNqZthtR9dfc0DKlPZID2ZLS+9V3BdaLFhB1D6wfiayzqew83KBSJ8A2VrJos0t+Y6wKn6jeyrm/
u/1hLyM4HxYxGhG6qXXQ9WNTXS4biRhmSU1Z+W5kmN4+z1L6+kneu2OhhI/9ZOmPSKbFbmBN6f72
0FevCcRWlOVYtEIJYz50NXXUCdGFxGlct8cH3xm9Tcqd5VEtaQK+cSwBz3cgcsGeAokzb3zXodQC
ask8XrP1oi/IHRamC1qsvU+n2qkXUvSrN0P3iGopxCjKffxzFhtjJaJoPsV9QMMYmCEoozh16yhx
HLfnkFoY7WoKuf3Q28F1itCEwuRsNHnS/clXEzNwZV+Xe0ZDLdStjMDT6X8kRizAvLASHGPMT9qo
259uf9tZm4k1xJf9pdxAtZCe7mxz9lRuE63TvMClC6LKiAlr0bgu+tRODvng4OtV5X6Eabdc2d8D
G5F/N24c+VPT1M3bPL94FuHzK7T9aTEKJ+TZswRky5Pl9FbgtpYW7lo1aY5NXnRMuZXhSDQtSTFc
fX26i1SzMG6DuEV8mG0gtWv9gcIkZIWsb+pnOqntFnEpydWTxLsL4rx955tavzZIQhY20DzVQN9Y
GPOwe3lt6qPiiP4tm8XWxKrstGPoQYvSz2NaPGO+rH3MM5nusaWOdzFy8wsB4ywD9J+LEZ0mci6y
PWREKY+C25udgJ0Xcgjlmhy4Ojl8/V4u4ZGvqyEdsxV/1j9oZjDk+yEZ1M9mk4bvtFRts69monT3
NXqMvWvk8fjRkLNQcQcrHYv7MMr0T4D2jJNi1cNT1QaQ1kPf6KVdDeFy+EI07O8bGcrxqiF5q54s
1Y/bX5eD//o2/Lf/I3/69Q71v/+HP3+jsFmFftDM/vjvU/ityuv8Z/M/4sf+7z+7/KF/P3Y/qqat
fvzj9LWo/7Fts+9fmzDP5j9z8SsY6e8nWX9tvl78YZM1YTO+a38g8fajbpPmPBzPLP7L/9+//MeP
82/5MBY//vXHt7zNGvHbfB7rj7//6u77v/4494D/6/ff//dfPnxN+bmHH03wo0q+Zt/rq5/68bVu
/vWH9U96AniLMfNnEUqBOe9/iL/R/kmtj7qEIEEh6EuJ4o9/ZHnVBP/6w9D+eeYW8IPgDbilcE+o
8/b8V/I/4TNxClGxFFI+BI//93QXM/afGfxH1qZPeZg19b/+OJO1/7M4z7kvYFysSCk08+vmHQO0
3OthjCvHrYtS+jDWhtq6TSNzgFFZr9dW3IDiifW62dRWICys5CjdSFY1uEavIscuD+0miHoEHE3P
+TxFOBmUw5D0K6OR7GQ7ZUFsun7heB90DUcap5C7VTZa4/Z2SL1Mrs+vwcYCokWRh7vVPLlGg8ou
NbuyXTuatC1FraYVwb12Nb/x1jW6V8857M19LznIOE/Ikd0e/3xCzb4jiFy6k5SQKafO4YQUJfK0
6kdkHfFlvIfqHJ+aPjRjtykboNWe1gZu7Xce0B1b2gNlGdeBL73HHaa+y4px0+G+ttJQHecp68ep
i8tH1RnqXc81aFfYdXV3LtRv8jqLXK5i0kfgUZBB4WJ/RsFm0k96BUl0hcv0tDXQyD/8+tTptESk
mjXlzt/aJLNE7QEYmK7qswCe+RZ2KXHpuQBCiucY7thDPchGDSG/cMxtACPtoedqa7rQ3exu1RZD
k+L3RuU2sZ3gxen65CuFXLNy5UFzag43v09UCO6twfU7on+1cOBzoyeyX04P0AYaiaDWUKehdHQZ
+XtN7xKlyTS3acvkQVGGH01cTBuJF9w4atwd07z3Do0zvFcHfdpblJ3dhjTyrzHt0sdOG7JknWM/
uFbwdNt5lZUUD2HstEc9VvqPUxDa3/waDssmn6qQHm2Vlh/1KZOw53L6wxhq7RYFEfkJuIO4ZOg7
prGE7wnpJStqbYfhSPkXTjfVCchC9RKr2vgz1xzpuVRScEeh0249tGceCglQmZ7r0sbqhnilYC9z
pJhrPdpjZm/yts/eW0bnfM+96WMV29OfeVtmLzneCX9KeA9BQdFiV5RajqFfOxuvLcenOsiScRUS
GGs3TodDOtHxKMaiPuVTlj1WaokiDKWJF61SvXtDwbTWceJnq5vqB68J+3idI4G/jbEzea8hHxmv
A0l43YJIBr2DcprVjf3JsgB7qHpz59dT+DBE9WOXOFtor9PK0am2t/JntSgD1Y1sRPOjQRp8jNLV
ZqMnjvxOCcceNGHWmbthMOiEgwE9+ZQb12YXyivPydnbJoeYW1Y5budx8WKPkrPtzK6hmFTHG1jN
hzIulS0Hb765vfvPuOTflxdKjqJbJiyLENCGgXe5vApA8RjEILtU211fueZQOCsjr7typxZF9bMd
VNpKjSKt6aeNj5hqVqfRtF4aiXsL7Uq4UO5QSqayVvQOEIXmIzbjYLXUid2vWimgbholC1jaWZUR
CKEAU1AKEmgnbpzzm1pmdySGeRcgfS/J66jQbNfpp4Ggji73wAqysJj7oXhdv0t8ZIhkf6zXThJ6
n29/vsu07Ndz4EMEB4xSEL3cWQo6aBJOApYarChWlx+ckPmNLHqOeLtjHFqV5ge9UJqlObselcOC
mi6VZFRarnhLiKj4WDT1kpuOagBbo+vLT7pV+d9anN5b10z9rN8Z0ZR9/F/mzmxHbiTp0i80bHBf
LoeMLSMjVylTyw2RklLc951P/39U1XRFUJzglK4GKDSqIZQs3Glubm527BwU2a29ixh5lNs9PB1f
UIwAJuRb6hdIZKqTwNiendNoudWLfoMMsL9WNmTaYhbAaEmREUycaXDRUkeYBbCyY9IoEErdDqw2
dbTGeODHf/OHXEFzWDYQLfURLigLiIdzFJ73davftr7sZU5P286pqkCCw1V+A82fPWpBXN5HMhq4
eikHe4Ha0KZT3fJbqgiHQMiCY9tSVI41ZImGQnRUqZCcIK3cDyhpJdNkksjEhPpSwqrEBJ3pDntV
TKWNC9DiQ+n61ibrPMmukIFNHb82mntT5P84kxCwLVWCure8+NT7kM0h0GPY/WAizV20zadKVlqK
r771yLPNs8vGhTPEc3XYXsTR/xpYxnDMqK/uwyxE/Qay513kReXoeHSudtDW6x+qAUFt8IvuPkoQ
TdGY7dtaYsrNXPjqF83vNB+4KH/5SG79uc8EXjhFFoa2OkTdKUWXVXAMvTqWnVw+alpRPdWQ3/5Q
vUDaEc6iezFHEGvjqkAZkN/oRzvMZWPjZUK/oUyt3Pma/JRVYbfPZSX/jM5g5niup91rVRM8CqEi
Hz03dRmQs5SbPkRass/A+PWZHNlgM3ywLeV4BOnS7hPF8h4SamTEbNHL4XaHSw31JEPLDjww1W9V
oUvb2tPhxERtDCGxUGmzXaPkwT7Nlc4uKUQ7gypUh55K/hbymMDdpGmZv0lelm9qpXZMcQxvIDto
7oeg0zcmlM6nsDZvTD2od4mrfUZPVLlVCv9V93ikyaUl28Cq78yBTLFIIAdjjKy6jwUtO6ljVe8j
bbS+Jdw2+1QvzMxu44xHa+/l2UZpG76zlpl3tVm+jEPs3lXQdj+Y7TiR0abxndGmkeNKubavDPER
3sSvfhX0zwMkhbYQVm5n520rb3yad9vKDUtcXt7D85RvqtD9DP4ke+o63XyAYBCUMLnQi1sM0itp
tHzDk1q5FdFWUKA42ENIXjs+7e+PCQw/jhfn+XM99NFtn5qDk4f6pxT5t0lBqnss9Xx4bC2B0lJq
qoeRls/HODP3btx2Tt4gWLZpzcbjtzWJZPstQ4FjbFWbMEi7jVf19Ve+Yfch1uqvbo6kHeIW8mPb
BtpJS6rsyDVnwIuuqWgl69kOWiB3k3hCuFGa+H0QBgHBjQaeeqtXmDMK01g+joVV7RLA+I4O65Jd
FgBs1FpO7TChjt1HWs+PkT666YDWGyJ3dw1Ti8OulDPhiZGf8qljIuhbmnl3tGn7bamW2XdyMTFw
WmvyIHrHR0VN5GcVSlCGzMrmNS3kDyHN6mMiV2Jhx0oiObKGI49BFmq2nPv1Bu284RDzAe5TwVff
JIL+J4E37YGxW/nFjMf8Ia/k7DOpqr9FXHQ4VQrzFHYVCUaIElAf23UXd+k2rQK/22mFQRkRKJVc
2hF06Z+FWtd3URgG76VRKsmm9pP0LqgERHcytbuJPVne42PFN6EvvhtFaqKsLZuOYAyDE/uWvpci
b7g1PGrtQRyMD5VcareG1ou2aYyfgIr9zDjxu1BnWAZY3s4TaeFKYfgox03iJFZPSyKW9H0D0/9b
G+iHzIplR8zRXSSbiYxXw/KLwG6t1CJBG4Pu1ZCbQtkA4Ig3UANLxS4QovqhKzLvO7TzzRYojG/n
Fegae0zbcd94RUspqnK3Vl67ByscfNihs+CeJonIyYs64b4r2vSDH6YCYSGvAmj0CmHSU/YO7tgk
tqKHSC9IdZDaSCx9GxrPvC3yDDRPoEW5Y8ZmuK0ZL/sBMCxyqnJMPpkpVeiu1NVvjTugk9YIBP5B
3bqVYL5ZLQNgoV6UBw60dB9ZubXtDIsvg6qCoG8qM0/1Y9unquPR1Q8dDxlr0Q7UvnT3RhdHnk1D
KvsywBCubAa9K48MEqBURONT4ARMZz/P88qW46A/iC5jLAyhUtFE/dK1tq2rgMcJ+lTuXwLg5Ltc
TJN602uN2Ds13csfXTNm0kMbVkH+l6WwC/U7T1E81XanYzCYpndMikHU7KZhmNbmGunkpzLQ9exH
YwEyyvjF923mKglgNSVubU8XxxOJ+rBpOGvbqkJpTBwBf9hh2Ab7PG36xy4dkGAp9CzYh/0o3Rtm
bm7GUlRuQlQX7SbRk8Tpeql/TI1MJhC7pa9t89wr811V9qqy69qg6DZiTI5ymwVNjL/WCbsrRsG+
C9Jg3yM6duIet14xHhfPYuSH4Te3Tz3lUdULuXFUkpGILFjKYzjZXdAynmTmjZ35Sf2jzafyZlJJ
94jCog06/dRoIuXPyzrYD3InfczFpDxoaSzdJw1uLJWedA9WpbMticuYx1sJuVjNVeVyy5ykJK10
O5tWH/SIJCdqNDyX1qCSc8tZ9pKNoxDYsjeQAilZ2z/WGrsl1IbePvdoD977cILHNumk+hYWNBxt
qYfs2AYC49J+4UFZ2V3UBfvKnf4iBEDLQ9WX1knTKm8zKkr8BW5MfkcbBaNtiGX+xWrKunAQGc+f
5ZyehyNBkg2FTRvisJmv3jRBw0IqMNGJU+WhUW+Qj9M7/j1PYL6BEsBBFrp/jEteRE0sdN528Lvy
AMOj9pCRJ6ZOLFmJz8VpZbcwPA4SYCTBerW8jK3ro3C081KufqiZYb0O48D0kzgi4ERG0WtvsSuJ
nySrheQgk/o+3+WZ2j6GlER+jqYQ3qlWZu402TPsLLdwUL/fmHJyzEu3KJ3G16zH1IJfImUcaNMZ
qGFvI3jAdxYdsW3VDsPOF9MnsRzVtxis1502lDedkEqMUFTpk1X0/tETxu4eURBURKt2lJy4N9yP
IHBQcFVD7Tua3pJid7ymjko8NSTLOHowoPB6apg6vRst1GGyOOW/q5Xy2MVSsO0sa3qpVZa1Uckk
dqbhGt+kCsVbW8m77FBUcX4r1TSxDTeIf1QGWUcBLaEvQiihDCaZSt4kEOIa6c90yPq7xK3Fj9D/
NpHjj1AQ2XpdSsEuLfLmy1jHU6qSS77dIQz7kLtRoNlBUkiyPSrpsC8L5UBVBVEx2cir0kmzMT7o
te8O3KBKcCsXXNMG0NCbMFYtKI5yqWS3JbchndAl9yD2qXEbVUL/rpphtVFjWbopFbE/SmErPYdq
CatHxcv/kKmjd6dGnGwYMYZXhFY/kWN+MHzvqfTlwBGKvLytBlHaM0r6rCpGa2vKsKP4U37zMgVx
XyNDrhePf8h7EqlBS4QnoYO0oDeDcj+MwpPfiRZ03LwlBV0Dh4i+Gra46GtZ6x+8um1usyzMHqpk
7A9UEcyvip/Kj0mNdLDYRcpD6JnpVi0TaStpQeB0Q+ndVXHk3ut9UyF4X4QvraB8yjNRPSiVmd0r
afMmtG72WkL2qqMzjOR5EAbBJh7q4GC51auXFfqXphcspwKH+aMM1ADBNyDWnVUDhxz1ziQxNNW9
LOS70QxU7sy6fqr9VKxsTiYlQrpM+6yRVb6+8iNItRdLHu7GmimfLC63/yvIvKwL4bNgoM285/HC
TF+nwiJRmy8paWcwiA9i1KJj0/NiU6TyW6XXz2ajfZcj6VPaEtMLMX8u3eZDJIQffaaXvCh4Axbz
8uut+nel+aKC+t9i9rzm/TFL+GdevL4of/+/lcX379lURq7mf9X/j3VwKtD/9zL4/26qunyLg7eL
Ijj/yV81cNrd/5m07UHb0nZD3p4/+asGDkz9P2DSmVGGhIJJ/Ikw8e8auMB/Q6tmYjyAuwS59glS
/3cRnLrcfxiHQFDpF1qTRpL5b6rgl9VjwIW8p+FfQxCFEg7Y26l6eNYXGj30wCmbySdmpu1A3EJx
oMf2iBr8fVncCnjl2eb87UPnVffpsf5Puegve9RO6QtQx4fCcF4uUgm7Au+SE6WJTRh/lZPvZMR7
dLZXDE0//DdD0/QyVH7M287LnolRBv3QevKJocGbAh1yk1pAtMZ4u2AF2DJwBqZC6eOKU6XlbPvi
liZflmTqyevb7mPNsKITi4GxieJKWengTaWg2YKmWVCaH4BJ+PYzUwZqxakXl+qp6MjrDSMeNxTM
3RXukIXvMyHCQBMwyQHhxqwg1WZyjiauop7SjjKU0mofG6/jwZKb+d3QVurKV/oF55uvip4O/aGp
ns7Q/uUGtqYnFLB9qCeqdMyxMk+RvDADKIV2H/TwEMZwUcY2uvJtgMBHKx6jyCvfENzoo02VWZW2
9TqNt7GgjmXstEZuvDVhl3s7iS6Mb4/kjBNMcHQCRQx/+kXZBZsgldsvXsD75JHyrHUI8yjStlHP
H64sb1Zn/OXuND6BV4Ebhlny15D9mX/AsyzScW+I/QHy5LVU3Kso8VEl5i0tjgZMFMJDojZfc7ce
j6hrVhRxTWWt2jkdqtkmAzQjAIGxpr42x1TqOfPRdcsmy+h4bWTefKpV34XmAJUH2heCWJCUgMSz
xBu/pGp9/cgvbcKk24meEEXO33vP5IYAqpVRO6kRtC2Klw9PqfRcldW4Ves6pqWrbkRTLDaWHt5E
Qqk8aEavrwzLLPwKtGInYkLGPektzllxalMOkxoyiJMsRcVnvUlJfgzzS9uG0SGQ5W47xHSummFs
9kJR51uJ5jUJeLw2NfjbOeYSIObT2pyG2cHaX3p8TttH6cxMuGWOS99T3O4/jFrnblY2/bdvjhlA
Z4QmUA6gZmatd4gDKqWSG+G29MhEx2Nv5D/ADfM20UXHD8kaOualcLfgzvtw3fbSCqlRcqsQRsCz
zrAGfSZFXemNwq0pHUuJYXX963UDU1C48GeQXQD34euHvAkKxalifHaqMhCEjUUGflu3iuRIgfZB
FUqegHK4CUM3Onhm7G+vm/wtLs5Mzr5aZZZlUkWGdWs8xMUXiYpO9FIpL9eN/HabzIzMvlkX+R4j
dLp164lfu/RNk27+JRSSgAQMkxYmbVrYSrhOZvcvvBIUnNTAPwnwzZEvOxYP6d57apV2d30xC15w
YWn2kboKjkcY2f1Tw7Rvppn7Jug/XTex4AdTUjV1cqCEoqVz6QeF2cp9UoT+qcsbf9+OxY0ZedU2
9fTbyM2Hu8oP1miollbFNUwRELJF5uFmq2rjoamRG8CkV+6LoftS6sbj9VWtmZi5Wlt6AzqmmIAm
0LcV+jJ2rq3lYb/lffgBVL9gPCY8Ha3hy62TRrcpc5cJJll+cr32iDr1wEVb4wapdWsWH2pzjWF+
4QhNSDcyXSBoE8fbpclGHAo55j148uQ7pHgmrxO6p4BGxR/s3z925i4u5VZotFrnn/So3Kud1PLq
RFv1upFLKNdf52jK+ECRMT4nzpmiRaTNA63FiPSgp9tMtZshpg437M3EFoq1NGnxa51Zmzl6EkUG
pebBPyVespeb5CiV4g+kP+3MYqSXeduyyh2tM1aC3kx47fdVzrIzadBbAZFQXNF/Fot6X1nNxiuO
OTgMWf5M+W0TeZotSaUdNI2TRLd+/O75h6RynUD42pV3SfC9Qxtz9Oo7r2spYmxDHYl2K4LNQtv3
6GOkJoUw4eCVw9P1L7Tobmd7Nn3Bs0uiFo3CTGDcgxPY30nc9mzhphcUW0verltaCkPnvjBz7E6r
dYr/+ILfPJVifl+M/g+v/DQRpdCbWkP8znBLf38UY8IRgmWfyA4uF9ZajdAZo+KfWi2wR/MARM2q
vkowsI9D80VpzY8er7i++EwbJdFsN34KYb70y2GTjcamSY9h+6SHqOEaLrX/nbeqOLVwjYG7/ucH
znbeDRGOKYG7nJoMnINI6nff9KLvqNQHVzx0KVYycDZNX/NM/m2eLhB7Xcqpa59iaimbBtYNu1HV
5Ob6B15ypXMrsx0fWt13a63nGARvVVPeoRVaD1M3aI0UenE5gOZg9gQsDl3G5acN4wpFzJ7zFokf
fbqG7aoA0dK3Mf9rgef/pYUAZGlXIld8qqlFR1Zpm+XTn+QxDIoz2EkLByIJZRaumqwewAKN/smV
nrxBOWQieo1KvvIgXlwKiCZ4B6Ao+w05nQV5qtAoIgTj+kL7mo9fu3zl1bBoA5gy1QoGVUEvX24X
PUlRD0LdP4XpnTsqTlTtQ22NvPn3pwmXMeC9/1qZ7RdNWVZY+MGJkclJWECVNwy/+jcjqIJtEMp3
Ot30PKBu72lftKpOtp5S9pvrTr4Uxc5/xMzJgRYpLjP5/mnsKwEKHNXaDH3A6AKVfAjSva2YdWvl
k0WbaAYi5E4RQPy1MWcx2qW2WUQNn/AmGVq7hRPYZI5PlR+G5+uLWzzBZ4Zm6Y7W6w2Uy1NIapGg
U940KjZcUuPwL2mkfuXXhOj/rmiWwkPKq2ltb/qnzPpQt4BmzMbRlKOZ59vrK1r0TPi+xV+vSB5t
l57J3cakLSUOYBsvXmhsy+FFCNYSgMVtg2nYmFj9FfjFL400cqFA0xMGp1D+aXijHYX3lhlv1Np3
rq9mPqL3177BNMybddJV+jVLdeYJfZOCrK2C4NQqul0M9cZM9kV3l36LIIdO00MPQ5Y9Whsx3VVW
YAsrzr+wm2hrT7xXzO8gEzzzj6iLw8Dop4VaL7Xy4vP+Wgsls9GHX/f2hY2Za8ilWKe9hg1dFfZk
wcZRH4JtvquH+DAU1V6IfwimvOImCzcK1ArEYoniB/WAWWhpDLkjUfWCk+l2T2GhbWBb81dy4cXN
Iw3GDHNIFJkuvcQ1mlqoGAY6uY2242ksKNGWFt6Kiyyu5MzK7OXV6EJY9wixnHw3ZmCjsC3qZ9e9
cMkE9SFweL+wePPhlKxo/V606uA0mndNWu68dm28eeFA8VCl7q1TwaXsP/MBC5ECrwbhcSrF10C+
6/rs2ZfvFDFeKfktfRJCgzzJjUI3MA+sgeJWflxo+LP+ribPQvdSx2vTLAuPEvoG/9iYnZmsomVA
VzE4qf7YHAEgofWUqfmeYvsxyY1PIbPjT6JZPHXrxAZr65vtYz2KhdC02K7MR6t9DbUvtfXzujPM
Fb2mkHSxvslbzkISzTx61pUenITbCuCLdtBBcLW264W28p4AsjKkvUoflaeXkaxt7pKjnG/utAFn
xmtZ6RpGdIMTHFT2kG4L7VOQiLYVfb++ykU7dEcYrOPyN+e8mnoqCb4yGlwjg9VttSp4Bhc52FUZ
KU7Qq+bKCVs2Z3E/cmMx+jFblhEx/1XIhCPDjxkKAMNcH+Hi2ATy2gYupBZUvJk+0UAwUKqZBaVe
VYumRA/uVNI8Jw+Vw87Rme8GmmMnzQpZ2dL1dWFtFpxg3kJnGXDWCW4J4xPTvnYZP0mjTcPEr24b
JkDz/qXLCFrG1gP6AcJoZWcXTyNdIZERDIbL5gWdtM8jVzKILL3HK3vCbDtoSZl2KbbqppSYeI0L
ZdyUID33mZv/O4HYvy43+pj/NT87kFYhS7U0bbdgDUxHGLYrvKwWL2cT1X9ZYYxt6lcasgoz3OWp
GBPfFMSmnMIa+FnhoWjB+PV3YfI54FKwyk/Gi5TdkEuAko9WngILFZ9JS/UXKwWdjDnVVyPqlJL8
Jji9DlkFOUBmx+DHs+jW6JWdYvzB6+bC3HSSzgIAqFxIbkvMiSADNeMpLt/H8PX64V+KoudLmqV3
nir0htxjI2+PWfYWNE+DtrJri1kPIHMGwKFfgWhztg7XlVrFhB/2VPmNQ4JnZ96zhx5H2Ag/Gj8/
MWbpOml7U0fR/fXVLZuW8Rdo4SZs/cx03sWKlE0XFJPCyg26X8AJu6bfBFJu7g1xgroBNNpTrZJO
Sll1e0Br3tr6J8ef9SroUkzEXibNp9+01UIhDgpRElk/0GidGZioKTZjq/xIgvJOYe8RK7+ZimBK
DsufsG+7myAVV7q6ix/67EfM6gpiXZYeoMTgVEh3VsnwUfW02pRZPB+qCtEQDIp0ZWZn09Qq9MXr
jHSglCIndS39RpuYU5p4ROUib1S7HIZbUcvV79e/81Kkn4ZPJJU6Nvnn7J7WOxUB8BjDdR6LR6lV
QUVLo2OmersxPM3cBEU/3Fy3uZgc8FyYuJWItki5XR7PJh9aOPMLwq2GkEfxEiHtqWyzut4x6gJ0
1WnMVzdSt4EUb6mRbNsv13/AUqo6EQ1A7DQlq3MKh6423UZHmejkhu6dUasbmi0rN8qi05yZmDmN
GYIRLTsSbjF7HXNozcU7RV8jmF70mn+MzMffS98XZcPHiJAwMEBgjz70RmMnVfDUBt/jeMVXpiP/
22nUIXpGhIUh0nlWMLquWg5WzpqS44jaRRwfqZ36yfP1r7PoksyWKiLNfxj9ZpGnlUazcEGcnnqm
O2oLMTnYfLR0IwXr525xSbD46Tp9HKpgM0+U4rAc4h5bIRJ/QSA7dfYzBzasdWuhbNEhfmn28sEI
6bODZnVxXueM05yyuLJ794c/7ORmZ2q3I+TcN5aZO7SOghqZcd1xyXz0tN11w4/rW7v2I6Y/P7sX
UwT6GOjh4IXhm18GTh0cx+DbdRuLTknNY3rSgoyas00kZg55cEBstkibNETVQsnxi0fP3xn5zh1X
rC2v6B9rM2fxXBheC0DJJw0Rw7LcgFm2c3+lG7IYL86WNL/q0T6PgphvV8uFo7tfvfyPTvKZhWlT
zz7MhJqNMuZ8TrCe1vqzl7hb3x93ADgd67Uc1/RSfn2E347ymb1ZeGIqJCx7t6ViFLqO3D9EUQEs
9yELbqbGBlwoec84pCY+h1qy1xDg9bPa9vDIaA1asrK386AS6VIXBgkr9+MQvq4n143s6w656CKM
iALnAMhDleVyb0GWW74RD0TJoPlZNcZ4M+ra5xQ2o5WcaTGYnBmanS5kf7Se8SsCV/QmJZETMxjr
J0xftWu8J2uWZl4vuQzedAGW0lE7FHJ2pBFB036TZivducWvc7akmeebadrkCgPpp3D0OjvQ36G6
WvP9te8z8/1BTbqsbLAxGi+JrzDD801a5RpeMzJzeIoVhuKLuJk5TSu7P+mfryZxy18FaSg4t3/p
dl46mhiqVaL2OFoixfsuHW0h+TmI/akOVhxteTH/GJp9fsZ8mSH12DGj0G8T5d0czK0AicH1c7N4
DyOpNYmUqRPryuVy8rozJpaZ6VGsGbcyr2IbSG6G5q+2LeNAujU9aY1lf3ll/9icndUsRgAN4dCA
VsObKDG+o7/nfb6Smy3eUKDpgNLqpBjzgJCLns+Le+RVkf2MYsXW24MavKNWWeq7PhVvrm/j0pLQ
4/qFSYapdS60AwddEzIARuUaWPu+yAR1k7tMeVZRFq+YmlEs/PXEpx2mQg5CDxHk9OUnq5qobFSw
dwBsxkNlSbbJpRXF28rP9lm+t+rd9IjsomobtTDjjk+a0XyoG3jRYeyNBDGyx3rYX1//0qnQ4NkC
NjUps81JtuRpSDOL+E1BwKCr9lVidAM+cfg/rttZClUQ8QGSoRUIbm52KLoQacfehEQj9p4H7yct
net//5LXnP/9s1AYMhbSmUISnrIUnIrOMEEEAcWnfGickgsyjTbX7S2+wMEQAwOUmLiHAu/yY/oM
dhbMsLAgqyt2ZRGpuzHSFTtE8+Tg5Yz9VrHlMUcWWXbu9cnnwQILev1HLDnvhNYC6EQ5EL67y9+g
wOPCiBuLlrxX2RMdGjuC/nrdxtKHg8kRaiUg/oSZ6c/Pcp8oHZt6lLPwlMbJS8Vr3wbslP9BMKP0
hRQPdQT4oWfBrAiKAbWhNDwVFfOGzST7JIJt2TBB+L3KWy5rS+//IM7QYER+h1Yj5b2ZR1KvRe4u
G8LTIN551UurIYmSfZFcJkKTu8FaE8WZvsU8p4OPgG47rxn40GY1hCC2qLj7TXgyQ+M1h2On+RIi
EJ8egt59lPJH3p8r3rFoEV4seWJDI7uavOfsy8FNFcTICYanttqS82RmyrtlqBmF9ChlGrZX9J8L
zdxd95dfCr+XC4V0AoQ9yHY6c7RoLs1WWp7kfu+BXfhu7NR4g76xFDvNN/edCk0vMe98KmAW6BwQ
7210HPXK8QFrQN224lQLJVV+CWMSOgw+PIvVmVcNvljAgjdRmXc8CWqmmw5C6T4yRH4jai9d/z6k
uQMVj6MI7v3Q6Cv2fw9JmKcPhh4NzSplDk0vckNnYLLyIUgRmVsq7Y7+byuVTr2t1S90sVbs/Z4R
MDvDPU98lVQ4qGbLjY08LSGN8k+FUTlB+7XKe6ftvseQ9yThyrWxZAuGESAq9F4Z55l5c5wLCcSM
gA6UFtm85MP4UTBGgLd2ov7r+h6U19B6klewjeBhL93JanyIPDMuaEH9GYUkOfER7uKVWPD7UYE7
juhGe36ihJ7Hn0SqhWBMKNXUAW2F5KVA/c96G/Q3IX2XP1ndyot1wTMwB9P1hOydupiXayoTudcq
mNlOWRfTTRA2ivtJdXdydGNmFgnPj5UjKfP3zY7khb3pz88igQD+AZ4PnuGSHu9yV2IyW7tBgWZv
Su0rFN9QxP8c66/CTRxAOPdtxfrkd9esz/yy9M2+MwfKGoIPR5bZ29no7lwjP1bBMYzcO6vRtlWO
1nyHvKKYbfJWc8jRV07HwoXNN54aK8ysTNzxswubQQ3IRKbKh271N3ItO6r4dQhfh5ixZGRiFeUL
M/V2q6zdbb9f0hxKOLYnrekp75vZdRNR8qws9k8WvGGm1dq0PuiqrrnwQtEA0DbQugn+Tv1v7sOU
UwNtiMFWj8MPce+Lm9wf4A/wHV+V7CGxX7QbfT+2B+irsmqlSbgQDgizFMcNEMM49OTwZw42BYhi
8AKqSsZ3qa/gx/pYlu9W+BiG31e8aYosM2+6MDXLeUyjUU2hw1TRvYXDe6bdB0kG+dWzMe5V/eia
uyz7tGJz4fyc25xXQdTRkHKaHZzXqLKre187BNlt6O77b3X57MPwwT8qwnLlfsXw0mJp8VAVoSjJ
I3i2r55bst09R8ePT2r7LhZv0XslKjAyNHAKfFRNb5cIa8I/U0Sd77DOzCSfkkk5kvXLj+lmEnIK
Pe/XvtxOhVfXtJiZHB05XQmDC61lUHdnlma5pRlVI6Q7FEqSsXGYZhOqT2kpb3kSKRazkw6kAs4g
3vq5/yjLyd63nt2h/9dwEn7DhIph7oFz+itsnLluDyVBKE6rbQVBckqhy23XAI6gK2HmrHzOpVDA
m2FSyCP4M9xxubODiwBiIg0BI5WZoyr1Ic4fvIQW6KFQ4VpQzVdJZcqSuXpDTbZTF0+Oo5Mfjls4
2l6u/5iFK491//NbZnuvy22oNBl9s5SSXp5atmu9RQYsZzrqjPCNhH7grFaf1zZg+vOzzbYYApqe
28RgKXqx4NXoUmNndu9/sDSLFrMKCS/tkNk2V7muMbJgcVxH6VCae6WxNjWcfEg8vIdweaiKE6Kq
ft3otF/zUwPpGUA0HmL49CxPydK20UVfojYSA8pvc/imkolx7LqVpbN5bmV2mUD045lFR3FEFuJ9
7cuHpnhSOgoDa/3zRUMSgZsJVbrbE7/p+ZdKeq1tkOzGPSh0bQGP5ftMM36qHMCdVHnmSpa3uHsk
y5DsMXFCPebSXD1qJuw5KjM7A8iS8WnI1mQGFxc0jdaRHqPfMi/0RE0Fbk8ghieF5ShQ7IrZVvCO
q9W/pTxDnrpV/8fQbOeaQUjHfjIk+drJSPwt9IdOiGALVfyNVLWQvY39DsqM75QFvvyBe5zZnrlH
r0DBX0/3sD4ewnFXxI95FtqSN6y44eLnmrRwmOPnoGkzO2bOZJqrMadBPuUwGqIk4/b6ShZSZGYF
mHubHk86j5pLh1BipBIYTABnL6cbmpgumbIufY7rYJfTDjb6lat2KTIxmzCJJvE/wGQv7aHy3aJg
BE59qJ/Dtt9UXmzLw9q88KITnlmZ7ZuiQUktZIDCu59ZHdmG8QSyf8zfru/d9Lf8ForOrMyyhpxM
lLFw1tJPDFtxsS3626iHnbOBAW3lO62taPadEiulmwrC+NTALGqG8Pj5733xSQ7L5+uLWjQEOwQl
SgA34hxF3UQC5Fcirl2IiOUUr9Kg3FUiDHTlyi296Alnhma3B9ikUvOmt2Al5STO0vQ8s7Svblpo
K1fG4neauCoBoU9Dg7MruExyyUrhJj8xvO0MyjGixfaxDulJqZn/8/r2LZ6nM1vTqs9uXuiOpH4M
AVUYajU+dKkr7pPBfKgN6b2sDIgFk+Eb5FjZyrFa/GqT0CHBgkLl/FhBNpWofkMH3xDrbGsgXw/N
lPshVTXms/2w/5O4ZFErgLZ1AszMVlmNIpTNGuZig0IlBOvcxExzrfj8kodQ9p2ErSE94V8u93Is
3dzIYfz7hV/jDNfK03qIXTMyO1hBBKW9OUFUIulYayXjkHc6ehTXvWIpjk8Yekifqa+QtVyuxM0L
YNoWhYjKUIoPUlsUtiaE2crrcKHxoYJU/cfM7LOEXqPWQ0raB1VsdoAjWQGoFn+NyzDZxbEFN24t
DRuvHJttj0Dg1pUjcdO6AuRc6KfDoo1uRBfrykHyA4vMdPSO8HusTjFMScY8bp7/zMmZz85I78n6
XwiaEt0ACPpD+NFhuKRupx1M9di4t4oFk1V8qlcLUEuhgCrXRO8JZzzzcZemFQ0ykGCkQkOycAt8
ztyWarqFvSahNOI/qGOwcjAX05Qpt0MbAnlEbvJLi91AO8obyCS1HOa/vBGyDfTYkzx7B62yXEZ2
0Xipk6KnY+dIR3wptSz9g1A7MSmQsSDCxqG9/A1x2OmN78pcHtJXptyssLT96Nt1F18KfFSiGaQD
2GogSXVpI/UiuZPhFjtBXSPKx0KpNgKv5vQr3XivWmn9/qrc/eZCZ9ZmuypZmS6mCqEhkMWd4Tri
MJBlDk80OLZtne+E8muiQBKfNFtTrm6uL3XxNGvwYVDJZAp9nuK67YBrCYSM3oXSXIZ7MlhL/Kao
89v6zkzMvpjQj8JgdARYteh2kRzsZAlmtOYQih8z5RV+0tXEbPFknFmc/vzsUNZaFwrKyKJC9Xvc
C5BZ+9EGVptNNfjvobS7voWLUffM2iy0J6Igm92It4QAZ8eifJhibuOVf1B04EqExh8VYF48Mzdx
JbMVw1+I9uitCL+FIcLGqwXPpXBGeg5KeKo9ciFe7lxDbz32Raorcdgg/pI5YfJx1EFx1rodG6pt
Kv9D2pntxo0s3fqJCHAeblmjVCXLsi3Z7RvCdrs5zzOf/nzUwe6uohJFWH9jN7CBBhSVmZHByIgV
a/VMjAczO3B7GFN7rSIp2kuqR7OcI19KXV7spWKWeogSJhFG/ScB/kLlvsX07QMTXG/+OnvI15hm
zjKMaVoaylmOkaqjj6PVbtEekkjb8lLe5vDQ9dnKJRPcAAxaiP3Aaq7z4L/eVbAEo+UptCrBRW0i
L3rUYdWMVOjFRufFMML7Vr5vrLVe3nyvFvcO+CODx6CsZ5GQRRSrJLMqW7NEg8KhYGSa0pc6RItC
KqFglK3kz+MyUQScMyhBaAaMxWs8RxE+0WHAnJv1CX2xQnno7afbBye411c21MU+RhnIcC+Kzg1d
sVH37mNrdIPhoW9fqtDe3jYm9JK5OA5VExX4ZWvM68lNNL+L4LJ+be6mjVsaerBXPTnZ53L/Qyrh
VIeZ6fdtu4IrQHeHdyyTK5zdMv3NSexlJ+mjs9PbD77XnKihdsMKeFUQ9klDYUMCs03xaUm0X5td
Kzs+RiwVXMXv3FqbYBU5H3BwBu4Q/nPIFK+PalBqgwEtKzpDB2IzIh7uTTBzmffp9maJPOLSzOLb
UmuZx2uBfjViTUOe7FX7Tj2GiOrq0bfblkTucGlp8U2hEFNq1ciCUKyRuipzE1n+Nhgl7R/FRXEj
0f58OEyHs+q/LVxEjUynroy8DDSpzg/DejDDXVcGLqMR/7eFzcHr4mMJAXJTkwNFZ1+503uYW6T8
PFcY4pe4rNykqFaCodC//1vWsngedZrRWJ6Gf0/07Syv3tQz+1ub/nN7XaK8iv2jtcSoCQWaJXRq
ig0nziQPLEMGpsZK/0Ku507uqw9R3vwqu30n/65+owIAv2Mur+k0CN2FXjeoQeiYaENf7yoqKZVX
I4FyzmfB8rrItqaSMQYczaT96q6c4JD5dXvBayYXRQiIfrypTzHZK8pj0gbbIYO2LYJJoK7v9KTY
BX7+joA8d/T/t8rFJwYmP7Qx1Tg+x2a0KVAG3lepBpFrr0huFSTHtO/iFZNC9yEHml+HcGksO03F
BJVkNcM+1WSHvIEbUROrzZXSstAIEnHzOAvTkktupkGqUdOQKczr7Q9QdkH7vNrIEp4Wj6l5YgXC
FnNxu5MiiKDL5B0T9uomRkWkkn96BW8pgGjqUfVWPs/i23Bhb3HNY5RVMpiXGW4Loye/7N2puLen
B6iVO7XeyZ7qptpdDKn22qtRuJf/GV4OQjlSKTNIrlElVe4ynaky097RDv542/nFVgCDzZ9M7tti
OyFL95CHMEFjUIS1clQzKqhvDreNiL6aUMXJ82wJn05r4e7Qh1lhk2IkMpQzKkenTvd+3DYhWscM
gaLCB+0CZLTXccNUg35+6lPCAdU8Zj905xlWsHfYgMAFFDi/+E37MjMQkYAQmnS0uZeYzUrHyo0o
+d62IsoAQIj+a0W5Xontd3BloBRydqqnTJt2QwOzVXpvSMbKB+V1uGuZ6F5aWsRac0g8P80bPpSB
X91JiZG6A9CiYwOD+q4Ki2rra431JCND55Z6an6M1OSp7vu/rFnsUvKn4ZArfugWup1vgzEsXXlq
J3cIEMFIKvurbfoMLOfMKNea79yVUchEVpgEB2to2nMD2BrqQF4pnV+vsTwI3YHkcwY20wFeogi8
AtUd1Gqi8xRFGytpdqTVobX2sXrFk7zZQQYimbphKBU02PVZad7EY8kHmGog1NcwBKaNG1tPZ+S+
uRvV6FlNPquIkgwI6/rVU2BGL0pUbjrzo5b9bKNgO/X5Xd1/gDE1tZ+AQe9l9dmX1I2R7ZrkgwTP
kotT7297mKhG+CqeDH0pzVNyiuufnUbM6stBQZJZnKI+fQo78JhTfmcE0VYep/MYBQ9NCqo3KwPH
7QIIVvP2UNa1m1vhVrU09NjUHbowayKAwmMju/7fD1vc4hjhjaI2ANma7bAZosIN72vdO95evjAa
Meg5K4jTQl7On5XlWHKYFYnb8ClyENGQV2KR8AZfGJhXeZEZBnVZj1KIgT7ZwovI2avq59h/ub0M
0YdQvbCySKwrxXY4AW6vanywpO0AyBQWv0pyqPD+zbHdtiaqYQKrfOU0AbtBv/96Ue1kQ/BdcjTk
D5o6bZDTYmYesQ/pU41OT6WceLZ20lqWPd+gNzfswuxiL3NPUvKppwRQBTsb7jmdLNAtENBTAsut
NWdjDorbKuUahFj0QLpc7nzGF2cY9qGdxPOzXPMeZQAkLExh7sdwdhVp6O29FdpikHSeVZg52xYR
f6wB1I8GJ9lZ90kTe26sMHycdMfaC6ktrnF2Ci/ZhblF2I8sI+z0ivqG4/+gA8A89XOernwqhWkT
eG/4yIDIQZ2+iIxOlepGPgDBVr3B3ChFcD/ZG2X64TFYimYI9DWHIpVeYLrMquj5Pfv5r+1l8M+m
Mu2GHtt98tEb62Oj18jTWG5h/3bC99RvLhaqLg4v6KQqLyyg7RJPB3L5JEfbyIyfsnhK3wFvhPIe
lpV5sIOe2CJu60qQV3lPaeVUGOVGLaAJlYeVsrrQGS9sLO751EIJlvZKdK7lWcfW3ozpD7OKtj0s
zzRmbp+U0BUvjM3//eKWcR3GHPbb6JxaxVdFCneeYf0tO+b2thlx8GLIE+oIhqlle3Gbzbb0m6Bi
8qbQKiRDEhRQjFOR3nd5fifF04ciu0dvMv25YnY++zfBy55ZmmbePxrP18sbWjmz0gmzpVdv88hC
JvJZL7803ZehSFyE5lyNbtBhKtegS8JPnE0+z0cAeoHX23mxrxJf/WiCtB6S8tTaWOEw3PUIGx1u
r2/NymJ5HrqWdaXOViCZRCKsGLdeTPi6bUX4NaVnP3Mb0sBa9pn1EgB3OpB1a1GgzpVgYxYf5AM0
BpuBsYh3mYOBhm4dtURzvh8XWxe3gxFoI985GVp97R8DgqHmS5Sl79i7uSYLnoe+oGUvwsZo6lbY
9wThpJnoxt6Ngb67vW+iu3VpYXE6Klp9sarW5KbWrxyJ4N57LMvVtEDkAyDWAIoAA4BpdBHnpXCQ
0HviO1nV90wqDv7WRr7WUcKtTu4/op35oKRHSa72mf8pzT5kXrVyYKKAxQgMfQJI9yDSmH/hxYGN
8dShNsCB6XAHw9cMb1Cr71rT2GahuZ2M+Pkd+3phbxGzENNtnCbFnpTad8y2brS2eJDycSVLFVCD
6Iz2oF4OwT/6qvpi7KP0kzBJB4bB2q7YVtaD049uUd5TwtkoVgdtWGC7Ka8FLdtKA2S8X5CGe89K
//sFCx8NI7no0JZijCp7aSsD7U5nY0drDJRCD1KArDCSbvAcXZxfp3aSETc8RmxP+xn4pr0JCmV6
11L+M7I4tIiJ58ybh954uoclWuvGr8bLVo5MeOMuVrL4ysRGnWn9NCdWYXH0fHtbDMpxFS0qtPIK
IoGSjFnj+V1w4e92V0a5LZNw5KjIul4LbVTdJYM7SVK6v+0AwqvFwOpM8Q701F64YKEgB+1HmAoU
c2d9k9C0H/Kjgbyb/q69A4+Bw8+aREvyxyTIDQoQ09zqkzeZ/32GjNbpSnlS9CmZQR//M7JwaE1v
0AeWSTccNTRdZepRDOpHa49OZwbvjrYG2BPuH5Jx0BerQC+W7DqhZVdIusi4tikplIqaaAP6PdhL
SlxtM0enuB326VrFUvQwZArxX6uLkKwHaTE1FY2Cqa7u1XramIp8GBVoY/JsN3XOnTV2W/WH3iEe
Hjp/g+z+YBn+2Yw+TnF0r0lPM1piZmu47UxCv2V+jcow8DRlWWmko1qqk2OT61Enia1Dpfsbe5UP
Ys3KYvFGUtejUTp8DWQeGPS0nGdzXKtnCv2Idu2rIBcjbAsjvZ/JKelVfM5VewvjmSdDa+SMm6lb
cVjxav5nCOGZ67vu5UwVjJIUvVY1406/l63GRSjqPdHx3/XQ3b82w8tFjuqO9RTOsFV952jq8TZZ
JaMUOuaFmUVGoteRNOMHmDz21D2ts4+MpDpRuGmbh3nYB7z2yltGtH1QtjFLzSQwY2iLT0vR90GJ
6jXxq/8cTL/H7qFF8/LP3Rpc9ixJBNCdttn13ql5EduQlpJmZdExyPUjE4yREayckGjrQG4xx0hK
Oo81X1uRJKv22ziKzyEimPCJ7mI6qVSFFSlDMhEB7Whl60Shy5h1wuYpN8vQ5629+MpozNFpk9fE
IOvb0M3a0fvbn0JrY5edvSkcKKJVT3lPvAS8Aq/8DHSHc/baqDckjt31aXzW9W9FtudTd5BeEBsP
q+Jw+9SE+3lhaeEZRp9VKMBW8dnr+v083RV4+8ruGNwmIjll7x9lbS0Aim3ysGDGg9HXJf1DV/Zq
rk19fG5LAI80uPJD0WjJ3eTEaIvEg7zjPbcL48hcQUAJn78QNvxreRGvxtwbigxivfNYjQzPKT54
w/EBIV/EmzZAYAJXRZGjin4Cy1z5GomuIKnDXNaCEoWR0OsjRWnb99TciGGrjr8O2TjeIRL/LRxN
fyVUChfJRIsDxQAqiaa+XGQZ2HkSkkdqfbHLPWMfBiii53vjZ62Zp654SXsHpeW/bzuS6J5cWF0O
Z6ujZ3epTmKZKw9Bc8oKCRzi5wEhWNT1bpsSfXUuTS2idNqr0MBFpJcprfca3E5ZPdShT3Pl+bah
VwTssm5xaWkRqCXWJMczyqXK3SxMdmUIUGNIf4PiiT2KFla3j+UEcV76OV7/rU1Rb77P+x9T3n3o
167qfBXf/BjwCAwUw+RA+/jag1rLT60gp5pnVsUWnZIhLfa31yvyURjj/7Ww2NiQFgM0CliAbW/b
xtaOjV1N28X+yYQN7RYywTcTCLJnkfGFAxluYCA4bm9ymUkAMkLP2/ZT5+baoLpN256kZG0YUuik
F6YXl9BGCDj3JvL4KtkrxG+kyp20gs642aA0v7KbqwtdfKtsKzVItMl6A+cZkN7G9MN9U6NRD3Dr
UOuHfoDKzZEfG1Rpbx+k0FUYY6IDpUG7/QYF6UWW6hszRMb/YXv/+P7KxRDewIu/vwgxRYi6QFyB
LELHoKiqRys7GEG+gxd1ZSFiQ7Mk2ayoSgJz7fPRGDtDMlKE1dV8NyQTwkPKYcr2Emjg21smdA3y
I7hSZp6kZd/c0CPyvhnF1KTypk7CWd90F9b2rtSMbbUGEBfetAtrC0cMtDqmZ8UGSs6DZ9NBh93Z
/H57RcK9I3Wh64D+Ayu73rtJdbK6g9XvrEefG3mrad8juA9WPGH+I2+C0r9GKClfG7FRSAgKiccM
niZBwAsHqGoywf2bJtFR0iI3GdaK/6IJbli6aE3iE0xtLgcBIy8Lql4Dl9UOX3rjo6RV25mEFxTr
XkNtEzaGAXkmq9gZuWZtgmaTZuWugOXtvkj/XNEDt4RiAcyzA7PlEqboSZESNzW/JYQNuZnCh/w1
kkGdZb+nln1pahFOirFv4zbmRRfJwaGWK7dWlJVsUHgJeJPChsTD9A3oDCbXoDcH3j9a/aAG9hYC
Z7c0p00SRu4qyZPQGDgscNSMYpATXbuOY7ed1BQYq+rgBX3SRq/2ko9aKIwkBToAt2+D8Ma9EmLg
k4zBLz7lGt/qJgbGT7XyybPiTZXdJwgQ3TYijLvIZgH3BVwGcvV6SVVf1LFhhTHDddJ3I7LGjzLD
uI+3jYjuNZAv0O3MW0DRvPAD5kVLI9aK+CxPmRulDxSRGqAj4M6zdsWU6IigqwJGjBwz9a/Fm643
0kKK+jI+W8pWnrRDlgRbOxnvC4pSSLzsby9MdEQWNRFYQwAW8d663j2nTDoja4klg2y6aY60auRs
umzt+SH8Ll/aWbhCJo++RGeZlkNyhmLVDWC6s+qvJQgemLj2il25Q/G7jtcCl/DgeIHTJYBWG2qh
6/V1SZKidEmsyLr7uoeBqvwapH8nU7R9xz4yHgr/FgO5YAau7aDZCSg25I0M91URVztmIAJnTeFH
6BoXRub/fvEu7oI8DtUSV48zml3gLJLPSmzWoH/v+2aNb/31dbT8zEDg9++SFo7opVnft+McK8Z9
JqG+Z0DZ6W+Uv4r6YObqeZzsx0T+bCbTxu+fggakVV3eMWM2Beo29L+n1VPa3oHUcBQ+7p8YOWvn
CtJQGp9u773oewjUH30xDbINdDmutyXMFM+sdfY+SzaO9F01pZ3R/I3AIPIKdzxQ/PfAWS8NLnbG
7ms9NFsQtHLlbRun2M541mxc6U8LT/tiWQvXpcViDaGMlab9nUFCL8VH2fliRNukWFP8EsVQOuG8
CzRm8Ck2X++gBn5OGkbCW2d5v5z42NXDr9tnJIwzFxYWH57IG5TGLqkC9EW+K6o0ggqr2ESNEe5u
GxJeeGagTEi3qLEsh6GCtLbDWqV25ETfPep7cX/fe5DOrL34hadzYWdx4eU87H1DoohDRXnoeuQf
TkN4gtziUFQdOtwbL/kZqM9tm23G4eT0xYMV+U9wjx+zcaCTUa9s8NrvWVyCqoQ6tkEY+Qy7ZxAd
e8P6nM9S7GV78JtwDRklPE4SI8pl9JBJC68dJgYob0pdzpVzwMaX91U3uf3anK6oZjUjXanKUVbh
G3VtBGVEp5+GKaaJ3H8rA/1JC+s9HUEz31LF2kfgeldyCRGToGbDG0xdncXBKXNtcoptJuwYQz77
trbppWOX3nuIkFo0d8uTmedbXYeQiZmYdmNaf/2555LG2LSgeKG/eTvkvTOmUpJhW/ooTd2dkzOV
nLSbTF6T+hHdkf8svXlAoN1WS5XM6SlTeR9k0h7e6t4xPpL5u/+XNYG+v95PSkaNZZpYcpKGoerx
EezVg5S2GzmM13g+RT55uaqFTzpxnIaBBI9SOKHXLn2v7I9D9uMd63ktoDLrBZpnaUOhGpQion5u
+oOuBye/fojzcpNM9Uo+IUT32heWFiHZqCTJl9WO+zzaG0o3DvDXneNtJeaklNr82+/Hh2SoDk6a
fhwjdZNa2ZOV5B9nEillko/1j7pNnuOo2/u+QtneOsT9X0E/HUe5dlym/u4CqZlcxabuM8lraZf4
IsGyZVgISaI+sAiPfeYnsMnz87N+eo4MDTL7QzX+UuxgYxubWopPCN1+MFL7FPiNy8jnSnwWurhF
JxJM/lz+XYTDNm+LHi56LlPqxQclss27Lk+1F21Syg+V9A4pSzL1WcidV5XMyOjsnBepGcoWQ6Qa
Os5HE3Cry625bzKmDyEkVY+3fVCYSzMhxSg/DFSqZS2csDNHusUStnLvYycVh8my802eFJ8phN/L
9vhs+9XO9Lq9ltYfb9sWJQqXphde2QTNUIylEp8TJuBRBOnAKXXqWtVVeJNti2LX/EZlX683UwU8
Rq5H3d6AzpWbTI9uvSMi8hBe3KBcqL46fGCujUwesn517pHeZs3dZGV3QVwd47atXeBGK4Uu0bYB
YYAdBWlKyiiL7CePtbq0MomHsBp/tii/qnkdrYRa0aZd2lh4oNpImRn083p8WGGHh2bKtqs5qXDT
5tTKhjiHOdGFEbtEL9pIHKJSM+wT/3tByyEI230EYeufe5pzYWlxPKPDURiejSXtH/QPXLn757YB
4X5dGFg4WVHqXhwgXHIO5QPlLDcG+7Gawqzt1yKfgNM28phU5nshPWgJRZbqYewgP83271gM4Ab4
DRmQB2Vy7cxGj2qTXLAY5nZyeufAqlebCEInvrCxSMfAFMVjEuDEqPV2Nao1qNreXoVwt1BB59yh
aeTteb2Krm6Y3Enj5FzG+a6qm0OjPZVxs/MZo71tSUSiylsHtubXwbM3PCxM7fhl5rSEmDrsXTUg
oZOkuN8qRgdff6v68anzPRkSmEra6l7zTRu9hxadopPRxeE2l2HjtIzerWzJ/HPHvPppC8e0pGGI
0AfiddlVm364bxLTXZ3KF2/AjM6dq2bQyi9CkuR3aTu04CFgrd36QAci/7lHM1vz3dx7oVVrDveS
1bm6X2xCk/oCwzqyG7xDzJ0PNKVyg0wD+Jq+yBBDS+lkK6fKYFXSvpF2TqxutPz59nEL7vqVkcUX
c8x8+7XXcJ5lD0MNQQs7dhtrjRpS4L9MNDG6zDQFn2V9cXJJMITkCEAIpMjaouAIzcFWwpVhzfvz
mwLhB/WOGZzJO2xxel5q1JUpYYnfsSvhTwraYq9YJwMSn9tbN//mRRVId5inBbsO0Qy8xtd3Es0R
rZEa3tNUlBm/avR7KwM7Pkn1X1SO8k0XFv7K5RSd1qXJRRhwCjNtDIVqBPBPt/DGT4kebf1I2d5e
mei05nFNiL1mIphlGhVXip9Nyshp9WrvduhiHsvuGLSPhpGsKZsKYifDXuSHM/ETz6j5t1ymh1mX
tAZTruckMDM3M1RjMzjV2vNVsHFXVhb+JycFMo30zElp9kM7uPEsYzWssXwJrbBpTINACY+U0/Va
0Pkq0SaMkjOKtEEzfaJhbTflSqI5u9XC7QzEdf81sliKmgRhaqMeei5zq98BXPkMCYCxDaLGdkM9
T3aN1NrbaIpWHnjixVEqnlmCURBaJLhR0LagFClSy8oQbuWyRg+x77dW++fvE9b3n53FBU4kxw9N
5BfPWREdnewlsHrXyYeN1R1ve7ng/mII9N48awl4a3GZ+qqEU6yqkjP6BUcPnpKtqn9QE/XYSQqs
h3Fwd9uecAMZLXiVLIUofGFPc9oqsKoM7rRU3fNu3UqofSXWinuIpkjhQNEJpzMojf9z7YRM4k9q
UrOsHtQ/nQXfRRx8Z8XyQ8Do6Nh6H3r7Zx9Z3/zG2zTTfWACG4HHIf4Cyy1MAc92trZyQTy5+kmL
lRtOYHiUN5KZTrvjxRIj+cFnpoP24PYWC4/0v7UvYT9K3tnj2NXJufOeB08/KjWy0Fa+yYZ92uYr
/iN6ycMEg1oizDNzury47oFaN2xtkZzzUWpe2jSJ7speAd4E4GojpWn2ZBd2+ymDdmc3RXG0RbLy
B5wk0VPZZc6320sXepcJUezM+ExbZ3FtTOQC8mjCu2CB+yLJJd8HS0b0x1/5NohQSLzVIEbiNY+y
iro4THtSm8mR2GNvSnqXWlVL4DGyytWLJzi692BWD57eHjo4pj35oMf/pPQ4489x8jQEK84uWvTF
b1mCkLSpi5NBxbGimkcXXfdgyHerU5Mir7q0skjEZrw/yjycsxx/lXJX111UaDXjr7WmsOiaXNpZ
RFhdq9Nas7m5cqHtUurlaVRvyvSZVt1K6iJ0XRrr1I7nCAj96nWQaCLT8SWZjevKJ6ve0v0jNkzG
vRLdqfU2kD5L1i5WNlH3+baXiio0pNb/GV7km4XW82kLe1qdgwfx0H3f7ibNzYe92by2zsAPuV2Z
rDit0E8urC52tmirxA/slpsama4ElnQWcVx9OQitQOVoUdMCT68tNtWv07HuppJUBiogv4anr19n
uxA6Iy1bgB4y0LslKzSjfVJlxlw/CCMDrTrEvAlq2E8QLEvWgFuicWE+jXBqzWgnhf7XtZuA3k6l
Ts/Ss623u0ZV7sBjHP1p35if4Ubw+m7nlzuj/B417zgwoI68ehhqB14z78JFVhiS6fpWWKdnr/jQ
+zSp0LpP1oyItnK2ME+6ztCFhRGjUlKztpz0XFnm320vf0Fnaz+k6pcCpNCAvsVt358/vFeJGzET
nBBMP3RuYKdYfC7GgZqsFPnDCbI6mnuSrOwDUtFaOfmafvDrYWUPRfZYGvF+FmeDAvF6D+0Uabah
H/qT2jr5r8wKqw2B3d+iJhTtu8z4QaPHPuYRoyi3F/rWbVgpnMI8HRgPhR99sVK5NL2hkvv+1LSM
r6RGEH8aYvNrqE/OMYvjR1kr/24bWT1rWdSdA5Qi7hwtU1eC3Jvj5VcQ25hNna/LG7Ren8HK2UjB
cEpbjcrl9ywz3MQpD05xkmmJ317zm9jNSxOIjcGjE3ZCJOmvN7vqjLjwY4vDHT7Ao76LdeMBaMcx
zMwVNxJYonZPlZG6AFXNN988aRrSCg2h0wjGa+zzjWPHO1WK3TRYQ1WITHF8zFHQLmYjF+c4TrXd
QuA3ngag8E55j7TOTISYxS+3N2/enMXNYIICdPis2zVDva43z0pzUxmjdjyp0Ve//AaF+u2/L3JI
WL2A3M2UFfKbOObQDkq12B5PeRXuJeslUrINmKVNlGdnO4FdPyP1LazNpH4DeXu4bV20OoCcc1ZG
VYKX7vXqNLmd0K93hhMvYGgW/BQIYFKu8X4LzgreQ4pWFOgYP1zmf82ghFXc0FCvZWNnNvJTFcoP
eV1FbkW55faKBJEF/ghqObiGgmTFwi9UdYLMofbZTrPotk2Hbl9X9MzO5Wr6M7RC+QyvA422tP5j
3nG42Sjkkm0DyQK0Pf+yi+9CMFnhOKbGcCpQhgmUZnbH8o/p0mYjzH8TPyhJMJl4bUTWpFxJ1GA8
yUzN16WxwYiqrjynhecFfypPUD4L8NNeGxlh8tfiNhxPbfI7jhtXIWN3+o29u31UgiA4a4lotv7a
OV+WV3LV16sWvYBTYv6ypL1BJydJ7nUHRHG3Bn2YHXlxjbla89tDt+AEWHb6DE1qvLAJpxPF8ENa
+F+6Kb0ftX8iWd2o6kapnltzeLq9vjc5F2elGUAPaYeB41hy0Q59JpX8lOHUmJHr6U+ZnWwpIKw4
vGgXCbcM3M7DZG8I9BxwMkEeWuOpANQRS7ui1n4nY/GhLaxTn2QrZyYIGHMrDBakVzq9JcVcLutV
FVfTdMrCtvptp0nbuWDJ7E+3t07kgRDbQOtEdOfUFulqPSRmHunGeAqDGslf0yFmaIb22MVE+1xp
1BUEuChqzNS9/EtVm7L2tcdrjd47nqVNJyVLj3Jx0gLpV1e5lRXv63Law7C6kocI/JGv8lyqgluE
VS7CVB21DhKngXyajGYXKNMuY5yx1F7M+pCqu0Hf0lFZMSnYU0wCzYEk1iRELUw2bVRL8Hgh2FUG
+8ZJd9IAW9dvrVzZS4FDQs+nMCIMURYftflaXMTBcbKo7JitfPJqBbWuMdK/57De7gszsA9SoieP
8uSVh9sOIzjAuXQPFHZWi6W2vjBqGmGdWep0Cocnu273XnKKFcN1PIMHXOAyrH3bnmiRl/bUhb0x
sSsv16dTZ9xZyVPf9DtHPZjJQ9EkK0sThBG66nO/AMSvRS3n2lRmGFaWj+l4ApdzkGpQqmm3q3pv
ZXxT4B48NIhUM4wKa4sr0Axlk416MZ7GQYnc0KueGC+M2u7UFGu9MpGpV2EDuDds0tKFh6RxXIVZ
mvF9KTZxEz9LOopuRq1ubYbKb5+TaPMuTS2cPrdGVWsVTCXGJyVWXKK+N60EK4EvgP+irWNwSjMp
xfUBGTxy5CYaxpPZ5q6iP+q/2o7+OuxRawUuQfQl7FLhnklZ+ZQtvA5+PVSrYsIibIWuBGJRnX7f
3q+3RRAeViROzD7zQZnxdNeLkVAtUwZdYTF+8ZSHHz3/yLBrId9V/f9nRQ6t+1j+ctuq6JQYUiEu
zbpI8jINxSch/g5Uwr0hjS5ir0dNi0PX99s//yQz7kldnfOCrGd5lyIt0vzeYnW4g++VkNDx3nXW
hpLFm2hgYn7iYWdxZW2zr0ZT4pzQ99qO0j+x96Pfh4/Zpr3rpA/jGupCEPzoEcz8n5ToZiL66zNr
fMpWlpRMJzrmW18G/Ji6EnwJkXpfjeN9oEm72+cluMDzePwsssMMDLiSa4OenE9BUhfTSUcpF0XP
/DkMaMB7TGPui0n9ddvaW14b5pBBTNmojZETYPPanKP6gdUO9XQqS72/1ywU9QbaXBsr7vtjwQgL
DPVR6YZo2Z7icNCOaGtnj6aVmJUbjk5zitNpTRxFcBVp5ZKgAKOFMGA5JaMqSG2oTUMi1AYy+SOs
kF1ZrE31CdIEJr9nVi70ksjF59Bz8S1tZNvX5bwnL/Ggv/AY9PhkJ78SK4acK5EB9jfxnTbkK9dR
ENDQP575kShAMeC3eBVKLXfdtEbWZg6uV2fbboSIiVhdT9t2+rlyusI10n/nf9xLgs/1Gr2h5Nhr
1lhZzalQ5SNDUMfSM7+M7a8keTS8ZwY/HhCGsaZtWZxKeacyZ1ym5DD+JjU+pXIgH0Mtdm//LpGP
UxOzgLMRagkY1z8rmMyJocB2OmnaJ119iPrI1acP0Z8zviHSDVUTc2QMK8PouIjpvg3vimpwec3+
WXc+W/Rly+Qhr/4xlOYlCvWN7Tx65r3k/fmTCMOv+q4wOVONWviWj6rrzM/JJa5/lggf+2Rrdrcx
jd/V98BwAwjAbu/o24NmXI6mFB8WqGbegPxHGfpgiO6nkyFnHwgrNNlaTrA4tyqI9/4uKpR+mxjj
St779uMym4XKGecymc9afNF6BzJQqyF6mMlXSTs0zucpXIlQbwMwJgA+OvBezOXvxVZWbcKIT4AJ
6HLGMdyOvQZpwouDWqbc5Xvvj6GW+MzcTmP+i5qNvszVWiupJUPngsqJqh5zne4eCXnwXSnClY73
25btqyn4J6hSIoXz5tUwTvpA9J1Oxa+szA6p1G5bvT5XzeA2ZbCFdX5f+xkzLsFpqD/0TfmUTjA3
JJu89Ttauv1GT5SVExU5Eg5rc1/AQfHP9dWMqY0oM2XRSUn/AvbvjvuWvpd6rP1zQ91sJYV8G+l5
pnFFAQLP0IZlfKLoXnmxrrAD/ddu+qn9eX7PsARTCzSemIR6w84Fy7mZIdgpn0Do7mF04V4E7Ytk
hSuVxrdRHTssAKgeVQcyk+tdm2xUc7QylE9qoLqR0u4dJ9wyMXEa/WDrOStnJLp1AGIYTuTJqdIn
ubZWjUZqNPa8a1m09ZJiW9AjGcZVsv05PF4XdlgV1Cg8acED8aW8tjMURsUXkoefhPubodtrLRJ0
YwaneLntg78zp/qsDMVjH/sHTYIEY5XPcN63W79g4Y34YebxsSSsNdFeCurzHAEc37kf4z1JbCI3
L5CM7ENvCw9y3GwGeQ3BJtxrtMDZZ6AiyvIB4rW13ncNeyAXH2wasrlxlpqVAVehDagn+SRSIKFX
dL3PhtQlRdPx4DX7H9n0iRGK1dqm6FqTkrOOeaQN1Nq1CXlWbmoKjw+SqT5IwfSYePFvxlNfNPXo
ed0X6MssBAdWyhWihfFyw1W5HHN5+tpqJCVd3MuxfCriehNVD5L6iPzmym0QLu3CyCKZgNqCBroR
yaehc14Kv93lQ7dnunZT2OrGjlUooq19mseH219c0XeJ1JQ+qQ7ui9Vdry1ERTDI+5KST/XFtD6a
sMZq+iM7GyG0PVZfb1sT7SSTDVRz6STQb1pcBDUpRlopWHOa4Vst+SdpqM+opNy9w8ycDtO2AEi5
bPyOpW7Ci0QcM1QKO4GP8MpXhwBz28rb9G8eS0cGgA4drZFlA9Zps7IGayuf7PA4AvvvtEeLMngX
r5RdRJsGfwCsCLwXHeZuro+o8jQ/quqO6B9VGz2AossPXCX6+eerubSyOJoq09KyDXr51D+19W9l
JmY8qGtAcNEHhgBMOZPxDHoH81IvHisS51KMoyYzJPQh46/rbb0Z/I3Tjbv1gr7gqzyLRiINws2l
rrl4E2aDyttzkLrTBF3bqYF33Y1g6Pp8e9/ejlNTykRGG6Y2whItpcXF5bfLVTR63alMT6X1rc/2
Xg5l09lW/5KUl6rcetH9+Fv/CC9kmp1CprqT8Wx/DqX74IjGnR673kb/qbXbOtnf/mmCV/H1T1t8
YaPYyTw74Kc1DItOD70fuVq+tZxdpt0FUJL91cdPunYMnnGo26Zfg/3ik3e1K4tIHXMkWt9husrv
QvlO8w5GRrXGVZV7oz6m0VcdxtlvEnz7o7f30k34JZc+Fnum+SspcZ1Pk0mBwv9/pJ1Xc9zIkoV/
ESLgzSvaE00rQ41eEDIUvPf49fuBG3GXjcY2QnPnWcPsqkpUpTl5zjk6jupOtt5q+VDq53K89/if
M1ve+1/Cl9yz07o4VsJdajI/N9puuvKJv08V31rGzIdMo2tLpbVap2L0MLiDVd50JVvuvtSSbkcU
Jw3DDsk3G38/dhsf8bb7Ksn2nvAShIcIlGCYncz+m5b7J9XRvG9S8ZSmW01N7TpXGUrYxmO00Ro0
y76Ewp+q8+yAwd5w5W15L6jfWsbsadb93rCK3uscNX2i1t3DeYVon+4dp/n/0W432Rf/V2KXJ8Pd
jtwwTWpHj1q20TmFwolp+frHwHgQNpH3Ophb6D7r1t9G4ddM3BS6Uz8Gz/3Ju5N3KiQ1VrNj02yO
pbyTkk/ZPnsS+o08PKrPpvWchF8i4aGHSNPuPvVfC8kOosf2QY/sTLZ7Ji/ks+g+WskWwgHLX9mI
hVY6XwSNeuiP0elg1u7yAsoHU6h6Ug4H0g+wJENS7fSyGE9JkUEc2qeyE2ZxYnuK/hgPSfc5qRrI
tPphbdbvffL+8kRkiWBaIo6hfQr5/uUPkeK2aNou6JwRdwHcs5G09nNLiahs5M1Y1o75ViDxWdIX
zAppF1v6ThFP1vAdITU77JRdr9kDOVZtC/ArxUj+QpNynMovsY/yrwgZn7CpD41eHs2pGMaokpk4
daUfxTVupNW1zDZVbjK5yC0fwIxwB3+68U07CnwW2aPieBECzCbgrl3fH6EDDBDUSny4H6nmZ6dI
egwfFcNWhWOwC9pDFm1cedtmv7O9f0eBwVCes8bmGrfXZIoWrkb2HzQF8QEFStKDy/0PFJ9YOU46
x2VYtoBJPJEPtQlmMdtMNTpBerDacVcPyT+Ncq5y737U/bXyyvt44JUTAHKGZJyYlhDs8keYYRmK
SRN29DCHR0EUnmA1Qa/Nf8oi7S6FVTSXS4Br3DQZVbZB3orFxnXjQyZbL405fvLb4Rcp9r1fmkgg
ttV9W7hHapEvSDCx75tAUrYeEx7C3oI0Oh27Xa3sFdMxmpcuBQpn6BtPWPnErqMiNhbsAcMlskUb
ePbm5KLSJrGZdg7a4KBuwm2WtFQIdy6FwttvzHtserV9H0zNvqG8lNSi9MqOZ1d/Kb2U0Sa6pJn+
zOz0F0ULtnEqgPlDNloZ7tsu/tZG+TZ9qf23uKptZvKPrSnajfKjK++URN3IWn+Qk+PKr7wOQ9iQ
qW9GfEC5f65f7XqtmVX+2Dlwrxv7QWj3aSpV28TT9W0qINCSCe4DeEGu5QiKeQF9zlptw61QDZZd
xKm0GStB5dtomn1BC3OvMqx79r2UEd0+TXdBYdpcZAnp46iTNdT6vpLV+uX2Mt6hCFebTYAIkpIb
lMnaS18F9MrcslV1Tga1lCFDLdXARiZk2kkd20OlnUzz0A8/VGFj+fdwJe9Ny04leFCl4ZQTbHTR
D7lYY2C/TprgdmfMh1E3RtFBOFz+KBlA1rS1ndOZ7ktqHersWfLUfVMlR4BQRev4Y70SVC0cJyYZ
x9Hh5504uC9N9gVTWVYkYjIqN2N4B0nVStCxuCgUwCfqeqQy54IseW10Qh2DfEx5o33/UMsPhhxv
qvYQ00lp7rJhBZO38CqyjRR8phlT6tlzUF5pCX0X96xJMo5hFh6JTu61B098qH6VX9vY3XtrghjT
9TrzJqibJoJAoFR0SWa72HhqBFWt1Dlm7trJ8N1yhX2QvCh+e2qS7+1aAW3hUrowN7toB1kdimhg
gS3qaRn6y95vQzjDybHiHNep2iR9959lzaGAadFbmWoMHYWeY9s8VD0G17oOizaYNqOiBVKJ0Y1L
BxT6IEVIFfcALncXVzgGYlXpGuZ82ScmFKw4TYgwjHhppmayMmJ2kKUQhrfyeGy+WVq2M1LHjFBU
F0Fv5v/Al7DpVHflA3jH7sy9YxpeBbM9ofTmwVE81lVeuxrvYuE/q/Gh0l+NuD2o6XkUHzU0TRvv
Z6naasgkvIxqJrogntNUh678PEw/zvpHtPaeevx7gigEyhmAoqIEDpNG1OwSdIOshR4qBsAXvOTd
H2H8PnRfb1+0S8cL6ofRRXCr17KWopAaXi5hYuh/VPJDnx1U4/m2iaUL5qOJ2dFqjF3z8EQ94L1P
hhXZeigcxph+hH4oxVNVH/9+XH7aN+q8U/8DIu45vLNSks4I6wQQadIxK1E8Sv1PX2gfmPU63F7b
4vZRIYdrByYXQJ6XbiuHrlrLEZY0iMweYkGzpTxdCTym/Zm7J6gs+iqI1uEJMy+I0jEOdCvtnQ5O
vW5Hw26TFJ+j5un2UlbMvEMIPhRLErFPm0zHTGsehfJTOz6O6sOwmhveXsz7rM0HK4OXMdzcFCxG
/yb2B9+X7KjsIZJZ+ainK/Z60yYSFSAj9KVmT3ViwE/jknw5vRXSOXyQ9GLlWKa/cG2Bv41oDxiv
uRZE4gm6Wmp575iAGvSvifepeIK+xV6tYi3eT0wdMYMNjh2ultlaYI6Xi5YSJn1RMmnLO4vKVqlO
4WOviBsTsVtzeE6tkxe/+vpPy/dtK9q73Smof0Ve+uqlX8K+fagH5Tis4TwWP+0Pv2yW1hQM9GVq
3uAz5asqC7YS70bDln+lwbM3yXEOK3t+PYo1fdn/Z3D+4kmuiiYYejFOWJzip3LwAB296uXeaz+X
0u8i/t5KLbT0z/VqiWnRoT5YnoUQNTr3gduJveOZmbQthB40lSsoK7HR4kf4wYqC0334PAJZipFc
7XqGLo6lbEvtdJh36tqtv/jcftzHabUf7GhDFkVeg0sR/rcnuf0nER8bCZVX11ZyfaqNZMKjgnz4
7Ttm6boEgAlDIPGsTtv90mziln6IWFjvZAOc2v2hRbGuG17+hRGa+aCBGCzD0qWRHrXNNKwUnjT5
zsqlTVE/y8gC/3dGZt+knzE7obly78TKV68xbVE/1enKQpZcTvuwkNnXFeYqqsIyNkz3kxv+FGDy
vb2IazpmPqcJHwCGiYoACdXlVnWmaXa1IUEsGHxhrISCtXtXG8WmSbStWTH6U70xx5YOn/KipHQu
MsFeNvbg/bPyOxbuUjrN068g1rGAJ17+jtL11Do0VI4sDhD7azUl/2GagX8XykOMUlOs6YMddCJF
XSkWk0+un6uAoUNJ6k9RaVjHFmhdvBXUQoyYt0vMO01L+zNSSY1HmTZf6z0u/V7SiCkkxpuvMAhm
aMZC3XEyagWyLW0S4VdWFPEB3Zlhk7qa7xijIhxu79Ki0cmfIdYEZDBPm3q5FwNIb3qnaL/I3Q+r
OhW5ytv2O1c/3ba08JlO0EeCfmbhJmW8y+NooaeLuxhLUa+oW7Xw9WMolyjI1o21EnUsLAqaIYhj
IBUAFjs/eU/JhUYV6QNBfycWEXiq8QwvqSvcD3ry+fayFrJAmkBUitCoBfUzB3UOVqm66CTQWG3F
V4JeSp3WwwSJUbIHMRy34LJXQt+F6xwUBazIE1Aa3U55tpFkbyAyJdFJS8vbJ2NkbU34fU8Ns30V
FG8rHrJobtpIYnlga/Pgyk/NNOtSkX4ns9AK+adQq4dINN88o1y7ABcObtLnov+ugLq8mmwPzARa
2S6WHDVzIWgoN34/bpCP2+vq+Lms1xLEpbNjMAcGGVySu3V2qRe5b+g1LVhGc8Z9MBzrqrS2QSjs
TM+4q4z0W6FLb7fdZWk3p3kBdpJOKJPfs8MzPFF0E1N0oj9KovxJ6gLGrV9oGf/5F3Y4MipKEvDN
eU+8DkoDUvxGctLoS6pGm9Hpasmu/l5PnkLaNJmIfzAKQTficj2SXGhpVLdM0Gb+N8PK992obZlr
X3HCBazxhN4D3gbMWCFinR1VVkWVTrVRcmQhH581Lam3CVHpXuqlfmdarbEb+rp6M61QgIqg9U6t
Zq6N8y5456QyMM1WadOEwuzpbOSo9wJBlhyT9lAdtfvYzPem593Xlrzzo9+3T3ApnLowN3tHJRXR
LBi8JMcIRfSTtUNuFFu1/8kVasXRQecB0pGK61N978OVvvKMT399lolgHaojOgw0oOf8BP0guUXK
oL2TSZltuDx5o3voLJN25X2eH2JR/R0L+QoIbeGD5L1mPGPCVcBJOGvgmxAwVOy+5CSp/xlS/vQ1
bZWTIH7OtHiv6PkKKGbpQDWaFmCuMajNv39TSn3XammYMSe0TUOau25+Dopon1QenO+au4JNW1oe
sRcou4lnUZzTE8jRKIuZnsiO529GkYIQtX6vuG892DnKc0hR77YLLa4PJjniMchurpL8ehgaPatb
2cnGxp4YLayzFgfHhK5oIq/Nei3cbGBI/mNsnurrY9ebhVHJTtOCVmmlwglT8pkkCPynul2jlF4I
Y5kpB6YFqFBnsn72CPp6LEcGEsigFJheI2qmYQ3h0/b2Bi5bARyOV/LIz28dMarcBmEb2am6mr5K
oP/R02BN8fia7m5qRsBjM1mAT+KdbvdD3gSoY2xqteGYUFrL7bIOx6dULIcnUvNqR1ZA5p1oOy9H
iCB3IfgVMnhfwh42Xb/nUfa9QrnLxVG3eVrWmIuv2Wbefx1shBNPA+Pus1vPDPqxLOROdnx/ZFRQ
hpDQOkS6depQzkxix9WSH03QOFX5LJqHtDBsb/xaJgfIexmIWwHqLnk0E7toIBJKQgw4uxMFQQwT
QeOCoNXdVD+shOHq7OCiMqNHK6aWzp7ONpqo8BfIsClcvmy+N2pVJguSAwi5OUb42iaOgFje9rCl
/qlOnY8P9D1fmk+JxWmZJ23j4WIJxFfZKKvHzvXbo9azvYGZii8jacw2M73XzOWcNfBNB+CfJyhC
P+uq3pwas+v35WBIO6kuin0vj96m7Fplo/KX7bB0QcmkMEWadSzvh87NtpUrxTvTBLmDlqF+bLVc
s9O0kLZ1h6ygEiUnv5VctlX8VjW9uo+axN/dXvfSVWhC6/VOVY326ez7LYwsartRlZ3CDf1jY4qu
o+Z59Ev1q3+6hGqhLpXmto9LZSUwWjRM2XPCX9KbmmenfmQpWe1ZsjMK+r6E3CT1031eoVkFV4Ti
DXdZLK1kPkueRJ8N+BuhC7W9WYwkMEPc+2qsOD4Rr+0Fd30FxOD2fi5l3RCzT+qQxCbgt2dGqlTt
e+DX+BFq3wClQohAu50mvprhDhVsO7PISL6GomDH4R8gMSvml25/iwsSdhXKiTQ+Lr+WPnN53TpX
dgTBHIEgqOWrGxfGuFFhyjslWd7tW1Efd6Mp0ZDzhGJfeEZ2l3mqudWs4lMqQJOmS3W064K0PFer
GLeF9BMGbPAJYHuhnJlfY4EliLoshIoj5eb4kgGK2clKrR0ypVur3y+52P+ZuhrFiIYhtZTYU5xR
2emILerqyZJdMHPZiXfrLK+p1C4VMD+sjSj4cvO7aNBLOWJtjZrfDUV7PyTivhOKB/KKfUiOncuO
pMR7QR82flegdfTj9vEvrvgd1Dyx6yFGePkDAKe0qPsFCqULM2NiovqWi+JWNsbvuQ6zQjh6hzRY
ayIuvUxTyo1QNF0SQPGzioIuur3gheRSgXIX9ebB1byNOsgP1vi7fvWei5qKdn/vGbmDPNN25IcU
RncYYF0o14iMlt5wpHV4J3gmmSqbl9Ndz0KFbCRzNSYUg/bZrQSnCPRNsIvbh6ERbTkX78T80dOP
ZfKip+6TZ34XXW/ldlt4H3mumWjjDBj0N2Zb4hteFStqJzlu9sBJP7W+uxtGFxjiW8QcxO1TXzyA
iWSTuaPpQZ4j8tO+K7rcnRIiwmVNguIvHQ5mHr12ugbAEMRkvg3qeBfLDdG0YxjeNk28576snoK0
3gmrpeClnMmASEGHjoIBUdDgl47YDrqfZAJZSykWX0f5i6+6thsnn6w22WkD3NO96dmW159q5VVO
1xABS7sPFcZU5aJFhCdcWm8iXW8sSsVOKwj7ZLiTqmiXoklKg1WyXlY2f+FVofpDQIbM9tQtmr2g
IcdhxnkkO6rSUtMfNgyQ2v7v57AEhprYHUKyej1shtrfMEJduM8D40q3f8PST5j4fKiJ0xKFCely
vZbehJHaWDi9Z9ZbON7djWXE3v62lffZhFkqCvSIYIHGK8iOeY0S7FzAhGhArN+6B8n7KRnaZ4XS
sV7Sy1f8u6wvndbdoud2EovUdilmNuM+z/M//iAdLG6FuAs2gfc7S9tNPyYnKfcPbSGeQm+tQ3h9
EVK4mmh7yZohKZlnzbGaw1QckQTVZdMRrO8K70tQ7yrlJLroThlvt7dmwRwhDGNBjBuiTj6fqlTo
ektlT2yee+3U9LAKu9SOJfld0CJlUU+9LL1bU7VbAB5yw9EHp4ZFJYvqz+W5S5afcv1IshN74LD1
nwlySYm1tbQQ7eQ7HXan8Vdc/FYZWkhQi47qtUrM//MLNDISpq/oYc9ePADhltAxmoyuURduqjFj
rNI9N6L7ZzB/JtIfXwg/eR2kFUL15gYyb2+6afv2cHv7r2sk0z4wbwlS0IIqZva9936cehTzZUf/
kmjGzgd+NyT7BsWTxtKORfQ8rIXNCxfcpcnZBZ+WmZegqywDaWmAokZKsTfGUXmR67DbmYORbNVQ
TX9XapPsy1iJN3USmLbQ5H8/jXX5Q6aA8EPSmqFaEnDRyo4lhMK+j/3iabDGeK+Wrfh8e5sXLgBs
0VViNoHPnxO/tKULVPQynUWXvroPVRXwkxp8Da1t2moboXoMrGdIKzPU33MXwHcGZsIev9b6Rncf
k35v9r8MGkyQaYLEnUDa0LXd/oULL+HlL5zthuf5UV3WMpWdzP2tAg726r1iobUF5tXt7/L4kyyp
+0B8dc1TAt1htvGkh8Aa7UZa+ymLTglqlUI6QYA4R4/4eWzVyMjLjqhUnd11j2iqj925zE071KST
bP4uwvwoZYdeQyGy3pfS5yEoDrVvELjtB0BI0cb0VlrQ71jkyztcIU6jEoWC2yQhNTvCQs6LTMjJ
gaqmjT/LQ1DtUq/tt+Iw3jMdJDyOWohgKsDNl7CtLK6TVNx5tfQMJUBsw0jyj9HU3dZydXNTZH68
DSwTQnSr+sE/ciCrFFGIkr9JtRHRbIzT5yySk4emjpttT9N4o47JcGqbak0hdWm3QeJrU7A1jc/M
8p7pAdbbVnjPY7vWpsgzPGeSVW5MNRM2mak/KZZnpHYmSpZtUJTe3va8pReAmaqpHD0Vj+ZMaSoc
k7IyYl9v1W1BwwS8pZkHNgMQwqDbpZWsIb4XULSwpVHzBzjEo895zr5GQzDcwk8VJ9Ebpj5asfzU
gw/eNkHs/9JSYzgrajtArlPBMq1lYrTJR+XsRVJ5lONg2JalZ/3o8lraeEERv1kZ7HhpXPhnoXCV
la9h+u5mbsdDTOoNPck0QDV7JyjYx2EhtYojeuOhUGUo64pG3jZ91GxkoBd/XTOCHgfvRjCa4TDi
0MutSftWChvmR+mRfZPVgF7g3784dGPp7gHZgodnjkBqA69UvbhTHTetmE4otoVp2or+rAfuxoub
YxzZ1ettD7sOaiHkQBpoEssCLDzHamZJ1hp5HaoOAtLaMVHE8D5umI1RfFPaiE0Y7vJGX1OeX+j3
gEky4Z6aZt+JMGY7qXOJ1WocaE45Zt90Tz0Viv/ZDazj2DSPgKI9rz9UY3CH/MnKVbXwRZHJ0WAl
i6IkMC+k9FZqFVprqo5VyswIqaO/CzOt31ltr++DSADz1QrBW5l65crhTnfgzFmnRw4hWJqSBHWz
iN419MZ0yemcuLUYl0jw1a/lsPKYXsfsqEmQM0wYX76LOYzRzCVKNRSjnagUwp03BIZtCYWyUg9a
2kT6HNTNQdnTHZxd930iZGE4aJoj1q3TwUNu+D969+R7/i5nWC6vxk9/7aWEBvQ5gEvChzmn2uWC
rpo8S/QJdJImezE6BED6By/ZpFG/UrNd+CLoQILLpyauMSIyLf5D6CP3hddQlNeZQZEPAYquUiHB
ASscFLSJLf/b7ZUtfQrvgY+uTpwbQAMvzTVSVdByR0AFnSZ1vINJLw0OWab4thw9t415ttQtQ9Wb
22avTxCeGnYULD0DwtC2XFotC5Ay2uAaTuJ2Oy+VWgA0BNKWXtpi3211BV1zq+zXxI+u3ROzGrJq
RDAMuc0JhyrLHzMSOdORy2jY5xKItSj0TrfXtlCtubQye8IGAcxIpqam0xT+N8WDeF0KXvgetq6Z
7ZXKBYpXPHWvisfQmu+A+YSs4ncbBru8X/nmr32JX8L1SvkE4jsKuJfbbAhFKIiNZzo5E5hJcE99
Nh+YF2Ns0PdWjvT6Mby0NcUyH/zWtaqi1bm2ndQPn0azJz9lIi9+zBE+X/n+F5x2skUtkNiE4eU5
NxijH2qhlaUJpRNbKrTBjyCq+o0Y5dG28Upau1kp33mJ3kPKYRj3ehF1r7dPecmVFCIiSjHgtQHo
XC63jzImmrvKhDOjBUtX1x0wRFVdOcDFlcIUyow+7grT68yXmHdVEV5vTMcLP/V5bvsJJNfKY1Kk
YNuSQ+gW9ughB7PGxrN0mlRDIGwhEdcAeVwuTzagbco9djgrkuJE97V/1jzx3vB78V7RO3Hlm1ky
p2rcr+/s+ldqqZFQWWkbjeb74yQIj135PfDJI6S16sLSsX00NHsFrV7JhqIYTKdN8g25ZGiugayX
LHBW0xAEjDf0gi53LjDLLhli3XSSyK03QI3KTS5BMnzb/a5fczBYdPUYraftc8XV2dZ605dlZThI
0mW9uBkQwozXeLXXjMzehjyyIEgLasMJYYmoWnFiY/6vjcxPRGlS080bVhJ7Gzl/AB2zDdY6uwsr
oWhKVjER6cjoXl4eiiWRDsoD/EBD4B272GVuJtoUarm9fSoLzxqROd8MJbr3qaBLM6XcdVogJKKj
M3FjedljzoC+ui1j9XUaH9GrfgXSsvDdMCENvh4oLN/OXJVySMdk5OoBH2gcdO2zscmU0rbClaB1
afeYToFbifDnmocoFb2+GZJRdIjH2qMZxNuIIZy93/892Br9P66B/0UgEkle7p+BZolYy+xfqGXf
S73YpL711Jbdyq26tB76dBMfIDfIVWUNWJIuZy5mlCizfePeDz812pe/d4VpUHCqkeAL6nRNfHgO
/TwSc9WqRCcpanso4W1od23+1qavZm2v9QSn2/gytofGfIIaKlPhlPj60lhKoA06BjfwHmr3vi6y
baHrsMLdrelnL1xuUKZP9KlcO+Tokz9+WFUoe6MYGrXoCPpP1f3TZX+d4rKQD39/9uxUkgyhc8ff
H4cHM/vx7/4+AQNt2in+fH9uP/x+BVreWC9gimmQwOXSZPYwssrj7aNfcq8JRzZRq5FLz0ODQkv8
Mg+B0EbZW6wUm56euZT+um1k8cg/GJndzS5aI/T5ZVbSBqhjt4/4saf5PxTxewZJxm1jS9fMxxXN
7mi58ryorUHpArU6KPKPtG/sSI+22hpgfOkC5YrWeKLfGWZn/qUMOmqVHJ0D6UvGUPzXfnxRManv
k7V8eNGVJwwrrHx8MnMyLhfGV0upLO7qip7PaOv/gv3ynYELP6NvyxT+7IhUrZNGvcGZ0yT5Idfq
izgUd0jPxN7aVO3S+VCwmeplkwrGvEXvC9po+LS2HF3ZJ6qtFeRVdoYO0m03WDqd6XamCQp9GK2H
y6/fBFTjJ0Q+jtZYdvNQI6pB3VFCClsUfbtTV4LCpe+IfucERCd3oWxyaS4PIj9TyIUdwxUeQ3qR
/JtdFv1ze1EL+IZ3pB+vDak9Xd3ZTZ2EgDc0I5j6qsV9in5PADs0cyXmvtbudKux68CzpbJ5qTPv
3IvxFgrZ2z9haV/h6bcmUUn6nXP+KpcZjKCEl9oZYCtRm6+Z+TQJTYsDlD7bLH7+76zN3HLUcx29
5AToWeLbpZrvKk/sbCo1preHkHcHsiFbiVaXLitqC0goTyUGAESXJymmUVxKtUaY4h5UZoLMrj3A
WTQxR7dgjv9+fRAdkxniDyA3ZgE40nhRy/A8PF05x9hbTkMxwfSGLfTGgLNsLVhDMy8uz4L6gVY1
lb25RT30FKnPcFQZxKCcoHyYFraSHKlkEmSu9cUXunS89aBeGOWZRD/m6PtkDDJLi2hM9ITlQGD4
NtRNbX7uJGk7qLKtIr9Y7drgV92sOOrSQrkyyQsRC2K5s6SX566Rq66UpmLRCDdk5v3qdGHTDwdi
wf3tY1z6+ieOWwPWjGlYdfYUSH6rNIOHLb1wd26kfU2LfFNXyYprLptBBI0GDiQ384hm0gMZIolR
Bit7Vhq74vS6OF8xsnQ/c1AT+zZ3J2n8pf9T7SoEokTJ6bxi00UHD4b20nwa+xUI+MKbBlkSSMCJ
xPOaAz7Vc4hQpkAdkuDR7unPHOWskne3T2ZhNdM3PJUkqEswsHC5mlGVhj5Le2j9mqTfeYpa7ZRR
sluvhwo1F1auq4UDIvGghAWQ9R0Afmkt6zJN8TsCHTX8FBr3Y/WSj4fbC1o2AVMEng2xwPz5dMlm
Grfh+YxB2Niip9+nKP1t/KJaOZ81Q7MHtDerKC9YrKPnf5rAyf3nQVuJoBdNUHqfSlPoKcxL1TVN
TjmY1jKMKVPWdzwudrq2YYt+xrwM9AEUqa/G0hIhEAK/8yVHkdz6Phks9USb7PX2qSy62TQQoypc
A6I426wOVLoWSbnkxGpXb3NXizaCqrnHemSAMLBAG962t3SvTqEgFC+MG12jhsfK6rSsSSVHHIvm
1AnCuFW1ItxQhxEp5Aj+zggS7SBFBY7ehoChJTnftkK3BkBZWvlU1YQyGQZX6ouXLl9bAQGJEBIP
IAPuyfeV5X5t060uNC+3lzx9qbO8EWqtCWNDY5Ge/iz06akZt0ZXSA5YGFvLj+7Ag4zCh5Hne1X9
ctvYQpQzdXXBcymT4v1cvDf3uqEXK7Y3S5jAcQQT4KD+fWzyral8bcyVa2NpD7nNuZ1A7E1oqdke
1iG3ZMLSWskWjJ958r3TEAtO/8Xn9sHMPHSLO4uJvo6nvzJfW73ciP6PxFpZytIpEc5APDRRgsLG
drmU0TKLFn4zXkIlR9+lGtOditrjifCn2aQIcT2OKI7sbp/WtD8XrgHCikgG5B29f5omM9eoglBk
Msy0HHkcbdn1Tp3XfqubfW9Zp1bN7WD83UX+19tGry4vShjTrcITCeAG2O3lSsUyUNuylQVHSLJH
oThB/vZiadUKXex1UX0yA5Ju6nRPycw8HI3zRLBUV3DipNhK1mf9t1rYBeB85j28fRMUpz5dKdQt
rIybjG4XMogA5ee5YBqNwJRV0T9HQCZQUK7bETm4FUdZMzJbF/zOspLA6IvkZmXrlGdw+nzlCVva
PDq4oKIZj6KCMleca4PYElODlXTpA/VWW3u1jH/ifu/1d3X2x0sGlOf+3i2mmiowOHT7mGyd1v2h
alPoap7VyeifJznMwCptxrI2fbvyKV/dGOR+dDsgvpyKDzyhl1Y6z6dMX+v+mRBrI4iRnSMnJqFw
1/657eVX3/OloXkULaamLlSy4p/b0CUxeU2CswuxEDBHcQ3Rce0RZOlMhUwwQtZ0dcFD95HppZac
A9yuGA91DH/qX9+B/OGPRmbH01YqyeuIEcF370QLC0K1RxT89q4tLoWhzSmqQbJhDod0By1s21BN
zqP5Q+2rTRrfpf7KyVy3bqelfDAyWwqcrRGlHCU5Gx4AiaTbtYmxLfPo22C291aYSHbnlrbcqDt/
AHWklA3sScUZXNKmL3Pg+Wup5dKq9Sn9eRe5o7Zy6ZTqiCqPL/nBube+l6K1mb6vgnHZv9/bj1ak
mZXIt5ASDYJzqX/RqtxOpE+NvKbDs7aUWVQz6fXmwWTE8l4CMd9IQ73VAm/lfnqnX7h8uCge0iul
yY/jU1O5XEslB0FWJmJyrlq0HE3/OKD6Eqk2HVOzie7FJt9laIwxanmWstdAf1Pict9WyV4CSxbF
bxzsUazUkxzk9lh229s7fX3JkDrRruMXUndkTPfy11mi3+UAObJzrlbA+JD52zeSDrtzDdHuoDTB
4ba9q0idHuFHe7OTNVAtliLDz84F+AN1rLZu819amB1rFDdQSHZRdu4jb6Prb8Fa3HgdiVwuYfaq
taI7+JrGEugDtc3EoYId4U3Sn8tM31JO2un9Sly8tmvz4CeKiPbzODsrmQYH9X1riCu7tvAxXJzL
7KKxuqzMGhedlUY69KOFhOWdFgUrUKJFI1Dn6ijqUBaYj0EOWuB7cZ9n54Fa9IaG17c25w5x0/Lt
771sepvJnvjg6EZeenUUoB5ijEV2TvxxYjEPAvWBuYk1NMTCx2PwNCtIyFB7gMHj0kxVw5wdEAuc
kWhNcvG5yMQ/anUC2bnWXl9wAPaMUQ+4N6nKzgeu0o6BtlZPs7M1ppnj6r68t4Lq6+1dWzieqYED
5wQ10Ykz8XI5IjjqXE3U7ByKXnXqpdL7Cc1oaNfUPNYu36Wt+2hrtnUd+hjU07AVjF/Eojxp2j89
L5kKee7tRS3Eh1OniOIDdxwN0Dk9Tt0OcGa2Ot8OesQx7+hmjJpDXpYbRYm3rZhsssJ7jH0dHsWn
27YXbooL07MNJRNHAFG28PdJfhOvlLcxAZyf7er4txWWNgJ/ZzSZ1+r3iweJ9CIDj4RY1JwvD9JV
ZCaaW9xf7Mytm39pQh8mC6NdK6MveSUZLWVKpr+oV87WB7oKRaJmwGFqX71TsqzfDutK49fhKQcI
g8yEc0TTfO77sllqkep6OSEHTQghcXqjeaCM8CtgSsq2VHklHVvcPdDMuAqkHPAUXO6ekjVqqhic
mhkg/RUNY7YT4tLcZyIaS7cdZGkDEcecisr6RIo8jw2iRtNLJcrPVuEeKrliisrVGhryt80srQgM
A981wC1AvrNMgmpywi/I8nNlPg2Ip/uE9hWCs7etLCyGbHLCmQDKIBubzvFDVlQHsTkqRZ2fVfEg
SyIW/kWwQqZMHAXPGoPl8/fDrxH28cu2OEdB/mRmsZP545sq+29aqvz1e8jwNChwQl1IhWgVXS6m
iZMolawgOYfhDyF7RcJZNZ5v79f1qVyamB1+nTRd02ZhcqZ50beBDUpYSr/ctnF9A2EDlDBVLjiO
rzhfRj9wWxQJkjPqBSdXdwr/S9Hdm94Limci2kjiX3sa0E6+U5iYqAyxd5fbJkf8R6UwOecVZOKe
7sTBvcpc7O1VXe8cb7vGIC5DIO+GLq2YYebpQton575Xd/3w0qrpdrWwcL11GEEAGA1bKgs8vJdG
ioJLrdDJIv+HtDPbjRtZtvYTEeA83JI1SaIsybY86IZou2XO88yn/z/6x4GrWDxFuM++aGzAgKIy
M5gZw4q1+nJy8gHNA1QZpu5XGAwOUzz5sc63GLquH8VLk4v7tBnlxmg7UspIExyp/2IA1eGg+q1a
5Or+WaggQUkNJnD5PoAuCPVBlLHTq/sU6L3FQOkmkG5lNbQf6SIT7NEv0Rb+PRY8DrFupK5cJA4y
YKQYKdmp+GnzqK5vHm7PM0uL+22cUrFoNCxZ7ddweLT6LcKHawPAMhQuHIaOUPVcVstkU5CoXIwe
ikEnRN0PY7iF0bnerBlcPyPAqKyCAFs8OnEWKFJR59YDQq37WPiCkiczfNl9Jhcbn+j19N4MyADB
wNg88HpymUvHHiepqBSl9GjX/ps1O0v8Qr34MBmeLaPTPMmnTrhnik4wxx8FaXHRuH51pzThHrGF
v/2Of2tdUl2FDgaOxMWii8hqJ6WbIEMZzd4tjA7u2556bmWJW6IO16gK0gAckUkiKvA6auiXqw6q
CABc3HgUrZtjYb43QbRXmvw0CPL9kCbPOgIn5VjbXfIjLKbXXI7+OvmZYSNzMRndTeY7Fy9KDxFL
TWIgPBRKt5MVN/RfM+SVbu/o/Ecuiw0sk8lDwhbeYlobl6sccktR+oZSXql6BwsqZW5Hf7QOY/CG
asZtW9e3CPDouWI99ykhw1pckKZWlUrR+aELo9OPxHjLpJc4077cNrLy5XGB8ITxdjEjtKRAQq+t
iUst9t1wKNvd1Bkyo+3qVj98ZdssIksAN+CVGLtdLEVO2nIaqYICuXlk+P6DUn+I1Bcp7e7V8cft
Bc233uUJkSjSSUNSD2pd2pWXJySnARwFnkDVyex2aQAD6XT0lPqA6o2TFL82BRivTwl7TGvOp8QX
tiR2agNC2SmwQlf1xpMaTK5WCA8W89K3l7XcwbkMSq7NOOAs9sj/vVxWqA6TEcYtFbswRVitFsqd
YqbZQcwFYlpYxZyI3fjLT4pBEqoIwIzBF/Df3zJHZxFnGvmJSuIWuXV2L0ivc3uh+XV7XUv/w8Ss
azDz89HuuuoA1V5oZHIcxm5gtD70pv4nX0u35v+uNw9ttZlSAkdHh3PZTwh7M7LisYldD6iMSQ/X
M+T92PU/89BDOmrL25cuMa+JWSeYWwBlGCxrcVadkokaFDquUVNvjGwqcaHx/fa+LaOn3zbQzpmF
hXD1ZfPCaM0wqqwhdjM0xkcI/UHP6sMzQ7L20H5OK7ur3v7eInNqvCWEnSRVi7LcBMdfWphx4haV
9LNqw+k5ytX+yeRi35V1Fd0Fnj4eh7Kvj3FZb5GhLD/reb28KhB3kPEzir7wf5j/xaoSo8RVLQaj
o8Y8Fa32rTH7XdsPR2W63wx61nYYLBJ8lXzdMG0tHrShatRQhuXFNSe53jG/pjhe3xxUsTTsRIgj
R0uUfJ9WInItDJlvfO9XUQQLJj8GoMg1RvlrCaETWqE1By1B4KM1CVbDsjpqaKQhd0mJ0qj74ig2
RbmP5aI9SYUVDbY/RNZdNgytYmd6Nu6h1e4+5o2XPIRplX9MUjF8vu0SKx8vg5/GDNn8jT1Z3LWd
r3lRqkiJOyRGvE8EtXpLNKHaqBdc0XP83opZ14XJeDBby+ld2GIyUyrNxPVe8+JX9ASuKj/qn+HA
8h5j2SkGp3hXhNPtta3cGTO2FnAV4Qyf2OIjthTPlCeJ4y+kX1X3HnyQhfv0U/R628qKW19YWURo
amvkKc2LxI2zB5/gKC5syfgM7UmpJba4xeagL97G/7+Rf9a0+IQ1pUFJJVISt0m1wenlyocUQRP3
XqJAHVo3/u726lYuQpr6zJXz6cImsAwuOj+OAaHIiTvmEGXx3t+n6kYTd+2YWBaEHvNAPn/t8q7V
krit+YISN2+LwEEz2HokKQruMykxnnM5QTGu2oo01w4NNAGXIWE1BeOFTSo7YROn+GPrPY97y55s
afoZlL+i99vbt3IDwW5OPYaMRaWutLAzmkEpGhVpeN0JTJb5vvoR3YL6sfCycj/2gnZHhTL4MObC
D9B5W32eVeszCd+cMzO6vnAWIWbWEr6F1C2H+ADZ+mgX5XejBAda7TvUV6Y6eMviDY9Z81CCa+qC
FiUsAvrL4+zVvgQvp1N58JCop5EH37lXfTL3t3d2zTF5odEoJpiH4Wz+97PAJgs1JMUqzCTNfQ3L
geI/Flu95d848vNIdP7akJAGSzPnC6AnL42Ena/2Vlpk7lg8hyEKj77oQJwZ1S+KaIsZdEf5IW1p
Kr9VHqKVxVNuQSpv7Svdt/sISRhPAWTZGE42hE91/00KTl4X3BfTVsa6thvnP3T+xs52oy34+V1U
Z64CryBdUXtSDlOcbuz59dGSZED0YcxjC/DbL7xZbMuxH2OANnL3Gn9UyIUnKTlBKLr1XFwvZyaW
51WANI2Z+uXn2ZQtIK1CzNwBXVwJkg5B+lG2kS1OuTNPnms9gJImeJXiT6YokH/HQOGQfG21QyD8
e9vRVp7xmQsaiXm8lrhpmcRlPZMao+4ByKgObbb3PiRo8k3/huk9D/chaPpTOskxI74P5vBvoYUv
pVI5o/6rDw+3f8n1pcUPIfRl++dQfimYUA5VVEJ9lrllHFeHWJlwOdOoHClp26OoRcq+DnRvn2XN
Vji8cvBYntPlWRQaroNL91KmJNLlKMrceBIQ+T2WrVMldt3c3V7gmhkYIsBxznMA1L4uzaQCL4Q4
lJkraklCEAy9sJo/VknghFuZ+dpe6gSiGvA8kNfSfHWefTDWSCvAKvhghgpCIA2AV9u5ivcAWws4
g/K7tiV4vhICAcPnIZ3Z8YDHLtGNk5mMQEOCzE3KO00sD0L/brCw6A2pCAX95eSYwAvnu5p06jeG
Qa9gstzD57aXyTvDMV4Dki1DbPqnFRxriVqm/z0pm50X2mX+0g4/8+7gb4l9bdpdXBjeVERxlGPX
MvWD0Vu7tH7Ogzvp3sKPcsWZWjimxrccEunbnrR2gaCcSddobrZQMbw83kjOp6wbKz4VoYqcIM4i
2piUD6Q632qDrHkSHTTwgVB1s80LTwrUsWeABhm/UIPYDwkC4dgy/g9Ffj8dcquJ9pFutFAeZeXG
53Il2TUf65nppU5Vn5ZTAvY0c31dc5RYfbX0t6Y/SAiVdmpzJzW6DexpgsvrkzXuSDX64T6Uvw5V
8ujp1XFsnqnZnuRnvSThuH0AV8XE5W9bHL2hhorBHDpHb93Lxq6WTn4AMnomKTn447OFdrKDUuZg
ObcNz9t9+WSzJyTslDBnyKO2uEOaqtEtIe65qrJjG+ZOPj5N6SFPsmNgl5FlV1O9YfHa12YVCo4C
HBp1lmXrEHrtQW4hgHGjZELeufIfPEtEMiwoT7eXdn09nhuiTrpw6kqpZTVuAAZ15oMXG199GEEq
1XQqcX/b0nVWOFuaQYgo88ytiUtLsMb3pK50ra02+EFK3zpdkgYbgeKKi1xaWbhI3ept0OgdEBTD
4oVvoBJ4t8rSIYx2xnyyA63aSy1kvsIeGuHaLjR1oyCyenSUGmfeVGD7v3/h2Sugqf0kDPOOGtYr
1bFKehTl19tbeZ3dsEjoOOd+gkbeNm/1mYkxVtQyakVMNBrO91WKPll164TVvQkL3G1bqw5yZmte
7pmtwGtKs/Cx1UBjoOxHKXD8cv8fErbLJS2CTdM3qzQdpdzVw19mEFHP+JhQNhD0zSH564/50tLi
Gh/bOM2KRAal0ebH1sgeI2OobMTKbBnEX5cdvFF6GhV/A/m9dWaLK73uIeFPdBZYTepj4qknI+p2
Wn8itUG+fQP9uL5Grg0DdSpA9POhnh1aLQ0+GEINY8MvL/xXQ9kRHTn8Q0pDx3gepH7DS9ZX98fg
4viyibb0WLKpkvYDJb7aLJ36zlOf9I+3vXH9+4bu639Wtjg9veMZDmBvcaPQbb9ogvl5bPZ99DZW
3XHqTxYxnhW3d6QRHRIrG8ZXr7Az44szhC8ukUgRChf4ZmaHRR3bghZTAKwAONm+Pn4zpJEaJ2gn
Yx/FFoxOShl+9XQ92ulplN2bjQDPlQCz5MYvmy/PyxcKp57HvGZifnqLixtBU9LaCkcuncA8huo3
lH8Vb3D0T3XvNOJ3GdV7szj+J5soU0MJrM4jKZdOZiVIvtbawM1wGEVt71nfuvKTbB515aPQv/rT
+1Bu3Htr+w9rC5K/VAEYOVhc7oUk1V6XchdNRfYcWNZjI43726ta+3IoZdOmnctHV+OmvZgMbZ+Z
+Jdxavg0+/QhaHunF59TL7GD5q1UN7opqy59bnLx7SgTlJFR6rGP7TexGRyp8oj0JAjlLWinUxEO
yXqnWvCohh/N+mMwen/LVwNFBbIwfxa9+KgsvwybUBVAoaoHo7mPYy2A16G2YyN9oFyxm7b4HeZH
Y+muMghOEn44s7RleKOKlBd1jyWryantPCdIT9RVN2KotZeL4Vf4wQBYUwlcRG3DlGXm0IGtHbR/
0dT0UHNBvcbXtr6D2euWi/m9ENJoxmCXGabY+cFEG4nAxk92pvzNchIpdyQElWFLP8o/uvxTA1nv
bT9dqSCQhZC68jTTd2GQ6fLrE0e1qIRJzV3/iyDc04tL7eizCEFGlu2U4ygNdvmvFx7K8liOzqDu
6nbjNpydYrlsdS7hMsw/l1kXb4zSDkqP3GLhJsTfTfIUtqqNqK6ThkdZeSz8LQXdNXtQg5LEU6vg
WBfHmfa11gm+Urjm0Lzm1auah49Z8i0rAvCc1mmom5fbW7zmpET9RFq/C/1LbIhUaEVu5UHpyigm
fejlsb1LeuM+qUbpdNvSFVh2/gDRbZlTDFomDFRdHqZUTXFmQiIL0Px7LkSOZ36LvMfIM1B0Fw5F
qd1HWcOLtnGfrjrRud3Fs1Gr5jQP1JQguoaDmu661HQEC3L7V3ZVgqK5RL3H/+YnB+kj5P96/lT5
jdNuudJ8wy1ciW4v9HZMk1szc9Hl8js9Qum052fEVr9juDtCV1uCW0aZtTbyjdho7b6FjQnxCtCf
v4fkL63FY5eO9YA1lWIQcTOV+vD7pNElNaY7MYIbcXoUTCZ/43E/asmpKY2Nn7Cy3pkfFSgQrzWN
2sW3G6tJlpp9Wrtt/3F2X7RCxrtAeoqg9rztWSsfDU0qvhngTTMrlHy51lANxAmlo9rtzQ+NMOyU
5LEWGyeb7qvh1AR3t61d+/HMowXyH4wbPVLqUpfm0LIK4jotAjfx3+Sk28Un03Qs6LET2bBDBJuL
4oMnbXjx1ZM9G5VkYhCAFqTLi90MhTiztKYPXDEW4/3UyZkrjIC9ja6KH7NUzh2m7GKnVeqnOp7C
jTrY1VlSeZsLJtCvzRyJS2BJkHj6lA/zUGKSRm7PVKETq6m3t0qjuvd7X7fjsU034r2rQIgYCIE/
RiAI+IBWLT6YaChUM8nAG+Wy6JSe9H2ou61RgZWFAcKeEfzAv+k1z/9+lkMosWlOZsEcJOf3KVRK
Wx+f6RwLpfosbelFrzkO0Ck43yQCL5KWxQXYteJoapnELkZfq1Yn/ftglMfkwY93yUPaTKeheN/w
1flPXlw68x6emVzcfb7cCUzJzntYDB+Z1qXx0jjhoO30sWEck3Q6bA6tN7yIA/oWhjOp72kcH2//
ivmgrn4ED/k8NYCo1XKasaujqRhlNrkORjtJJyc0XiY4O25bub7y5rWemVn4yxg3WUbhmrOsj3Je
QVuc2xYyz1L4Eu4epXaX5R+ryYYI6LbhqxBsYXdxH+Ry2guw6TOJLL8HJsJcg+r0oZ1WW3za/8sK
GeIGCgWHuLZYoTWJfpNNTBXGJoogYQEvOjFQ6FhT/kmKpNABWP5dKsafeROmjpJbwGOC7DO8Uvrz
36+Z4owBMS0Uk1ejfXEVDNlYsmYwGPdauDfNbm/1ky1s2Fm7AyAohBlLMebHc7G3rYXyU52bgavF
RX1sc/mr0avlxkVz9X5wgOdGFpdAlOZSpIwai6nid7138p8FOr++BBtGWOz0oo2c/7B7lAjJ8WYm
Q2XxYLV1rISDzKos8Tkev1tG4Ri608ifbpu57iKwsN9MPAx18RIvgUOm5uugv/rQzbtdYBwpaztR
dN+JSHh8mkp7lB3hWWY64LbZte0kgZ0xj0w5MKB6eaf6aphlGnzWbiyeguFAKdn4UXmOmNt9/rcE
tPQ66av+sbXwj74NvDhMsSXlhdNDc7sJhVrzwHMLC+fwvUEehxELFmNWAnNVSbsB41i7Hufe8Mwx
CdZgOXmSoPBgjvMpMavmDPqbphVOVv9twfb3Rv0xsngIRLnSBFFgGYH/qrbkS2JpMw+zv33065v1
x8ri6BPPSrJRHUN3ijU7bF82K6hbBhbn7al6zoTGBImA7EOY+lIjE/9/W8LivJWqaVgDS2gNvhCL
CcVwo0k//8blcygTzHF58hoSWF1+H4IkBbFschSlZDilPO6zyNxb9VtZbJzG6oc4Z86o7gL3WM4Z
dRpsBWU6z36b6h2iMF8s5alWPnKrk91Ij108nm7v3aonnxlcrKwXRyPSSVldyXj1AVGU1WOvbw0G
XvEWzN88MaGIBgkYU6h6L/cPDv90kGs9dJPx0L9MP9OdXj5Y3v1UvGiJ6o7KF/rr8ZPw0w8Kqs67
22ucz395eufWFy5eBwncPnToXLH+R+lMhtlFqCwezf49Hf/L7UbRhcAbOBD8NAtbVpAHWuaps7fr
lp3HfbpjPk7fWNHaN8UTPvO16HiCvihxakBtJK1QQhcpqJNlRfcjIsC3N23N5RlxYUIQmNpcrLo8
sqypWw1hidANRdFWEZj+po9foFm/bWUlRwJuogBaVKF4AnF/aaU3lVBufA8raFRmNjHKATFoh/YR
Oi/2NHaOEmwSFM67s/SHc6OLpSEbphWqjtF0fKN82XuiDVr1qy696/54oFF3521RxKwmEnMFQQfh
A/XdEsIVaygB5HUQucYwEOYekWQzxhBW14Dm6QudAzuCxrPfqmBc6RXNXx4jnsy8U8UgG13cjXld
l6ig4/sK92Ko0hloU9kxUL+ihlH6H8avgvRUeuW9PGskOvKP9K4rD9V7pH+mW7rhU2unPbPyQBrG
ROAVEEWu6zoUSzZe7l/LWTpEMWkTOhU0gNB1AyiFenbD5NqFOg+f8q2Af7xC8xR+FIegeSIXmYd7
HW06o32Eq6wMrIP/nP647c2r0RujS/NM6rzM5fUdSm0r5G0SuZ0CkWeqO5re/PK9zh5VRMrj8nl+
zhUrfvS972G9Ne2zmmxQ95TmKhIYzCW6NKiLWBj8OnKrZjiJ/QujnT9D9DRyRPD616ZytN3rFuX2
6gazr1DAUHSl6XL5BTORmRVd1Eeupn2xJu+EcHVmuar6j3DXVZt67GvP1YzghmeBKJUq1aU12OQt
6BC7yM3TxBmCQwnBk1MGp9Dc63fdl0E5Ao/Mv9TGo0xFFAaB2we86sBn5ufNOKs9xIblTRqii678
qI7IwTAqmT0axmdCgULX7HLLn9ZuqvPlLl7naDB7KaZX4Ga18h5FxjEr0rvGfPZy3fG0O2/44Cu2
nGxFIRu7bMqXy5S7rpi6mmX6cWiLwlvXPVXlRnS76je8LpSpZlKrpYilqOazrOkYuXF+TNWXCRyn
VX9U+kdtfAIIvZG+rT2Y87T7/1hbHNzUl3qWmKzIU9N2H2tGxT3YblU116zM2OeZfWz2z8Vx1UVA
6wH1TRcxOGeeqv9rwqz5OqerAR0Bqs8zze3lyWiInKhqaHGdqe9t8qwUv9KtaGn1yTi3sXwylAoy
2Nrj9E1EiNrCQZP8kHvJsfHHU+FN90Jbn8K+eUFH7sm0gg9dj6hVMuyEaTwqUrn3JfN1ap+ErTh/
zS0Z3lAoLkDQeMWAVse1OAqpHzPvX+0q6ZgauRNtDaFeiTX+3uI/Vn6/5GffuNp5tQa9TuxK1V0Y
/ZKG4GSYJ4vvfRi75wHapUC3HLkrnCgDK6T0p0ByUm9EbLSwkyn93AuGnbXNUfHyw1Q05G3qKS6F
vR9V+8ZQniyxevTK5JMVe3ZXl/vbV9RK3MbsCdN9xIUkEUt+k0LqaQ2lDTRxxQRYGA4VJXBkhku3
2PzWQhomh+nx8Z7TKl2GumkzqMMAeZMrNuUpN5OnukIibm9B9xC/tsqu7hBMSYzd7fWtOAH+zyQ+
s0ZMrF19Y2NSyXpah65PRbvqgoOig+jIp40q1oaZZYQ9+mpct2lDxtLcB120m/FFDeTqf78Y+hLk
eZDfIJQzXyhnvsZBtlIEzNmt8Z99K75vZt8r7kDb44+FeZ1nFkrByhu1JjdOpuwBruL71BwOVTV+
mVrxcHsxKzc6ooVwslLTJdRdMmJ71cTUrEyiLyf7uAt35igp+2SYdm20H/Q6OXaob902uZLZYZLU
cp4pJNxa5EFhD+OeZLF//bDPQEpVcb+PWrBZVnai+LPxiGxZWzyLdE/Q2RPk0G2MaTh6vmHthNQC
oZ8O762GhCzqvFup80rEMc8hg9cjgJ3JjC/Pry7UQvZzMueykj9mfXCQfM8RGuE0TNK+LIRwLg8K
wxZxx6rbMBHKSzPP9C25nxI5rTyt1qgKRf3PQZuOlhzs+jjJnZhe/u1DXPvUmBBmahznobqyyAFF
Ko+qGZNpapF4jPL7Zor3abnR2lyLjRno+GNl8an1ZQdUdmIjA7U9Mil5yP8JuqNuupLylqTHzEA1
SA9svx6d+m+1PHhSIFmYGVfQReVpWbgpoiGCrpW04ZTpffJf/h5/tPj7ixjcULy66Xr+vh/+0sS3
zUtk3ptFwsxXDaATmDmv75LKpzNrwxrR0nbrovwnDRhfHWRri1B/zeXOjSxCtEZLk1wrgM+F0h0l
1ThQ+Z6ezfbXbW9b+4jphsLkA8EdY/ALMyNamVnSspYhcvVqPIq+YMsAqpj2E6KtiOU3vu1q586s
LSLCIDZaz4wpr0VBD1+M5OXNbgx8iRnGBpnTVu72qRg3n3PGrCaj6mZkQ/+hbTNt10tpveuz/tWM
URa/vQmrB/rnZy0hcuZU5QZQQap+oS84PcOQh7gSqw0ra3cXyBg4mrm52OyFW3ZtNjRNW3Kihfop
T+KDMHh2KPe23sLRrNqFrN43W4ySK+eL8APTS8SJUOMtp9mlJpDmEgQ3F8oPTRc/1HXx3LaMQzQz
pCHwT7e3cuX2urC3eBQMMx3KssQep2wHdLsN/3Es/8N9fGFlcUcGDDTmgYSVwnpUBzSIf8Gk1Oob
OdnqWriiQDPNO7fkH1NheY3FkuIlknenRIvuZFs0N5ziejZIgtwaMSCYrUV44qzFhrWwiOuxykVc
R210yPzwrhYC/7lu8v0YhZIdxll+yI38V9zFsRvpJZVixf86Vsp0Vw/tFsbwN15g8Ynye+CGhEqM
IYBlAUP3tVBNE54f30oeMr28F/1/itj7GobxwQp0Wy+UY6xkd8zcMd5jkxTZZnJAYf1oxPFM/v9d
jPQft51q1Ymp4aKprs2zmItrA9nMohFHi8eqyO+7RD6JU2eXgXYnQeVeRfnxtjn9+n7nVZq5s4Cp
zL2HyyBDirTGQ42DyA0ZeuZm+l2ifFO6jVrvyqWDFeI0UGWgCpby3WWtqlE7UQJFtrtF+UYzHAYs
t2qMK1HohZXF/Q4wxcxUGUKVyro3zN5Ra+XoTc+1GNkaPJxNuBFYrB/Vn1Utjkox6ogYO6REozUP
kV68xslbkTyLOhTQQbURgd5cHKO6i0AilSqVxJxqZqTITN7HdgiuXPzW5k+xHDibKd5v1oCrbwPw
C08/0lNUoi4do1PNIa9K7FmNH+6j1CiRUAlyZyxjwR67LPrcwh2CJlSc7MsIYLtvlt8Gpe6R1Q5V
2L1qD85dtl5tyl/jQMXTDyCmmMIudXA6y5mG/h8tqRGxkrIvQTDGOyONvAfKRaZdBwqESPHoUWmb
wvGL1Rae00l+8DT1vrRDBDp2ijKByrLsGJ6xhtxRB31wpQDMqwoJ/F7ye8HO1EoHa6ooGxfZ6kcD
qoOiJzAZeAMu94aPyWwpE0QMcL5IvquMp0TsUG/6L9/mmZmFP+tdU+n5iBk/8vaV8lr1huPLz0P0
5fYdsHr3/7GzFB2QfWVUPBk7BjoiQ4jm82NOTe62kdWPhZqExsUGwHB516p13zYM9FKGqz5aiYjA
Rsukgmkb7/oWnHLVlMHM/JxXw3a0OJ4EGKAQIo/iwrmigDTIasNODWTgivtS/y83G6kSeSgz46DS
Ll1BnrrUU3vK/m1L1FrHqoHMs/d6e+9WD+jMyMIRkKlPK0MkyM+GD432ruX3RRhs3C+rm4Y+0yxx
aTJQutg0n0ybwIDImAG1YKrsKZFsRpLtXHT7LZ23tfoRolPAihFBISDQFq+OX8AZM3G7MGEfqfAb
TR+MvhSPPhosO39sQ4dG+KNqjupubIfCHkyp+A8+P9cSgfVQTKWedHluuhkUWVzRLyn9ZpfFum1k
P0pl49zWmt/MOrGbSFLR+Fs2v5USVG0AYZ5b9A+JyMwf2a7bNM9Dm9ipXMLEy+xTrjoKGx6nL1Fr
HnqtsQft2UCL7u+diAuX3jPA1PnbuFxxm0e6NwT8FgkqyB1hcenkSfLU1VvMGGveyhA9eCKLuXPS
xktDUBd6MlPgodtN8vvkZdZeCYV2F/Jd7G8vaSXL4HGaCSEs+NquYbZ5MwSFAdWYl8evXdG6xfiU
iXfBJDt1/S0PnoVpS5Rt7RlmB3+LGs+EoItd1IY2Hqp6ILGJ/UN6qqzMZjRw9GXHG33b2wIRrr00
5+YWbhqkTS5XkkSKERp3kpV+RiCG6rRU2pUY3v2H3fyztKUAQCfn4Oo6lmbmXwC92UEP+4SFWBsU
GC9KMO3ErQbiWtMUcC0xBgUggMpLn8yaMoymUCTrGA6aFCPpTuvuoykNe9NK7STaBehVP5Xh1mzg
WjzK4DQ0gjQUZqzdpYtmkqx3qJIQZJeh/4uCQePMUkn/4Y45t7JIgmH4mfquZ3VwlpwKZVcE0WFq
tijj1lzk3MoiqUoTSB5axNBdQx7f5NpW5OmeEQ0nVLf6I2sfNp1/RhR4VMmaFm9djXMEqki86xET
n+o0/QFoSXSgwf0PRQomEYivALjwWi9JJIbSTDtvjnz0yWz26RQHu6Qut4b3V73gj5VlCVkefUNQ
VLISQXmHrMwxNGHjzl3NMGlZAP+lUWJeMYg3mRdLSkNlSyv3lnn0m0P+KgofSh9aiAereW+Hu/Ff
kHHa+C3yMyeZnDS/k+vn21/22tsOMTuXJM0GvH12obNOgDIJbWOUBSio+C7s/UOQ35Xhh04fD0qw
hU9ac0cQHtyQjA4BAV7cWIJRVU1R0QrovPTY1c73NPGdsNM3dnZ1STBMM3HOhKm05HyqykZPUJoG
yEOtfxJdQ/sWV1RgtO+Vd7q9e2tuj5wkzBcwP87R6+XupSh+BfGMuMqG6qNeah+DvDlpwvt/sEId
AggHsCiG1y6tjAF/tQEV7qYN/BEkVv0nY9xSsV+twDDdSNfpN3mxtXi+2j4W6yGhjzFU+5KShgKV
qmZ9jnXTSTPLTsaTlR714Aj01c6Ue0E0DreXueYesKDAQAo0x4R4+HKZsVhFcjeymUYVtYC+rANy
M+OOAfjK9gU/2BhxvzY3s1oRisyYPPryi12dWsFLC4vIuRlKp2uY4Sp7JGgfRa3YeD1XLXEP02gw
kZwyZi86+8am1jL8sgKv0fVUUpIW7LEYVvsBIIz3t2ojVIdEJE0YhQFVxjjg8so3hSKrNWL1uKcn
HUlKdMryFFI+PbRs04jN498e2qW9RUQ3zZzeddfSxBAAkVm/lOwX/r8Jtb3+0GYzELkxP0BusKRU
a6rSzzsVXAjr+4cO+3NWJx8EP9mCvK80hCCro0rMO8YVoi7niLzMTM3MZz1SktmyHzhGKto6gXDp
R8SMUCNZ0SmpAXHU/7TFXVMY+9sbuhL48AtmVibYn3Xlik1HzGoVoTW8JQn3TVUgh0q4Fe38MuWT
DGxPDZwOuRq13Gubzfu1bUaWgUxv3uQrkWbNYLXF0FBJaoW9Vp3M7wXgOKo6wFd3wfhzGHel1jkM
WSvsRBszV+HdR6n8dWMP5iDrssJEFZhEE1zkPHe41IMVrTTvvYxT8LMGSJzq1JBUD/F+bgLq3n3b
oVTdusG0keiunj6VTggbIPIFlbnIdBFvBy0p8PWogmaL1U/IX/ZBMBxlazi0Qf4YNdlzEh5kqcN4
8qZl45YKx/XjxcpJkWasIP3rJSK0KjqvjAKR5HPsP8AWe5Ct+gcv2lfYkh/rTv2+sdPzLXe105Qn
6IFC1KrIi0u3nWBQstB5dCsx34GvuA+F3rfHwvyovZqRU4tfq+FOYzzQjsUft22vLnXugILY47te
jgUaXOmeZ0h8asHORMEaxhGEwW0hbJ1yq414Hc/NbYU/tuYr+uwKTvVJ8UdDZfC8NX82lmqHkvDx
9nLmnbraSZCOM00im7ksLY1Z1ZHGcnITD6TSCHtzOOYd0xPSeyg8mkJr5/lfhx+siu1DKou5Exz2
clWKPo1iMOk8LBrfh/4GfF2S293tda0e05mR+d/Pti6q8mJSC4NQOLXyfWTp/r6zRHuq48gujCaw
q3KTGGntxaQnLv6GrMogwC9tVhGid0KqRe4gf8nEwDbjL8bwltP//Pu1MYhLnUeBdY+I8dJOyHhI
IVd4/8BKdjSIO3f0tA7NuS505D7+F2iptGFzpcJFeYvaMPMV80tzFQ54QTemFqjDHqmVr8P4rAdg
VELfUTLLGZJ7s3xJjY3RpLUNVWlwoleEm+CdlwuF/a3rFFOOXKgdBMHxIopLwrOabwlprTnLuZ2F
s0yxDt0zRIluN1Q/xPxTHQdH6yvDXYdR8KyNQH/2guUXxxAqreS50KObi9NDV1gesj6N3XJ6630P
ktzBLoRPrXAvN4EzDu+3nWXtcTw3t9jDgjeRxngGBLDX7Lx/MRkT2ZxSW7tFzo0sNrC20JNJqrnF
2VmA8Z+9PtlJw4s27CxzH6PvKW5iYNYe23OTi48tE5phqDJM+vkxq06R/4WpULujvCNUX5v6KGnf
okl9ub2Zqw55dnaLd6dgwmxImyQmSWPoQPpo8MJL0tPUbjUXrlkjZslkiy7uzIRIpL8o6LS1HHvN
lMeMrBwrneGKJrH93iptHvenUQiPoabvBzR6q/gO2caDlE77/JPGPMQk5g+i124EGWtuxGQWeu0z
KO5Ka2GQkkYTtCp2R/HRUF8JmDeRP2ub+zubp4qN7NpyySo60eGQaLFL/mRL3a95VNuvdVuWtnZ3
zV2pYlPDNlAvZV7n8l6B1NwSykmP3Tyx1eDO76SHJvORqE7sKrtXpvjzJoX//CeXX/08SDz/b5Z2
WGQcnaGMYq2osVspgx0RoW82OFfwOfP85vyWkxhyXy4ulqqyvD4sqceb/pOOzmkkPM7I3n6HeMT0
IBWNIypUBV+BPP4/0s6sOW4j2NK/CBHYl1egF5JqSqQWy9YLQrYl7PuOXz9fKWbsbqimca3r8Jsi
mF2orKyszJPnHLvpNNg73WPpErnYf9A0CKDm7VdtYmWui4gbIhvc8hTXyqfSC/fA7zI/5H3xj5HN
CTTjZIkYAiLXD8uT0WZ+68zB/hjmjpkft+FV+hB1jde7Bql83umP0fxKHeVh3w+lVmjii4l6wGjb
5KuuvcnVCoPFrIC4Ss2FUKjUviresDfsIbt0eFgDcGbKV+Avb/em9gZ6Di6pSa3kwQQRcuzRhjKt
mCeZp52HLlL9qI53aLekJxqqAEYIcUeIGm+tRolFdVgV93f7uCgO2imv68B2Nb+0PMGiwSicymDE
pn5gsF1tKZYH5OchNZwHJmqslKdBYpyKaoHqYi8fkm7dlcXNeVaBOqMGQRLbZMuj0ZyHBV4bayf/
ke6awwuAAQFB3b25BIQKUdiP+Edm/w6urjtZ4aM2/dbUXD7ty/2rTXp6RVHXoJrmEhZv96qP87ag
4kpL1pn6l6jQlXdV0QzH+1akHgH6CyERXPEn/v7Rgm+1iV3KV3oTUNgPAN5DLfVS7UmYG7IYz4gu
IneQfoghltv1qDj8qpOQX9xucv/olcw6LCGstXRk46dQoIzTNeK9Gq2XtEn1gGGU2DfNwX5Tj8qR
Ept9UPPCfGhm7VOsaA7TUXp+Qu0jf9QWg9GAsF4PaK+gM9PP1ol5EtV3E0ot1Zq/H4t28p1siA9m
rNfvxpTfEc2DBr9LnTzM+ZQElQ0wQa3s5UhPOTuPVRG/ifjLvpHScvcYlt25wcVh295Agv2Jxxez
ZqQUtx+EwejGraxV6IxmH5be/MAb2n7NM5RimzqK/4iVdk/aV25SCArwbgCiufHfpNAy1UhRyqkP
ldc9zc4fUftNMaLHyfp0369k3gtfgAeil4obgxy3i8ssoOxdxeLMxk1oJWYf27DZ+YDSJxBdhx8j
CAykbMt5VDlabVAWhH9c/WHuP2de+6LS3fbmc+M9FOXkq3njD8nH+2uT1LiJzVd2N3dewl9VRo/c
Ia6U2p/U7NOKKM272oKBvJij8jUqoxQWxWk5TK6lPIa69nsZacZhXor6kY7Tf6ec4QfBvALAnWob
3IK3X1vpOq1HfQufToGhto95ARq8OA6s/v7SZeGCdBsJahURap5Mt4aS2Fwyr3OyC9xAKmVEre99
52v87b4VaeYkUCJM/ggdsS01XG45WTpOY3YZnb/aI4WQ3Bz+UMr+Ad0HWHwo7yzuszVC+AlTgpP7
Y7nHHiSL9DzUqecTY0FbbQ7naIzMvegh0QpFzpThqxZelLr5bUHEsrNJFqudLyu7v7iVeVgzGE8i
vAn3lBYSUysQddISuDI8Nfkb9OrbItt7WkvsaNzIqC/Q1kJzdmOnM0entL0xvxT1d2A+TAzU084t
KXESWkyg4DEA3nfLDRklWeYqtpALyp3TMj4LoGunftsH+YgrYxNBRQMQDTiEzGjjbryR6shoxB0d
rTT95ExPxrQEK119DyZYNT6U9iFPgrY6TjkStH/9QuJ7Y1x86KuMFF6QNa0595d8Cs+tdZxU/eyu
p/snQRKwb4xsdmseoNe0a4xY9UfCdqG8V+fPkHp7O+9oWbuA5iN+zmPDQplw8ynjUB2cXGF6vgag
bPgwvYcZ+Nb+ty4/Ro1f575jF+8KZwcULnOVa7ObpEC3lS63EhrkTuqc+hk0WDbrF80evtpjvEcg
JznTrBEyTfGGF0Petztms2GRYbHGTLcf0+5Mrq2V0Sl/8KxT55z/+85xz5Lac6hhB9j0Bc0kDK1a
IDg71N9TJG544R676jVRZ0aSd06cdGVXxja7V+TQAYQjuAkjXt5aTvccDX/YznhI2gblrOw0mXvM
PtKNg7YS2L7oL2yLZm5E5l+XoBLTjmbkUjf9ebAB9JWtqfkp4KyH+59Tbo9nGaq44Mi3KEgvVXLT
G8HzRdrjl8c0JUTOe+IssnudKg/dTlFOJSfenDY1mSO9cyoeZdpval2j/YDIQvJBb36PzcdpeIz0
2M/zkETyW2M+FO3n+2uUheZr85ucaSmTZc3DGrYDRCV8UHtIX6wf6Pm+v29HkomzTKF/w+OTxHVz
6GokyCOwAGAjjT9M1XpjpP1DW8Bi/bXRXvK0OI79f5Z20CCpvDK5OXoR+Ab6NIAhASx1B8b8vpk9
fc/CbnbWJguY14Y2UTkyCmXVCrZwSdszChaHGrG13kUPzbAbX4HX4P63FD98ewVd29u4zJooIahM
4ZfMOiXm+8H9+74BuVP8u1kbp1CnwdNCYaD+aA1xUFcfTGsnCO/5g4guVzdZk4KRGhv8rhwgSMqT
V3PoDqr6wvCnkeVQyHw34r2Kn3RZPEJ4cdqQDlgbhwgbNQtXTZSNOufPJRyzINTC53neG4KW7o9B
FiKmIwU4/HZtVpNbbtmLVuz8yR4eFOvDL2wP4wtoPsKXBDvp7d9P4qEi2addNzGGVlg0fmi0q2N1
um9GVn4GMvivnU2GH6pLptgTlQdFw1R4KjLGg8Hqf+eBcZ4cna5TYwZ56/4B7LD3y+7FysCH6POl
EKObwLrv/yBZPKboLMoGYvJ023VVIJNUrJXfk3qfuvrPnhTPnF7MbCcvkbrJlZnN8Soie+oZrKLg
Uh7BxAZopgV5vtct37OyOWPObC5lXLEYA/K9Q6LYr0NSjv7ueKj0oEHqh6/wpqH4fOsseGi4rpwl
CGZC7026eG5gFJCvNhkKFdUwtefW69zHSm8OitburVKWJHC3UdUE9ggV8yZJSGM6GEZBlzLPl2Pr
9I+J1QdTN56K+qPenav/PvAnKmT/2ttcM97MvI6jYM+Br8hUsqCiTGbXn+87ovhm2wB8bWUTSKq6
00oo9LjM7Jlv6D2vnffO7vun0asf0uy/F+XozDPDAG2tAPduwgnYPW9J+f/SmqsaVEU0B8asrYf7
a5IVNqgLMQ8By7GH8NTGTF1VNLVUokpjVajsPijVodWD1p3Oq10eljw/MFd/YDhsJ8zITvW13c1x
q+GYUYADgIot3nrjuS+6k8eAK4W1+wuUHbhrO5uoqXhT2Y9ifXqX+6nyVY3Uo5tp/i9YgVBV8NlD
lL1900w1JO+zpdBF9urzBHDZLsz9VqvUAa+sbN3cg5xBXSGOsbTfbGh5eiQMp1w9Vsu3zvh0f0VS
W/CoQrjG4BEA6dsAogCtNBeKaRfaghZM8ZC8GFmiHlCvTc+kPRaZeNad7xuVbRZToiJocQNpWyh7
VIYajoAsuWZ+o8oU5COzcL8S6E1Se8EHCDn/FqoVslwUtemKz6b2drTUt1FvvZ0Xbyc9lK4FSJyg
N6J6tX2VRZMxD3Vf0+tXC4GsgaESrv+dvpvUCNzzDB5BB8+SbnfJGE06lurEWqhdNW/TokTrIwnu
78oPrp1t4IMPncsX6gQIcja+oC6d2TlGkl/UFsnzfFynoF21P7SlUjt/De2QBKGglGx38XEOBzcA
oV0HlQmCSO3DJ7owdWA4S3lOzUkBImh7fsQD6DAaK6wj88jU1GKsH+//atkdxBwwODGVaxB42u2n
6cc0jcaWtC+y3wzDJ8bB3+nd6HujYDX6Nhnt8b492VYw5MwUpaCrJ5Le2mvUqKoGjRZogX7gYUSB
5Y0BSMH32nRPEkVuivFgMc6qApu9NbXm06CBTOd6RbOuK5wghiPJ28NWyiI0fPH/WBER4ipXbw36
I7mJlU4vD24G2faSB97wdbWHD7/w6dgpm4+HwS14qtM1mMMFG16ffLUgaI9edwt40sUwMkDtDhYT
euW3i7HzoVnyntvUSj8tUHI6sHTa3utuJiLLu+AQ/MfO5kCaXpcp+sq1VgzG0aqTwFSaoFEgY5nd
IF7UwIOAaY53PqD0FmeOBQgFkxlCQ/N2eUsSWd0yccstMDjH+bsJWrGoDuZxerDLBA63v/TICaD9
2aNXFX/4p9BAigf8lPQcbaxbw3Wlp+jUELHzNEUp4TuCLr9wtQqFmP9nQRyGKzcE9Wy2cUcmO4ef
mOkPUd6Zht/uO6DssgPhQrsaYCcQg80qOur/S6KAGMxq97RWkz+b78Lo7JigWVGEv29M+snA0VD7
YAYDEOvtgmKbIfBo4f5xIxVF6qJ8qap8Z1TgB7PCdl/406R0tFqJShsjzmy3U9+mtGmsVw8dRigk
u+TpNLtfFf3YV7+ZH1IzUPPPYXtMF9/q6D3iLvOhht0l08vT/SXLvi9DmjgodPCoamxO36D06zLn
4N5GtTyWxas+VofFy3y3eJ121URl0RE+NwN0IIIXdARvv28VQqoCPSsu+YiOut94z4zV7Oyh7JiL
wyakkmBv2ybni+bV4cw4+2XoEYdKAboX+bFuVT8btZZl5QejoB1sKfOOYZnzAF8S+mx8R6q+t4vr
7azXGhqrF3UqP5Ts2TRnj7+wWVcmNiEsG2BzU0IewqobQEj7QbOeU6M9lQhIz44R/O+MbU5e4TLk
pVigN4z8lE31pY18o01OkTlfYG3YMSZLCa4/3iaUKMOsdWkooCLM1lr5erAhd8in4uiEb7u8POa6
fry/vB+O8NM5pChPLfnHTP0mCykqrwUF0NFP6XjG+eVSVEPQKQX5kRrryufSLtvUz11kxXx10AD5
pVrXH6ql0v80ix4i+AQaxJqBjnj4i8H57qVYsiRlkmJJTvXKjF0VttO3yGuLxHe6UP0Yz04SilGH
8GXINTfkcI9t8qxk+bzzQpUeNLTeQT2D5ra3aQiQpSwbUIu+RAjK86SK+odJ2yslSI2YkHXR3Add
vWXWDqM1UpeF0KGEma+vANQbXzW/3t8m6akC3Cyqd+TSP5rEV3dMoeSlbWUASvUpTN4kzrocq9n6
7wRxwOMcFTMuw6AIC92e3dT1sgTlTp5v3qcsfevErd/HOzeZdCVXNjbBT0Vl0CwTXh3dVECsW5WK
3yRud7j/vWTxXLDcISICEOAnfoV5WeLFzgFR5kmxIIA+dEHulOujMq7VG2VSL7rFpPx9mzJHuLYp
/v1qj7RBLdOuBwnRlNNpVevngtpS186/tDRGuJn2p5GwbVprSde10wTsIDaNQ+imhyY1D7pavniD
irDODvGjbFFUXpCWB40Km8hmUc5cRlHe87JqqhdQ6BQorKOSVsf7n062XTDN0IYHEcUFvLFSJ0Zp
FaPCp7OYTmRYBjHD0nszqsWlrvYEjaVLArFG60yAl3+6fteE98IKQCREgFdDx3xy/MH+lRVdGdlc
g4pthzxJde7fag7SEWmU5LQaTCeG7sEYXu9/PvmKaF+BMRQzF+JtceV51cIsQhPjEqPaChj9nLT+
OP/CS54ptn+MiD28MpJWXjbB9QMpMHQa6Rqek9E6WGqy4957a9ncR2OxLl3UArSerDSoGfZxi+6c
7A1vyKLQ1WJ+Zp21EEhuWIxrdcE4dLDj7zSSpOsQHDUcHlXnqN5+LmsKrSp0hEun0J14f6ZpBvPJ
XpontWIzG8WAsUDMbN70Wtn0yHixDkv9XrbPEYNe5Os7Kd2ekc2W1EkOt2LuAvcX2HfrWYh57E5p
CB/d5iHgjJnUA+Ok/6xDj5SH2xWAjIr4szF8L40zgn7Nnjb7npXN7aMtbhLHU0w4057LQ5tqZDYv
47hzHuVWGLYChkMFZDsH3Y48JtBCyC+dVT7o8VPWeycjP3vV1/vnXnz4n7/Zv3Y2Pha5CURhdZZf
hJqb7gVqjbLDBG2egwSF8WcOXcTu/S0b6BSsBlw8mrhb1U2S0BeQrCKMml/K9WUVWEMY0pTuMe+D
HwOsqt+Z3+r1YwPJTmOYx/srltYReGgDZwKgC2hT+OpVFLIzVeu8lKpvbYbQbav52UyWt87YHQuQ
Tcu7wYp8oBjklOVOYJJsKi1TlIm4ooDNbCvoa6zFyzw3+SWdrAfe+ebQnPLsoUzP95cot+PSCIb6
A77qzQqbVanTRmvzi2sqn2az+zpOzmO5RE8Vee7OyZbcu6zpX1ubmK43mbVUDrbGhjhYJP3o60b6
0ubZazaDBWr2CH0kcReEgJgHF1VnGmK321cYRtNVJtunxp9XZ/Dd9HT/60mOxI2BzYpyN++Muedy
XyGHH45ISJ2j4tF9AXVxstvubO6poMtXRJGH8SMqd1vK3rrtLS3XxX0V2d8U3XphAPPj/TVJTTA/
DZAQ8R76lbcfbe7UsFFUjnk5Fw+ja53ieQcztWdB/PvVqUI70QsbKA4vLr1rCpx9WO94muQOIRT+
u4aNV8eJbRQgevKLrb82tAvz9m8q9jtGZJtP7RRgG1VUAa+/XYbaqqNJKR88pzqKARL0vhfvQUjP
Cgkgc3rVFvWDpccP9/dHdmKvzW58bl76fCoBgF3i8Fntvikm9Rwo3aK9UqYs+JG2/ru+zW0/U+5J
bZ31pYJGNSx1iHd7phlHK3nJrXf5or1bEu9LOZk2DY+w2HkLSKoTN+Y3eUCkjYOp15hvw3dr/nGc
Jn/1h6VGJBmJ3XDHmvyrUiDj/SaoYDZen4xdnNcG1kzIsdbO182Dkj+V1h6MW+aZBHSkmwAb86Da
rCqPnc6JRFxnvoKAlDmfHYovbrkXKKR2xFSfmK1lPVvnrGliQ1mSX3r3kxu5h8F7nOq9MQDZQRYS
9IgvM1XCaPLtCdAWpQ2VnsUYilIeioZqlZJae7I1smsDXlnyTeRLKOZvDvPSl3qlwQh66TT7EE6v
ofrSaE9tMR70PWylbEEEDopsjooYy5agt1Cm0il6Lb94ddUewLfDL11ly07dTbY3ADTQHgZWxAnb
+Jqy6taYhKC00ySffSP8Y9WTQ+4xJn8/Usg+HEh+40clB43DTe60GLkd9zqrKbSnuk0fAITb0VlT
ncDL9t7Usi/HsCXgB/aJPG3r10aSNas1FpeuiU60d0U14v5qpBZ4r/PNdJ25gM1qcl0hA42J6YKo
RqkXv9zrHstiAMLI/1jYpOtFPc6WkRX0dbuvXVY8lcN3Nf8UOflOBJft/7Wdzf6ng+FNrbidxEpE
D6eFL2DnQShbCwhSUGJoauNom6/lZsMyZExKX/TQOCstsuBdfFr7L2G1N3AotQTRJwB2ap7mD+Gd
q9u8KarWGTQijaH+VjUvHnl5YiS+Vzg77iz7bIDkgcj/4DLfdpRjrw/R8Jzzi9M/dYnxyN5ku3FT
5mXXRjZ+XLV9Vqc9ZzOyLVL7p67fYzeTLsOAP43/EI/eskek5hCOw4iFCVannvnPzvq2Oy65Z2QT
/o1IU2y94FuZCUqVw3dxXrxpOtw/kntWNqnIZI5R1jGofqnLqDrko+sEs9t0sFOk3k7MlMUypp8s
oXsoeGDET7nyslwNPaVc0+LitauNpmQ7/d1FtevHsaq8LmX5dbQHfcfhpJ4NfgHGNkF1uq0TQjPN
6FueFcRpRJOZ1m0zKBjL8WBP3+5/SJklyO50vAJ1p5+UOBIlVpqqZHZMsxDjKGGTfIXQBfqGnSlk
4b2bJzzYRzGACCJX6PlsvuK4zGVtFYV4EM3Tm+xrNb0BFRIMhtBMDXbLLLLTBNad/j/EdBAibSIq
TAxLabhNgRsu/mqb/rDXqpZliXQeiTs0lbjrNnFO7yBsjVpWlDWhP2TNsbR/T/6AdslFRWx/hkua
FNMzE90rSDI5xLdfsFjJCeqiwl7YvXRF/FpR0olUOOJTW/Hn/M+o/D4lJw1u+v/uIteGN5+yHRll
LDoMd3F7RpLNX5LxFBav+R7ORXaooWcQyGKoE/immxWq9Tp3wCCBLrOSJFiGpzH6fn8xchui50OJ
w8DOrQ3DSmMXmG3BHES0noSMYNAazndr0aLjfUsyjxecOXgIhRR4RG4tQbxZa+WIJXfuJzBh2kjm
aIH78NpZhUIn6p+H0G4e1qbXvqyjvleZl65UMBrgMiSUW3/pIyV3qaiybW4duHCUVGtg7gGgZOGD
MeZ/jGx8Q3EnYiaSJZckms5RNB+m8TVx9Zfd+UJZFLZRrWJ0BX5vbQsbyjMI9xorZMY1Rly3fe5c
aIRVxT/uXCwyO8QMUc6ESs/e4nes3u5KdzSJU3p0iMtPYfPdzMdT38ERNO5kYxIib12Hf0u0MhwA
ElsA5FgkY4JWhhjcHS7OaMM80VaBW6IR0sfHBQwREIb5PHnfsi47xZP+1A/W754+B022RxwiXTjs
FC6XDoPO1uZgqOE4DXoal5dBfZpi4zSgtOCUb3rrQziZj/ePhsQWaQh1VViS6Uttu7yJNS9uo8Jf
q9Se/a5ZVFjPoqJAUxZUo9MVFSxaVb5zHjWpVTA4IngynG5t3oxW4fSJEbXJBYRbEP5WWafC9mfP
b/R3zLIdPSN50dLnXBmZIP8yTzz5tc9aNRx7ZmHKPR1lycExqAyiHATbA+N0m4NjT54yWCPkubrX
n8qT1cW+rZyTZm/EWG5HFHOJQMTWza1RWlasljpk5nOYNiegd52P3ud8BDc5PYAVbXbOj+TehbuC
GR9YiXlhbm9FRemm1eNDX5YB5P+aheVhmC19x4oktt1Y2Xw9phMThwk2pI+XDxNionFyKu18x0ul
RmCkFv0zQL3bKttUO11sthPqfG15dvSXomaqf481VLo/V0aE015ll3VRkue7I1UuQMnpx9D4hjiC
8d+fZNR8BL8rMDdYjTeeDx/eWmsOKxl14ylTj9/WJXDbbKeQ9SOn2uR4N2Y2ISRZLNQaQ6jeoywO
Mu0ps98lpnKurSWYevMDnDjQor5q5adFffQYqPe6+RA23cHU38LO6bdHb2Ym+CvK8+ijtsYDZ/mi
ZN1jNaWAcd5Zj4AdjkOtHMPu2d2T95DtNlRwQpYGeDX8ErcbUVR6NPYmFMLKcOZSD7KMnLE3//tj
whCzwRA3gIr7qTAyFxr1bWGlNIIwf/JW2LVewv6z6Xz87yGWQA4OlKoKDRPhd1d+pc0O7NwD1VPL
WkE0uNHfbZ/ohzUslLMFTcrBFVI6921KP+GVzY0vr7Ey5d3A4gjmgV18nbWn5Be4axhghfJTsI5b
oP5u12X186TrOVPPlBn9vnhmkrByztHp/kpkUQzkIqGZlzKlDJH7X329cYF2MHEYUU/K0M+7P2Pj
fN+ArLtoXFvYZIfKPHa5HorpbTs7U0092XPvj+rHXG+Oc2HQMHpqrVdzPDhO5Zfjf++DYN39MUYA
YGxbOYnMdlTTnIlZp4mYI8jL+hBD6LLjDxLhZ/HHefMRPYGmeZswbYdlwx3RMjConKz0C8xoR+b6
HurBz3yzSxCccnxqquVygAbgvTk9UMa1s/EEshhZp8OyW/+SpQDXP2jjPV4xh10UgaR34AFoQUbN
WjDrTmAiCbXOO/eHfPlitgUfgtnV3pxBK44LNR5K9hgN0DrMDiuz5Fn4e+wi1PhsPJd/zjp0JuMJ
yubT/Ky9V5dTpAkaphw5q/sOJ1351W/ZnM0mXRRUX9lx2z4461+TwgB/9VDZfp3tdadkTC4ge+Fx
oWgO5ch2eCg3KHFbEwMYofpapi7Yut7PtGeleQoX5xRGCYomB8f7WCfHuX5YxMD9NO7UG2Sx6Po3
bHY6pitlFoI7bomKg+C3texgV4ZVHNLthcfrDmQ39WcPSMdtmPCSdmnmlXEJ2HfIdnT9qSufpuJP
1biM41c73GsSiL/3kz1yZmKseNRtCWqstS690uLDUodsEsrEOXKXKEww2XDfW2TFBqjwEA4Q9Q1y
QeN2ZVFahwotX8bDsxHZufeN5gSilhsmdeCNILsIVrwM3u+YFQHhpwVCTsDbn1cBeeSt2cLIUgdp
I0Gq652aNQ8QKg3bv6fW1y5Z6j176yetXJ/SnfxIRgIBRxnkD7ZIAai63drV1Lg28gmOPE//K0X2
OTGqo2UhXVi9KePo0MYmHdbF7yNYidbVt5PugcR65zko3d2rH7Hxpjksk7SzGB1Rnc+0kYOJARWA
xY/pHk+87HajIgbETVCjwL25We1sQ5gglIvDxPpW1e0UxErq7LiQpDxG9YRKs8ZLS3DA3Rpx0spN
3SglCDjq42KKkrY/v0azxsTP6IfdzseTnXcI/h0BDMSBtumb4yapaJ9xFCcjCcomfPby/HvYhntB
XRZIYZaH/JKaMKd+c6ctdhR5mcr8Um+0D5Y2HorizQoRShNo8Zt8uURN6Sf2W937Db6Sdjrlqv3Q
jYiffYy0vXaebCPRX6EqzS8i0m7cdq4mtYX0hmFXo84eXadPj0nUaTt5vSzK4SbIt8FsDxZq45dl
tRpLPZuwk4/hOc6VY5mACIq7Azrpfl8+dc34mjr1LwRw0HFIqTEGSha28R9G64BkUa67xKMbMKni
1BlMf+f7AUf2Aa+NiH+/yvM0rTK1CSTQZW1f6/U3M96jFPvBUbONaNcWNlsUrrz9rIqPF3vvKns4
hAwZWEX1pDIQUzqrX0TiHVBAPB0X79LsWSETgQsM6ctzXfQTeE3T51kCn1XyZFXO23Q6Rvl6Mo1z
B/GO1j70+slJ9rD+Mie//tWbLc+WVgG8LrYcruHqGM2uH+Zfkjzos1/orfE8gTIJZglQP1tYAgMu
VlZ5hF6mGA4iN1CoTuTa6Rc2GlwRtUruFmBZtxu9MvsxZuEPElQXTE4SKNlOlVwWgODU/MfCZqOV
TlvnueeTVRroiskO3PhSIT9zfx1yK1AL83QUCfxmHUNk5sXQcSqc2TmMTJ2L5/C87BwLWeyG9vof
K5u1FEnYxJ7FsSjWZz20Dt70jfL0iMiCrh9KNfrvvCII7YG9p7kO/Z6z8bZqWmaz8JhzSsq3lAaK
OXseIECgGR/9yuejVUslDDZMegy3bpC0YVZ2IcwwgoNg4c7zpk/7jMLi9/505q+sbNbDUtfKEaQb
8VAf82F5dUdR739auz1YtCw0i2oFpWNBu2uKc3wVvxw7a3snZKNy2MlL+k6NFVj576DaajM7auOR
Yst9B5RGhiuLwnWuLCalEylxwkHqqvEQ6vpp8ZAdc8fooerjz224V7WVuiLicAivCm3Pn3asyoom
E5wzWdl6/hy31sNsd49lmdV+k0fJYcKfzvmc7qXA0pN2ZXiziTEUCHNScs/bYppheNbNb8BFf8Uf
IWWGL1HI9WyxtgmN+HANITIJPeMM6CPjddzZr7+wZUwi0zQh+v2kTBOFcQfilZhBb8MfjPRx/uyN
K7dKdfayPYp6WU8DnmQqv/DbmgKsf+sgZhmOXa8QB90a+XptfYBzwSN/H2kP5T56ePGz+lT48JTm
Z8c+OntkYJLDB/oEdBMr5V32g0LhykHjyFA0K0cdIFVyHtdR/XsTN1BooXIcRtVOkiI1BmQLsCpV
NsR/bhfrDO2cZwrjapO6lIe5zceg6gvj4DKIjbo1ymD3t1JqD8ZGsLViP7cJX5K51mRNPdM2swHs
fNSeiqUL1LU86kn8131bkgMAmArJvR9C7u6PdsrVhywaV69VDh+dMIB1UT5TLmDS42DWYbrzVtgz
tQkq3VKlscLY30ULeVcmg6/Nqd9q2fH+ioTrbeIyoiki22C6XHBC3u6Wki9jMTiAsttpXCi2uacm
nv64b0MSkYn8DESZHs8RdABubcRTVDq1BUzabJBmYS7rjRplx7U6Gp12rJLiD6ZDe+X7faOy70fH
EhJ7iOWZKdmcuQWlaMTLXdI1oKpZ+yWnlqgoj/eNSCKxkJ4R73JKesCubldW2K2T9rwzLn3UBZmn
n9TovfUUwwmsfFr3CpSSawZchThTDGjCjrv5jMUy2Iq6Yqwqfyug6ky+GGnoT2kRADy4vy7pxwNH
ClhNMJT8NMhd163KwBfrSivDj0JFPdPVL4K6XZbDfVPSVV2Z2rxplDXnKVDj5wltOLX/Mk3vF/dd
Ozh+U+/dXzJnB4IpBMmgU6CWfbtdw1gPeTGxLC96P9ogUqCWvL8aWZGICC9INlxUvJmBvzWRZlPs
TAahlpEBP/IaUsOFDvYSZLniJ916Toq/LWp/nrqHspfFQcSmoRDBNX7WQaKXFaMmxdhrt+Qf82FG
H6t6SlLvmPxCW4gu7b+WxC+5ioIjUhdDajPsGvVtHWiJjTJiOOuBa+XqjnfIHPHa1CY8GaubzlXF
jFsTf6+L76ifuObT/S2TfzduZw4WdcstGUVrF15eOaxGNdOggkzQqZ7KKjolw06wkHkfw9WCCgmm
WMQMbj9ba2RDmpWwF4+wYsF3oaTF+f5SfuDit9Ecch9ejR4lH9KnWxNePSlwdYuBlNzvjO6oH6sq
AOMSPTjrhyn5vpaPKf0UJHkmBFjqzz08M2vQ5F9Q0PLTpzR6hBA/Bja+88Nk2wh5DihuwIJ0qTfb
uCxK33Yuv8txYfBQvs3/A7Zt2eelLkspmNkpAtfGK6fGmJ3R8Qgk5UIFXwPYs1cSlYX7axObZYSR
jmYbMpmXvkgfIv15SafARkqqLN6FafQUGqHqa2A25uZj37p+8yGrDtbinCstOxjxeyt509Z7zT/p
byLcsOt0lEjwbrd8MeoxQykPiKxTPev2h3j5W0ubN3ppvG0N8xH+vj0Ql1jlT05GE1DkWgIzu/nQ
ubrqI0P8jPNUL5rWnGrn70FUwYo3dvHpvkPL2iamgIrhzBSjucZvVzcrhWZHGeOnoY6/mukD6UKA
5MBDorrnbOkOfU3hZ3ieFzNwk+S17OYXt3c/gwk63f8psjDBckFUM10Brcrm9JphVuuzQngdjFcr
nnx9/jzWcP68v29GRkBuUt+j+sPTldAnjtJVcNVaE10Vh0L00JgfPKv924v6N2aOmsOafHTNQ5Yd
y8hPwtY5aK39cN+67JyS3ZJkiPF1Ysit8W5QCr2BouOSGedwdYKmj09zVexckjIH+sGYTd5p8UrX
b61ExmJYkO0CvchG304bBWxDCUYdyFw9mn/FnbJTrZUuC0YIeHfYP4L8rUFNnyIoUEya8FQSxcR3
433R3R0HuW/E2raHPCULiTxWQjfxjVo8TfaD5u7U02QhDqTw/10Hn+52HYq9DlMuwATK+IT4hL8v
LyXdmisLG+9b4zCmnIH32YhJGEx8Q4P0dzY8wbu74wR7a9nE0lQNUZehL3FZ3ecKCvMl3onWslfH
1cf6gTa4OkjmGIP2DFnKOvjUaqvk1Fn+eCiX74b7IR52rO3s/raYOseKOSe62Brl0MT1CfWaY2Pv
QBSkhQTwswKuRCHhJ/qKNi5jO0o5n6pC9XnWfW/VUfJ1zqNHibxdIHX6HQHAOC9ek8GhqZ2f0Xk8
u3Yx+n2218yXbuHVr9mcY3fW435x8XgnGZGGn533Zm3sdc73jGw8spoyzZtVllyV2nFpPi2Fcrwf
9PYsbO6zwbT6pvCw4JVfiulNpe5VJOUx/epDbXwdWFFsTQMWFOO3dDCPYfq4pAPc1Udqrcn0pMXj
oSrSwIV3/P7a/j8e86M3Jxqb21PQJsiie0KAe9KzXg3KwbL1IBmyIQnquSi1g6tWi0UUzpbJh/F5
ek01F47iZnVW6J0qo34YdK1MzmEJSf3R6xMK0V5p7E3Hya5XYAMUoHm+MPKzuehtbdVtQ2B/2iwM
AOL44XIKp+YwKt92vojwym36cm1pc5GrY2K40RLRUu7yILVB13jPqfJxft+Dsftker5mc1jgnTO0
D/dNS9cI4TWCxiBBKYbchm+r83KlNAQNuV74SWpo/uh6CHAbT3z+aKd+JMsL7Stj4t+vwp+B2uY4
zIBb4mT9skyR8eiUs3iGxmrQjLB4LFD9ndyl3cv1pXEX3l04cin3mNbGMGoLrRUXdJ378E+PxDeZ
3i36JZpObfQupThNjfP+Z5Wu9Mrg5smdW5qCBjAGl246QwFA+fvtzHRLrPGes6xDvO68GKWx3gUL
Qu34/5B2ZrtxI0u3fiICnIdbsiZJJVmyLbftG8LtgfM88+nPl9rYu6toniLaP/quBTgqk5GRkREr
1gKOtfyOcwVnEZViztSvWMvvJ6X5ZCrAhm4va7WUAMGx2EnA2fBsX3/Bgb7QZBWYyQHBI0QTqt+L
6DhJqavUzyAm3aKiZbrVe1xzUkah+W4AMqlsLQ6iX6t+ljg4KVMZdftSlvdKEbjd8GljdeJdsjyG
l3YW75Z4Rpa9jrEz5Z9qqsOPuleGbpRCAeVFT/lOtv6GG97kXrtteHV9gHjE48XgWbHYVWeO5Nia
2VWnfgED5YxfYae2uo2bWhzl31YHRlqHGxSQ2xKVNAFBCPyspSVkoJzZeSZEjM5uDpC43CjVrUZ4
4CQACgGBsqZFVCmYUMszjf6d9sGCg8A+DPSk7ejTqCiH3lY9Xk9uR1fU6nSGCTw/eTSybxkw49v7
uvpUs5iWo14INkGxRdy9CDixnJlj7LNkBTb98kdgHqpy33de/jmSv9bMS5jz6DqoqmTGedbut0qx
a+hR6PHorkDNjdTIb2+XLEptYxR9o1L3uuS7Po2uzhhdPpyGX1l8GCA4HO6U8X50fmwsffVrM4Yj
ID2Ut5fj1rIdIgIU0t9R7d7FmcfiS4QoHCgBST8VnXxosyPAGQGn5KB7rf4it5U7T6Ur2Fe2KJvW
AjAYNcH+yfA0cN3rD5E7WmqUqUCJJLntpjUS3oXzIWohVXOSZNjHKeJ4A30Z5miSLxtbIW7P3xz/
wvjidk3asq6lkl4ofFe7sFY+6tqXPjjTfb6bY/2p6So3zIJ98Svc4nJYPdhMJCBJCpyc+cPrZZNf
BUXb0TGHWqa1HyMbfZB349as3NrmitYyknyUd3lOXlvJi6g2kdMhPNb9QxDl92rZsbLqYxWqXDzt
t7lWPkta9v32vq552KXZRbT0m5nO/4xZ9djSMgzKbC/5uetb1WM7dRtHee1+o52GJ8PeLdAb12uc
TE0q25mdTMpfMMoVcFta0Ub8X7u0GW5gClWcWXWZJTR6GoYSqTaeEXiF9oWrRi/yXRLvJyjak2JL
A2FNOIaheDDHwHDFJNsiTMpqVfynaV4alRc134IKxoqqQajrxTl1qXQoQ5681R5ac7eZolOl8rxq
571d2t/KUN54ya9uMT1u4O5QdVBWut7iTpJTXQr5nppeu5Lymmhg5awtZMzqw4PBADR/QP8RHRep
0TDFpYoGIWciost917WJKycWiKV+18d7YO566UU52tsbl+zq8kC4i0FjWmNL/hbUXYwsbCFfzXpb
kIQYo7kb/A03XV0dCGMUnJlfw8pidarSqqlWdjTEoqh4sHNUxBMNln/Hl+O7dlbbAy8v7WEq+V+F
/UUbKsj2eRN/uH0214boqFHSPhAFblpzIjJd3Hxt3ceOxJvq3E/PQbKrowE9vQpZipNl7Yt5b0ja
I0RU1dzsgjz8ouonX3+UoPMtBENuG5xu/561zb/8OQtPh3HXqGmFQ4NlxacOmP08vubSlm+tBUJG
QgGXAhEGzboI9HMr5cNQcctkjbW3nK/TWD8UFrA9k0nNJniy1Mqtij8YMBeDqP+zugi/aWqmUwI7
5Lm0fmVq79mgC+ZP1qi5WTZ7REjv9l6uXSpgkyi5QQXAtbK4S6dmtNtAhXvdSV6Zzj4gBWZXodfZ
G1nc6jeDqQXM6huEbfHNgqjxA3siHkj6r1CCIAgWv1bdqnSsWqGsDHAVCjbS32tHDSi4tX1L/7No
0kej+0kp6RDMP29v2dpVhdjp/4yIH3FxGqYqq6pOtKl1q/Gm6pcMP5T+PGe7fKg3IsCqD16YWuxa
3iRRJ8cFKryD9pfCEHRmdvux1u+sFKEBWb+z/XEfxZtxddUrLuwuLkjI1RF1Am51Dhr/R0sh1ojG
H7MpPcwycfz2dq5eXP/Re7RgXAIAcL2fNQNZViAUYfp2r4cv8ujJ5nOeHez+XR58s2GPt+dHywpR
A34M5M8Bpb6CPH9Mtx72q97DsxCc5dsPWZx4o3TUQRfd8zKKPUV9Vc3ELefj7eUKF1zmjxwBBtl4
0xg8r69X6ySgkoIe71GCYMfcA7VMc8NrVr/ehYnF15vmfjKlHq8JmvCpNo2dVTeH0NJ/CEHj26tZ
3bILU4sbyq8KfejFaqLml1yCQAx/lluTC+s2GPWHx4zJxuV0sVEC15YF/qmWc8+WftZ24XKn/8lC
/jGy+Pap02Zlx3k72/OL4DqX+8d+2hqPWI0c5j9GFsF9yKZJj9AoOdNmRSTtWEofFfrXMzpLRfDl
TxYEPxaPNiosSwC/KvcT6AWcoFYAjdWvpaW7dbLhaaufxoYLRdChgFATzn4RCvsoG/pQJChw3w8u
U0r9yR4L/4DwkvN/NCV+yoWpoUgVxS/YOz//lHfZbqheJjDztzdN/N7fDifddTA0JkCu5UjQVEd5
52sDEJPaeh1m+6e0OS+7Ws5wRKf3jW+VQY7rhWRWaOpZg3hFZgXMRIb9k6JnDzmiFUHbHaKsfW45
pkwHPkolZep+b6IPDpwi3CVacB5Mf6OSs/oNL37P4huChO790AS10Yj2yvACP1SZfLq9rysRiX66
xnsd/TSKfYugV+c96+zwk7zrTqNsx0eYHotdmFqTO8hbVI5rk11X5hYBsFSdog9GPmNWDoe8JlwM
fyuz/GrLw19C8CFM7xLrTmqQXcmyPeyWu0jZiCfCxMKTmDhghIWxJBNEzOIrS6Ovm/mEsH0Ro84J
47shdV4tz3vEGZ/j8SUc//29cmVw8RkTM5QnyKpAtMHXDUDDmva6n9sbVlYi2JWVxSlsEFrRc51l
TcUv2PnLg4IoKS2Gcgu2uVbturIkXOrivJNndHFLcwxOifeh+VJGw67THudTYjzDmbfTC0R1Hlvw
t12/EQT+P6bBL4mXK0TMi28HCZctJw00u5H5IeF2DkqmbXhXHhMl2tsQG0B+/mhP70dTfcqqLbjv
ynlk4SazZkAgnd+G2vIxBlacQK4/99kuae8TkG5S+v72gVxJLGngAwwH4guxlLa4t+0yBUxt0zWL
fsGHUr/4+kNqoHk9n1Wyvcz8edvcG070t+Pwjz19kePBixzUcs/QbJgdhvwuPCen8KVLd93wTq4T
Fzl4izq1+nFiYFBh9gjcffNDMd75qZcbu2Bwy3GvvJOOytac20rEB2bAQRUtOVFIuHazEXgrmnQT
7y39F9Xywt5Y+eqBYU6DToOKjspv8rlxx7cORRloVB7C4VMECXW4C4xfQJU3cOlro+eshdQV+A5j
Vc7Cb0s1oGAQ8XZUFDBofw3ZTtE/qe3sTjVEctlHuFt2qW6d7SLwevOQj+9C41DV3U4i2zbNr1sK
Nes/yGBOWvA30XFZ/KCIHxqODj8IeiFURs1ylzwxenoI1K9d/j5NHyrLoUW4g1Yx0l/VXdl9nfVT
CMO5k/2B7he9A3Q4+BIOk5ziQ13EE0sOk3mKmM8ZwcUaxhdnq+C3eqQuDCwunbnWlNwZ8SS/+dTZ
03GoxjvNvjeq77Vufxm1TykTEbeP1WqouDC5OMVKjB+UPSbz9FWP7oO4p7+k7W4bWWvTcTQQu7Jo
O9DkF7/iYucIUYUSZwDN8xJtlJTC6T5xHOugykjoyE7bHsAFzW4gj/RCdck/9krUb9w7q5sLLyJU
VfT44bO5/g2ZOVQD9VTiVflN+wsv2vNMzGUQQtrs2dbL7SWvXt6cI1otKMr+xjvWy5ofZKjPnBlh
fpcY3Q7JHbcZTkaf3yfPo9x2Gx9yNQpdGFwcFF8uwlobqY707WMgtAWULfdf3UBR0GdKhgreslCa
RKViJDZKgYIENk6/ZZ2nNF7+t5ns/bz0EAHbWNK6QQMUOqUlMJSLiB+XMe8SMcprGSjJlvo5Hue9
Hqf7IJO82Njp8j7UtzABaxVTlOZVarKMfDIJtDjlVRuHXRyE6AcJ6vAqUyLPGktz16mpf8w6iL/a
WZvh2raOteHEJ9Wa6veTE0Qb/rp6aACpwx8LVpf7ZZG+WHLa0IViv7lVzaNSyHtF+9UbwyGrX+ru
q+Kfw3QjyV5zIjj6xUuM0gKU39dnZPCdVh8hED1D8+2G1S/V/HL7WKx1QKFo+K8F2F2uLbST3NV2
wyhD2buxnn9Th/34IHf9l7zo78b2nUrjZvwU5K8Bow6zDAjc3DiZq7kZI6NUxUGAUz1Z/AS9aohF
QtfXbMufSZ+XrjUpB0ZhPKkd36VWivDmzgiZ9Q1OTaDeq7l62tgFEWuWuQzYVabTUV2jHr7wsSlO
xzJoKJlKSvgpR30QcMvenyUvM9WTWsueDJmEkUNzCgPOCAnCbftrB+vS/OIzo3vCBtjECrhY4LAp
Gf+sXPWHAl0F/QG53mlWvHEFrN0zlybFT7q4AZQ4NqqxFNG3+5ZH1k40zIJNwOTqwji5YLhQrgKk
e20lyttCnhQf9NCcuq3MHGu4r4fPWvBVLs6ZUR1oJW28fVePqcaAqZhXgIV/iWpMEicxwkbmmFoN
d8nndnRo0X2OMh/S39njieEP80vWD97tj7h2VsU4lUBCM5u2tGuFvVpNFmMfQWIKtsdI33pGrD25
4QITXFZkX/KyatYPyoQYLtGgdB41KXaz6FM3Vu5mv1h4+/I0XNpZ3syh2oZSQNE018dd2vqRp6Ua
GZbazfuJUEzimWx139bu50ub6rWntDPTW3ZJbWtODnb1afxhF187tNEHN+2bP/hS3COoJzDvxHN+
EXAg+9XkIabZ1BW/JL9yza2hi7XDRYLMf6h6MKa4WIwzjrVkzZQ35w9x8yghzB21zUbMWNMQB5QH
ggPkgoJy0yJoxDJKd07Ko7KNWvUU+fa0m6Ki3eVOLyGIqSknEHSQCuSR42l92u2soYUk16gMV7Xr
8mvaI5rj2Lsi8H2PATBxrU71fixq2/MR1PScNNgSJ13bGC5Pkgd+NZ36xcYknRbGkYzIGCO1HoyA
tu2a/RYIbe0gcptwQJgzZ6xt4b5R5wNyCqP0nFImVfpfebE17r3mrLzFOObM7OA/i+tibJpSD2X0
JHhgexIZZNYEXmM+EksFammTNHd12y7sLT61nvMKsXlHA8J8qTP90BeDt1nQW1sU+Rv0klTloYhZ
nIrQ6I1ctRo0JVTTnRLOu0IbWB73jlwfuiI+6U1x+vch89Lk4ksZvdQUaA3C/h58o7i3k6E3vm1h
Nbm4NLHwOEdmCqX2h5TRlN46mvUAklgOhwenqoJjTn4On3I7H0uZCTopKnlCa7hLFqbKC1J18taE
9JpvXv6cxasgnVOpswxWHJKzC5Tb8AddWdGCgoTAYXLyN7I6SEj9NOuRoTH6B1V9UTpY2aTX27u6
dhFBRAByjqYpKiRilRfJQxIade0rYlMLx+vzwY3BaSgOWtcbl/la/gDWBrZTBr15Wiy+Xldr5dTn
OnoaSI7M43zU5a+x8TXMjXs/LHb1ZO3DZOtdteozBFbm4blp4TNZLA+IsCTBs4ryBewi8mC8FPng
RamOotnHoZ/32vRXZiWehURBEQ473wE3d3uD125gBzCrQ80QusUlHwGBu/eV2RfrhspIFL6Zecxj
rx3t+8nK99KmWtzK6TfhaRNqTTbSwPYixMz6UBTqiCpwLYnhyger3PX6u2lOPBPCoK0LcmV9sGUw
AAhkF7K25QS/n3dM7Kd811A9q8lf+fi9/lYWT/NWk2LNjiWQFwrFKhOowsJR88SioWWilJE/6P45
MY13U9O8Gh3cb6ry7fZHW3upchWDHRJaf7/TeCVOZFu9sNZYmerOvVLuyga5qaSOHRp1zsfUyfr7
IbVarwCFi161PhwTwI7H2z9k5XjCswKMFwiVSAwWq65KpZaVDkUDqa68vvw+dzub/K3bmolbOZ2g
9SmyCs4nSuuLN0SLsFE+jmV2rnXqR0PrNvZddac5njJDTv0zT/4gAQYiikgpAU70YBbhoIyjbIyE
+ERskoTKH6Qy2imOmHzY4vtaOw42hXqhzGYR4hZbiPrJYOW9kZ4Lfy/J8SGJ1dw1zPAwFA4SilVG
lUzd8h8R/Bd59xuvFcUFkCiAsK+9Vc2lMLB9lAYsZYifkNH7ovgMb/qOHzrukBbQ/5dJdvDBDD91
wVweVXvMX8ckD6GcHuZ9qSm84m770krqwUyE4H8BPyq0pq5/kz6g2mb7KJjkQZ8d5iztvCjknFq9
utWvXzusJFRvMYFe7RJGUScoTEEHgDrP/NOsp/seAvsdr4JjL211ntcAKoRWoThkAAxx9MWySkWL
lD7KkUup6+GpDy1/7wMQB/sTBntDVaJTkRf2PqLl503KQFOX4LkfB0EENdTNXhkQcQlTeXgY53w8
yM0m4fvqboASZPLTEQQk4u8Xd2yr5Rky7XVGe6UojklRakcjD51DUpjpfjb06Fn3/fzu9tdeixwA
rQRgBnDib2/nBmL9uQUNBQyvewos7XmaPtemXLiyv0Vov5IJmVxxsOYBSBb0E9frU9IIqYkcZy/r
e8N8SYutI7yyFqTrQFq+yVCSQ1wbyLXAbueAT1wa7/vovQTtiKJ4lX66vWUr38miemXqUBzSdVtC
ndqIic1EmfhOIdeM/ZTas2uMkjup7V01fr9tbGXTYNgj2aHtBCOBvHBbJc+cwAwVTmP+Lm4fs3xL
YHXNAHIGvNC4/4i0i00bmzxJlZjVNEVp7xNNkdy2aa3j7WWsBBVLgyTwTXIHqvmFb098+Qk+tezc
NYmrjbOnjK8UjzZC1+paaIfSI4J8hnbgtQMwL8ZYW86AtqPTfqppF+4pDasbVtbcDAVzak20oBgD
XFyCTTZ2BT2ogtE8/5vjP/uhdRgS+xSkfyDISGuXyg8JGpSsyykgeEojrZqRNJHKynqo9aZxrVDP
TpEeaPvbH2hlUbTVMCGAnRTTFs+UqrbHMJccNG+kdMcAKzQmGqR3UJnctrOWatPBAIlL1VUQFS/8
zcjy0oKkIDuLGsl7Sf/UmX/X8zk3ZHeQHmxvhj63fZba3YZd8ZhdXLXMHgmhc4GvJ3m59o1w9MUF
piEPU7SnKUz2ev/eyYeHQWG2cgweC6PmQf9gmdKG5bWdFQJa9OkR9IGY49pw0Dk+5XacUrwtWh2i
ouLLCMGU+np7hStHjMwPFl0AwAiUL8NS0IC7K7soP6fqr2p4ZGRMCf/9SCEm6Kg5cMkav6lqdjO5
imxl+XmUvubW15Cm/+ak2MoZBpIvKKRhif295xJmox3GZvG2DINeRLPF1rH6PS4MLEJRUcpjDZ1D
fq6dR+B7M/oVVf24WVJdM8ODB2VYVMxMQAnXnx1Cpb42lTg/K/1DaaPtm/zdB5+j4vPtr75qhkIR
JTbqUmAGrs1IkyrXVdflaHFrx2zfBKxGbT1na25pbXyAaaL/GXorwl9kJ5OVJLVU9Hz7znE1u91j
EHXx6IWrvOkfRDYaDZWbGh/jdBcd5sA8241zP0No1v+UnY//etm0dd+SFvrZXI/XyzZmpZzakMJ4
nn/V+y+++V4yn6MtjayVI3VlZfEmCMpuKJScPlXqDPfO3kjQGii3yKPW2hcM5QEo5TIRSqKL0Ave
Xo0sneI0XcZistzhyF5WsizohQ3jOEemq2r5+fYGri6NmqxBtZTu+HIqJc5KpYph1j1H8jEsKzeW
npV2I9av+CbUmJCyc5PDsrjknaMbY1l5B0hS16ddPwTeVBSHBJy7n4QbQVa4+SK6X5lanDanBhVY
2Zia5Ecz7h+itOX+v+OB7kn5z7DJT8EWpb9wsVsmxeovDoSv5XIztkAu7fEVArXiwbJMtzHmncLE
5O2PtbW6hbeH9SyrkoWp0tj7n6aqeI7Nh7z7WpvPVfLFd8qN3Vyra0A+B7yVRNdxQI1cr41D4deT
Ag5xbl5iWXVriTlRlLZmXdtNYejqgmDfU62AllRlb5AKr7nmpfHFeeDlkClqybdUERNUFVfRXszu
x+0d1Vc+3qWNhb/wggimIceG0hc7CPd2gVltLGPdBLcxubUGOG+RcMSwPZeDzmtesIo9NYHf7H1F
su5uL2TNNQSWBkEYSMWYv7/+UhTbtLzuDLjUhCCJM3hBaEO5RJVE/dy0d0n3Pp+2HnJbNsXfLzxf
kqe6bipsFrQJIMqnme/W8aGZuhPTu53809kam147a8CteTXCs8XDa3EA1IiMUtIdAAPqF6V4RLvg
BIsXuUcaP//Bfl5YWqyNzKPHJXw8Pxq9YSi90XiYm4cgeVVzBbSqaJT8+2cLDzz65QaJD0nacso0
V4PIlgzaVw0di4OiDC9DLUf//kwLKzxYIfUQjbKFP5pTWo1aioJ0XY2IYUiHuPcqzTiqveI2wfep
A/s/Rg/9J9+4u72nv98DWKa28PbCpNi86DOZTRlx09Cg0NXHIU1FutVor0wX3jazAsq/trNYYTpG
cjqrNM3SSj4VwecYohodJrIEPEXd/qVWrwopOFJl00dIDfvcoo2hIGMjlRtMXr8ffX4Iz0NK6+jl
MG1/fUBsqdbMOmPBZvaktaFnzK+3l7phYInE1TKnRty+oB1jVa6ff423gOgrSQlLEMOEAtsgqtvX
S0hsrctqi71UQ/2UNMahbJ5z+bHPn+OpQ4DpPh1hDp22SIhEuLq+VDErkE+0cYlny3A2GajL9Qrq
0Gq6Jzmpf6jScxZl+1a2d5tN+9VdRDdGdH7EyVj4yxgraOSMwlhouZb0TJq5cXH/fpWxHFEsAspL
srWcMI59Qw3nEAtJiFAmYJsOYHZRbCXnW2bEQi8CMo8+8A3CTEb7UkxwNfnjZHR/tBgB2RCUu7xn
r63EtaIanT//R4ScGRPw3VDj33bslakPyJVwOUM8lengLC7/OKVMq8vQNmZPeuZOHNeGhOop7o66
+tVoNC/wWy+cEgYmAzBaG+dqNYRcml/sZALiJvIzDpY9eWSvT5n5QUXP2JYfpVRxs34nlcxvdl/t
2Ni3anWy4CHNJBjtzc0Zw9/vPEEzRfmHtx00qUv+HrspbD/TOYH6saq/B1HNfMvPmFGX7U3/vTZy
bWqRRIxBakhxxapj9DL96hAGT1OUHJB38LJoV9iZqwxe/v32p147fZfrW0SY0jfbfpqyVBQTLP21
6LeuVfEPLGMJfRzgfaQMXK+LVVW1XMjyTOddlvmC1r6K3gfBa6CfzOP4Kkkbp2MtcjHdT7xHy4jB
0MVy0lkuc33CWhT04UEpGQf0Jwm1TqtJ7szOgrahY2LIstLd7X3cMLwEU1q1lht2gOFMFM9OwbBL
le+jcTSSDyEIi9vG1q7yi1UucU5xCoiiycDB9IXtGvprYATulOcwCRxuG1oPBCr9cPFIhU1wkfJZ
jLta8tin54n379D+yoL2qQwfm++FdK9q3yUNrU9/L6Nq1sNMtoVTWYuodCl4uVJ+hSV7EQfUyopL
rQTvMGZfmSiJmsc8/HV7hasmKLVy8dBIwE+vw6k8w3CjTWp61oy7uH2Sh4NcfbhtYtU16BmISQkK
4svE0ozlQA0qjesHxoPwURt+1UyV5Set+kHb2rttbHU9F8YWB2Aea3v2BXLDGAO39VEDCL1hSw93
3QgTBLCSGOjALzZN9yGnszuMWOGrICUxpU9N3W/5nnje/hY5oLX9r5WF70GOrESxChzEQkku6nad
f9L082B86a2vmrWrWttjgj5J3wuty9u7KBbwm2lkJyFaAsHAmMS1V2gFWnKSzyeLlG48BrOmu5Nd
Kzslq6Fgqmxtq8O+ggcn+FPQJU99O2kLV4d5uR2i3CZr1ucdxEdK70Jv1u0M7XFA75N7wUM+yDFe
koCCQ0KxfEtad9VNL36B+OgX6YvCPHUgdfwC2RuMv+okcOP8mN5To7firTC9vr//rHbhQI4ZDtzx
Pq+gmfmq8OeYfJB85pfiT7e/49rlw5ASHKgAzMlllqfBMugStnF2Nj6H1V1h7Rrrrzyano3gndq2
e7WSDrcNvjXqlp4DBQgfExCkGNC93sVRNRipTEP6DE6t3zeDlrmtJnTl+n5g8jjJGCU15wPJd3TX
TUW4B08qnZy26d4NSal5StGX90PrSx8Lx/+WW1lHiZdiglEhVJIDdXZzhlL2QojjaOadfZ+ENQzX
+ug82krkPNAQD+5ur2ntY0HxLIonFm/yZUsjDQqpoRmdniW7OVgaOMs28lo52df2v5/Cglcf1sc3
EB35pwgJFz7YG9GQmPC2nI1mdNUa1qHKleSNb7T6qmKAUPCgw0ZDV+DaiqwjKhcIOMscqL43D1Ow
K+3+i57PkecUw7c46dKDUqeermcQPfTT/vaGrv8AGv2MKQEiRl/i+gdEulk21SDh/vWOueL5oc0O
qf4Yai/2X0nu9l9u21vLYQWu4L/mFoE0HtMI0AGnjZrljzp9VXzEhNRyb2bxrm03RifF5v12AGDk
UIApylD8LYyNLaxujgVwRZO8OT9I39NmfIrtO8OO302Z/9dYbLGtry4P3DFVNlo93OXXuzlBbNY3
YZ+dk6zdBdWDUAl0wCnlOylM/uB6hahKkDUyFSS/vVwuHLTuEnVSEoAaRVUfKqncy4VzX5Rb18H6
kv4xs3AQa+YpksWdMAO6qwiPPaNONFp2qj/fR7O9pVe4Umqm2yzwDTQULVHcu95DOfRhnLCAlKnF
p7E9xdAo1Hl90gNAFbJX58WRMl9YfW6bLRWUtWvn0vLi2lHTkMKpWWTnPtg1RrqTs50RjMe2ke5x
OwTmXm4fhrXchdFelUItd6261FVVUilWKx18j9K85CZSp9FjVGwR8ax9v0sji+00R+pSlo+bpNYp
hJ8ujovd0HlOcuyyfw9P4NMRmXVwlsBhlpAqxawLvQsNMANmpnu9MuXeLEHCANnj1rJW986E5u+N
jOG3qWhrbhSr6wfcUuvNh1iZp10h23dqbmwlf2t3DlgbgR4l/YOm89ofCw3G4an0wQnYpSt1464L
P8lM5iblRixecz+cnrXgC0SthfvFidwz2A+yJzIO0pzshv69rLvVq+3ne7vrP952vtVlXVhbnOsQ
JixI5YCSkJ2P+znSAId2ljeWVnjQLXLc2+ZWFsf+KVSZATQjMrQwZ8aDkcc6sbhBS2ua0Rn4G4oC
tb3Pq6cs2ThYK2ujQkIbmBYg7/zlzKRTdEU5dOIgV6epOYOBD03oue2ND7big5S9uDVp076d4mvP
SAAeBTnNqbMMAtywvaq7Nzb1u1fOLwhUoiEpCCtaqiFrkzFPToL7Uf0MA30vjV9NuJQ78ytYgo2P
tIKJFPURwKdIQGFwWSHppIrhoDrJz5lKMVf7aNvFIet0Ar9VnJ1GP2vNLwlMr0wNO9DtX4msH8Oj
TykjVB60fNr6PSvvLoanaIEwTScUDxdJWJtPba4DtKQOtQ/H0LVtGqtS/Si4ncPgWU89zdl1/efA
gVQ0VX7e9tm3+alFAoF5OtW044FTG/r1B9aldhqDBohDnkTH0r8fhrtKeqhDiVJf/0LgOQTNxOuv
8eqxkz0jfx3kChqzx9FkJuLBkH761qFLjkP3lNPlHpT7XvuZ82SS1IdIPWbtnb012LYyE8Y0hmgy
gOCEBHWpQ1lnstSFc5OfK2uXRtRkzOCUOroHSiz0rB+Z4ZbBtJeUGR3T3uVX9TIiE0/J8CiU+prZ
OpIMvxuarXxa7NVve4kABJB/HXG2JZxaHs2ejBrYgqQWwX4kTzqWetVulYtX4gz1GZGvE2TobYnj
dJEVdYrf6EbNEIPzIRzu+/C7lX9BW9kttNhD5qse5oexCd453+L6Z5v9DKP+Q6fWLuEVNcFTX/sb
WdpKKBL1IiDN9NnA7C1+z8AnsgA9CMKuxGvT7lc3q8c5tt4P5daVuGYKvkfwtJTIBKvn9dJ7P5r9
SpCdZVGys8M71YjdYow9J9/qYrzJwS0+JvP/JJ2gvogUy9Yh5U4pHzoEJSPV3qW+40np35Kde0Zg
PFnjj+YYGzxZpv5ga+2H0G92oX9qtf4QUKFhq2loSmj0Pd8+rmvrf0OsUp0T4KfFVseSbdblDMHP
XH9W/AMCFWb5ZdzCDa4EfQ4WuGgyU3Cry3rMxJAcVWRmfCkE2nPp0jV0/fe3V7JqgwAMDa1mM+ag
XX9JswZtAVUjNR/1ozGfsyCDOnkjtq7tlgDF/tfGIrZNcpr5VY0NihWuTroWJwe82I2mLaT9ysm3
ASBy9dM7pIO3+C4cgb40Q3r1UfGkRzD6wgR9e7/WDv2lBfH3i0PvO4A3sgwL03ySR1p3zoFZPk12
AaegpPAHxmjeUYWgsgKDyrUxKydJtDrRCP0q0Sd3TSSaDfmjbL1vtoL5ygOWUA5RpmiL0C1ffKNC
zQN7zsFV5GnzztKbD04gP6UmRTg7Nj8qyFsCBQd5k42/bq9xxTmuDAsHvdhQ5HbLNCo5Smow7hpd
pcjTIDBiuLpcbwTItTWSbUBAjPauwJJemwr0GRnqHt6Fmat9Vu6c4Uf5DhIy5VWTGy811cPtpa3Q
FzFK8Y/BZULFq6dL0pYbwi8q5dmw2uCAHEbyFIwtJP91Fx/qVG3dLlEkb0LaxdNoOnjOiBhmxLil
O/RRf5j8JvyYDWlkgqw08uKgMrx+gEN23EAOrD2Hr37u4vmhQQqB8AvEEHamnUPnNayi59h39pr/
EEH5TQEvzoJdN06ubfz7NBoSYdIu8Kr49BK1kACpTNSQnTKSfN8qaJApf9syNXZT2gh4qohoiwtF
sE1yQ9qwRAAovvYCP88rq1S5uyDCPozV3o5bdzTsHSQOJ6150LKHAGphCsNeY+dHhAAU65BX3/Po
1PrOTi6PjukVI4UeWHam1o2d8rPWbcGcVqDquM7/fuVvrAHt1ASpX0B42GT7vvnC29adpne91h0k
yDuA0PwVDvPnvL5r+ietSzbut5UoBxoIAR7QdnDQLPt66lxKVZgAC03FfOaL6cOAjo4p+seBr+1A
Hfwf7S08Ly2HRJoHvkkbnf1UdTXEMALnrmwzt6cCLP2ROZqlUPxQRHh7m1zEnEgK0XWw2FyoE1zJ
fpW0xjVB5EiQxEnqxy5oNgL5m4Dzb073NkcjoPhchtdOVxLMcmOCjNAYKP33CVjKGKFzrb2vJXNX
MtSs5acpf63j+pQO8iHyLc+u5tds8u985X02n9ENg6wlftcWh8I5BJr96XawWovDQlaK21MQAC37
dbZZBVYd6cThvqdJJ6GOq1rtoVSnvTlr0wZAcS0Us/Vi+8nu6BBe70dYWp1awPd1Topir6ca1K8c
9uxnpgXPFYowTaP+nHPzdHuNK8mO+ObgRwRDDN/h2mrb5gz3AeBgDu+jZOWojZys+fNtG6v7CN5Y
gCKBLi3ftYVcAfGvSNqs+FvbmgJwJlgaoi2KsTU75J4M3opmISSh12vxs6D+D7mFGt+XaADJWoB2
2cEMtl7qa7Hg0tAiXkpqo+WBSfbWhAiyVcHH0X6Bgq/X2+NY+3utCY63d1AkacuzwkwqYmzUBcBH
LXyDDmfRt2/gDP91DPTHXH+Ue6+0rfsMVbA/sAUBBSN1QutoSaNTyEMftApoOTvS4Z4aun0BU0Pp
PLVJdILpdYtHZfWOpbf/P4MLF6z9Np0yE7gLKtezdEhD/VWR/4ZybFd0HqK/SMDsfI45LCm3V7oG
akBUjZ4/elkUq5YPKdhbjCbWAWrVlhOcekkAippqRgKx06nR2tIxN/30IU+q4ME0q3Ef2/1LqAQI
4/w/0s5sSWqr6dpXpAjNw6lUQ1dRDTSTDScKMLTmedbVf8/mj9dUqfWXAhwmzEHbndpT7tyZa62s
VONRgW+x4RXXjiO9EXTBtkEeZ5lyaaw+dKp0AGXUgE5znm36TQVbQd/qjJPzFukA/gLJe3tQqtYy
+05TqPDqw+sBbelitHZGn52VwOTv9qhGzq6R9LPRPSXtfPiTaRdlBpBrODp98STJZy23xsEihg9S
RHx9td9VU5TuZVqmuPpQ9R5eqfX0JPd3cTfaoEXH3GtNHmJ9V0oX0Ut4YyuszjuwcLIBJtrby1eS
nI1FGhmizt+lbhJb9Fn6knRbwjhrx5iVpdk6ux3d5sWLwnbypisGobrQVLuZeuNejkvH9aMuPlZd
9rrJNmLINYOkI9hHQseCS/Z2oR0TCZW+B2TcxOZjNnxW5DP5MX2uz2aUnO4vq/j4pY+6trXYVLNj
+uMsIKpNKDT+VV/aB5NubdxXq3vXkqlAI62CkPCSsFjodjoEDmc2dqryAD0t3oeh7R9g/yLKPw3j
gyF3014blXxvprOjuHnu15fJzszj/QGv3QICTIrkGClo1vN2crWinsw+BemlzyVCJKInV4Bcz6EP
ktFLtbBF9cz5MERtv+Ek1u45IjR4qEDvLR4It4bzoKJtmM9M99pzTcrT0R+bLt7Zv98BmbsGcRkh
MK6IDs+3dugC1Iy6zwD7dib+sPXkgUxrtWunYOutvTok+Ke0WUIXlUfVrampRyW1Kbl0DC1yjbp9
TGgWGibPvMw3vM/aSSd1Bg1KSJ/i9W8t6aXuD03H/snqd1BB3AgFWTWb/sCfIAqqIX3CziAreGsF
NkaTVz0Fl4IA+pFI/mOrhdbD7AT+xnW9NnOEb2Qd1Z+QicURV4vQCQybakss3HnlWsXrMf3HCDde
wqvTdmVmcbqnOe9plQeZn3KOGj0Hg+E6W2jj1aGIfC3pc9FFbLE0Y6El7U98CV0WQ7/c6fbJQrM4
zL7eP7irY/llZ/mUo9yR13bO9Rc1tehJEqIXWCYb3mHNHfKapngkdKCMJVkcx1QmXCS4Q0WDfpnt
fDbb/XGsz9cvE+LnV2+2YZJyqc0ByZT+Mfftna6+BYIt/wHIj5j9l5nFXrYJzWq1ZiSpf8qVj51z
qv0f90eyNVkLVzrWdVcEYHEvSmi7UlV5gWxtOM31Rf81isXm8tOwk/RKaAMpVuFFdbizgekinPUn
DsYhuOHKpWMShbPbVQEd6ASWj6FOTw6a+lVLypNiP9+fsLWlp+oJdR9hBTISYkKvlr4wwzxIBnAF
HEfH+tIYkhuO5W6M241tLKZleasLJjPvUgck29JdRmY5+bMDT98kMkyfov6r4lBjy7xQ+qseg70y
/nbIAk4PWAHoE/4QutyOrEoo+VoDhzMZzZM1vZ3txpVpOlepyWmoP//uNMKpQdbsp3IEeZ3FWiVj
BVcvp+La5IioP0/FpRy+BPBv75t5OYmI9xBpgyBFkfJFQzC5sDLHqSkhD/ohMmXaZ2eHui+5eybP
CkwP504vi+nhvtWVUEloBqF1gNAHXXOXpGJDG6YhC0lgox8SR0dDe9YGP3YBb3gSHMhET9wxKrxk
ni7yVp+9l8cN26TrOHDo50BFuV3GKJXJnaQUBbj3TqWGVs8wgoff2p4vz8GtmYUL1Iuo1e0SfiAi
xm6c0TOVtJXyzrQP9+dS+LjbY3BrZ+EDTaNS8hlmycUesn1SAS8bHget9cbpwyBvqcOvzx11PWAv
NO9adrNRqjmOpSEkGMrfpOkbpWmhdv024VwMiE7bwCzFM3DhDie5nktbCbg7YvmdVjmu3VaP6rCV
5Vsfyr9mzEV0UvWSn8kyZkzeVWnzWCpPpvX9/tqs7QHcLYKmOrgTosfbrdaZljyECGNd5PhB/tp8
cboA4v6P/2ZkMV9tM+h9qmEk03rXHN4pGcJ8euJt1uvWfIUJR5+MPyUZpJtvR1MxnLIXXMJBbOXk
NAIi6H8MinG2JGh/meqlWbZxN67NIHg/HuQqUI8XokNKbVrjLCQrrVh2ueVLOzhEfbxDUfX+LK5t
h2tDi2OkmYM6qFlDbqlJvYTHaPSdosTGaFaNUB62kMknKl72lHaMGbKcMKKGqORnP1r1uBmqrtig
4xIJFJt/C9jd7So1Gn1e5EZGKU6PKYWcAQm5GY+k+9O1si4KNXWhIihzBS91MGuackPBBCWWD9KT
ORY7u7GB833e5JeKcGHh3jAkWteAD4HTvdh0fm93uWSBpWq7UQyHctBGHLHiQAWsCRIr70lEDBbn
B6WaOh5K4HWgLRN43MReXho9Vk5waLbELdcW519bYupuF2eczKSPZRYnT539EO9bXd9WRl03IprQ
iAIhqjK3RoI0VHq/JDBqTKu9IFqbHqS6l0nc9cHG5bNqCk8NWIUUDrD4W1NxDjNA7dNciIO0bbYj
Ao/qrcfEmhEg03D6RREIBu6tkQi6ktbmCOQE0VNbodvcti5SaL/9LqaeguyYEOKhf80ykd1asT4l
Qu0HTRWdYl16trvn+4dmdSBkKxCzoo0LL/DbgSSxJMulhomonD2JdiaZUPo0NjzZ2tE0RAqK6xlQ
5bKmEedK5qekfHhO0KU40gCVPdEBx4qjjRlbOzhocwEo4vwIyarb4Vh9U+lpouYXJ3gHw69BIkBI
0MiwlxHJ3d+fu7VRiSER8bNAztLhpBavF6t2UBWK8lOsxx5bTaHDdjhv4XpXhqUKdgz5VoYFCvp2
WHC9kQgvYT7MKV2Au5OSP8xy9JClBiIAG7mLlVHd2FrsCHkybSmUsDWc9SnatbLXIE2+tVBrVnBw
ZFlx2MgpLkZUq41UIEUOHrXNA7eSgshtq39m4vKdJWf+xkqtIA3RLrsytxjUPMVhYgm4vPylCemz
0Lxrsvqgk19q66NefTDG79QPtcnN4oMdwFpGSa0ZLg41MU7ITp4epK0ZWDl5N5+0CMSyoIiz2GEG
wv4VEljz8CbcKleuXFSYQBCWCh+XybJyMae15sy2oCdMmZsE75T64/0TsD6GXwYWN2GR0k8mFAYs
mlegqp3Xbwfn8N9siEFePd4rOMJTI8E86Oz3ffBxsH23yTb80wqPUOyPXwMRA70yonR6H8NXZKYM
s/MQVG3fIwAmZBvGwBuhk7zRygD9J5OOIHOaFIiUy8oh0tvk1I5O6sahangdTSbf3R/81goujkmQ
BbaViAm27ff59F3qv/233784F5HcTrpPh4kLyf+9YzSvOjoX/YEJsgWESwSZ8jL/3gOUCKREaMlR
r1LD89hsnaTVSbqysJikXotyy58QDyy6Gs6/TGeI4/0xrO5zwjDAkiJ+XYYv2hx0gSnNaFnGX6Px
LOdfEOW6b0J85CKopGPSLxOLQUzaSLfOGhNdiS5V6XXqQX4/kc65b2ZtrsjhwOsk0eG8UHfR5aaP
q04QN7qvcvul2aTkrk3VlYGlusvkd4MiR0Thjl4epaF7zEz5MQ6S5/vj2DKzfFKYSRAPtLG96L3l
ttajEkreVhJ0Y6509dYpTIOuSeOsMhTa5Cr2B9X+fn8Qa2uOgp1gIKmiCc/i9OV9Z8i9mKt8UB8Q
MvthSq9LC/JYO29BaFfHQv0Y4CMEwxftMpRct8JQZixN+Wmkh0lhbElvi/tquYEFe/d/FhYrIpWG
MwqB14s/V885iosuFISiaj5Y+t9j8jhb4ZbFrTEt1qfO+rmzVDGmlHbZ6ce027oWxDe/HJMm5Hx0
svrO4lB2WaxU2mAJll3a72ol/OGo9W5ORN9e06OrEHIsu3g2/qZv1En2/yCPBgsBUDWYZNrJLcEl
+VTO0wilkbCvHFw/DM9Vr5+t/NM86Mdapsx/fz+uT+gve4tbEI12QneTW7A3Psblj75/uv/7Vw+t
0Pjn0Ux3vCWUwehQkCUZgHyudDCQFZ3kV+lmtxtxaF6smXj4of8kGuosdoUWEPAXVgAvaIq/Vens
znDGzOYhVfXdVjJtBaCro9kN7hS+GKnBZdJYSbpgaCMem0PaQy7SpwC8YTA/zPbUe4oh+Z4M9eq9
3cJvCLUiPsRN9VTG8efelloPCgDUwyAIaAsQOw8J2B6YWSWaPU43br0hViefF7EtvpiLZhFvjmmh
W3WWcw8HPi0PRA3ecMct6YB7VkAcLCk9CE7rUhBipeq+TeXHvn7d1X9wGcPxRYCZ5Bvw24Wj0fOi
iO2wzi++7b+GcxYhfyWHaD1sAddW3bND5Ax6Fk7M8jEJUrWapZzYfNDrgzJGbh4qAIr9Pejd+wdj
JY2pineQILbzPF5eBHLcwkho2UZWC1A2ONjDzva/S9M/gx0/UNGdrK2Kw9pRv7a42A2pPQ1z2aCG
bMuSmzif/M2OAFtjWuaw+nKoMwkLEiiTun9bIT7VmufKVt2mvujtPok/35/FtTGJ2g2UKoop/LO4
r7MM3cpZzy+l9UOLYYvF+/sG1jY3D3C00HDKprMsVjadYsZWiWtBbjz7bKVV7ZlWFl7ing4t902t
iB0A8QNuR/ul/6fydjsYS2v9Vpo5SMYMK794anL5EMTRXlYvpaw8zUIj1viR2VvB9NoYGRz1WHJO
yB6Kn1+9hKq4sMomhMZoVdO+jEPPiX7E8wb1bcUINFS4ImhOEYwsm3dZYTyMagh61zJS831dBuNB
G7XxXLa9v3WHr8QlXODgf0RKiKaOizdqGdXdEAh13SLyD1UYvdFCUEdqu5ur42id/WLEUcsDeiMf
VbiQltM/gfdz80cbHeo2UTJXdSJqJH63Ifmw4l5uPkxs56uZNoceNRCHOqeiOJ9D+sJElFLNKH6I
rQ33sgLdBKZxNQeLRW2n3AqNDrx60k0HujBUIXIIHzsbMWztjaI9+OXFHNOdGe3HJD7P8xZQc32o
oIjQ+OYALfWwCqOXU5+X4CXJG3cKntUEIqdxUtO/75+a1X1Fjv9/dhZejUT2hAYjNdxsmPw37ZBl
JyOaPkCL3ZJ+WLWEmAUscdEgbQlns41ZMoYSkWENvLRBjy86URejebg/nhWSMwt3ZWbh0voKRG2p
0jXRnD0IfhEdXmV3zv3DrPTfkl7HB1R7cECPfaC/lovhYDntUVfH0s3keW8HnScPW6q9KwEWSDfA
74JqA5RvcaDoCVdM1Ec4ULIdPaB3sUuN8aNZV0+Z3H0a7XFLZHzVIEh/LnuRoV72bxv9oQpNCYZX
AGmlMHby7Bafu2TYJVtcslVfcWVpcU5oFk32usLSNH1QlQ9SnLgKnUtNm0zgdJCGDxvLu3JjAShG
wQpQCqmF5cjixInDKqZQPsTy7MlVFu+Ncgh3qSYHXjumvjtWSbtTQn90UdfpT3kfVA96iZrvHCbf
/LIdd2Fd2huXz+rmhqol6C0QoJcCcvagjr0h+l42+RlsrlvNtat27+8PfsUnANvm6NDRCHmkpT4S
ol19GSvwHOKpdnb69NSJV3ZQPoVk6/f3ba3M88+GDGRCRYOdJWA59zE/lvgFI9e+1HX7EHbNBiVo
pccATw5qpRCKyeNg5tadx0Xfy1YOuKKdqxN9XFy/J9w30QBNvFylgFt9KpJPc1a44Ko+q0PsBeO4
s0geDkrh5RMp53brm1YW8uabFm8hYPck2W0bhnmi/T1H80NKJUzPIrST3WF8n6mGmyv9rm9f13XD
XpO/xmrxRcfPJHq0cRGvnOKbb1m4jdaP1UkOADcEYaqfwAJbrpxM5dnqSt9NZyk7jNk8bLwVVhee
BmwCs4HzsBeLkkdhObQDi1IZceOVYUOwq8jz6f72WgvWaKj0y8xibEPUOKldMrZs+EijKFclqJDr
Zzt49mXbq2GghZb2IFWbnIz18dngPwmmZBi+t5uuLMJqnnVkbaXIUKmqje0+TSOQx2Wr0MmiV2aa
wjj1XzENhE9lN0qveY8me0mqAk+R/Niz46Zzi9j3N0KO1Z2n/vqwxYyYXTP5nG9gJnJOY4FqN40/
/oDCxJG7MiJm5yqCGvREa2qbae+CYB8ElttNz00I1tYOf98j3lgSzuzKUtskAxQbVM7H7lzBbzf9
k51uqWStnhBCbnoUAmXiiXtrJOkqsi8C/tPGvmd0Bw5p3Hxz0nNefL2/YVe3zS9LS/kFNWtn1gUH
r1jDee7exZG5cSTEty6yMCRg/h3LsvQUZH0ctzFjUcA+J8o5o+loZr2N5Q/iMhHaClBf7w9qffrg
A8HNBv+xTPyYBZ3bwwkkywwD/Dg3fvDUZP4xcHw364aIsKiLP943ubrLDZ4V5MwcbrHF8SvUOme9
CM8q/XOCiqAZg0zcwhqsEI7Z5ldWFl58Nu1pzEaT19IQXvTRK+LdkKfuqMsQR0ZYiHrjSnPzviNo
GOw6dIekcel1ieDDWJ6drNkjFuUORuDp9bjTqFC3xi7vfB6v3XtLybe4xytRFN8r6j1g+mFjL2al
H3tR3uV7ozJ0TVRnhvAfTTun8t/to2ltvS1W18AkgKAZjMD+LJxA1MYMpRMxlF0/ynk3HNtOpXHe
4GwUxrcMiZ9f+YDeGuU2K7hMqTV5hvVktUSHwbSxi9dwqDoYVK4rmiooDOzWDL1ybSeuMVPlZ6XK
PSU/JXnnIQDD4ckjcxe0+/dWvhVkr7oEHv0/6bvgjsTpuhpdkWZlQ7QAfVd90q3g0eqdjSthdVtc
WVg8zlILGpsOL+LSOYU7aparRvKXKHhFf7jUtcPLqG+FP2KjvXBCVxYXDnXK/aicBGwzDaUHdD1g
xPV79DCIxwK3CZ0HczjFirybw/SvpvI/3HcO92cU8bfbGY11NZUTi/HWZn5S2+yhqDbSKKsh9L/j
ox3yrQXYpYQEQnulGjS3m4O3kFDftLrp6vEWTHB9W4IPRM2aPOWLDhx9JBXDnGCrqDqvjvtjX5i7
cJpPCGHQGUwbPNLX72unex/W4SXstmBqq7OJHhu5GORsrKX2hj1IlqQIpGczpY2rgr98l1f1+O3+
mq0BRch7UTVCkEkowC1On4OGhJbGsMXImHgzNYoxU3azQcQcqF5RvqL039I4Qj/rw4eonfdJL9Ph
NnxoE82l0H2YlOpUxwq6ENFlCM2v9z9vbRKuv24RhpRtnsXRyNfJ9AIJGhsizqf7FtbubYUmBQKG
bhNuLNyA1qFUW1aAW7P0FNA5No6qQz/ADn/gEuQt0z/kery7b3Pt4r62uXAMiWnnBWx65jz4Gve6
FySdl5UffKYzaZ7v21rdx/DgAO9RQoAjvghMez2tY4tWKhdL+5QBfMgq51QE4+ekNxBeNR/1fq/U
iH6FxpcoKbZilBU1KqBiV+bFCl+5WbuIw8wOJoTTexfhnuRIUQb8dXXsK/mxbd8FUrgbTQBH9auK
zHI+hL1b83BCyXEXdvUB8MnBIcSY/dnTc2nDRa8+ZNDrgF8uWjcAbLz9vCQxtbpweE8UVeqlfuj1
zTvFKLwskN81tuLVvr9HB85Hjm1jXcS8L331teWFL1PSBmazKkMzG2Y3gs8dDq/z9sdY/qjGH5o2
u3JOXbx6JRHbKL6+b7aO/v9n7IDJ0XNFlm4ptiOrAboB0DAunVx6VvVU2LmA+Xj9NHuzChLOyc5B
+6qO+of7Y1/d/7xNhRID1fllQq3NjKHvg0F071YvmZEfdVqFdEXtWnZzrCCX3ze3FseIp/D/zC22
YKrAUItEw5U0eAcr6iiFT86fADEpL/0ysvCjc1SbCgKrPEw1ZG4q57FWvirZOXOgd6HmfX9EqxMI
5Pen4ANgisWZtouhApTN3lFrx4uGfW3EXix/KUkxzNHGDbFlazF7EJftvBYv7ijfxw2PiubbJLkd
IbipV1u989YuePoa/zuwxSyWyYjHF8bCrD9I1tlW1AMgJS/lLNyfwnW/eGVqcbVoUS8HsqTy+ETt
tC5eJeor34CUHhfeZH0jPOtjEHjVpSz7jShmdT9Cm+bRK9qyLuVWZwkNOSfHJSp26LW0eYgqbyg3
jKzeazwRAAUTP1CFuHVsduoUStsxk3Amj3ZwbuJsl/S4Wv/Q9h86tXZbRfbuz+nq6l3ZFFvpytdb
ZknLgQGbTn3K1C+0l3AhxRzhoL37A0NMHZVCi9vlp2e7MgRK3EYCouICTcfpWEx9T5BSzihSBY7b
dsVGXL26YPTSpc+tKCotJf/CNqirduAKTdGYgBHcR0jvbMnT/Iy0XlwIQG6IOHUizqV2nSnHfdGK
LiaDk+5au+lOvkWRxSgVL+ts1MRSxI7o9T7/Ezcpiiuh2ysHFMAeZqRQJnsrJ766mA5XI73gCBt+
pn+v5rhu5bTrHHZp3b2ummx27aJzdX3eazFX9P31XJtgJLZJKgi9SmqxtxsnMBDu8lXRKER91jHV
9x/7zRMvHNVyfq+NLHYnkhttE40GZLOw3NETLQPccH8Ya67y2sIirlOGeFDbEG7vUKSe2n1X+qMZ
am5LgUgFkH/f2Nr6IAAn+t1QsABedDtnk8NrMiC4oqRceFWOptE4nZoQbTNOw31Tq8sD615D8BJc
lqremiopDBME2JBuzdir1V3e2DsEuP6bkcWdllkoGIUmk2c4H/O+caNon0Lv/29GFpeZ7iuDFWkW
vMb+bEuKZ+aPUr11csQyv9ho4OdEHzkCq6Uy8dzFseHMEAp6s/pAEs6r5+Rj1+nnUZWPTVH+E4TO
xrhWdx4As5+aOTQyWWyGXu2lROMpd4mi6mKYVLS1U1RSdACeRSrs/iSuHiTY0EhOUTPD3y+2g6b7
VdOiXqHILZelbA1HO9bKjctkddOhYCs0d4BRLzddn2l5KI0ZdIHEyT0hxu/pZqdwYQ758f6AVo8S
XFohvCP4R4u0ySjFjlHLMBMcGNil/qkOg8PYJa4Vb4i4rY/pX0PLEmALtsryC9DtJW25637cO8PH
ZFNHaGM4S/Yhktc8ambY/4bloz9qf6vtt2Fa7TMz2N+fuLWdgJgxyBbSaChyLF9PU5E2OsJLl6Cd
ATqYepf8U5jS1oZb2906d+9PRRsQtwszaa/pXWdyPQxT/2qSuAPLoPwRdso7nRZZsGfe3x/W2gTi
UpE0gLwFHm6xwSFxB0ElQ56p6trL7R8xne0DqTnkw9N9Q2s0DAb1y9LCH2UW2MlBbpBnsQvbUycE
Yy2nMZ4a3Ua/XLYTr5zq9qQHSQ941PnRmX7gdZoseagcXWKpMr0GBcA/OA/XX7XwJlIUR3Ta5DyU
2ifL/q7IX6nJhFn3ByecbnFCphrqIp3Tb/2IOuQZ/Z1a/AjtGsz2LNz90AYb3mrNG0NZFM16TVq/
LANhM7Vpw6XCM1ALBIFtmkd3xRerrc6NKu3jjsRotNVsfG3/cCaAgyIVxi5aPO1rI2hzewKnXXSz
5ob9W1WzPaVLZXfsttzkli31dhKBirS2IVDoFOr/zqN9l8a7gBe778+7+5t17RSSJYOMR61fRfHp
1hKhTSFLEw1ENHW8xIZy8WNpj/rAMU3NQ5kmG+XztQcMKBHE4sEe6uoyHNaVWi+zFuzhlDmZa3bm
62ZEN9Z5FRqim8GR/+vsjOaGh16RkQWrLdoaANpGlHL5tNbD1BylEPaOEZL2CdsnP2re5LziM1s7
agYJzzn3siJ+lKvhlTn7bjQ0f+B+HPpS0n0GCh8ShLcTrU5xNKkW9B5nqs5DZf2VxZpXJv2DVW2V
KFZ3D4lfsIIsLWiRW1PsyaRQDHC4OSofozO8toD99JPxaG8GxyumRP8eHc1IdBho/3FrKkeKyHHo
Pnmx8092PXs13Vqq3KLo+/H+Pl01xFMNpCWSD0Dvbw2pSmkgWMwKVsojfRje5tlzPp0l0/r9VyG6
EmAVyZqjybpESxuNnZC3Au+rS/IpALCUyc3xT5hYN1YWp67Sx7Cx+wKML3ml2HqK6OEZF1uqnitO
8sbKwotocxuWoQDf9r30pgdtZUrvVakVVaq8jXa+1W74/rVzhkV4QPTvEHfAYpXKaRiMqBRYc8vs
XHq5oaj5ZBqfJsRu5HJf1IVbBL1byX8FQ+ACJT/d3yUroZjB5iAjDsGY877Y+YWTS/1QyJxzfXTL
7JmXgF5s5GC2bCzeg41JYUHtsJHpyNBbT5qtu8bvy5UJ7SDKCTzTuXOWKIAoTSmIlTDAY/XZyskV
1E8xonX3Z2vtTKko6uOQaT0JbP/2THVzJfdVkRaXOdKLYzeZpetn2o9Srt6gsFBv3DSr1mjHDnmS
AhzmFtYQXTXQVwWSHcynGr33oKred1q4y/NuY2BrS6RyvZDlIPXiLIHZlayWpelL+cWsin3ut2fy
qo9Jr727P39iNy+ehDCafplZnC/Vbsbc0OLiMvQpPTufu2pLRGp9IChACF1BXk1iTq/SNV0ToiPV
JQUD+YQB0/ko98/3B7FyIwta1r8mFpvAGlt7jqDVXBSYRvSi6GvXaWfqyvskGl9Zo76TqvKVlJmf
7ttdi5JJZAJnp60DuK8lTqjMCahay4DvWtTa0SnpjVZGWudGfpvjdW3cFcHJcRxV49OgWXCNSstL
8lhDqt7ST1TbRKP1CeGf+x+2tk/hXKELy0cJ8s/tnJf1EA4OqciLWk1HRPoJ4OfDpD0W81ayZw1s
iR4lOiIiFOJaE8t/tbyj0jcE0exTJTZOk10d5uSkVfbeGhzPbj2Z6t0QOQ+Q4r3grdMaB98adlMR
vR3s0VPr96a+BUNZ29JwBGn1yfBJDy4upnqCyBlERXHJK6Ny7VoPvFD3f195l7fllZXFwamHQS16
jT03jk2Nz6kNT6VdiWv7U3m4v5qrVxJ3EnwXjQ7uZDdu51grCjVS5rwggfJsVYo3AOApI1F5G2TI
/q9K5WFUX005uErHOiH4vOH21o4w7xS0W6EpEyItZnQa8ipru4oZbaRdlB7n2t+F40ZYvWVkMaHG
mMGwtOriUgDqIZ6wp8pFrPr+VK4a4fFM/yFkicge386kI/uNllojRsIn3rheVT/m/e93N+e6E3wE
rm/RNH4RUDpDNhdc4eWlDJrCtdLHso9/qAbElvRPrj9gJ8jP8lhEHlY4gqvT18RBZ7ZtVdLqjPZJ
ufRtUv9RsugVB+v+xIkttrgn8N46rEH8CQqH2q2hKZYjqUla+rnpNOV2SukgtcHZtgiV42FnZH/d
N7eyTjfmxBm/GpfV+hl5naa42N3k+sVXJaGwsdnlcs0KzfFEZcMmUFmCBv0xq2gcKrOvQULmbXMM
HiIj2SAXrVF+aJrOG4b10SHEiK+4Gosvh+zosSwvjWQfB0d/GwYfyy56NGFBzU25K4qvAAi9PK7d
xs+OYAnoCd5ubPwVp8gof3ZRg3MKouD2I0At52nUNeXFLspTUdfnfEsFd2WHQEWRRZt4MrAUv24t
kCbv0i5Oy0tN04fKfx3qxwD9Sy0LXZ8+M/f3x8pwSL5y5VOY0WgLvBiORW8E20qnkqe+os07dn/1
xQhDniD37awNijIuDbWgKoBBWjilQe/8eZ5U/IXTprRMUPOTOeTxoafBoOuXMFLsOdxqZL4yOGJL
ShqMDmFAe3GoMwpNQ4/WyMVIy30iNP2bWP0DBiVTR6dvXRB54LbfLler2IbkjE4JYtuxj20pJeco
dKSzXozNxglYmUSxSmhAETNbxlIHLK/ljiQl+f+I/+AwGr121qsucs3Z1A55TkMiq2i1jUfw2iRi
kKwQUp7ocy8mcWydTsr8vEL9t/4qhQKY6/jH+7tjxX8ANYY3SeYJjs4SWh35hlyPoV6hi/9oQ3qu
nRLO8B8IRsBzRVGWFiGqQzfAxUr1k9rYQ1RzncQP9lz/yOI/IdEhbQBzwWalRPH/1obWKkbdaWV9
iXrzGFjSTqmCfdf5D/cnTEz67S3CIND8piBEvIyQ2q2ZvKgbRHkDXmtmcKn1LyY9FuusdftoS3Bp
y9Jy0uIy5VoMC5Da7634c+ZDBTHfJNLn+wN6ucsYEAeIpeEFwnm9HVCJbEDQcddfpIROFNYuT8zd
fQsv9xgxLGKS3O14PBTHbi1Qnp3a0sRC7R8tGpa27Sc73DigqzZIfIkmwizOEr0qVzlZtsDicq+f
7OgT4mnocd8fxtpEARj918Rigxlq3QTVaLLy9uTmveiFfN/AywVHUYHTLrYW3nq5tfRcDqdUV4pL
0tAJKjTljuaZJSXOsoy9URrmjTzRlr3Fygd5ro8ytZiLWfiaZ+uVfxoz6XMug4rT6qzeyNi8fOKK
4UEshYBACwlVzO9VEJH5Uph32sw2kLRhl9NYxNW5E5Sh3qv990prd6NSSK4/DRtH9qXzFoaFSD9X
LT0OxN65Mtz7c2RpPhEzmIGMxhV5QIPYRxrZeVHydH8J18YocqNCAREKwVKbEPJE3OUql61j1ZcM
ORLaMfrolNrZQUX/ubAt19y64F/uSyF2LjpFEECDZl7Ma5EUGhee3Fw07UerPzZb/QdWpu/m9y+m
L1dji/61/P5hjHggvvbdOHhTRG5ib0zeyn7EdzNt3EYAVZYEVqFq5Giz2hDgfR/S1+wFOrqg7boV
ea0OSJhBL5A7b6nzm2WNYc2j31xC03goLajWHzqp8OaqP6fGRs1DTM7tdcHikDlE25O+KS8wsAUy
4LMqRy3XReQWMOX1kMhyw4WvGkFzV+SnBH18EUrWhTQHto6RgPkq4k99d0ibT7+9s+lE8MvGIjaW
FGQqaGDawlGXPTuNzxXIOjpH7qZI3oflD21A0rxVo43odXVz0xkR+c2fccpi89W97pvTlLVwpt/l
+dMwbOX2VjcdLxuNX08uZNlpLrUL2CpF017k6m06+rzXxx0eaVTV/f0JXBkJtS+LkpPI6CD8duuF
6rySNXrkdJcIZuteo9fSqWkjZ8OnrzzVKPUIvD1VPdAdy0ukldrQdzq9u0z57KVO+qkI7cdeUQ5D
0tLTbng3ddk7fc7PRnQ0k7NifzL7L/dH+tIJAikBuiAEvHgDLB091xVVG1PrYXz7+T6kanqIJZXs
nTr4bq0m6T4MKDsi43syxik73bf+ckGxDoKGpoEKeYXl6W5LIp22svsLjBavd2Y3lY/ctm5pboTn
KxhvinvcJxQ4UF0jHLxd0Sbya7sx++HSDnGVIEeYVmdZy+19jgSYF82tc3CczPdApNZuOQbKQZKb
4nh/uMLIrYPhI0DY8yYh7qVUcfsRkZKZccvGumSzvxsDeLvx6Eq1vnEOV2aV1BnFJPYvdYpl/m70
/XwyBrSK7GEfv20CQRG6hGW+Yebl1hHPK3Sl0KclzDbEZ1xd1Q2p59RKavmiGJX8qtS6+TGUYCdo
ffq1tdAXNCe5edDT6T3gVG0jTljpi2mzc6ijipSzZi0HWc79bI+FpVwMVBAmHT32+UOZPqbfh3iX
vHLmd5Mau3T/87uDkZzbd/yi4+R/6J9z/X3in2Qz8rbUVl7Ouy3oew4Ly7XIwb6dkEzNDZh0oXqJ
xqbcT7VcW09OHveVZ4RGAZWmJCG+4alWNjYyOsgOCBA1S72sSPWdmvZtOqOobfWuBlkkczoISbaL
HJerV86uSK39NMf72vx9LwkMEnViyELkKuDV3I43UOK0aFJFuWiZRGeExDQuTdRWH+4fmpVZBX8A
eIQgW7RaXJzcKq17MLEBs5pHyknuzVpyCwg0bqfxpBvgyG74ipenlKvlZyRAoY8RipDkal9X8Tza
VjmpF/hQKuI8JsIc39LaqLPHeCwie2Mn/8xU3XoFigfOT/ERioovqidFTeo5LhrlIpu7rPL+j7Pz
2o0cWbboFxGgN69kGRlKaqnt9AvRlt57fv1dqQucUbEKRWgO5szDNNBRmYyMjIzYe4duMVDArbQd
QqDMGHAec6D507sD76nNVYYgJ4HRjHapvLK0q/FDvyuN2kNN8fq3uxAikFDDK4H/wG631dOtTGty
fYoxim/l+tB4i9EpuZeVTcFzIkvr0gMiiEKxXXXLLowWaCm5hEjT9R9xnkKSEiuvZVfIybRST38E
2vm2NEkDP0JS1CPVDHs3IaByUJLGujWW+DD2erxxLC/ZFKkxCi+81KFwn9pE8nOZNJoC/jTb/mxG
DzMNFLfUnAZRYdlnVPbGIi/tNA1ih0QCxM7Z6NOMQcR6h2qRXxTjryiCwISulJqD6kJg6qZIUk8q
W7dOmw3vvXBYuAU4/tyudN7XEEGlidQmnoh5AJOkvT2N3Y9SzR2vS9ph3siXLkQCmOVi8J0ikN5r
FUknz8n/0GX1dTl86QaIp2m9703kJUgZrvvMeQLIraaDWaaGLq7Slc+ko1Q1A/I1aJrq0Y/abIaD
KjXyxuZdtkItDxwZ534NBQqNuFwUIpAPlDN287nqb9Jq3AKnXvpEPKr5i3ALejdiW9/Es3HsyjGz
Es23M6ZBy1r/V4/CzqsBb21ElcuWBH0QtB/V69WuVZy0NEkzjUncxs9pND7ORvcoDVtj0C6a4dYn
+SBzRuHldEF0DOlwZUyabxcVZYkpdI6iiHFT1fKyUaoSV9gqNrMWMRWU7JiLfVUOWyLZkNrQVH1j
yO7AYnha/bVuZC8fPmiSdOSf6353YWk0TYgaCkwGhiKullZblhr1sJT9fvqnWDLXgfCibukZnLsd
jUI8DtAXFT7LXhmRdWa4op5pIpfI7DWnmv9JzCndCEgXjYAmoRYuJF/t1Q1Txg3+PIUY0dte3tV1
SWdmtCs7/i+GUM7kkBsU/NcofKdPq7IwalModdWeWuTkPeFSdL/f+2X4/LS0EG0mrMMFOnU6eWn0
hDkzJjN52lzet4411DfDTArk9kWtJC/vN4ffybRLqMHz3j0113dB05ZRZPmZ1fTuYA0f9ci+Md9P
rge28P/Jh2CQaSszS1+PyE3Glh9JtS+soKvz7qqKA7yMghe642IU38rbnEwMrZZCi/Go8WceLQGN
GOt3ndlb7Jzz60EYQlrytXZI0D7dMp0pknNgpxZ9n+9tKn0qEWvPmSSnbL3bLxkyaDlyMzA3zl4P
6WnGXg6qCLFGs3S8cESLL4TqKqPhuPV5rls6mzYzggqTe5nPg57LXu2+a3a1G3u0u+ytu/U8YSFR
+d+azmZ8R13t8CDFkhY8KGXziAZJJbWPSljzSN3QU7m8KoICQz0Q5ly/xceaY7zU7J+axJFXhGp0
aKr4Q5mXxX1htxsH90IgApsj5gEB3KOkvDq4PRKtfS6PZA0RzVNXUsIvFuDKX9fP60UroidDnkkG
tmZixqlqBIVaqyhyJFXtFpraHBWSvz/XzYjDcnofMdb+FSnK9pFbrny8rpQurHKkYDsry3aJA1Mg
k2TNq01l2l83dXFFoM4RSwB6Drz39DiVsaoUY9uR2enx4CE4OKAJYNkbjYbLVsT8McIDAVz8+Zvk
BJHAxbajAfp7kjsvyI8kB7OI7N31tZx5NzqDBG2UnBkzy/9XRVdpRCEqRKbE7/PQbQL9paVx1mpc
55b+USvbja07c3DM8WBFxBdMNFmK+IpvFmWUSzfNQdf7KRrLGfHHKRwvZ+rM1qk92z0wu0JJ0QEO
98pLPDUUTIDhEkXtGUg2fEHrNqeIJW0No3qNZydOJ6yIHBV1CJLitdP16lyVYd8ufiNUBT1Tm7MQ
Jvqg/8wQKe12RiIV2uMk2UN2nyRJ/+Joke0c08HMrIcyKHUDWJxmLy75TtTvWn0yf2tdZVT7wLDi
7zbim5/KQFYY0T0JIOXU9vqjNo5pv6slpX7JmyJFkbcqnS/lFGl/y7msfxmdujxliZ1+KlK1ec66
WdpnYZAnPKC16uOAkiV1L+aNlbtq6ceXhFrq05gnSwd63JH6/UBZ95dalOnPfA7iT0kQZYVrFFX5
HKSLnnnVYpgPGsjeaA/CM+KMIZ7wLUpVAn0wjDK9iGicD+rSDs4RHF1mHPKhTONPellEpatlzvzQ
6I2kH6JYleA8GtpPM0jkzo2AH8gPSh1nz0OO1PNjEUu8ixd5RuEpqgMaA1k+Sp9COU6/LdZQfh+t
1rpN5Hr+hpenmSvTuSo9jfnMP4okg9LW5uWg7KSgzGCLDn3/MaR0IR8mW0uUXW4odeJ1XcEjI4u6
NnfrXjU/t4s29fu2SMrA5fg7P6KY4RA3/TQnDmWzRXoe5KTO3T6uu3LntJGCdHedoKq2MP3nn7gI
y+W2Z+9MRi+OWnc7T2GubLz5Xh91K+ejEU2B0eRdK+gFpy4eq0nUquM0+swyK1BsngfesXppjtFB
Xpwx2wWJJb/0Dfoqbp458ceu7KyYDdEK3R36kk+h1M7Qetqs5D+CKpvAf6SJClY1YdMNpWgSdoXy
2k5lCsKwz2TbgG5mxrnlKqnVPZBSyDkwXzgQXqCR9nkoBsoPlCfzPUL+9S9AO029c5Sl+yMhEp7u
isFGC9IeAcLslVSN7sfKCT5acZ5LN1BN8v5gtUMzHTun6eedBnK9cMGzWC9TO8ryDnJRmO2HaZnL
0DVapjO4fa1ZsVc01Io20rMLsYqnFCUKgSoWuebp/ibzUEWFSU16NCs4pUdTiw5D/UfKtkT1z7sd
AEphOkASoXdDM2/1OrSlYphQqqMsnYTKC+oPk+sg2nyYk0reFzkaGnE/dYlbFzaTfCQiRR9Y0qG0
QGby5Az3o14nW7o8FyKoLfoPXA48hsALnC4f7fHU7PR88nk8zFwHEuo3pvn3vdcPpD62l5kUNOXO
KuVT37dlH+uLz5P2AIkFUdDurm/NXAxgdRDbeb856og8GqgMC1X80zUtizno5RLKfglQ8KkXPW2r
wnlzsMpkWYvlafEkv/vO4wqCqQW1kO6Ktb4kMru1xnaSFrT/EmeP5nh+0zZlf2e0eklx0djSGBB3
6GlcEPb4ZGThvFzWCNGhnUo+aiT7URJbXhjq1YMzSMPOmAdpI0c5KwLAWKDNwUwLSjXc6OscZdSo
26mJ7MtGMN8aZvFD7ezxOMUOlw2AvcfCVDovU6T6cP1DXjgyAgFL8ZQbHpDvmlolS0Uclqq2gPqu
PadW97I93Iy989wLdRb0uNTp09ClTIy+jct2cmMxMqAKkufrv+P14602G+ARiQwChbAC1x4FDqZ1
hq5QfJ00yxtKCueuNZqDm0xFvY/ooe77qjE9QuXkzUtceU4ytIc87hk5zSQ1Nx+HP3Vs6V6vdMV9
3svSgywvy2fURMYDfP1mR8c3Y4zc5NwUdVR9LOa6c+diDg4on9WPdlh2H68v6vzkazB4SG4hplLp
M8VXf5OkyVWsVi2sJF+b5sdKrb92lbbVibvgpPB5AePKfDtgH6uTWM3MICCjmfwF4saDqk7BDn+O
f1pq72zUEs9Nibk3Bq9SRnrSXFwFMuYtx2WkVapfprXuOkY33yBWknv61E0b50H8VafewHq4jAGw
cOeheX26c5StItbsaH4jx/W92rXzXh4M86XItfae69oULNXOMyYz9JxlHrY0ec8JCtwihC5GMfMP
CPHVTdI4dGO0QNN8ZaK5h0hd4KCMmv6UmGDrzPvWro760rqVPB6GUEhs3153ncs/wKGqxfFkuWuS
kQ0H1smpFQEqZM7sFO7TfvIyuUY0ffmiyJ9rxAALS4OYbj/JYwvgcOuJceFzi042zks/WUwiOv0G
dY/9eVCISWU+fG4UOHvUP2zdi4IAlOP19V744OLq5qUufJk+zqkxqERI+uqd7OcyKnHkzwsqOIOu
H6y0Hb+MUhzsW3VID4WV5J62OOX+uv3zHIXCkZi/xwxhnG5NTrOjSQrwJtkfWsW5N+Z42Jtl0pJw
mtn3opDKjdBwHvCxZwixH4aH8OZc5USBIslLTW+AlmNi3iCUW9yFgZ0xIFQdPmRpkD9Kwag/2SVi
cddXet7OVdlf9pmOJ/yms1RBzQJ7tAeWmqmRF5TO85zMX0p0/5J+9IzEeY7K6FObIFmob6FrLqwa
00Jp2ha3zfqai0M9mmyJVddyIW5sLxj+KRNfN1O3siovbo//aa3/GhQ+/iYCa3FAeajHoFOPrlT/
k9rpASLxk11JCJm2AMTju6KuC3e0lA3bF44PmAHwA6yTe309rWqhScFkCco1Zm7nOzUNFS/NBzqR
g5FumDpXFoV6DSiKwpDowuBRp8uE3GtOPJlVfyrREK3cAilxG8HJJch+y3H7yJCWnZTWt1Udv4xL
tFd/juPwNXHaPbps+4CJKRGDL5bkL+y6fThuQWMuHC4QKZRGQFKIEcOrSGJTC6sS0GC+oaH6aJZe
XH9PCpprzVYY2bIk/vzN96bHZcq1QSUuRYBNHh46szsEBi3urfmNFw3RgCI+Ct2A9V0I3dhpp6BR
IZA5j2PzPekqJmsZrvHukcl8Wq4ftHIgZDI7aRUYjWSaBD5C9bMk2xXmj7IybzRt3APP3sjpz7MV
LNEZIuiLrrK2CklOYFmDoYeabyRdcRNa+Wdu4S09ygv3Gs1q1mOxbyxn3XVQUslENTkF0YGIOpLi
/XgLwIO5lIBHmBYQG8veNKf2pgEgcUu7st/PZFgPo+10n+nXDhuF4vNFQ3cVcVDMIxEaj6cO00WS
PkRNKvttqyKG1i7tUa2HdHc9Dp3HAobZADER5BfKkOvbLQUso2l8SB/p+tvFDFBj7W9DcyNpOo+u
5GYEGg3uCw/uNQoBUS8plaNF8VO13SMnfqgrQwCz7md5+hHU6rO2Nbv2/BTQtKRRJbhEZJVrIliu
O6MzQJzydfD2z0rVDru0CMw72wQOJo3m9G4X5YFA4iOwbWJ65SotlKhl2OXSkBR1anEflWaL8FeE
mun1z3XuFDACAdBR76Efe/YWAbRR6rE86X6Z68au09P2OJbh+88b3X2SXEOcOQe/OHW9TGrSIWqx
gqSMwbwhihVln9sbW3buelhxsCHA9uSyq+LWYuVFMHWa7ttTUCM/Kyk/OfvOc9222v76tomc+DRp
x42xRvUK3ZozYkebK0ucZInhS1WXHI0q5y6RC5lR8qp2nJNh/hJJ/dbdd2l9Gg9YwiQFZHQjT3dx
CqwgL8rO8ONGH3J0jJMEGBzFU93V2zLc0sc6dw3wb4DhiPkESZ4Gp+bKYu6rZawNf8lrw7OZEnvo
2046XN/JS4uicif0sHgKA0Y+teKgQLPUiHKiylC45fLkpOGNkqgbUenS9+JhCkqcowTra9W2Qimj
M9CON/3YjsHGDnp2a2baeGMHZXTjdNS5wc2+GyrCqWXfyHxpBkLBXi2t1M1pAJBsIHBYDTs7iqZ7
3leVOytOt+GPFzJdYQugA6sTjLbVx9JmI230wDH8Gmrlscxn6T6Dz3QDSav3e6sJb4ss6m9mydQ8
fVST+3yalS3Ziws3Hs1BtCMVWtSwE9cItXgaQnkICtADckFOPd11erjXi3/QXzSRf0E71g1NivIQ
Sz9amyn3BVei8EAplAqsQEqIP3+TEVWNI4fBIhto+1kxM1+iaadHc+SSuVYb+33RFC9VWlNg4cjw
T02FEzL6fW+DXzAjW743NNj8H5I5zlTXkYZJ2xAUPz+KNqkk6CmG2CFOuwbO5FkW1agCmb5UBsGn
JrPaP9UUyBu59fmihBWyA6ExJkgip4tqF1Miusom+s9280MdHO2QaXRy3Dht+40DeXFF5HlwXRC/
pWB5aqu0JCPLpMzynS4aG5eS2FgexhJC/salcNEQTWQhwsgbxVodQqW2jaId+FJc1sWXLLDyG1mS
qw2G9jmAWmAxRMlbkMU5gqv1tAm9jBJSuG+ETvkNMREgvEkrPTVjM9z1oyHfh9Oi3BWTNO8TyNGH
NJHzY5vn/UutZLd6kmTMOA6yvZXUwdGWBv273KXd16SaqycrGs3d0HTpb4uu2UYGcOGroxCEXiCf
QhDAReh8c2qsseHhHLcBqFImGpchlUIzNz4a2bzxyS/EKA4n3iUI+wav8lXW3VsTzUVDDfyO60tx
FTmKvpnc1dmeqkP8qy6FsGnU18NOM4eoONjpWH4ZUkPZWvK5KLJqk6CSDuMRdHvXfYoyQz1QTiKb
2cdJsqsSefrUSJHT7ewwPYClCG4Gxnrt0py0rhmlZt/NwWOcO80T2izpQ5baX/QG7Y6MwP/hvfch
42qowlF3FArJa1VoWekHp+tDG/EEc/5khnTcyjysnhdKFRtH4/xS5DUHCAusihjksOYNd72oERVV
+jA6uWfmvzRUEhsESsvKgR7/7uACypQXO6qr5O38+9TNZi1se6O08ofSfhSsEGVB7Pr7e/dOVNOp
rVEgJk6tS6kshcZRqqYPS0HTMZ+U37oyLJ4Zbg6TOnsNoD9F6w2FEM7NubS0hnisFoVl9hBwmT5l
aSwKl5HFrAcjuePobE0dP6sZ8kqlGSSe30Ied810jGQrL3saxw9FLusfZwogu0Hv0eWPxj9L0Bne
qAP6ViLNeVEZaL+Ro4kYeZLtYp3EnTIx8YHC++pi6Oug05puKB+GNNQfkmJZ9kzMmo5t1P1JJWYB
l5HceAjoKB+vf9AzDxWGhUA62QR3xbotpfWokC65Uz5MteAzaVpYIQcVBKHiziqtkEO+dM2fpJre
zVrAMAGKOi1vPaHYeuqtsQTgulCi6qFfUAyHEifvcafYtbOx2zgY52FR2AJJBd6SCAx59tRWYhQo
wWp59WDUY7ArmsqBoUCappSK8gHMbPTXHhL9LuimJHOtMFY/KM5U3Fzf6dd3+fobc7lTEEGZA27B
6nyOdhjRpa+qh0VpzI/Q2BDMMybRmLc0NgA6UjLOxUGWy/5jbvQI4sRZOj/PZZe5i5Oad51kWIcu
cH6q4EUPizMfJsglXpB21Y/rv/XsxhIbJhh+tC0otq2jdxUPhsM86uohDRJ9n6n2Y0GWfawKW/t5
3dJZ8oAlQWjmYtTEQLxVsZGmSaogPFw+LI4S72qmbaKXO+Ubcfg8mIjTJXjvtqGKDtepA8R2G9Sx
WWs094Iu3dVDoVI7bcz8uWvlZEROvDO2KCvnewj0VgPhSQIryhqrtzJv8TnjVJuM3FvC5WNRp1Pk
Iuch1U/VVCZbxKpzc5C4QHCRuuq27awpoEavjQsSM7bPAEgwRBYNSftBdgAhu7Eche27gQgCWcWJ
4m9wuMXWta5Kb9pamm3LD9VUi13GhybDAanQKNzIzC8tjLaV4OxR7z0DfOAyS5MWse1PoNc8hHvR
WgYFlX4cg4hxV+91R/Cdb4wJd32TqlHBiwxGF9t+D3TF5UVVuuaU2O+O9jzdwKdREgJYggrbqRUb
pPSSDxLI33pQj9rSIBKNF8Hd0qPEHUeLZMHo9NJtNDPdwM+cB3zSUCpetDEESGANb24DphiPRuSg
NDHtqiG4j6eYxnf7aRmUYy19evd+MujQBC8J9BgdkNXbIOzmckzIEP2+zmbLnQ05k7zONlPnvTk2
03R44yA1Dr5QlIxOt1S3a4U3SFVCSktvYov7Wu0Vae+oW12nM3dcGVrd1GZta0FhIJ+XmcNOLf6W
47NVxRt3xVlUxAgvRNjcQjIQNzldTRDMbRQLVYnS7CA4l+WnQu7zjQrvRSOvSCIK5wwEWPl6E0mZ
FNjImvRDDEbPCPv4UUa4o3jvmRKLQeiNbyN0es4ik5NRMnJspADDOLgdc4Y205VtN6ys/ZpbHZ8m
jQGvJNO0WoXbqMvtpudpdG/OXqWkXt8nbgCL1JqPU3h73avXPoAtEGhwUV5n70ElO/08ozlbRmUE
xn0mf7C7yat3Vtftrts4SxdejcD9pl9PAQSExKmRGe4GlQrHvJcTUwKeGSVfFt0qvgw8ie7q2Qm/
dbxV7xbgZ8dQW2LPhlL3Ve7N8NmcmuzYS4wFQ92xvSuqDBpfrv8qS0dD7T/Rw615f69h421yw6+l
/kzGgMgZO7N+nVfaMjd2ntn3QMpyL9CL8lZBL8ujHdMcEZqadsXc1Ptuqu1dYsfpo9m201HqzCKk
WtcHd6Vq1/vAKqNHq22DB0uKy0+NXHYvWS5IBPMoHZclCpIdSjnyrusgakLY7o12r1ugit1IAUe6
EVTWaQOLgucq2KAgDSlprs46kN58mRbTvocUzpvtqKjtrdR/Tyk9XP/YW4ZWqWElzwAWAKvfD8s9
PXtPGzU3j5/S4ct/sMMNJ3D/4tJeOe6iFl0XM1Hv3jJmJvGae6eIv1d6vZ8W63Dd1IXzyMvtX1Or
gDybfSnnkW3fozT2IUBb1qoP3fzQGbKrquNGKLu0fw7XCLRO8muKO6dnRc36WIPb5NxnAyrvI+Le
ty085Rt77h91a1Y2tlFs08rZYbCLAXzsIjnJypw8aFGglJgbG2dyU7Pod40ab+kVvHIJTsxQsRdI
YgVONz64xsykVIoSx6ojf1TjqvZQEA+q/RB1w9c2HCxmq1ij+qOF80AEmrNo8qZ27ntPntRu9tLS
6T/1tlxEuwYl7tClGq0hrTCXqa65WjgvPwczz57NQla0fZHqKmOWjVBTfslVowHZnvtmtHe0SngE
xmpYb/WSztSBudeQyudxLwZSC+mr04+mzH0cWMoU+k4CZGKwn0FD3+iNETFBUWLK2fehZkCWxgzT
Nv+68J8SnFbvh/0sbeHezpz19KdYq1dITj1AKeMx9DvpLpcTcof6mKlHa7RdtHuP7zwZr8YQ7DEA
2DpncFforbMRdXPox9nXWJP2w/x3iD4xMfZ+mL5dN3V2UQlTojMCNxMV4nV/XGLYK1DeJUR9uN6p
wd0ERnzekkc7O3wIovCsJkjywBI5y+l3dIxyUNGwjv0mtx/64EugpMeREcZ6v5G6niFT8BgsCZ4p
lQrw9eKXvMnOB8cJgiifwPgo0r1hleNeI5Htaq38ONbafEynctpnCsMezFBJP0yR3R7mCOmFMbKH
I1wG9VkegfyWCrlbzdX4ISBvfOoL7aUcHOsFcCea9dc/wVnHhh8tOIsi+xUaYWsuzxwDiq21JPHr
5HcU1ox3mnfqoh8hTB0spGrq+R41y13xlcOYWctGsfOieXpyYItpwtCgW7l2DaGgmWUjQfybQa41
3CFGHtx1xuBCfoAFOBFXjA+G8U/YfO1bfRclwIqub8GF0wUN9d+fsHKQUklTIzVMxjLOP8IENlvn
BtJu6GRP2wK4iPfEKmSSyQq0J+0V8bo69ZBosnTUvVltMN+M9d8pWNxw+J4zplQNPxuM672+snPX
h7zJzorCK1fPmuE/FhqaxWof+Urs0wHxGjveFY6xN/Kf1w2dH2QqCLRwqUvSEKeWfLou6P2yXepa
xOteFcBqN5c+5+0GfOXSakS8EM9S6hWy+I5vjleSFdCysjD26/KPJHnhc+Hcd82P968EtKAN4oLL
jdGBp0bSejbUpG9jDmHrZdUuY1SiMm9VQy5cLoBMSUk5c/DhoVCdmpGsULMC04hBS3+1tPyDHJbH
0ope7CY9VAvDV1EDb/RvTlhNrt01T8ss/RWUWKnfeMpd2lQ+m82TgeYiP+r0hyzTXDkCyIBg1V2l
vs4obereHact7ZJLLoJ3EBpJSshVxdF48/WyuI4gKY+Jb0qJV4yx2xuTGyYbAgOXlgMeCP4jmE9o
lusDppdStOh64ody70pES8hqLs+QQd8I9mc5Fh1mwE2g92llUQJdBQ1ZGdQoDMBztkn3oVTy0RUR
dnfdGS+t5q0R9XTPAMEr5jI1iS+kkc2qe6q00k2d57Cx/8tyxJhyh5xHqJ6fWlL1enKctE/8xMoT
t5GSJ1kat2pyZ4VuKBcwPoA1KYgrUXRZWZnqsmqaDB+Y1WE6NpEy7idnMXYNcC6KSfavWdJkKtxG
tu+KydkHo5O8O9hz2QHIELrJQi5wdd+QRk4oFsqJb8VGtJMc+76BD7ePZO3v3FbGbtK5qK9/xUue
zzRN6vt0UIiNqyOG5EkzBanwycQ58khYbsgkUy9hGtrG4i74C/GXphToC0hh66aFWcl9PRZhioTY
35L9I0BqaeMJRs+7l3RiaPUhw6jvKz2REt9Qsz2IwrtgNHyYufvrZtZNL/xFJG4gfVFbEVyMU68M
oQsOeZymzDJ36n0VFOHozovz00zy1qN0HLmJHSguU9HGELrhuNmwvvDpTn7A6tMtUszMxrpM/VaR
vzHD/NjLxlM2SzeBbI7uZOuPial9rcP6Zu6ZAkdBGrRLwsj3PEE6bMpy2UVNR9td35ZLv4q3HWGH
pgQkotWvKkqQE9BMUz9qDNeakn22vFiV8d5HK5tPcZQeAWUG1VgDiupEi3oQB2Lt7UNd/4i0J0WN
bxxePe9fzuv4F4j4vLXWdIS4as1YdjKWozV7RYenZP1s63cX4MRyeNXgTq9W1gG716wxaPPU7/cm
Hauo+Ky0f0rIXp+vr0b45GmKx/QpwhsgKKC2cA5OfXbUBicZG4ZVSyrzRZuhKslkx/11I5c8gJFn
pChCNPls0n0eNlrbGhXhuv2mZl8S9aZJ/l43cSmWCP0rWFbgJKjzna5DqfMA5mmNifAxD16m9LYP
duaWYuWl3QJSxGVAiwaW/+qr1D3CaZNBxNLKpfoDSL/1mHVglhuB8Yz5JyLJWzurm7RpqxLVgij1
q29ZWrgSUw2UAt554MpoNzW1fAzy7C6rapeBdZkVPRaKvnGezp8Z/ARyEyGERW9lnQC1cRm3xpik
fin5c5w/TVnnme3NmEZoyG5Bzy84CO93sn8hvEcdeJVt9Q1DdKxESf18WtzO/Bu2hZtZxoYbXvAR
IMqgg+hpiMfjykcGqY7GoJnZVfunnHWuFB6gkLOtW3idi8uhFgH6nY68uVb2SkK7r9tJ5WLrG1ct
Q29Z7ubivVBonIQwx7nVcUc2b7WcsS7iNrEsApFt4h+hJ7fNf9gxPj01eXqTTKlb+WE2MvOFObop
I2B/xcvzMMRcaLWbNh/ffXoF8QBSFa5GqrMqXplJoIN7clgKmaM2RlD8Q0/LjqhsbBytS5+Goyuw
KVRmGXxxGicoyTUTcCXma+dIN+lfHUj21nslbsSXEd1V/i04ymsMXzrUQ5APLUaQkg7tvRM+KdFD
nW11zy4kHKDHRadaNAlAEK0WA2p2anPstCkTOON03zTxbWrWuw7wfRneRb19B9DzeP1jnVcFXpE9
pMZ8KE7S6rCmxiLn+TBn/qJ8SCeXeV8Vjf/Db736et3QpfNKPOfxDN7vXF2wkKta4hXPNg4heK+f
TD9wB7n1Np/ql5xCKFcD2xaw/3VnYpCbqHfmLPfbLvldAulsFzCyZvv+zIH7/F8zqwMrtfIUzRKz
vKvWuCmK6HbJ5u+WnmxdH5eWw1X4CoEiG1q7Hw3UQCsWJpOPcGvcHtDmIR1DUUcx+o0ix4ULEQU+
qvYgTvD19VASGh601RQxM1xLTE8JoH+Y1lbF64IfAOQicwSdwAN2HbensHGcccHh2jb2IsNypVb1
qIfSad2IDpcKHfBLBGQZtRsxbeP0RFl2bWe9PWV+0t8xTNBFwVDNvtYMe6zoTPySh7s5/pmHP6g3
14rhzd1WUL+4VkGs5tEpuM2rDCMJmlKbRi3zS/nGIrmsECgNYi/8D1cU4n/QdRzyJYpT4sO+qW8o
Smk4A1qAiDXmxxJtAUpgUrRRLhUOvUouoZPqQohCLGVNlO7NCqBdF2R+qiF/uhyXTPEa7bkLvkhb
Y38uBCXuWUiMjGamTrUGYnQ1rR0jxRELuLrukIcJ8iJJfsxnfbqtelLOHND7Qwzk/f2nWoBfUWmg
skK2vgqHvLdUNed/vqUzN/ZP7yfD+xsq4HsBCCHyJOSr1uUObQjKKgqjyO+7nxW4J9kAe97f5XAF
nE35qgvRg6IKjRS6mgLPuzoC6CG0prTMsb9ElVcwIDxE4m5+fndo57p6VdYEXUC2e+p+CAblamro
MRL7z/nS72Tjr8m8mf/QTRHA2n/tiMW+cfPYiuZl1ClcWsaLGVi7XvqRlC+gaDYCxwVPJ/xRIRVR
Ax9cJTAIU04NElgxir/J3iaD2cWGQlFeSd05T78vQ/Xe6erkGG8sAtI4XZneKloF9ipGxjPzdF4I
avLC5ETXlLONtV10iP+t7UxCL8qqpFCKgOJvG9BaHGUWaP6YemvjLtmyo56uyOkZ2cPOxn6ONPSs
JQz6I6/dYmJeuLG443nB6fC3eGOvPA/AcJAadkH7pDGmo6OkN4PGFInr7n3ZCE1t0JE0tNcfJx1b
Q0YJMBH18sUM/1rp/Pu6hQvxjmX8a2F1TwxhmPaZgoVUbveZ/gM1MK+RrRtJeYAotiPX9K4bvLQk
UnP6DK9vjjUjrXcSOBcmBqnKPxVQ0eS5+XLdxLkDaMwcUoBoCRwAm3fqAJCsg0nJieFSZXtllLpd
93PaKm+eb5wwgpIFjzPc6SzXay2G3FHq8ssqOGSO8Zhon2NTv4+m6SnKO/ix1s31ZZ1f6WCpuCBo
tXJkiamny2oCSXdA5uQ+rBh34CKaPoT2p2Frxt6WmVXcjqugi5qi4gY091lmxG7cUh7I68xtnD/X
V3Qe7ViRqNpSGrcgWq5OqupImZ3IY06X7imIqy8dNN9qah+XCmBEtDWU7NIXg3VFdYrsT1DKTvcv
kHuJKhzpX5TQiol5R0vTl1pHw7rp/gL93H6/nTmiOFfUo0nBBF57rSWLXG03yUvV+3qWNLsWMMEO
0YLyRuunLdr0BVPc6pDYaDSJEbGrN4FFv7OcI2Xw0zjQH/Ip+zYloXpYLKM/Xv9oZweYTgZ9LMF2
FKjOdVGiCUxVquth8OlX7CSr2kXZ7XULZ8/RUwuv/ZQ3l20eZGbbVKyFcyS5fS/3eyw2h6VIuxsa
6oknyY160I3W2U3ppHy+bv7MK4V55i+CmaDRRMH51E+GOogAiasDclmHkGHMlvop3DXaI5PTrxs6
O2nCELpxPLwp86OlfWqorBKEf2zW2Zr3GYo4ATNIEwvlq1/X7Vz0jTd2VgtaujpVIoUFdfKXVHvQ
wy+ZtsED3DKxOltlEMtznOh8Mu3DMP0c7YdS+359FZf8DsUKCANCoBkXPN0tBNoSDWWZwZfjyZUZ
jThp1cYH2TIhIsgbx0OnsWgjDRNd8l3tnpLh5foSLu3SmyWshdiyLpzb2ApHPyvqXanUXklDuDA3
mppncQ63gs5K2AH/YMH3O10FdL0xa7t09Ivf9B28xPjU5sdh2DfxUd/C0VxYEYxBchMQNATPdQS3
e2sEv8aKqua5SD5ljKhIPl3ftAvLOTGxuo/KsqqsFFUQX1X+KbPffJe6fGoByn9Qyo3vc+FAnpgS
/vHm+6t9BTwXmU8/z1oS1B//x9mVLVeKa8svUgTz8Arsyfa2y0OVq+qFqFECSQgECImvv0nfh9Pe
dthxzkNPsaNLgKa1cuXKDLNvFiqS/kexw9vjADUEpvePzuHLcdBU0S4mbPDVwjJfsrLLkIBBHTTK
1+r9j/fGWYY3+s9IFyt6axXxXYq1MKm25NBshVHzjoclqWGs9MHXe2P3QJoIroSQqd0sH4OXb0U9
F7isF8tNA/JBF63Fgqzl/dd588NBv/Wf8AeN/xcnWQzb5AlC/ZAZ9a7kQPfQFiii5BhZeXx/oLe+
G4AGNEhs7Um4DF6+SzbYeInEbMGOn4vGnkT/nHXftrzInz+47d76bDnYQ/9oCAIGvRgqaBVdvGi0
N5C7QyNl2LJy1t1/Hfyg23xreMVfgA4h6fLyhZZMpopYvBAL+XXymwS0atxzQHe+fwAN4r/sDgKW
92K0iz3rkHXllhsLxLWtpIKlY31vPmqlfyNMwCCIrIC+Y41fkom0Dzh3nLS9ccM1jNlg0Aq13OGb
hspC/Rs6a9H8Edj1xlQBNgGkgVZeCHFdItYQIjCENNbeLOFZoQyvP7IafuOVXgyw/f6vAyhUmfCi
ecFa4Ha38LYEXFhDFxAaPyJIi7boPzRqfuME//eQl8GWXYaVzwRD+gMOo/jMEBsjX35/O72mwGwC
CnAABPwObOOVBUELPZqsR9R7w9uTcbRYwwRh97gzc1LwtvKwy1J4vnnJlw8GfnvK/jPwxboHVapF
Iy12VzbeiLGC9EewNFsU/n2Yv4aN2nk2LlT+M+Jx4UxWZEGx8I9UM173YVy8/sUer1WngyzB7qNB
BH5Wdo54UMHPacLjtGjHQFfbmla1fIBMeGif0Ec69gWqsiIvPVEN88EMe2XqU8R71AAP2bqf8tvR
t//TNKE7AKgxOBAQxXy5/jKfzhEIufamQZnYir7QAKYFwEgZl6ktTH3bTvsZ3ufvz9IbxzoY9f8Z
9mLZA9lwsWQOp633mFNViGca1SirfnCov5I/wLH0r3HQyvXy9RhULDwdYZww/5GJg/hEzMF9hvfx
Ngnsm6Hfx6o3YbFOAf7ZlMsH7/nm9t4kXIG4ga90Gf8FfUxbkeDzZg0EYxuyW/q/sKrar2Qsg8bs
if1M6tP73/Y1B2B76X8NegEbiHmB0ojAoOiuvc/gehujJ6FVV+gmiONrasos+BKl4uRhyTGYd67q
AzzuNUF8ewJscOgPpxuOdbH6/TUblmD1sflj2R3C6WkO+W6qx+/+sI88s5tTdxqWoaBhxfgEffL+
Gh31hhF4D6sTp9d6/Z7m51nUV5J+dEBsr/+itnDxcBchxaJbOMuFeDiaxPu4ltWUf6rnQ2irWp8h
WsQefHfq6484a9tOejUsVDg2RgS+zmVvQyeVrNdlGxYSeSs9TGEpJD1rkv9YbbzLMvJBVvBPfvTe
iBezAC8FDlNsjNh38Wld5yMdyjAOivgmaQ+MncfIx09fQg9StwjcKCk0P5nVO4z6v2Zybd8cRTi8
/Vb1iy6WJJx7iOppgEeZD4E5x8FTH37wuq+3GshzKNBD1xv/Arm8l1t9dWPYuN53m7zWE9HliFxe
rmjl3cFDCtHpt6A3v9/faa9PMYy0EXAhiwYRoUuZl7wexi4RibuBwFuNaAedc35bjR9Sil8vnZfj
XEwkR0v5qqPY3bRPXlJ0+kDAIn3W3v0MIvP7r/Q6OHg51PbK/4pHBp4r7svM/RMGw9S3Tkb4m/9P
g4CFi0MK2Wp4OYg1IqQLBkmiPYRNB7fio33YuLmd7S+X//Yq/xlli/j/9Sr5qoY+IRglap87NJUc
Olip4NwV4Xd45eVojwxt/MGbvc4i0NwBeVhUclB1hlD4yzFhFeRMAEOVm5Tv2/zX0h7S6baHkYsM
P7hZ3pgotCajdxy8zU0Z8uJmm/zM5Xzk6w00ffAy8x3ENNZm2L2/HF6ZjMKSD9VDqONh426MjYuL
eu6nyS5ru96k6k496Ju+5oXsgWdCzeDOZsUEYxeB/3p/2NcLHqPCgRjFX0CpkDl7+RkTqdalj/Fy
Y4QGcnXdofnMlnH4RAHkTs3x/dHeuDBfDnfxkmjZAvw0YbiV72t2jrQoFv1klqv6gaOBNyW7KNyR
yB0ds0g6fr4//Os182L0y5bdaUC5VEFq86aD/n3kfR2SZ/cVNdZyWf7+LyOhSBKByoYc92LfwVBP
4CQhDuyyx5Z89urvTP8N6z9I194f6O0vClIMKAIxZvCyVpblZkZ/FVvBhkiroW1gANMUOJsJso7R
7FGm62sI+4Ag6JP7/rsB7ej9J3h9G+CjbvpBYAUC0L08YgLpTV5OMaUOqvJJMQcHf91HEQpDohzS
q+Dh/eHeSHdejndx2ARynqTOsE+cdybr4/gDNjtfQ69KmgytGSeLZuL3R9zm6uXphgGRDENXffNE
uWxLTx14iNzDqplWtKRCYXBcdYECG/tQtP71SfNypODlZgzyZPJjhZEi7xABRUjkWsXrnntPSnzt
6qeexTttDoFHy773TwDYSzeepvmDbbJdcu+9cPjyMfQIizebq/Umr781+U9uP5jCN7fhvz7oxSWb
rWE7MTas4E3L/iGrAZnfBUPFI3Z4f+ZetwLiTEUVDGILm+IOUpCXb9KPnXBiXOGpSsUZxt+ynMIx
OxLPE1CbWslZLvNYhBDzK1XS70SqhpPUc4vMlYb79x/mra8KJtzWYAOyLs75l88yecZ3QxPAfmX4
lbK77qPKzuuTHH1D8JuDHkiElCC52BcZ8+u6D5L6hkpeZQR3/aeYfGo5LJKK5b81FgfWha2OEBZ6
EICmL0PsnK08VZzWN6wbimiCydR/vUY21TUQkiCvAOHzSwXBbOnR9prh2LIB+rqGW7kL+X0ElYuP
pLIuF+MmS7mhnQmkCsGevaz8+jIxduhDckOAk9Dmd9ebQsAKHnT4Ug0fLMi3BgPzCZEYansoT10E
LTVg3EStLT1P46n7hBV4lJDuzlCxYOsH3PDL5bC917+HujhLJqd10AtOz2FdnxqboXdtIPthRDBG
qSxayHV76H15f42/Opz/f1QUgkHRBNR+uQgT+MK180wIuIa2mOlTsh6W5UjPzcn2f+nqgyv3+/0h
L6+ff0aEquGmqYYFE19scaeCOh0JPqk/HYK4GqxXeF+B+xZp/eBOafNBwv2PMv2/D8d/xsOCB8iA
9Y8d93IbK7SjipXju66NeBRWbdJahT9SxEyn8DOTj0HzmdZo5LlGKaXdGpz7cjQH07GCucL0f4L1
I0bk5QWFR0KdH2B6CGQYp9x2rfwr/FYRFvC8RPRMu4Oc70Z2b+tPqE18MLmXB9g/w4B2uYHp6De4
9CFDSbfpcMhg8WbmW93oE4V30PuT+U8p/eLrIpYHOQsZC7rrk4tVK7psmBN/Rsasv5jsO9JBiHpX
k/ulv2XDZzdWMYN45o7o3+MNB9N4KBr5Of5Q9feNzfPiMS5uwCxvoMYSGHYWdV3kaKnOw/uIVHy+
Cvmh/Yjv/ir0x5eFMgnIGhFOojC6xK4W2OLC7GJpzrl9DOAdG94uVJcparHsyO8Q1pzjjySKXont
bGOiBAOOPRriwEO+eEXfooHd5q45y/Em3Q9WFelep1ct7HjvoQQY5vtoqJL6STS/6V4W0DX16kpl
H6ypV+Hr5WNcxAJESNCek7U5h/THgv5oWHGgVn8nIaDydbHXc/8U9FXf7ZJoLkn8/P5ye+PsQBfA
VnEAcWXro3m5cSw68XiPppYzT54zlhZ1DLfBuuDfVdoWjV/vOigXvD/kZYiHux+SUMgk0dwO/a7L
hpC1R0vsDMz8bPqnBj7YvQZmeHx/jFcbdRtjk1hH5WaTDb54LcGYQR+xsec57YsFbTq8/ShtfPXl
MATUKDaNoM1X47IZJNNeYBZH3dkd1vEpJpX3y3ZjMcIXMz3l3Ue58QfDXQrYGpY0bb5guEmfoBcH
G1D3d/5DfiXzTsmiY2VwWnfjdXQnmnvSF17Vff2wHP/6bHr5zpd1yzHLGh+FUXdW/ScPCPc+LQJe
wO8wZ9BlemK/SX2twOkayTUFdoT0Em1hc//Bvf5646JHDqyAzegcIcsrR4LamNxBrlKcZQB05TSO
n0fVVcP3pnv2YVc4oijo3VCoMrjzUqPfCCWOsZjGAhWaHGKf7y+1N54G3VOQIUNEC+VtNMi/3EKI
KbrR7xhY250CwK0Gesby5lXdQ0o8D+ppF8R0OPjOTrtJr9OvqAvyU5crecs3g2ThOrbvsqBBZ7GT
h2VU8J1LE7pbG8/7YF+83nt41ghdgVuIDDeHi7PGBtGaqqAdz736NodjZeRjaz9qCoUu/nZ0vrjE
tvAe0jMQQUBGjul6+U2sCtQQamKfwjRlUSEAKK7FXDfBfTRT/weNTPtrZVZ4JfoczLkmZPrjXJaI
wyQjSKMvTnY3ekH3f9Vo6X/XcK+/dY40f5XgSVygSJ9frSG8Yfeitw2kllV9ty5T+kV3C+h9fIl5
UBhtYMxkNDH0GCKnOSwoTNuDD/XZJzaHMKhqE2bDYqgFUJjY4/PBrZjiAip8xD+J2KCpwixZVwn0
Y6Eveomm3wOkIb9oNbDw1HcknEt/Mg1MDlOxfvGGcRx5mQ5Suf4m7kc70KJrfK/9yyBNQVFBzuo8
NYVtx2Xdw3QYkmkNbNLcvuEZ/AMK9IC3P91MILTMQ6gDV21sVtQOG0fQ2EgnKK4VDtqbGnEUj8bC
TxgaqcTYtPFtpDIlT2PeoZ7r903Pizqc56VKYrHW4H21wIq5GUMPtsI42Mpw4Jk8BGsyN0c8CgAh
AgfD3xNF7A6APlKijOvRR2XEA6KIpoIuLkybTM8qq21b8XhqkusI2jqQTx59dmLwvn0YBNew41Vx
f8NEMpkKnPLx3kqPPq+tnH6CkxZ4YCbp+By0PJ8Aca3ZI6wq8uHQQgYXXtQumpYKHrpxFStueEn7
sR0Pts84Ldt50X+sj57XClpAWlRZ5g04DkPXtnvXhBzy4mgnP/WTDP4McV6TQwdSylXcdoTvGpXZ
FQ5w23TbcE7h+SzkxMpxJhM9QLlJPtWphypoAN2toABZQpNqatIR5kIhX6JyyjtP7raC2FmMeUYB
3fH+Dk1S4jGeQMAsaNSEkNbUoLmi6VXoe3DX/PZ6ZZHGO/VsOjRLX/ulIl7gjumQT9eL9ZxfWlRH
//BENeQUqloiYdFTMO7h0o1V4ZQX/24VXGWKaVEi3wUkFGGhrRfe63Cp25IZsJKPs55TKHMMo+fD
w5GzX0pm8688NAuEtMg4DZs+CCqgqssmNLf4pi1ssmK+KJ1mr6RJoBvE7auRO9Gzea2SyORIAiOu
P3MO2nAxoNPTVUSOTVjpPKGmWAwyDGgw+650zjRwrt60lWNU+dHqqR0EhFt4b5YhSRWG9ADNZQ1m
Yw95DwV57wbivUW4+rO7WmBESc4pmBfZeSQxjJv8rlF6P8VrBAGcNDE/LMTXnmDRkNwv+Iz3szfl
B9FpjN21xv42YMC1RdAg+yx9WHcihIGNNSQUm/azhKL2ZxonrC4CCxfWYjYU769qLLEitXPy7Mkl
xYz66fAndKxbilaH6xVtG2z9CSgnL8IJZWYUrqZRlGut1FQg78ghHw3yLcq8duFf/Jmj/d06qn/a
ztqTT6RDd6WM2XWXsk1wITM0L8EuT45W5XYs8BXVgidwHAvEk0ExZ336lQzgysOyZRYGeVxbr9Va
S7bzBr1dcSomoMLBprTgXA6f+z6WM2jOgcDX4g3BkZYH8reYlqGBKOaMB23WRGTlFEu/KQlsRWkZ
KS93wNSz+gmiHoNXRDXqZiDExgjKUjgK/Y51vYxVt7AcL51AOK5AY7L/OQWxwVUI2ZOfOoUVSbGO
iq8lgxP4U9dI+6NfBg6aUd+m/VGybVKhzeHdwnmxH+GyCp/ybZHhQMiDSV+RWoPRxbsEB9YUiLjb
renqhcfW0/znbPscnXS09uJd6A/QKUKZYrzyuKvrI0PgtxSLF3K/jCKHiTBLviQgHbUuroD4LxC+
jNapL71ahl8Tf1IROrtmZYoc+liQ8rA00GhJHTOY1XaIaFpO51OXQHaTySElh3Tu5DNE6Yk+Zfmo
Dqtn5/4g40H5BeaE8L1QMs/OjEHv5x6cXxpUZJSbD9naLtd2ppC5cw7V90KLRJzHFXYMh9WS6REW
PeQWcDIXj0tAxvaGeLPygV1H4QHFbgpmBE79r+hbhHdoCN/un+OcwuEGQG3zw6Jm8ehgLxkWgcni
+3lOp6HMulQ/rZPgbRH2FuaIeR+FKDmn0jOHDFHTuhP5vIb7htpZnqJoowTbjPbdgTSQti1atIk9
QXkk9I5+MpPkMMauvrM+bpoyAbXcL0gk0592hLD13RoPZioh/xmGj16sgXZEYT30Zzv22blHDwbq
hgO0PSv42wccRm3DNFfBElN3TaaFsYp5vkmK0YVdt+volPvQ+cfTlz7WZ18mAEjxGeHgUX+aYdL0
hEhj8QuBA2O9lmxwGE9HmQN1aaJ96QdI/0sW6vEbylXpA5T92LdWLkuLC9qHWHWcN1bfjEs9zEcu
ib3nKBu0+6HxgJqLOFdJATNzsvO8eYJc1DZYpVkGWrblWXwK6NQvZQiH5fzLCulVUmxGm7SKOz2b
IiPT+p1CqdsWNT40RN7Jgm4X05MQ9Ms0PDPTy2DPOhYFaIL3anuKB52bEshb0yBEnR197Hua80qi
oXMpDYNICQ4FlYgr6jhN702TYxX10kun0vSeGQu61dAqnOdxvTXVsA4ECyzuss7H/ktGE68HJxNu
13tfUNhpRVMfdTuPavrXxtz2O9nG6R10hbYUCToevBILgd7AmCwDNmgDMLqqURPUFVlUMAsYbBJv
KmmIUQ4zHaDoFhCENFZrNl1hLrw7krSuvh79WbJjPOPXg61zkxyMr6antEE/U2nqfvT2QyL5cE2b
hlyTmva/uzYWDy42zlYTE0BsE9rPDTrSpyVDFq6i8ZRDgQrtMJAfB/eOdmmOFWkBFagwMP6eWt/c
i2gy9FGFfNDw5xwZfYqnKfgsJ5XlBSzq/fE6mQJncJs7qKGBGDF4zZcOXRSqWKIaMBUiDxw3EKx1
SxXB2K9F7+w6TYU39fOzWnzv72pE35UOdfrliHpQQwvE07m/r6dBINZDDAogHUbHkH2Hu5zZz9xv
oLzndfkOTqxZD12daYmPNAgG+rB2ecCqrIdGQtXx2RePtYVEQuW5uv08eRA7rKhXi+gmNenaVus4
9/SwMq3iE1TBuvyEPAMplw8yZPeD0DyljzX2kCwIAamvWuZs8RBhccRPiBaydHGPikO58bbDU6nK
pDZ8nrA6vgd14vf7esXfFjZRea8a5FhgDU/e19AnlpUhyv8PI6Hrr3jyMrbz60zeSyCPV8pkSCFM
I/gjhU/HcNKz9B5Apge+ul26CCthJvAb6Sv7PjPu3IOseUbhmU0HhA9ocGN7j3VrX7LZZ00Z94q2
0GozAysUIoZzTj37KxImy4oF3UJ5xaemHnck0ZhDjUssLGAmE+HXgMrfUGkFnQ2+HvqvFKr+PKTG
H3cDjkYBS/k4m4owA1UFMKGmza6WacgKA2X2m8B1Ru5xkKF3v2lTets2wYjAxRuCT7hDElHwzHXf
lEOYU8BqHEmFaxbsI8vX1RWS4isX2dKwHPmHMO6PP6Xtvc/rFTyXSf6CuUJf74bR4GBs2oGBAw5M
9zno4gRRB4GgLOrOoTvnzciQu3jhKndBi9ugnxjM1G0qv/TWrw+8C8Q5h6fUga9e9kwJWugN6cy9
p726LkVU+9EuNNr/njMPOAGsf1pMx5RFldfGET9mIUsxoWpO2CGl3jDBOmy23VUwe73ZNfFSewUa
i8BvBYQOt+oxmvRyi0+E+LvJNGAokWsirvKhJ1c0Rr66iy0fvtTBDNCIZQjzC/RQ5zEUYexii3EK
MgsVaJ6nO64VSNXLIE2AYKSOmiqGZrCqkMysHUL3FXgmAChwTqAX07OStGk+/HFLim8ejpDIKnXb
yPZgoGoz4djC9XNG+qX0QbexPMVUN/yIHosoqAJP9+N9Og6rxMbEnSXQoEDAGAZFz+zHVISihMJ6
e6dMBCzBo1ukEYQCMZpnIeBfphqAGdzVMtsUuDuTr3PXxc/h1CLh6KMFKvMkawdedJNZbsmsoeu5
JJC9BGaGShcq0Mbq0imaiULRft3FOKn9MtAA7IsElgNeyZcBAldQIpqvaQySnIwl3iqPFnUTzOi0
QGTlZ1dDM9umzJNR6GLNSL8W3MstMOgm/UqDBup1I0wFLXrbnPTLOOryOxuqqC/EQBPYjM0xTzY9
Xc7LTDQBqPnR7H7VNBVeAWEl0VZsSowCa6/v7mGyQH576LwAopMb6dAdrEVXzknW5ViUolNl3jTs
0cY6uh/h25LtolGnYzEQamF0JGG1Cs8nmDS4CMBiAZ4d8MRhahCJLiNd/mpAnWCfRia6HvDbWnom
Fneg6CBtlyGXf0yw8FufM9rtsl5jS7ZJlzWlQNRES9HwMK1okMao6rcdnimOjPvkeazVey/AQYMT
ZUifsPLYo4EErCrwGyWVnwvFAJsF+s5aRTXkvdhgKwsNWKT+kVo+SQoFux0deIMUymTtVbgGHPZh
SQ+j4WSZu9s5AYpI/RYuLQjcVoo01pq4YPCKhAYDqvLPUyjaB1imJYB/oHTy5CnuqQO6sJKgYL03
uCLAboBzRgQN5EIGPf/TSu176DajOAaZyWANnycr+wXps/VhapbIVWENiAP/S9te48tqSM/4ibqF
SgaZ8NVT8ugCtNb6KlTeztNtAlaYz8OkCqCrQAvfUNi915mVFactWtxqdJsnVYbM7lsm6sjbLW0i
72SzWkiDE8G+OWSrWZHM8RQXA9TvpkIwkUEtc+xAIoWlA4RVNWnyhwUGJOoQNZyJCuQMNNItc9zs
IAfom6ME4I/CvVbCLyANSr/5UWS6KyQTykdIOAO4azKCdLWDb26APEwMagfZburvaAg/h35pXbpb
FsF+DcLITwroJzsGAw+H4yDHoX/scypwWc/eqMrFdChCiUFK+qT8Tjdo3linqMoULLNPky/1V8tV
hptxjPMvVMp+LbcrNC2i1euRBns9UhYKR0v/uAo78IOq4ync+wzxbtZYX8DDzcwwSwKsHZcj8f27
hLY4uW3njXc68BWCa04C7HuJO7aoFQnYjdK+nq9jPSNhhJEFwOGIxTli/Siix9rBaxfsbH/eTsoA
nL6eRR2C2EmGfZFgCQLYtW2NzxVEsLqE82KUlbpBHlABHP2CP84eQDsB4sRoPD+vmVK2nAatkIwR
QPt3kngw1DVw8sVdbtnaX4WxD+uPaJh0VkF7FqzrBishKH2YBvjFyEF7KNK0HaGvhvR5wAk1wic3
aYPaq5S3iNswl3lfIDnCabd6XRRCeZ1GbRmmNHAFH6lKd7Va4fUxyW4AJbJ2s4+jrwl3i99yeOIs
CrFkN4dIfV1YkwF2AQkQ64g61JcypCd/vFWRb+sQT/4+QXQ94dLc9MtrrHWQK5N5yu8gNJHXgJZ5
etdD6jwHTGj9DtElXNIREjKQyJWmQXYUYSy/5/6wfglI4EAoMcT+DSDxj1wmnH1eRZHNyqx29UM+
EKz4JeC4/9KQ4hqfUfh6Jm1mkF9AtiMuckBWA3Zy5/Z9hiMayfu8nXor2HB75NN9UyYiGpPzjPaR
+jA7kYqCBA3O2JljRncC+o6oabl0HsultV5WtjUo2yWzyfQtHDurdqylOoKdPKgYBVvm9Ue2zOHv
zoUJ4JsuDh7N4MalYCNiozLtImxmiNwqqLwniuMOzUP5y3DoVECMCBE+wEEtcYCPdPP81mruShgp
dNeLyAXOsaVB8lRDookg7zKbyWnA1V29uGzdZZ7taSVaGUKl0MIEuOQ4Dv6InudeYSJPnZXuQkCD
jRqfAz8W4aHz1umcZYNqKqeA0xQNG73unHOesGOSmtHfB24Jg31LDAo/jMsOmwyKPGaPysIC+ngc
TqByB9qjFTF+2B4NzvZPedwKUgVNAoAJUFLalMMaq+YudqRtrpewhaXE6PsgvetF9UHBXdZEpRvm
6VfIJr+vYkArkLgK1LSUvS+bbGeGKPgJPcgUc7PywZQNop1gt8JST5dGB8tzZlJzK50yuAWCXs3Q
kx70dzKTHNErfPfmynQiRgDAWoHbze+Tr0u8QZAWJIOTyolaTr3y2FD20OFXO9LN8TEHmuMqCVaO
X3SQ4z6mMxKQXZ4L2Rw6J2VWbB2ROEspyW6HicDzYmCIqlRhLI6GKgXhB+RBhwubOOAzM9XiYZBc
ADJeVJIe2gkK6WjMnFGrNC6z0FrmkOvZMzCrFEDNKKtLX1IP4LI0atnngwYyPCAvY5WgcGPkQ0x4
BZ6EBKanWXQ9RkOqjxQ2sJAu5xZbDE3MWV2tADQZkGGpp9IfbDpUcxfY7y1WmSqNEBxBbw95bL/P
Gfw8TNBekTmRBERpEgKEwUfkVyPHDYgwK+qvleGAcizA0tvIixZd5sjajhpWMmPFlfUgVMqlupnY
7OER4hmVQxC00VGxquZXxjKcgdR5XwDqcFf5yoUImDrQEBHKDApSOyAATmUAd8oBSNGU/fWbPEGf
vjKjdwh62PkWrWOeqcBf97ojAhGpSugbYj9huhAVuIilhxTtZ+zrHOr6ByIyx0rW2gbS9/3QB+NR
wc+uAbDrSXLV+t2w7FeDfxQo8KAIlYXzgLZ5XBP51qKQARZys0urEKma3sNSNXnkg8+vFirgkRnD
pSMW5QzW5hdqLO/viTDU94pl9ZoATqg5BNUsBzdosNY5VJLm+rpdgaqUwFfCuPCEMmuleW37KgVE
/NU1FhGSUu3yQBNZf43ZGv8a6nbtvsJua7afRlwh8VOAS9ud1hqN3Z/wlJZVqzfGuNrqvA+uvbgO
6u+L0ismrBv6G79fpCm7XFBVYn8ZtD2F6cArakP6TXt+hsUQddnTsGRgYtWekQhOPFt3j67nC441
KUdgrMHoaLaUYlKSH/ps3BRFYTEWqbslsqM60WBSPkRGYWjaPUIv1sdc9CaBZUrbtqSCq1yCmdaq
eRBCNRHiPL82vyHqOmUAyFEsQJqPei7sqnXYweCiZpCI28NdgOQl7r0FzP3ZwBHpampJGuDA7hip
CKLV5cpMq/8Z6Ph0HlIkcAeOKILtqDZtfIZ0j/5JRaYd2MJdNN2GwgPJPGROAsFGtojUO1dZWo74
k+RJcmOG45RYK6p5TK25MqhW4ZgmvmgQufnzWY7a9V9Gl4gGyINKWLUh8FGVjn10FHb25BG2kYyQ
Is7sVB9ADOL+bmjrzEeTbyrZVc9XTNdsiPcNsW7SQtKXw0syymSMehD6XLdnijBdS++hfUGqBY83
yyS9BmA3jjtEpjG8tbsZjPzI12BDEHiyBiWfTNI/aORIYtdkOEerkPJ62MetT+sDqHfh5yhFlILP
ljWkaiZIxzG0jSKGnPu6NrsVnIvp4C9GtKcpH6Pu2vqwZIUDQQrL2IRPsnleVhyJp7ZGeFMD43NQ
FyhwTUzxnxAqlu7aW/3kNNFoSqArtTVRAwD6KsnYu9/NRNP6F5A6m97jeg2RhLhuI9BoiSCJ+cPV
GimVonbVCESxHZAahPaMHMcoUgC6NFOwzagBbaEqAE6NswDHNBqnjziptFeueafcX23UKq9JzOSy
Z33a3Y2NP4BGQtYQUZoe1/mmZzoQZTP03frAEYd8IS0CvNIliXgCHQOlnJIT5chV3uQme+5FsB7+
j6PzWJIVx8LwExGBN1sgXXlft2pD1DWNFyCMhJ5+vpzlmOjOygTpnN92k2GWMHiZuguBzMCZY2z3
Y17ONG2cwl4NwWOinBor39jOv53aoyOKkqSuTUfHt8NzvHbLY0QaZpju8+IcKH0y9wUlNS4xz4x8
B2/oza0ebBmmZZGg4vGFbP66VWtH99swrTZYFEAYQ2qow4wDZ65uPG+T8iUYXA3PMfR2dayblmG3
bHsfSFrHPQjnElesIu7IWCB6c3GnuHmr4M0QlFohKiUqBpaXiQyRl43pur7A6QMvCO7GMB3HgY2o
Kmz3gy8zfmLD0PftosLvLeHHSge/2k5RbQp6WcJ+/jJBstCUFBB+f6ym0Ct5CqLJRQ9cLwCkSobP
DjhmD14QRntaTFOsU0CAfUgdFVpvLZC7lZaDJuShEQV3gQL112ky7lEPKF37kk9DgUUWcUfzFk3u
fog4rd/UPoofCXz31GwLcxg5IUPmGxNc6g7s6TDubHqZ0y58ptrv5JT3/mb/J3rHW1J/nJxfXWUN
P5QnWms6brp/8Rmw/Hxl6daH2ZXyWWHeKFKcwOZz7WhlW8ZYBAdT7ZPOhuuACX8Rth9VaFjK+7CC
6gndqvhouzlAgHAF6hcW74NGi1Azy06Nyiu91Srf2i5MeB98+ZrAQYNRLfUeZjNAisjmakx+7RVK
pEvH8P9g0PC+lvUGh1c4Ez2/hdr2x86SQNDOXm0/ZREx7ld1J3TqgJzdzKJpw6NyRHMpZrVDqcEJ
YWAAyuR3ZJHnGSVh6AwFFDDQNH34tIMBfHA5eH9QlcAMUSk+wLER7f5mNdzubEzr+OHxRdJM1HOn
p5bsrR3IvXZ/wnWOH+ZuGmEwnGlqMyteNg4xz5UfS2IXz46PIyBeTPK2x0VrQ+1su5U6tQTo79YO
xE7XjnxGMRyQhdZyXwPhlcHn6qqqPk2Rrk4VvXN1KuGh7rQiqjK12r2+8XSywM4MfrPJLGQCvOjE
J6bVwM78LSM4kBTws3+njkYAhAEavmBOEOqA6WVO6GjabZyITjV7WdAxRLNDbAW/dLV7NxEuvSad
dL39qWyx+AQJrQC1TqAmdWaG3HxAeqjsDDF+D2k2+ro5jnNhP03FRLes0uBcWTxoft/Vt2nVleMA
RLHUyG21cqkh2LdOv7db0fynxmQSWSmWCBapWcI3YYnBu5t7b/iA7TciTRQ7cCbmLh5O/NXuQ1n5
tUlnVSenxmNigIMoluPc1/WLnAxNaVO78FD59c4K3E91d33J9+E8Tk0HtbEX7Ws1zaanU5my3UOw
YmnLbG+P/5jGQ0u99oV6QSDQPvV8zMe1DBRPxHxlNViKl1+DtQx3AAPl332rZlZHprYfuoDMfd+6
QDjxHt70zlX7ui1J8OpVVWCnlujC/4Q2bnLYmjUUr9qDauMZ3MfLuvBYSdt3P9ktrpD5FqFo2kox
3E5rRU6Hid2Zech2L1W3F9Fh9oId3VPYVj9Jp5fndgRXSBe25f0IPqmLjFxM/WP5dCoeqdMaf6GS
YOqJy6AOc8ZKK0AesM43yt1xQdM9tE3AkPU0Xdp+V+OxYeR9jSrPTF9VhRIEHXYwELHiWYjlsj6y
pqNF1uh0u84JTHPo7denrJk2cw6VW/ln+Aq3gi4n/vayjhvtwjrUnneqFsu456ZL+s+GV80HqZWB
9xssdnHeu0h58ovZskRdofBawX971dG1msHJOLidLwB4EZ4WPdf2oRsotEpZG0KarEhrQlPRR6ir
1tXBGIJkcAmebHQBjIN1MU43gWGSzV0Y4a9QQI3nBWeUfRBd6yOZgN5Hesn2UZ/ZywqVxVoVydGY
BWOb3wJPnZLG6Sak2/sESBGp4V+cQECBvDXLR8RSFvO0h3yRGzK5NuOFWP50cdz3iCkNcuhkVZZD
f2Jly6PXr4Dgad9M4l2UkDR/Yv7n6HasbavO5OglXJwoCFboiLL3ciPr0SJQGuojyiVxW1gp9sJP
bsdibt67Ffyc86SInoI99P9bp90uDkvsjE5a7nX0HQtnBouwVxs2GCb+GAaNpc5NhXwY3SMLKWIm
m9yCffa3Fsp0GYAM4qq15kOgNIestoAnjxQzhPOBxw5UAK7aX1K0QIKoyM3iRRUE9j55Q1vXj3Mw
gI2GoCcoIXzUNTfMrf4KcTqQyrLVPgqigiu3zzqSLUXmSXdncp3i4NV2ErNBGu+sksE8tfD2fTQp
lr2kAkrz7LY7IoPp/HT3kRzBekYCqm6NnffWda48R4fr66J3VUTpEG+hw7mdBEvWVQnLz8pEH6dW
BESqEjjeDDg+/s17rBGNjOsCI6mXmc4JnBf7u9tKbvy4V4t1QDo1NjeythseTFNBi23IKMLDFrK1
Zhyo0XqE7tu9nFSOmi9ob/ohb3vX04+lmh0YXgk/Zw6WOzfmsI5kkj5pWYblcZlhoJ4CDz1exXm6
ReuTAk1TOX2vproZxq1vH2VoV/Zp8ztXXRKpgOv7ubGtJyRVujrXYZdErJta3NPyWy4M4VayNe8A
eC11sfYohxdP7mRYwfj4Y/3mFEGbXOIhgnRZOysI+IaBmT/pCnemk3B6MPrE2OrNYz27tlzK/ZqX
UM1drvdE7aekGCLwu8bq+OutUf9FKwYcZntNtB2TaqqtE2ilNxzb1lCHVuyQrYO/q9+bZ63r0bEK
MeRiiHedWUYWVab8AYHezueCYGG7e+qrbS3JnLQT7iehCn2L8G7pMzR64EUVwSsA60BQIJe9Ekm2
0hJB0lDrEznV9W5NJstiQGTjRY7jS9lXIPVctMocnDZAZzzVyVVYZKuQBrcpXr7YcsrnSJfXwo+o
Jjl5RscwgXzgzTwsrdjuJTy/OfbWVJZ4mBgsfjVbtKjUr8e4OPIjI4QTHexv2iNpXvJRjUOCqsI1
CdCHKCY6B6u6TX2CT5tDTR13zIf0NKIyOQ36V4dUkTg26c7bh+GvHJ7nAmXeYQ16r3rZVtjzX2Vs
tT4itIJoj8AZOmZuQhq3R4lC+H6y+nr5dFxiVPMBWR5v28blm1FDjt+/dGbSB8Zyqvkqin1s6te+
h6GhN9VSHTAw5C6gVmWK+10MPnQRoflVCo8RigtaSe3fiDmwzAHAutbHcU3wkmxjop0jE2ocHgBx
xJZW/OTFZa9L+WhBYg1nSqbt5nVNALM+7His3BvB1VP9XUUUL7fOjiOIWDg70OddteGdM0RLdaIu
rjeZqHYHg36IEOW+0B32I1SVuCdXY0DnKis27NuQCvU7vfbefOciUEselsSK1y9/9BqeLr9U7o1h
zglz2D5J+id/bJ+bRTXQkQhGVhySncOt1RZRfEdrV5ScVg2/eO66JWnBSkOmuWyZeX9OMMHzmhLK
6ztHMsPoU59I40x4ypYIQUYw+9UNtTU8lQqRlT5Ngx2Kf85k05RrCg+h2zImSQ8nNg/aeo/9tg8O
zWoVzQmVhm5zK9ic8ZFTuXsae4drcHCiUT11/HnJWUjdFR9itfT2YpP8wkfnuiruW1Uw3up+K/84
Fpanu2vSGxA9GLV1C3tIyk4H3qty4pGd5q/SoUuk0DxQzFLqwYc9BYcvLjQXcYO1s9EwUhzcujsY
rTrnaHM2L28WlM5ypW3g+5g3YzSJgNRFdVlLt/wDEqFoy0R04+25kHtBhiccXndZYQJgk5OeSENL
JJY6BnZA8MvuNnF5E1rD4p4C45i3iOxcc7b2xq2Ic4P/TmfpF3/akHbow4qhq4Ml4doeUrAYgF0k
Lywb7Me0jwLMj2sOM47229qWkOsj4bJGnCbdq5RkjpazNayWvOU1R8gQm95vf4uOfYwSdCLKDyrZ
3DD3N9qc3ybHHUOMvFo0t+EQbbcUprAC7ouF63PxDVHZm24cwOvet+qjtbcIRrxg8P3MnQMUv9yS
XKv2uLMWyIJZeqJWNT4NaI912jP0yNTe4sXKeyHIKVkLWseg/K0IGgOBlp9yAyGBbMQUNl/tsNjf
wp+2CcxBosNDd5HIVKoo+oIh9qNTEA/OK/tRwHA9NT5HXzNP9QOkSa9OWkD1XBrhXd/lxda8+02v
Q2irUHNNSz+csqmVMri1jG0vLG44yG6s0nJ5CEwAuO0GbWNSmqHYr+Tqeju6FeHEF4ECfj9bZmig
ZPuSgczyA+86QczsoteEjCQXBbIJ1sAuHi/uasjIphho/q8fXPNfGTZNeOjhVp7NEILWJKuwpwOj
jPng5Agf/Yk99NlLIENPUzHrd2VVeOeSQcwvAPrjYxJPNQWy27y/1jgz1amehDTHjuXeoCacvH+C
pylIgXmYbGrH230oU7qVcUnTG5MXSbz8F1jz7p/LcHX444OoaEGHCHtknQqsH0iUpUZ1N4Yv8w7T
lhHwK6maFguKMlna273mqt0vPhOKc3b2JKF3Ztl3yj/0Un3adeJ+sZ2NDxuxnzJdVWK32Yba2DlL
aDeCyvxmRDge9jKz96Atc3hX6nLGqJnuB2cvdRYTDUldNcTBe4QQcDhHOxqh3xK4e0UaSMFGjn68
r2+AKfyJfIJ+s9NVDzGqspJn/oBmjNI3NggeuJZSHNCFOdT/oq0zE+aXebSOS7mhqtDV7BjqsY19
t/H2tDmtkooR9pr9miaBx/Aq59o9EdOQIA0Qce8ehAe2lq9IdrlnfG+vKdEaCPus/XYRJzHUS5Xz
umKJi2iVB9KJK/tivNji3oy8bsMJSX26bV/reOVYdgV3AZcWCgNd0ai6NkQ8bi5DBy/YLMbDYrvI
EXUIgcuKddUPhi45xZka0C3BKihnJ26LOjj6anYWHmYjW5/nvtkeKpTiAiiOCSJ1uwaTqQRaVgdG
4+Zskak73kOhJ28J/H93iPzVQic/92GQrVZnvEuDHFXfwBzwNlgGWfWhp723hH+cBDrWBlgoC+ty
6hniI/0eh+xHGSinU55U2MHht3Mi64MMe9/JbLPZsHz9Or3IxmbQCCIS+FQYjEhq960Iz+4a85kl
ecHe0sb/gqGxXpHkRE9bIdEajGRnezd8GPAv3bhdl42h2lCbTzFWataA/c9C1r/4peVoj2kkdndO
27ApgyfICq8a8rq3SJfPCa533EsHR8djB7nsoMJHa3yQ9hyY9yoGvk1BoGq6uxfPq7LWH9fuOIcm
eHD4dZJsCGQ93V21ND9A4j01aWaq58wTQ/lSNJKJvufJuoEo4dn3AnbKI5U882tFxpyfBjtk4mlZ
Sgu0c7aLX5z3Jj4ygpoi74sRaE7OvOFZRD6ufS8ibz97Zi7R2u6LYNSuF+Bl/vLW+hVFRrJ5tjVe
lk15fvG9wASdr7lfAUINHuH9FNj9jMZftvrVsnw6q7cYyONbLJ5kXxkn/P2kjVgOgUmcxEAZ7f7c
F7tA4xVKIsOiEV/JkTIWqW96jrg3eJj4jwxQN166eF6/JzQUVT4FPm+Xi75YnWsZ9VgKo3nfngdS
9vSdW+1z9Rn5qlJHvluiqBkErY9tnqLw0JScw9nULYG+UUNZyAhth+/dKdwcG2Is6eHvqul5TkER
zHaM2iIJj1vdDldYpk2+o9GJf4vV1SMqYOG9Wb2cf/mTZeNRgphqDiIs1j1baxM/z2PbcN9y0shj
FzaOhc+yHCumZI+sS1ij1iseEGTWc75s8UYuQrMG0ytsStjl0cAgmkUqJE3JHkcQbSof7e/V36qn
Zq48qn69Haix61jXHtzEjDIfy1qjhlHWJPNELLGbX50eEwiGlh+uEu6UoQ8p3pQqYE1lVdclVwIH
2YHNuL/toyXmUvNLUGjmKgwYwMndJyU4y1/m51bfD60Es4nUtsYHS7pDdan5Ff4twdi2376NHQRM
ipMn31YFWuFJyRWajJbR+RyU1XIIq7lsf/gBKYmt2VDXXGMZJRqF27jPQ89vf0aux0db2fobDW4b
ZLEJ0C9NzhbMmZnt8GfV3hQcF07OmsUwnKx3p73axKCeuaXFUCT7bw8Pw2M7ojX7LWWjrcuMKtrO
0evV022zccy8mhIqM6vDBlQBlhc8+ICJpu8uoMnF/JcxyLePSxxq96bVWoyPliMl55o2yksJ7Icf
CaT0HJQOTtF6t8sezEWOQBCLJxVpm/8SjNq3Lk3DIXA23AvkpZWqRos3ult1kmZW7bHy56k7B3PZ
RzcbV7R1ASOGAHWGCR6eBtrFybkdK/tYugH8eMkyBuYRl8tLPSds63bgTx+qGsM9HcMYxtdBM/Ua
JktN+QPjN/EhLjZQpBUVdOjSxxOHuwnHh3G30JKHcE/bEQm2w6cudmTxBKdpBHbG49CADN/EaZLW
4N/xOEblQS/s8VnpAISnxN1a/olz0KxZ75SUPCa2g4pvQRXG19uOa1ZSz/2N13h67eQi1+dk7jz/
MCi7+B3OKE7qLuiKXImi+ltqv/DScvHq+l5HuwUggyWrunPJy/kNspH83oaIFbjVdhC/dGz71EwI
FG3tqYUuQ2IMU7i+FvifkGJU/cz4GQSad9FEhX2c62WvLipA/ss5ZVcqt6U37UcKxuLizrYLl5tL
xe74RKJdVeerpFEREiGM5vjbt9gVeEi7/VPRgOicHEcieI+LMXHuttDA/mhhdu++8BHAHJ3INQwa
DsHZ0XgQmCymFYVPh8ANFEzosToF9R6MCBoGZwQPIIx5zZgEd/5NFiJj0Se+de84wLIlb68T0MID
ET2+9VCO4tgDCJhsmguXsyHp2781zxt6SrjTiPXHWVa6dERrcc9dox8bu1HeT9R6hPiWiadwrwVg
KzlobWXAn5nFlNrk7xEe7F+y+yJsucSRqFl6F9T+jFbcAWOMu3xrG9JwGMIt1xpuF7ttOaK6cvyU
mN4gjzZ7+DKj3t6kva/eS6JLAiiHcRW/XNmvfrb1i7LTQAgn/EUO2ohytEbNm7qV7nkAjZqAEhuG
KTdTOtjjoxdjHMerE5nhqPdZ37o+KfIpMjVTPSqQKoeVuQahWcnjGf74owE4XuJhoegM94bXH2YV
m4+9SuKnHrOSZF52m+jeBq7sbwq/WMo7eomb+ICKq27vfVuK8lnTXeVJxqek7lEyMF7tCCgHHT/v
SJy3d4hx52u2YYgOeN6t7lAtaF04pquIixZ8QaWlWA34uBNUbySNtNt5c1BZQ/No3T96hXv12+C5
UyyA5NAdis7i1ii6qvkDsW4D7yEaWJOnUNojOQwxeS0ZTyL3C/Lq+GuZm/6tjeB4cNL0PbAs+6tz
nNsk5GkqqoVyKiypd1C/bK/z4PcP6J+vRl5Ndy+tq3vwJSPb9E/wn0xPmsihMo+cuf8Gt/K4xeAi
0f6swYBzwgF438KGZuHA1CGeCXEVONu1o+I79AhQbd0a0YsVsoR1WdnWbcK9PML9FwH/63/Av2V5
CUGRhmMdIlVi6kBozym2OFOO8dPp7wunq5xDzcSLCCbuNkSRne316rFkYqwvKmrMerJtIb8b2Gsn
D423b+z9DgVcUVNN/3Sgw+/KnkaOCeE0WbPF7dNQqPiXgxXkO7IaiRCxdDAXOlE8B7lYB+yh0hna
b6lWy7mlLgefBFL2eju4ZTJfWrUEcVqglQvuvEXV669GBmuR8gpHTop8s5B5RBPrkK++hfp3TDxy
0xrReXDhk44/GauppQgxJVQpVgh8aSj+0UMmxa75haK10FfPBh1KfPXMW1u7BFOG/3mxGdIDuefj
3Dvqa5094MGuH3R5jv3RxzOaXJ13kEkM9JkFhVThf9zxl7mIuJ8DuXn3oBXLCsbaLX+EjiP8NgFI
KHATNhrzj3lJf2jItvVYjiPj6LGM0M8K4pY7lbth1RGgwn7H8u23es3iuiC9b54G4eZFJbFZCL/q
X4ckrEakI30os2VrJvswOJs1oNcoxDO+TR62xN3sGwb1Is5t6i9fyaHzrVvj9o7MG70W+8McVj2z
rxwTP08A+UtGsJCzipcCcYeUzvJJ+ukcZmsE41cQ7bDB0MX6s6jXSn0abQCjpRvWK9Ku62Oqytb/
B1zD79DgvyzO9rpOzN681vxK2nhuBnkY8Ev6GxmIPsqsPJp8K061ugIchbmOSlPp4dSdE1hNBPW1
fbvXSdGnbl/7bxQYTwV2IBchTliWM3haaVlrvpt1fYP4FWhyOjwI4P91UeSRK9XtggQZWJRv8pHt
vH0MlwJLEUjU0GfBsKr1EJvG3tJ1vrqkA8uG0q2xe9J9NYTuLdjI+r21zqZSvTX7fc/SRwVAWxT6
JLarZBMW2n7WNl/Kw7bAWFyg1baR/J1Z/EE8P7KmUxX7wBfYaFA6tK3QILUnj07SDvAMm+9gMELW
iEdiMPJpttaxy8tuYOO3Ej7EIfBl/ON5K3YDoFBU6L3vroziJdlPBE8bPN+8Dv2EOuEq7VQWbSKZ
HQsb+y4iwQxYM/kMqa/+Lexm4D+Dan8unW3TNcfInA2wTh9lwcic+coMWAfWon2eMbE5aYxqEZQX
cC5FTg6+wqWE5ncEZv7D6UukO0p6LIP8JNo76rrQThp43c77XiYkjTEtrdF9bezlqayt/alyHWHn
UNT9dAr7RP9H55M1p02wwB8ShL6+w2OM71iQuKZir2uDszOjwr+VMJd/+rbAtWBabwsOVVi1LyRW
baz8k7c+BCM0/VUOwDWs56l/9bXs3APxNignS6Obm4JoXRx5wm4vXTgGEcu/4xVCcATXY3LPGWwh
/ioCN0ZL4Fj1+O2jRyLqApfP3PzUKCIRLPJE9DeOb00ql0GQYBwpSQB8tm328Cd/ErG84eza/iMM
gJh2Fq21Ok19ID7pd7EC9F3NML81oz9Yx1p08UMNPsndWtv8sPwhiOo2G2gkNYOHFGFsfAg91tTF
v3XwRE7YnTrtq0MvQDI/TB+UT0pD7FFBN9kvrR138rZJKHI7LN7o1Q8qmgN5WwjvKsxeE6c6dJrp
HSNSa/5gI4Y/Ys9hsGENhHiGKC6/4pnZif9HEfznReC6/LrVEKUO/xqo3QXR4VkaFSeZ6NzikUyY
ej1sOpmflaUd7xLAFju/Cll4b/7SzD/Gd9SETmkdCf/vRlZWBAvJEiGg6FsKzNY2ITo6iopwv0i7
s80tbpghfsZfvb96okUQoZsJ2/11MFtu5jEix5EDH5sfbg/YNN01sZU3o5wQUNbKKw6u3XNZIKQq
zlAF2/viCu8T6KVpUpRQJPajKI5j2hVL+W2oQkbkvdm7nWL6qH+kSZavhEmOF1D72FE04tO/LhMS
NOIMjpMhj9bbp7LaFSpv5VQ8wvx4PhXkmr0YT9FCY4jdYZFLSo4jlvg2T/ZB+5TC9kimN4CIgTvB
QBGu1HnimhBjFR59mzn/OVEqSZ4iXEOo/CJVvlightujDlVCOIPHaiNA3S0Etxg6iyXTlkBU02NS
XTJ7GqR39r0KJVrLThHlO8Rekk1+Ob+JNtjwz63YhGB+o+Kw+Z7tX6Z5GKFsqkh+jdKa59PWd3hZ
q3XtckfWYcjpXYgJdT4R0Ixb9tdIzDB8tBgHANfG688OeO/Vxib7A8hEMPP+aNNnW+Oyx62+W50V
FSrlDX74An173VrqF9NO7wEEKFE/tAholn+scSIxaVf0pBSBkXYR93q1P4y4CD6UuyCeFQuzROq5
rpped9KP0PMZNKV83DjoPphJ1/oyje32t60wKKUIlibOhzHyvgJh7Q+tvfMQDvUwtsdtWsd33ej+
Nao7AyShpv175bL+uyFTCa9GqfVJVLU15tSp7C7qfhtVbxTr4DUodjSEgYy9z64ar0fBHhV9hulO
dPwejHroANFWpvW0kNuy+MjC8oTPGaU7Z9FHQNYEiitZlx9LUbX1q4eeC/6fc7V7nVxdvbd9rHe0
isv6BDosRx5Fg5lmLe14O0MIAcQH5dIHR9vBrpuOAJD/op05M5890zwse4FDF8fZjOIFa9xbR2ZT
gUbXJVGFdPgdkw2VmN+LGWMMl8pCrsrV+GPzesscEan4jsDfid7Bi7jlmDnIMRDKjjIoavVJotLu
40VsmsdeFAm507Ft2aeFEfMebUT1iRoJRX0wmoZ4NqI7PrF4bfJI+l45nQpUTyVC8bmdfgz3ODOY
3Xqv7JlxlfWeQNtv17N8Rnui6xt0SyX/dai0uIRkvgx3puvX82Sk5CmBUqp5dv0QITTEwOc+ox/K
onnZHloz+N/SRXSaRhQWkE8nFVC3lWDoQVAUopoCGp7ffJb0Pzg9+uXUF9L5j9wOelE1Cb1ExsLR
E3S+lddfY3VrFPbkF5kVhs82AWaRcYTgnUZ38LKoHffqyP4jrIdImuEDgAzqpyyU+OTQFQ+amcDO
wGljpqW5XmUa+VX9hxNgdVJMYTq520mtgDB2m+QGvNgLzkhh+/bFJxVg488cQAPlusSMiUmr7iMf
dRZH3qiYMiZGqrRuOw6crQvm8H1zXL/6wbZSVicRbs0d8ikvAV8k2oeHFm3GCGCpz4Ar03Seq5VY
haBBRJmFblNAvfh25GZmjBTegEAkf68Kq/sNFsE+mTlWAQP7tMvbK5b8UxNY0SJRiLz3NnATsHOt
qvhxcNQ8vcBW4THr42u0gVW3jnzoPLG0hzUSwa+lKfcmxejcPBYwT8zyCJ9+jc6OqWVzhYE0t+pd
UKywsyInW7vBAAxlJ0COrtoNUHgeBF4Fyl46e5PM+9G0Ow9iNuWjjfXmbnVCfNgpB5xsX3tse8lD
GCnhMKUtDc7vzPZty7EfCGFhjTgOzRQUMdLeNZh/m570cJmD3iKXTfvYj5Q+EtG/Weszcnxncp7i
fcVfdXIqt+7x9OAH7MuXZCdhYbqNPZTBbIrsW155CHHUBxEGFdzh9YXs8diiLSJwOos5VVbTTziG
xmYDRPWUt/U2YkwXYVQc64IkWZEP0nWHGukx03ebTZst/hvnckKZCWut1L010Kf3ikbdxAd3UIrJ
y66JUfCGJSrS1XP2fx7ZLcONKRg4oBj8UbypuujHm4qTMMjXLhbfCZlK9tMMn391a3PIx3+trVfl
kxvtCcxN7LYJiW667tZLa/WROVELuQhirMMN4EWV9CSbPZT9ZR9V5Z0XMM/yPlGuHd50ScWZ6c6m
6nNlN5F+XXin6Y4QURjizSAR4WNa3cbcznEbFPc4jPBbuSyouLjgRBFDOLz9i5siyMOWlQreroC5
FQvJAeRDWi+AJ1h3dAuBe2MRSUf5GBkwvD2GjAJyjDrEOeWS7PxjodK3lM1bXYG+iax51QskcVRV
Pq173KKsX7VjsBIn0AToLpr3YJPhj4uJhvtiVMmLMxpBB4UL5LlDMGIW6vqGyYZ7R7CIJ0WQtlGx
P/lF4G+PEFTcYbyR/vvsxcTbl7zjD5u1bQQe8HMnN1Ygkz+6msrfLV+AOVQIw22ABpCdwyrD+U9f
KcZH5dcAoRHNYSQSKf6ZdWEUzjnfNV+jKa3i7LajJc+QePpjE5E6ijB059MyF3p7EFoSvRKjKnjd
EoA+xBM4gc+6GHGdkv6jeFailrTAjSfwwQzcsLdVhAAI8SSnA4FBTXGA7pZn05tlOgzLNLzs+//v
O8/R75MHFZdLt4LLxEAjwqzi3xtllUocDVIetHhNptXX52Joq09CR2q2hrVP7rCzknhCk9NAt6lD
4zd6C7SqdYAYPQXAXYczx/vImeVvpP+YqnoG7HJkytoOXDfbbGBX4MrxDjNOzFeIfAhqb+qsx72q
AG7l/0g7rx23lShdPxEB5nCrLHWLUifb7RvC7cCcM59+PvoAe1qUjoi958Y2YECLlavW+oMbQ113
Gqv+07Z6xfOUBZStA1AVPNXJF6ckCeGl2S4UUQfhhxT/qI4cyoM5VECnO5xhMCdAw0d+qJXMBGzt
liAoRAq0OQsq7oK1p2QlTXOdaniUDZKhkNMLp1m2Jblp1EWkgQdJqcrSOSqUzt+apemNNK08Fx/l
BnYBBQSBvF1WdE23EmNeXEvevyIIij4AkWWkJYQSt0FogbpcsHBLWUlXcui2vwHQ8/ZzgJ1aC8kz
anWbloYLkYTzepuiITisUQfTnr0czYQVyh3Nk9iaFLprx+HhBEqPeRaBenurnFylZGyV5cpQyTgD
oBOLJwRgfPJZEBeKRwOhsS992naOneLo8NXEGHYVynLdvPcKhW+y6b0VcO+las/6ploLXRbtP1CO
RWMtKO6IyRJFQARepIBU5BrkCUhXBYkBYBc8zSQYm4X2NRufPStHM3KXL9azeG+pg/NWiAasZ8q3
2ouRif0Kanlzypsi2gzAXV3Q9Hr1CxI/CB74IWThEarjsTGQ/BXXvOLFE3Iz1shXplq6IAMZwliH
wi2tBVhOSHeARgZJCHICcmk2UG6X4yL6GsZt5DyYUSR0IL0jcRUHOnIBlmTybyvTUDlrtXY45jza
f6aQDaCqC23w7A2FJkOlgxyzAIdcK1QrQRhvAlT0FeaZVT6kouTIGVmmInnOVJc8SiIm5Z9EarKP
lNQwX1AkJo90Mgb9R6PFhbE2rbw7xaS22oWfOIr1WxcFCkkKFfqtK4VWvARxVL0gIqFnMMfNmFdR
lSXYReu5cujUgkpKmWieu0/10hxWFoWobG3WMrLWJtj7B2kUGlr3qdec2FibcE25CSyaxHYgbJU4
NRQ7i+u+fYAPAG2iRYFE2uc+DDGLRzVoQLEsP3TDsLD9SkRLP5O/tlTYsRA7jM5CUKoRMK0N4Rp6
QrDT4xoqmK8a3g94AwG44NJqq5Pndnp5VOpuRKc1kn9U4VB4p7COY/UoNk5H2QRCix9uQDOYTNw2
hBgowQH+6ZMD/oG5WXYGPQTmmwtFYyATZMF45N9yejQgOAh7Xi2NDDu4SqN1Ti0qRRECIg1JCR+k
2sLhLiUsLSTMw00R8XBiZfnUBpd+oQh4Q0WO6RzY5dCN1BRhhBIhrocaTTO09RlYPvq2TPzMRNLE
HcD9VUvNV2vl5JbUDLwFfGK/5VDzYGgUS4nNOn4mBzTA0ETZXNu0FT5LO0sLoSdScquVzYASpPrQ
t5TexkywzOTl+F3xNB28pR9J1a+2zpVzrKIDGy2tmizPsUdyHymqRBexX0M2qMofgNrE6jcJQQlK
wZogtE+kqLziC5hJD0K1AZZAXQWAXsDEyBQJyQ2iq5J88Y1G/xmx0YABUahRGEOjUvVpdTQZAbYZ
0aotAKODCaf8uomzsHL2Uas3xhatnqLcWi0XFg5EkBx4ZgVFmIF41i0kJbsiqA9pEsNJ9ppCOXad
K7oWWWpPUj6GRC0e5YTs/jcDWJd0rgAgisti6CvzOciq3Hm0oEqSvcgEATnfgTDbHNqt8E1SyybF
DoVfe4kM8v07Ky8o6cOBkQHhQRIP1XglO27+VAlVIu9rcgsmEkyy/BLIvmutBlHmcp2HLfgeYSRE
JhQjxAN3XjfYdy4rducxKs9VIfHKtIoKqYHYML3vPDC7couaZX1uZCMv136r1w1g5Upw9zCLXXGZ
NWkPpwsqgiQ8mCTvEe1yLM95csJM/hlkgpvvMzPHIFtXLF4hEHz172wpFfpCFSU71JxcswlJNhiK
SQmtBBiTf0sHDsAMFl3shQfPC8Tquyly3yY3AA9+nfp9rtga6nTeLg3AIyCMhnrUQiORh79KFLjh
V4RaWndE6mric5qXWXrCQgWJ6kJRy/JcWjmgt4EhE/ewhVzu7LKgKfmrWmc6heq6JOnRtCi+reLS
U+MzafOuOyg64B+hUXT4AIaaOpDZ6kblpoiN4xF12eGXajaaDzi3Cj5m1EWvlWxlJAzBkmgiVuCa
PNFLD5tYMsE/VUfQw7X/IkfxOgaJR0AgTuJiENxXd4g2dSrtzV21XDJSc9Kzo4DpVMzTVGSU7hH8
hj84EQ0ViNFEhlsf2yjv102BnHkBKooSbZvteJKTCuQmr2zDLq83gm68J7DI9mLjyScX1oAzI7h6
pfUtyVj0Qmijij2KmI4K85+0vrUaaRsvTesjtYh10++C+LflfkMza6bnr5Tq/8bB7wZ4FUI85qTn
sc+qZehC9dF86qrXdNl3e+OoCetqaUivfnIsVoq7jdFGWKY4N5ziOZn1m/HJ641m4jJfMI1v+Iac
ilV9hDu9HGp7QEiC+78rbiHlW5wdWgbU/g8vMTKx62zE4lb7Xvkjt8ImS8OZWXCtHEtOShTHTscj
58oCpKhgPjaIeR0peJzcfENV6Rjkz/f7/GYQCf1vZpmhS9OhpWypdBHI/qOkxk+A3B6U+jlQX/5D
EF5vZMa5rMjqRJs2TFyl0lWnOaLv+sXSpd/QuZ9MT5lRKZ62hcnJqQxPzrBItWlTrWRdsErR1DLk
hfyvhfQsG29mPhNiuhIIIYmgLhDY1bhGSZMZwmVPq0zuD6cge6rC59D5I1sfRX36d/01jTJuD5/W
m4+M9hAVUnAqiw/Z/2Vap2HOqeFGX100ZLLDZELneJ2vBCfDf3M021F/qemM8vFcX42f8KkVaHl1
qtXQitY5a65NX4nBc1/+y7k17avxKz5F8RoFro5IFKTolpGE2oL5TdWf/m8DMtkAfeDmKjjC4KTA
YAiF36jQwd+bGfXpufP/WsLNRBmdJEVp0hIKzJmQiXpwGsWsFlReDmIFn/N+S24Oikk1V2Mj1wFL
XXYXLwFgsSjQn7zsZCJJGqBZKfm/inbOel2abqZjc2SN5agYvMQVZTKJjSaRRK8Po5NfPfI89stH
s0YPGBjakL33GmkfCiXILG4G+eQY30IUohWM9jpS+x4QPgs1qftNHxXoPx+q0w9SLpveVYPaCw4f
5A3yOkJFy9dkaoXuqhAymFntIvx6P+Ctvv7cA5M1JjSpo5dkFU6NtZV/JAgUxiaFsdmenjrhTRs2
WWiDkZN1y93oFCKDGQN9hbAFvATVMGuLKpsFgy/sNgYQ+vvt+zsjpz1qKgZnhCKBFp7O2NoMJRF6
QXSyEuEE/w5g1hmNNgDl6L8JL+Gz8cFTo3mMD/pjjOoPedQ5lf5bfWyqJkWd8YKi6pM+DhRPq3sg
YKds5dVrT9AWUPEQ+Z5r6rixXzVVk3QZoLqGGcmkj3vJdMCuVdEpr57JGS4Q3Yq45UvvzsJ4Ujfo
MoEIi5YzHTy1IDBkrDI4/HWR64gu65MtIQQjVJCh6M8yehAiD6EScQF1lQXNs96+SukDmaWAF39t
bE35o8uj8zgWICh6VKayHc/mjdbEM191tbAnHzXZDCvf7zuUw/pzDX+v7159+PQWClU1z18p3dzv
gqtNcQzGfVBBn8WScR+4XLQZIpJa7NADhvtM6mBRFL//fQCd3x+9ONDxUScnOjkvMCpa1p9bykCK
gtKz8H4/wpU/0TiKn0NM2iA0nWbytuvPGWkt3Xz01F+02VbDdYv6M3XVPUoSTW7NjNP/Jy6vB8PQ
uK5Yk7VB0hAJvaTpz2FiN9k7qnorYWR/WSfBRE3no6tRLcxnVsrVgqSxdKOBNxBWEVz4LgeshBGR
UxQezgKaxFUMwp41CfThqM6Zt9+KhLWZxAtJJX0mTvZzM3econVz8ay6KHijTOQEe+SnQdoc7w/g
XKBpP1pJF6puJJ5rSOo2crEC+S4EWFm40b7qLXP1H+IZMgnev1d/c3JG97xOecV14lkuw0VUvVjc
nxBZz+P9/ThXB6KMn66mq7JMfs2Q5clQaS7gFoATIjxq41Rp4bbKX928QJlHJb8vn5tUfLkfUb7e
OwhpcLdBeYEr+nRDi6FIl2rbi2cjRZ4zUoWP0tHNt3igVhAjG/WgqUp6KKn7HNRykH6RLsp3Kmm0
FZKjpR0H1EQGCZrpwnGD+KGrAEsjAqYdEKRY1FX2vYI4AcNXq3YN+gaLitz5UmgFOza1YI80pPcO
U9mbWWm3OlIZjY8lkxkva5OZCBojhccgi2epfUneg5B9cDk0q6qws5mpeGNN8xJEapDcANuhNHUC
I58vpGVmsbwQnw4zaZPp+tofDorZLTNEWjqoHu2APNDQr++P3fXQjduIhcA1m6TBxe5yYadlKOP7
0A1nQxc2kOgRkRA2TXzwAECVyvf7wf4+pC7OW5loqmLi+afxhzyuyU/X+hB9GUCWxnB2S1RwIKk8
eLq2U4P4mxRTPkMwF5Gt6gM5/y3km1WlDN/+yxdY5KoYWVnhUXn5BZ2sAShGwOFclgLTq/hC6mvv
dKs20PYwfr/DNwXOrJvhouZmdz/4rb7mzMcYUMNKksvVZezad4egpHB6VpLy1TyUxtJKkpd4+GNm
2/9TpKkLmEfhEgaA/ndU04UK+ZiS5iEeor3QQhUxky/3413vpWOagVsx6SmNA2IyrokCcsQKXfFM
Cw+17mxQ04Vcnz2bzUykm0tFJ43HrMWxiNfOZSeSt/MGVYxZladcT8HO/wzKV4ycAlhDgoMvdSSu
89SYW6E3W/gp7GTeINKmxGFBWMEoN0Wz9asCDkB2jALn1XFkYLlrzy2PblYgtrtCLqkW2oNvheuM
BGcxZ4443kun64j9loyWoaFypU9mUienTYrQpXhO2sjfWk33B8eWdteFMK3vj+ytOcsbQBMtCS8Y
bTqTYjnRAATSbpUSRjigdLsDe5a1bxo00Puh/rrfTlv1Odbk0jYUXZarUSieW62GOIM5x5IK3k4V
kjfq0nYrK8IyULvHIS+eqAs8xIP6EkfYFSMLtESqN1iXMXhSDZ3yhWEhe5RICqwY8eSit+sN1ZPr
SwjBCcWwSsk4IRJAbtuRfnmmtpVBiC1z2VnrTQuuVS7ntr7rKy/VLuQDTEuUyZZZk8YZ+CmD4Cs4
lmUNaVilsuuw/ipqQ7CMoyRbAkH7QFN2n+bqd8orR9/0DlGRylAxlR3Q1mHmdLv5PYqm6STXNIuv
ulxHXL7ImDq1eK44TRetJgdL4InqTJTrZWNyQmr4h2B3TA528sAqoCcLiuLKZ7MAFJ7Jj7FhD/hG
AUcVd/enz81QGra1ssgVyxInocBdDn5Nlo/Zw6sF6TYPmUbqmSD+7we6Xny0iYsOu51FLn96L0DB
JBr0nkBDXSIOIefDtsJEZ+umijtzl7sZShepz1moM+jyeEX5dF4KUh9nNdfkc0GZ7Q/MFH/p+m3y
U/f1n/cbdb3OadR4aQRRJGOXO9nfFNRvNcslUkLdl8rwMmoOVG1jBHvSaCbdKo03p8uFTjBcf01s
lLGMn74mwkgNS9wRZGqzGcqjgHuMNzxsdqrxWhnfY2qVvv8FshW6jrsQOpnizZiDXk9+qnM6d1W2
NJPix2SuJB5EpbzFj8DsQcxyDYgp6sX6f5go3PUNleNeAiI2iYKSkkQFrJXPXP1ECvAqsCU5WcrP
94fu1sT/HGb8/0+TRC3g/WIFKZ/TiI3iIPhPiEcCObkf5cbdjT4bj3laxLyfVq+ycsgEB+Wrc6D8
7oFgCeFrhW5jEu/C6De4iIUaf60SoKRP9wPfWgOf4056sc/I0ipGL59dSlNqrD4Y7U7Kqs39KJJ8
Y05+DjPpRUXPlHaIJfmcpBCoTUdZpVgercuCHPEIPsM4oGr23JULG81g/4DOXXwMjdB/7GFCz3zN
GGyyQEy2X1Vlf2bvnHofq1UCu7h1jXMPQIAXKe8jxDwWbmEoa5RO6/X9xo/XhUk4y+AFZ7FHM7LT
cA7Jdj1U0Rprgu8K4sVkVJZu9yRnzNgKAoFbP3h5ObMGr4NaIrxeTTV1kkBcxS+nLYj9BrZMaJz9
XNoJyWJ4iZRz20uPYfBs6gdLn4l3Y4QhxqsW1yX8jU1MGy8DKk7QAd1qrbMs1escoYHSf8rDPXrR
KF8Vi7yhul2/qYq0NKAWsnnM9PLfu9JlN4OFNGF+jTsfd7dxCn5aqBZIfTNQe+8prn9o1glm3EIN
thLIm7Bb1qAIOsTe6HLE1IX4CZjU0B8NyBnozuRoFNV6jP/dL0vLZzITt3rGMLm5Wwp+haMf8+WH
pRA0QQxIzjkE2Q9iQyy5Yx3Avzbgbz0MHEkfwGn8pm/8WQ/SsdcnncJojEU3jdu8aUyOuGZQKgB+
rvvU1vKXrNhn+LLXG9JQiG0fjbpbW+hAFgJaN9awTeOj5p8lYef65cySu3EoUZrmossDBksVHqqX
nQDIHy6GFLpPULNWivZFHHh7Fy/pT5mq9BGcoJi6SyQ9Vm32brgzx+/YymkvfA4+6YUs0SCx+9Bh
w8Tc5D1qynC7LfU72tLLDHCR5KQzg36r3yl5Kgrnk4iw8WQ1+HgmwFpR3CeUYuA3+YBnUK2zdmgz
zGXzb6z08XLBsgPApBrTbD42QUNv9Ib7pB/RsFP9fdLZRmstIj1cp/m7YM4ttKvLjEJ9HWADOQae
ieI0BQaKR9ZRQAieht52d5G6792jGvxp6NMweK1VyqMoYmebXnftqCX3t5S6n8EKVRZhKQtbS3go
kUN1UFDMM2GZt1s4Qh5axlHgz9yPry4il1/690n0aUtosXDEQ6wNnsr2XcHvtv59f2e/Okgmvz/Z
cpB4Mkrd4ffVBuq/mS+h6+X+j6Z+//dxTFknVaZzfCjTG53ZFFXSD33wVLVf1aK0zYwVG+v9k++2
wkyf3RpdU2U6ca/i2BInL5ck19pKCB3aZMTJVuzSCCHAnGfUkKW7sq+bPeyrmUuIdD1QVIi4qVqU
iixN1SYdWZUc91UZSsc4Bjvq8dTWn7Rg5X4b2ifNPZTxk0zeTHnF+QNzR2FhCPpMs298gSyJ40fo
Bvf06SZd+mElW10uQ/+o7Tgv3jAq2P7bUeR3sabmFmCxcsTxEz7NxhrjhrqWCvkY6Bg+Ijsivhvx
H92Yq7vdaoossu2zIyiAoSZ7jwK7WoDALiO0DOY83JTazLT/+wsX+ynwvM8RJicaRGTXUEMiCED8
Rpj9qPX9IDowftN10thlsy2yjzoR9pn21cxXmEQaM/eNm41kTx+RvIaoTHErsioYfuxr8lFD13YQ
cRUOVveH6zoXNraSnAJesaIugVC5HC8lAl+YaoFyjANn03iPnNhWk2A/l8Lt/mX5tok3hZLFM0fl
1X4+huWEpPwk4z0/LdGU2KOZgxJDCoqXgZ+A4P4N57cy97n3KAQPefr1fjuvDkeeagCZdFJdIluM
NlnwXjuE+Eqa1hHvtWUQwk6LsrWc4dCOakqOIEc+08Dru4CiW6aqqtRnFWoaf99CnxZCmAeZKVHo
P2pQ+YUC4xwHnTgJXei+XiUYZRjJAabJQkAwTyqoIAlIK6j+4n67x2VwOYkvv2Ky57CF1i4C+c7R
kH/3GCklp9yYWfFzIZTLGSTIBryqPnKOsDU3QbS32kOLgtp/aMcoi8X4kTeZloe4/fekbBrnWLol
SpvnKn+srRmU3/WcNKRxMWjjk0ICaHPZEBX/GikaBs82w4P2TTplyloMfpXWKUqwRi3+9dq+jDZ5
u/RYdozpUs92sTda1jGUeaEEwX2/36TriT9ejbmRK4pOk6Y5Oq/14iAzfHidQ7KP0xcfB3hniTt2
n/cQn7/EGK3Ah1/Dni2GfavgqGRkIxnwBL9tHejN2unNmY+6vlFcftOk6bmcCVXYuoEdqNYB/xCl
tfZu9NSgYT7T+nHuXU5/E1Il7VYNjgnujpdDGiEvbaptGNimX61y42uGZZ63cE6ut7KeuJDZSKp1
vy3tfD+ucqOFkgG+G3QGzwyeApdxByuocKpqIjtC79NDZW6B/cZCRwgjqR8a6UMKk2XyS9G2AV4k
iNQhqLkQoh0iRLKASPki/A5Ly6wfBGHdoocXfI0o8niwXeDsnPAyCPITPNzou1JQcVqa4lcL/Y/7
bbg+e8DOjDlQBcV1MmyT1RCQoZDzQo/sPEp/mcA3VCh390Nc7xyXISbzABM+S61w5bJdQDJps+/0
VV/MJArnYowz5NM2rDS+1ss9MTQUH8WH0l/L8gw87zqtxckMdt6ABYULpTrdOESUDzWnxKpBKPJN
aZyl4kXlQQRZHfrmKtL2UEsWbRluvTk86PU99jLypAedtquVIa1wIDRfvisphaMIh9ddCSHk/lDd
uCdcRprM6JJCbJK5dWrDfzeklWvicbPwKSmb2+qImLY3c37ebBnPStPkmjquo8txy5Q4Dix4c3as
vgtVsWgQFZaz9xx6mo+O7f3W3ViuKveDf4JNtgmxU+PR9oLGwa2ATazUP4x0C7h+7rY19tJkPyIQ
1AFVInN1BdtCyXQowprx8loME6S97h1gdBsVoLjgiApbp5/xQKCAnzb2/SbeHkByI+CluFFCZLjs
UCwkaikV8tRGG77w0Nt9w3K0SCF2vhniuXAeu2BmF7x19pAIARJNPZfbkDWO8ae1J5a+CabCyOy+
/qH+jrE29Bws+Mp1KTwO6U5v185PGTNs89ie+tBCpH3Zde9Gs9Z1d32/+TeOQT5Cp14vc7Yb4qT1
AS44opEkmZ1msAe0Zhn27hLsYyDvZDdbuEo/M6VuBtRVA+AH9xVDmwRs+8r1SFhmdql9A8G/FNtj
4LirQLfLtAWLORPuxgwGustdk0ctuIgpNSU3BgG9GDnDIs8DUI2JPCkvhIqCeg48duNc0Ji9OiJ3
Yz1umuhFxJsyeR7nNqRm9NGCZVvOXA9uReD+RT6JyUq2dfz/T9NGzmoI5UqS26UfSw8dNKg1ghpz
G8ztKKQr2bK5U6qTNT86AmYJakh2ZpYFojiZdIZ2PIeNuRkFuMY4BUhpKJO2gNGMozLscyQlUPCM
H0YV9fsz+9bCJu1J2tXSxgqfOFllPprvpWf5uY1lz0IBVndColGsttY2cY8SJ6uJd+j9mFeHKppf
lGM1EnEsbt5VlyOEK3idlQlzAKZMuiwQK9vpWLGsC9VoVvdDyeMBfbFlTmJNFhIW4ughu2Fux91r
HPz6jYlZs6xWQvXQ4wpqqqcSgn/25CQrrK616hR85+/+A0na5s3dlyhGuvJM869TA5NvGl8Sn2Zo
i6SUlJt8k65861wE6vae9CJ471gGkOxeIGoSbuHyu0iG9NuhhaS0ud8r11eOiy/gUXT5BYqldAAt
+YKq/ePsHOfPqHCTnwYFFZdhoxlf0uGLlFszu+jVoTzeZjVmG/d3mZ1tMu5KJlb4UNW1bbbxOtOf
GukgG8ky6kbXnV/3m3g1xyi0GOwzIIGouZAAuWyhbyh1nut6Yedx9C0L3U2SYURR11/uh7naOMd6
jvUXdARbk8zAZZgE2qBGLb6wMTxcp8qLr2XbNj22WHreD3SrPZ8DTfabsKRr45pA4CResfeGJG0d
BzWd6bYb7dHIOPDogCnH239yI0TXJYPe7dMeJGMxcjS9NyPbpIiA/uvmMBHYOTm8eJZPD9QMgW0T
Z4zCNigylcHZXw+8ku/HuJ7lGrMNToo1ZuB5gsiXg1MFaH5pEvBOSRf6Y9rkCjU+qYAo0mPrESC1
FJYOHkNNiAwjkjIjyBGeOeqem/tfcmPigwSnukX9mj+mYCkxhmmZQU61RaNZ4NWzFf2foZosHcNf
qdbcs/V6z6PdMHDUkd9H8mh6mgdJMNoEuJSJs/fB/ZnmcDW8lSKTGlsOj0qb7oTsjIf6W5dtrO9t
5W7xokW4xhN3mtwsyb7oRr0AQh41Jwsr2Jlxua5C/v0+HocjWpeK22SShUWI9jGlALsurF2FNZ7+
08O8QVG+Swc0E8PXzFgg3yKIhyjE/VvZZ92x9KAiIP6hHgtr4UVf7g/QeI5enBLjFyEeIalAaigh
TGZKjWtwhWomp3mff4X1soSSPZMeurGAgV5DvNRVEEIctpeTEaaL1yVtXtmZNOB+fOiQ5wr1meV7
Y6KNpACQtIpOdvvqMK9LIx/CsrLT8CANf3LLWgWBtZS90WFkDkRzY6+4CDY5WiPE9vRELyobObKl
XMP8+tlkv319Brd2dRXWFMaEA0OB7mVxdlx2HDmlDsmFtLb16kPAEsiEbySBzCevLYtvGsmn+3NB
Hgd7MhlMSGw85xRyMEyIy4BK62aKqre17ZlbpQrWPFfRvCm/VYj/KJZd7hOEYYx1/zN9FR/Cffpq
NW9WeGCm2vpDqe7uf871vBkr09wwIdMC4dHGqfvpshDF2ONGqk/BJTlX+m8zfgzQnvr3MXhTSkwZ
ZHmvSkuemkYC6mG1XeAF5bunJI2WVTOT57heYyr4XFYAeSEwXn+7/VNDPKVVMxJbtV0raINWUneS
MbWYaclf/Pbl4Kkyr1ST3R45UapIl93lG1Za1AoeFZEaH9tXveUGV+H0lS89/y32noY6+yZ2KESV
zgEXsd7BDknFg0EF/rh2X71s3aJfFx1T7NTyFwT7HvHn3GCdJTjP9zv9Rn/wpdTy4F+x80znNeJd
EpfTvLEdsxT2VdTgtFD2v+8H+VuTu+6P/40y2WuzosC1AikrOx6ONYI8Kg5unALqD++sxvhSY6qG
pbWVnjsx+ZL90b0NrmquHM3M4huNhcXA7BoTydDBJ5/RpLqD/WnZ24GM1W+D5NFMQ28sE9yOuEoo
41GvTVOmgoc4hlDKvV1iH68jMAyJLSqr1f3uvN7y8AnVufMhvMj2+vfk/TSHdUTG06FDxFhKuh0C
lAsNt+Uk+SpnM4H+ntGX48bRjVgAOQDYGEyPy3k8mIOB43gq21jwhcvE8BeO8DXAw1T9rYnrGKMm
4N+G0y6i51T+UpQbFPo2YdKefAfoMc9EBN12DZKF/VqeQ2Rf78hUpkb9AHIGXBKntanCi30dsI5q
DyjwLdNBUlcDGtL4WWc4JqixjnSECFolQJzufv/fjsw5anDt5liYvCAMM+WNXBK5IPPekh3HOWch
ooa4T8tvPo6998Ndz1rS/gqoAiog3A+syWZiGmIgDEGg2n4BcETINpXgz+yKN04bAE9AfuCasjdy
1l0OtIRTMTkuS7Urb52dA2if1X7ALXEb/47s+DGzUf0P5UX7CEJUUTcV4nDSWdr4K2mJwvj99t7Y
LS4/ZjLrAsdKkDo2Vbt/EpHE1h8kdUntHdCv3+1L/F82cf46fIE501c7eWPV+5kPuL7AjPAv4GlA
jnkVTBMeqZm3PeAo1UafmzLuUpGe/AfHSN6yQF7o9SHyjnJ9CM2DJqFua6IKvQm0j6B+bj/uf4ky
XismC5AvYeOU8a6DfjVuOJ+WuqDlRq6jBW8bP82IEvZCrbD/PglL/6z5J8zmamEb58f8QT54B9UO
nvRTcYieh9/wMOSF/FUydhSkLKguy4w1MrM/jDNv+nW8bciOWmyp1PYvvy4sSjnNAr6ur37WiOtX
1lOs/PmjNqsCjeU0+zrTG/KteCPpBQ0TYKHaZP924dDJuG9otnJqRzHiRXXuho377K9DbYPGWbRF
sajtnqlFYlnlPuRfLGkjH5v3ATnXo7AZ1LVcbQbjSdN3CQpmmTuscb/d+uoch+P6IBg5sf/7pWNL
Po1bFRaYR+uxRk2jWeiINCNxoalzuemxvVf9T05O1SnYUL+ZpBdkT+pco2wRuEDSqEBzTOVG8+zL
WFjjOgElVVWrBc5qG319fySukZIj55d7gwlqRSUbPYlsYTLQx0Kj2X7+U3sQnFUirVCCbDBJ73eV
f+rRmK3F58GfafLNfv0Ud9wrP/Wr1jtSrZWVxn70pfBfE0Y8+09jZ4IAonkk1P+uyU8xiqpFhzUd
NBsrKnswwl1jVlsE3meeYrc2GZLc/4SZTGaSqDhRdp1ma5G21dpIXxp99rMg0RGNZoHIi2YzB8mN
c2s8PshDMXYyONfLzpNQ3Iso6Wh2lL2HxYOP0XaoYVfmIPHpg7oVZmbJrRbqsDXIAPCSAbF1GS/V
QyxTXF2z0S4GPP1Vk9tt4LyMpuwdSsT3p+StU3IEB/B45kp0zb31i84X4RTZJlkl/NwsY50msBjv
R7mR1aAAT7qAHDX7Hrf8yzZ5tTB6jMuqraO9nZjtUguf4+iLimSKqK51JgpIXXHRrVv0Cw0scD/C
ZJNb+2q0s9hYyjtab4tK1BZ1vDaLmSl18xj/C5Sn2GgpVz2u4WdQy6Gu2kkQHbBgXjjA9JD1b/Fh
8HR5gXT8UnOEpeMgrj78iMDT1+U2lpaK8upaOzBglrpwXrCzaOpHvGlmJsR1zpltA/aTQWbP4GSd
8k2KfqgUlPNVWwJorinYay7aotw5KyQGfzgrYBy19uyfW8Fc9eIbOm73R+/mhPwUfjIhO5WnNtOd
K2MX41Dm9e3aD/Icyzw/XtCbOS/rXplp9K2JCUrGAINrsUdPgd1IrRmt0XNoOTLi8hS/ghXGUtHm
3zcNpCKHMU+DEQF0OS/B8zdViWE4EBkk8YM3o39ojXzTSCfJD2a68RoEyjB+DjbZ/Z3YHUqzV1Ub
Zf51Vhyo9crGm5pspA/c5FV1Hb8pB/MxyB4cJCTvN3TcpKZn3ufYkxOA/KZS4n5K7OhdRbq1LVb1
f7nXoEnGqFHvQj1s/IZPJ0CIMiXeG2yUbv897XbNeNDgiTWc/PJB1DYFAqL3G3VrjpCOA0zI9jVi
tS8D5pWZIwpPXTV3sKoKD643k766fjKS76V2TFKOeyuJicsAGHOjjdyMAbSH3kY0mdv0d0pSM9vj
rcGxgCbCpASie8V/HnLPTHzU8e0GW7W6PzTKLsXN6n5n3WzLpyCTLVjQqsLy5FK3O+adSZVYMlEy
XBjpj/txbg7KpziT221pkBnBgEC3cflNEKEpAT7lYT9zbt3uMmMEd2HAzZP2cmTEwsT0oel0W9Ew
aVIfESCUlLkn1a2TH6aNaFmcXTp4zssgWEQ0LuYMut0jYJp+AdqTvRkdRm485dKP+912c3g+xZps
DjI0abXAAMF2rYfhpwidANaMVM5dZm69PeBo/k3ij5zCyRqVmhrdWi/X7SxDNlTZl6UIxTVfdd0T
hxyG3wvLer7fshvHB+PEs4P9FdbmtNpuZkngYoqp2xYmpw+m5OVYyUnbIdOPJW9qeNT+TMQbUxDa
MKZLeA2wgKcADHzxjNgVWLZKIX2VAt7DTfl6v1E3husixCS7YPipnIh1pNtSqC5QzBNQ31SHTRz/
a6INyjnAdricIWQog4q7nIPRgGFgKBEoz39Ra/NyKLXdDB71xmK6iDGZFEMlGq5REKMKv9OW2thJ
3YwCws3+IvWjwl1jUKfQEUvvmwhXVHafSE9wtexfdZ2nlyqU0SIEDXV/dG5NOcCLgBQ03RC50l12
muwmcVoOrW4LGJ+um1HaXxoQ5XBKT9xqse9tkamaWcA3YwIChNoK3JZy8mXMGIeQBEQ9A2VVr5Xf
mcvQrLGaJcOoWv2i0aBD3m/lrWGjif9ElC8jolmtSwApddsER1s8B9gX+zPQsZshWLmwZZiCdOdl
iDbpYhQ0Jd1Wh1PrvgwA/1pzZindWq3Urf+JMU6dT9cGyy0Lwa9UtqSh/dlJ1U/EbNb3e+rW2GBa
OD6qcNcChncZoimxWOxTg57SXHUju5G+deP0W4bxmlzL8UkHIre6H/LWhCeTgVIbxXjYZJOQXJNC
qTUiw9aMtz7ac+tLg2App+G/PwihNsCaQhAHVMY0zRn3yKgXkm9w3IKTEhNE/aOGikiL18rMfLvZ
i/+EIoV+2YtRohW5pglMhrJ4CdTmi9rJXw3/fzg7r964tSUL/yICzOGVndXqbkmWg/xCODLnzF8/
HzVz73RTRBPnPNgGLEDFnWrXrlq1llShq9drCNR1zfb+JM5tP65eGl7J1XyE7iXIG3SRWhhnS3gQ
9GdR/GNxM963MTsqCltjgyH3/JRWRzBCrW/c1DjnHmQa5JOfyrTmQaWRCVKehmB339zskMyxxKVA
IkSe5HYSKbMMsu9UML3FiHT2yCiZP6rh830jM5U08HlkP+EJUoAt6BNnZPSeivxNbZwLp7e99ojy
fYNX7/921RNavI25tUwQqOJTjjpOhTJwvUKgIBlKO9n7wkvXhHbeoicKl0LvtCcX5UgnWpf1k7gE
wvmIYeOCA6xC6CNTYP/QyN12VVEWVW+cHS8GNKVsveoIhwoypGg/INWplz14Wdn6F+tgsAgqrFkQ
i0yzLEWrmPQFKcZZakddUqN6FoQk3jmkCBaqBHMrTqss/Rfg5WR4C29XnIRSokV0/5z9QX/l8nnV
CyNH6UgWF3byeyQ1eeS9U7bBfwcO4gP5nZSjB5e5lnGOkJhW67X1rU9/C+1Oq3ZOctTjc+Chj6nz
0rVACf4UJEBVqV2Uhz7dqK28aoZu65emLeVAeoSjpRzAvKwz/diXeyU4mgEPB/qr0fNTaJLxHmKk
X+vwUtbbUoDUhzgfsgFbPPs6OdS4XLe6Y0NqomX9CkXt+1t87tYY6en+M9bx51e3hhB0VTd0Bju8
kezAp4tsqYA058EpIVDHGKNXUgS3FsowzNivrnk2uqcKKdjIfzWVZJXWC05u5pUBt4+EgyM1rCv6
5MHU5HJlKOganxX3h9j/GBXo0ELKkx+06m9UM97cn7iPDSocuGt7k9A1yLtcqTLsGeZP0T05tPRG
e71sz4YHSjvLbTFfxShmRGvr6Act8hVbJzl4SJDQkFvJiG4UHaTKG6VHtTE7Et+vHBoD4k9lvo6k
tx6aO8ddxcix5C9R88VsPoUOKjnhPoSm4f5YZp3HOG8j6I0q3JQWqavb1M212DxHB7N7g/7P9kgk
HtR9Ex4H9dwt5NHnUjjGtb1JyOUZoW55OfaaqloNafxVs76KtbfSLzDMutZzZuZ2Sp/C4G/08Bkx
Gkdbas55v5Cmp/z6G6Y3iEfPwIgRo/H8Inro9nwyZNSC0IWToFzdgcmT1WfuuZUCjTJSLm23McQf
ol+8FN4+8xxbWoRtz7wqqWmA0qOoAurfGI/S1WGsIDUq/JAt1bL+ZyXnFZn+yrKVjnaXu6e5emHZ
x6P3YQowR7WRqICMya09BCXQI3Mz8xxrwJ432pM2nOnV795QFI9LG6rDMl14Unxs6uTYjD3q/2dz
+qbodSTYSzc1z1q3rUr92MCRo8fNCtitXu68vlxVJVTgwMmP8CuX6RLwei5OubY/2Xp15waV1mI/
t7IHRfiGAJAhHkR0iTVviaNqdj2JT1A8IPdK5ut2fgPVQ9HdKThWvWTTRbiyynVE3BAYR0F/kpV8
FS4lD+eP8pXNiUOPlEwpFIAmZ0XZqLvWiFcGk0uSnaoSkgpfs8+S8/f+Ppq7malrEDrT5QZabDJM
2D9zRTBb5HQ1cV0l30QqnWn4et/I7LqRb4GzDe4YCki3c0lPvKSmhWmcgyBe+fLeaaM1KqqVWq4E
d6HjbXbdiGN56mDuQ4TuCci1JS3uSfMShAnZF314DOs1Edg27LvvYYEsZfLt/gDn7i8S2zIlvxHA
o40TcHX4RSmtyeBj1CwVRK5jG27vXW3R2JqifSh9vm9tds2urE1uy7wqwiDX2CY6Bz2Tf6ry755I
9b6R2fiZWxKQMxon7I7JzuitOExkwcOhCV/iGn0h/WdTHur21XW/RdUe+ZwagIDo42NPQXKOpX2H
7lwswg5g/AysUz+2fNQD3QjZplCyr5Vb7Qp/l5m7rN3f/9bZgzMW9mnUlHjhTpnrXGmo4BlpzLPk
bjxtk6a7+AXiY433hQfaSHopl/zv3IpfW5y4eyNW3SCABO3s+4Ts7iC8uQlcLAjy+MavImy/tdw5
90e5ZHKyyWonrYOox2Qfhhs4+6HTeu2iSwps343ajSpoC0dpyeD486tdjWKiOZRNNxp8cB7i0n8M
nd+5+2L4+jrxm/394c0dXNKyRJrUTUbugFtrWi0rJexcAB903kDFUTL3rWDrQBBSW4KXe4kEZVyh
yQVq8jq0MAWUmz6oW3uS2/SWLJEQYfNsDPennJX7yjDR9C0XjtKM+7uxNJnHSMjQgsuxFDnfK7Gw
xwAThbR1FPIwFRamcXZYAH8s0MZ49Pfw7WrR3AaxtqDxDJRaKQh5wVaVEbXS4egTl5IhcyA/c/QN
vFhH2gBrdFRXtkLkrN08J/FCtcsPDuDZBuOgp7+GdSO8hd0m9LJ1+LkW7OonrGR+iX6ovJKrh/qg
dK+9vpPDpVTxnCfgk6gV89gkFn7/5KtPykNEAIUYjswYaV91+FxIL6qJ5v33TIgPRvqkuOkXRfl6
f+vOLvCV0UlcEpJM07sEo2jsojf9h1L/ukr/1MAdSSwv7KbxHHzYt/hjMuFcOCRtbiddRNQ88WuM
iX4sr6KIkrsQ5UuNZ7Pb6MrK5HTUg48k8JDxYpceoNCE+Nw3Gxo+2tD20YG9P3+zxhjMKFBEKWsq
ZjBIeRAlQUmOK3gzK1yZ+rMsv8rCUv1vbup0rmhqjCMQ/0McAmmV0sTkWTrz1R/OZvX7/jjm9sEI
EiHUgftVnbZhFEbjVMDujDPUJ7aWv3VqZFvJFzTkoYf9cd/W6DSm2wAA5zhdYDw/9GPkShsEgSiT
6FA3g1zYqfwpGgS7eS7J5UQLV8973fqOtSkdAsnBSAYCZCAObR6U9CSm0koN3grhICU/PGUbOqtC
w9d40TGIvHVWSJtIHB66qNjAB4WazNeubFdieTC9L0YX2451cdpnL900zgodBL9Dg9c/hvmDJB5G
VP1QPtD0dIAax4QvPn0BcU/TmJ0IQBKTRzhj6t4W4hcDWUG5X9+f2ZmLCKTHf2d2mjiEacXx6bwy
zoiQv7TVztSFFaguILpHsKTtoZKW8q9z+9KkAX9sXKMKNc0qtxZ6tiGJ+3NsBKsgEU+mkB3uD2ru
iLElQWKPOhQQX996DXiK657GeOMcpirCgpFsrVBflG0x5uGcua6xcA197H4npUgPCqlX0n1kXydu
yoN6RWllhyRvt1FqG3L6WD+G3l6vD+JwaLpw1Z6rEjabB5Fi/AAfGPAI6oi9XS01bM0dy5F5G3zX
2AA/1XYKVWXw2p7o3C17W+/eVOeFJjYUrZ8K5Kjvz/McBJkaBJ0bI8qR3uDpnWgZfcp68m4kb0gy
Jt973m4w9j2DQ3cdKDx3QrgOa9R17W7gP2ElDV619nXhQ0ZD0yN7/SGTBbBMhNMlMzfPQr7XK38v
5BudgfcvKcwV1o4HbBL8dZRVQWj/h565fqksM5cuuJmKyR2SS10XIXFqnr3oe2psy7I+NAhWC9rW
0OymfR6BksOfDPXbOD10S3W7uQfMiLUD4k8+hq0/WQmzjhohbSoTlhsanwp5W8fDJ5ViaBV9CpSL
7Jxk1I6DX1X8V1OQBj/0vwbolTSS/MGb6PerLrMlpbQLWaMSUNqS/Lt6iz91xoJzndsyJMbB75DL
FYFHTc5mraJq6ealeXasbzyh3NhZN6DlTTjMtR45YTVEg/mI8q33pFjJKnP2/bAGbLqWluZsxhFB
rk7Qy1/AS/XJm69xpdjPWok3HxqOMHRFS0RkMz2t7/Tto27ReEe+L9pVfOa5SprppWaeK3NXG2tr
L1TPknYa2ybz50xX7bw8+kvoxpmjMHLG/9foZCO2tV/mTqKaZyt51ayfY06+UrYL522cm8l5G5lx
eaGA1qPvZZzbq5GxS5rMTAW8jBjkaz2GUgqu5XyrF+nnpHKMVeN1wbYDa0WppQv28C4UJzGozWcd
qkNbyqx/kS7DA4OpYkHRmptyn5dynsRSxWpWwknKd86ToB0jcqLxy/2hz4QiJHbAmUBtTYF82rVZ
Vnmg5iHTG5KPEIn55fAI7zg5YHdwKb0teLa51bw2N37O1UT3iHg7ZaGQbPFPlfwj82G0DRfc+NKQ
JkfSEsKsHnqGFNSkU1PbzLYob9tyvjEeg38Ra9MjxTKha8TLd0oaaaJFHNZqap1jOmJC6VWpdTsT
vtXy0oaYA9/fWJq4RJUu7jRMEppA5exrBGC2j+ykUHelszVahNQt28h/lDXPuHW1hCSbdXNQFEMe
jewGJaVJMUlKldKq/dw6yzt12IXhU2S8JOhuKfIllCxKJQetfqmsh0x5FaCKCT4r9ArVC3HJTBz0
/qonEQm7JYj2282j9qril1ppnRva0io6Cgc08czCXZXmQvZkJuqgMgcCZ2yd18F931pKUtmvgkGw
QO8ma8197OParoKD5D+b7Zf7B3DuRPy/qQ90GAl0a53VuM45FpFSp8eOridqmPeNzER0+DWZiIbm
BtqbpgiS1PGDXgjYPH70KdfWSbTS6m9SydPDP7ntIaJo6h/a+LshUCnPYZ3eO/UOsEcl7JeYQT+u
IukNidCSf7hIpkmOCFRJ1eicmCgT31Ip/yYECjSTRruNlHLpwT2TU6BJiWYZkotwKAHIvl1JMZfA
5rQSKylpK5qos2IM6DQeA6afrfpoK9pqtrk/2x+XFJvAenmrIvwr6/KtzTYkzdxVgXOuCIfdalvL
3qpdqMrPD+zKyOS6Lyu5F1FJcc5l9DcIXqxtktgwtuiHYvglKOI6GZZe4B/9Kjxx0FXS/Ei+HML8
22HRC9aLDtn7s6cA1nLeUl8/F666a7zfUfJICf2fz+K4avRtQ0+HHt6tuUbNPPoWA+ss0tTQDw/5
KD+w0DoxO4vXRiZOtVRo5CsUzzqrWr2RlEdEJErDsuVK3iXBc2d91Z3fvZAtnPmZSIqp5L4AnY12
HG/H27El3MdlOHAG2uScysGDY+Vr+P7s4lCPiAZj23pQ9Lo+pNULF/BMM8at6cm0WnFaWaZQWOeC
ulQXfn7ukG/adyiN2k6wS9bmbwu+R7PZGulG0Jasf6x8jtbpW6PSyrinfshQ4VWLvHG+paS2k/ZP
APjipMj7ZOA2G0h0rhTX/VwuSvHMbV6yqqSmRwLrD5w8QR4rjZtwd+iftVbdcHnI+qYhzyjJb4sq
0TMdOShUwp0F/x8FZcLK2/WFn79OdbNi75owxfm8P3xtl4vfWsfaFoW3Mouto+IbJHNVODwte7tT
TkY38JrSylXvr8X6t1hsjYikECQq5c5Yaqkbl/k24h2/EAosWtHgtxNHL30ViJmSErq6N1jnRNef
PMFz7aJwF2LLj7coNqDYh96BLuYPBM2pFFUlkhbW2YKvr6Q3NOheyrSxc56Si8RWswtMkmAsQdDD
a0wiFJrRUhMyS/Z1qaxC6cADzAU2ZpqpXcqJHdBrpAgXMdz5iLUIcrcy9R16jcDGw01pIvNhvrr9
EpXezF0H8l6xaKSnzwOw1u0sq1HhqYbvcPsoW107OmTMJPngl9WCr1yyM3HNtVyUQy4Srwi1eir9
ZE+rxIPKSylYANTObpurAU0CI19K48wquXX0JvxheiEctLAw3nf8c9sGwoYRh4z88Yempkjt1BEU
45wNzbMT4gLaPJTkq1jKttcs4LrnruprWxNHTPOUJDRxwlXd7gz1ex4/59qCibmNOdJDGMQC5LGm
KUm/dCLHqhiO14F0WVsBWibd0VEOkvKgG9v7czfO//RYg9rFEkB1tM0m66PnCZDqoXTOyIs+cnGt
gPCuBU/4o5OOLUz5UW5/Fe1CtLxgdMomUvmVn+koFZ3rPgF8R57QOhYirwKou6ohiu3esFae7C0F
JLOLB9s1TOxwrUHaf3u6ajXJ4kBksG7yNwtfTfV3LvybAGFk1P6PjckJjp3SFdSgcM4aogDxg3wo
NiqKpP33IDzBVpK62lKoPkaHH5bwyuLkLCtKBY+MjEXd6S5NhXSHYYsmomDdyU1fMnKAMP/o0mPX
xttC9vb3N9BM4o9XAgR5MvRkYzl+soPSWM+GPsa8SY3ClvRNH//MpB9IpVjZJyneW5Vii4odhQ9h
r6yTf3FlXFl/j9eurqVhGKvkWeUAXJDsHDyC1hl7o13HJ941C05zdtvS6QV439Ih2ZjgwXtOj1Zr
nH2f+3plVOW68zVjlTbOrmk23bdqFF2XdgvzO+eqtfFXA6jlm6dXQtnmlpnFEsvrV6s03pE2C4V9
N6wj6F3V/FtlbtFi9N3vPrj0bZCu8vxrLS2Sq8858uvPmOwyUUzBArZ8RlgrsK0ir/RpyDbupt9q
u24N+4VD5R76j5xZERYWec4jIqUG9BXM43hX357b0vTdLvXxiH2wr8I3WGhBwdkZkpqltEq1pTbL
2S39zpRqjNEOSZRbe4iRw0onstDUwVedHn9u1APK5Kqjr9Lksap8ZH+JvUXkSklui+ohWVLbnh0x
rVwyzRvQT03JBZKsD0RhwEPScrGSgq2V7YAlO/lalh/NJVGpObc49o39x9gkEjIRlGo1aTQ2fB6R
6MUJQt9/46WujYxe7OqgmtHQu7GA7+WOdopiHcrfIwUSL+mr78QrqXX3Mb09dt0OWyTaky5aOkfj
ok3dJJuH+RQNQoXpTefUShl5seGcA5JBkboCzbAGpQsEhAxGfKyabR39NLNT4lt72d8awpf7B3nO
e1zZn1568AvR8RHpDszpm6jkOdFFL/mqF7eZ1nwSeU35i2jhuTNLZZqjA/AFVONkYXsxCIRGtjg3
rb6Lw7Mm/xqKr4VzFNNo56gtrstYh9FKqn7mbrCBruekW4upwLknHEkA7lsaMElNT25EuRKrDBYz
AbcJVrn/5NUHM4fyAMoTt4Jupmtsg664XAnOaSp9uj/rcw92k8uYlBwt0zwtJnPg1W1ZhLIqjPtO
j8K1529j9aXZhBcrtFF8kJcg0+MtMNlnGITxieYHVOumL9bOMeIojGThXBriqsqFDfCAukf8pUQm
cWdkf0WrXSmL23tmlm/Mjh7l6nxJsaRmTJ9wTqNPHfzO6ASFBrLv8A9GcFx1K6Ktcl14SyR28xMM
DIdqK9o9H9Jzkud7ypDVDvoPKJP6NlD6eNhUJlBMuzrWKlRISyQeM1cirLyjJDr0fHCGTnyJz17v
zAKTvQAdnLIKPAg5Xe1Ik+Ph/vaZ8cMmUQ2NgPDz6XSm3s5qldatHgjcek1qHkwegqZ/jGNzb+r+
SlK+GhAJ3Tc4g3aHY5QObFpgIVJE7unWYhZ0Zd6rMn5SILFLqhz2CTDsnX7wzZhOg2ekYVawLG6k
FBoMA141UDoqj2TiznUgf0vcT7L7WVm6gmeqCXwXsgEwFTMZH7pDPFfzZSUJhHMTQf4sbLSEP4+B
gufgpSIlNlJiO7fcyXGLoPg/r+rfWp+sgya5bl3WnnA2nCG2yxJohnbWkS9vNLgdloBls6tOhyb5
DvA9UB7eroEfFTKMrxnWYM33ArZ1XO97BSW+GrhvlEE1LC1mFmecNV0OcLqSKx1zEpPHSVLVQs16
ClSwe4AuMspJF6vaps4lQacdzDFMVqQmPAiU0qOcX5L4mHYLd9TswPWRGwd9LLL+k2lGFD2qBT8R
zp2+M/Nqa+T+2qAIxmkulN/wXy/s9pnIA3ocqO9h4oFdV528HUodUr4OoVyUNnRxbWWkpH1BStaN
kS41D8/6KYnJReOFc0yS5XZRq0503NAtscULe8Ve3gue2B0aL6T6HqUn16L5L4xS7aFNvX7lSfrS
TTg7u2RveTtQOyXlf/sFQu9Ffe2Jwtlh51oRb12PJPyxpls6qN686OuCK5m7ibCGQh2k/KD+J65k
sNq+c2JWs4yPThCuy7+qvtIq7QKJpqGFNg9Ucal+Mobi09vv2uZkRUNYCmpFwmZc2PqQ2dmmBvkS
/XRW9wc3N5cIe4yscpTA1OnY2qJpKkGzhHOhO29Jnm6zCMYcOuyj78C/1cpdoAyYs0d5j6I3jz8u
u8nbLw0luY5D1q42VkHl74RLuZNqeSXmr128vz+2OU9wbWuyT0LfF5103CdtN9h+DX54yZ3OXaDX
FibnPEemOKmyXjh/8Sp5oyPtK2xGcbb745iJeM1RHHbkAyb4mtLa64VeSbFF6KXn+qkz9273ajqH
LIcUUsq5QDbe832Ds8MCV0PLEslj0rq3B0xDM7Acy7DnZIBLWrAQ54VbVxF34pKixpzjokQIkBzu
AwXq8ltLeS1lchIT5GXal1Z/TIxv3lKzzuyNe21jcpTyiN1YkG48O9DXOZvyy2DuDRSwnENiG2tf
+WP9Mc3t/RlcGJcx2eadWUXO0GDTkv9G9V/TumTN230Ts474alxTN6grApkMne2t4IPE6CjBf6ac
RWdPlrP4434diiUyqLkDRVcXoEsQMrQ9TfIHVt5Wfm2K7sWIWnE9KFpvD0mypNs3t/vI+kHjz4Nd
/tBhnZdO5kgKJXOEmyBL2zTWz6aQoFq0Frb5XEnOpI0bsCWZWzAHk/GYmVeZpq9Tm7LqdUjXhD/8
yB9o6U9a4MAZWosnz9oOuPxeIovrPOrBWzy8LKzjnKu//orJGdBSzxoEzwDiEf+p6at9qL4V1mce
A6B3OxtuQhFqXdRfz52/cuRHvkSoH4dwCVE3N+0j8w1EyroMAGpyTCIRkr9W7pwz5AB2FgIzC075
YNlNWC34s7m8EGmS/5qaXgK6O5hxZA6U0BHQMFUbWWTzIdGDPR1al9ZqyM68hAm0fqZ00tSXYkkC
bW4fw6E6tvCPxNTTp2UZZKWWJLxGSvHUCx69vwtnc2ZJOSYjimXEsHDd3bq1RjdSwxwS91JacHf4
LseTGyj87uU8sMqlkGxcmZtYAS2NkRJ2lLOHiWKaOXb7KFDyxvBQJqWcuR7LnSoa70jb+I+Zsc3b
hTt8wd67Y7p6Iuf9kLRVij3JT1Bm+O7JKHT1F6v8AqH/ukgeiiVZsA/zyQgNck6Mz0KJWJ0ckVqq
3LR1VPfSlNEmT9R90e6i8Dm31M+OsL5/Hj+cg9EW+IBRqegd+ny7dnGe/Z8t0BaUxHc5rB6VIewW
i9VLhiYPFbOLazcITfdSO095q0AyhCROLNv5UifprCEeITJ7YyRznRoib1MQR7uXrlHWAV0HpvoU
DNYhlX/en7qPB3ucO4sFwm2LoMfHg3e1M6JAhPes9bwLnBFFi4pC0K95+q/VOH3oFP8YRWBYkLek
OYA9IqbfF8c6tzevv2Ay1rHRNK270LtQ+O2c8CA0D6XuH0w1XodluGqieC25f+4Pe25+Ic0wJB5e
JNWn9QxDycpIsWLvIvLkoh1YRahPdw6LNbF5OwaUkwBzOAvjz69mtylpZtS6zLuo0V50/4wd63Qd
e/+Yd41F5NH6XzMT5xXktMPpFWYat99kPrT9oWa3Ybkqc3G5zfljGDOaG2GFlJ3JsE77i7Ic8SHe
Jpir+pWED3sL/NZ2ELk1m432uRe+hYG0cMZHfzH1mOYoq06rMxRLxmSf5lnVdJ7UetCvARB/dNmc
J8f/LMg7b2lzjL/qg6lxuegXH9Fw44a9WrRQGXylSTvv4roBN51e61zr7tIV8FFeZ5xFMNRA3wjc
CadvzcBzoxchTE4XSQtsPf3RIAvthYBL+l9I6gyqv5Ljboc8LzmRvN1XQ7GCfGklhq+F/pLAfdwK
Ke0FyhpIw+7+8ZidASiSeEygbQ288/bTdKGL/EAavEsIl0wY0cm5EEHNGaAhShVhW4EbfZrxqdtQ
bdrUYjUjjSOes2W9HsXb+8OYm2KQ2mN+Fkpigobpc9LxSUdUpncZG44GL4YMU9oY1YV8p23s/2TG
qymtdf+LEEcQ4tmdus56O8wOovTXiyLc+78AE1FFvf6kydQ2Va3lZs/ImyZWL2amSQfFab/fH/jc
CSWFSiKV8dGwaU2seE3S+OTo8amhB5ob0vE9ciKB8owwT2gTpi61Nn7sQhnHdWVxXPGrQ0MLdRV6
iuNdlPBRNDtCKLpkSYCMeeo80kHJndQ+WEcoVhm1eZQUb9dVgI+Ogvm7Ql5Q639m8pvnvrYdLSu7
JljXGiwUnr9ih3N6nu7P0Iw7ufncyaUTxG3buLrAzsihtRHXAcCZmp5lK/qaRjl9e+nmvsGZeOjG
4OQmCGO3FGOV+aE08ORZzroUj5bjrYV0Ye1nrlMMIUBEppr+4ClhitKWsu/VIQzz4lveVLaarBWp
Zy+vYwUGde1NG77dH9pHqpxx7dloIxvwCAKfPJ1VvUiCIo38i1J8k0y8klQhsOvJO1lIV4JjHWDe
2FhCd9D9z6ogrOrqaZCp6LdLBAkzbgXAO2oQEGeP6O3JJiz9QixTl7F3huTBUNTDRhRn/7jPfRzu
lZXJ3qkSsU8qGLEvTfBd3QXarva+VMkGprz78zq3krTvYg1EL837kxDar4naKqR1L9UA3v2cug9O
k8DJ1PxMYs+26LxZERnetzl3Lq5tTu4+R3d8IRawae3bZ9p/NurGrU+pp63gDP3npsCT0YaFjgBN
YZOgRc97nxg6DS5StWpG+adNRVVDfXKqk7D4gH3vrZ5c6kDKaAmlV5FqzvRSb5pGojm0wlosbgSU
H5pgrCm0r0K2c1zp5DcIqSCLoz8L3jYPd2YBRtzyX7uAKW/bc978aQXlV/xTfUS/veh+INeT+19r
ChQdF3dQHjx9b9D9Xx0C+XugLpEQzPkPBDKZL2IggquJ//D1oR6EIA8u/lDtSKCDQNHjx1iCBmmp
8jd3iiAWQJwOOlU6ICYL41R+GAlWFFxk/zeJqWApvTe3r3VKPWBq3h/0k99f5n6vWSFLYRFUCc1w
CIZTHj1CjW0DJmqrFkz5P5as4BTx4KbtkLoWkcDkQgyMEl4R+L0viQ54WmnsIHgghbNwemZn7srK
JKRTiU/JJbfMnB5YdlyZv8nwLWkEzE7flZGJk2PSEl2y6uAipn+7+KRZayn5Ipp7T0d0L30LlvrQ
Zt4wMG+J72XgUdp0MiipVXriKKZOctde+BiJSJmr8D8kS3Rnc1v82tBkYFWnlehTYEg2PolauZEM
7v+Lb5TbRF3f9z2zpkhfE7CMyZ4pyIh+qc4XhpLTVBVruXmxagpEwsoqvgTCwlPzYwMDOQkS8kzc
KBBGou42MhJDy0DogzhfdrWnuE/2ZiHaI1W1E/ab0BnWigZn3soUPvv+EkJyZu2wPZInEhOM7Fe3
ttVIbSNBxnajvGTZPoHpFJe+JPc1M5s3Via+SXc7wSLn6F1qU0rtDMiYHjwqqE91g/4Sqof7a/cx
Bzy27TKckSyWvgFrYq6XfRWxRc+/1IEsHp0wytdiZPQrlL7rjStG0UZr22HXSXlmF5nhHI3SD06e
bjhbUO8J5ZE0/dK3vJoqo/YXdtbM6YTDmzQlPnp8eEwcTam7kkMoTPhlubuSll94On5Xamx3MU1x
irOWyuo72mg/7k/KuJCT601+p8fg8qYuM4VK6gLiZGrHZdp22WsYxp8SaHEUZSmKnXtYKLzbRoQ2
pWRlmkjU5NKtAiOMLsjv9bs+tnK7HgKkStwzqrWqXLkEfKkNKXdN5JktCebMDBOxCc7Q/9KbTG/B
BiX5OI+b6FJAUBp2K/1tQOfq/lTO7GZs0HtDUwokCtN3eSAmvuOAxb4UhRluWDrxVJqSBfAl8b4Z
Upk/uWq8xKcwNUo6BQzRyKlICZmrauIkPF10Yp923EsrN8DhdoZ71oCS5LqxC5QloPbosa83y2gM
mDZs1TT5jQCxW6+gCJ4+VArGXPEtq7utKAm2nCEWR9e9ebGMdSO91cW6jUXbMaRVqC805E1XcbSv
QQSMxO4o5jtVRet0x+qSwokuihPZZN86ir2h9m+MjF3hLCOsodMSbEyy1goBXl4KrbR17WtXVLaw
qPQyO5QrK5M7yx1iburQjy89+eaW+UvHnmIYIu/vyQ9PrHHK+AOCc3wKsHy3S9apbRm0lRRdwlDa
libKFB5ie+Gr6uylB0PaiVpykGJzqwqV7VklnD/oSf3DgzF+w0heS9g2NqVOa0AURtzYjFi2tPJe
YL0hecVOcbZStEnFpQr6h8T0u7Xx4gQdSp1vWtwyQtkTlYL1iwdoh7N1Q9hBmmgsc0U81suwO/hW
Z+fE6gOstpn3N4aE7/60z51K0lTjWVFgVJm+peFydvICsuqLiG9dmS3XjUvYsOkN2qWcrHTsKO38
/X2jHxrIGTmanTyISD7SDDVNr9IrOjitiVWNfm3B+Z4Oe7lL3yJ5ZbV0/0K02q7h+1Ksn6IWr5F4
DGhdwdlrC5mED6MfC2GACUYlD5O3x/jzq5SOWKdO5IH9ejYVQdyIjrjSEXpZDf3gkrjRoMlK43J3
f/DjeblxTdhE35hMNuhGyo2TYFPQPKELFct/TqveW5eeLIFTlYfNfSsfN9doBh4g7hFUvj+UxdVi
pOxA0v2Z1u6q/VNl+UrppW1S+Vs9s9Zt+zWvjp7fwNSFgN+5iqoF7/QhNQlnzs0XTBx+B0JEayvT
f9YjetmjtdAfm/BRU7M38uh1I9kUJqIuhg79V7cReO8nD3UGHYpuV/JJcPbgxZWlb/pwL7w/x7nz
iFtQbp3ixLNBaIy4ZsHbWEoPfhq0uzCSpAfFoXEtdwvFHoJSAiSGDkDYavopzNJqXZW+vBURtHlS
PXPs2Kqq9mGoJNQWQydaCRlaJiLX6DqLqy+epv4UasTWUG8PNp5Hkuj+0k4j3rGFne+nMoHTgLJv
smnR8MmjXo+qE7LN9SZRRR3NRbPbBV3grmOkf5ai0VmDACyQIQdbz765PSXa4HmCUOXVyXPPahK/
mNWLnCMCUrw0RWcbzfeilQ5C0u6cr+Wh9Y619hP3NXjGwhXxni+5PjrjyOkUtqjYUrvAd9x+iGs1
qO2lZXWC2fjgSg9V+xUOc8S/cm/luv5GzSH9cY5WY9i5AKV18+R6G+cpqn+6WrPN3FOi6vu0eKOZ
xuM/XIDpTXnpv+iCtGuXyMfeD/KHr0WyhY8hgodt4PZrO59cVhV11YlUx0OX2latQqxo2H2EDmD1
6oY1kkh/dEDcpE0flGTYlJW2hm451g9t9hAXI+3p2Su1VQLDnWZ90vpu5FdbKJy/vwSn3wn29x1i
QcA7pR0Xi6KCfS6qT5ERZ4NdtFr2nEijlpI8eDUoCFf01XVU6JFl167hHeU+8h0779B1E31qZCZN
WhAbqUghv+YZsERbr1XzIcidLtnUcSGdg7CmaSl3ggRcg2DGv4bABQ6auXXwK8+11oVFs8hOHYH2
dy8sRJKachF0azWpzGGbKKFCbXGIl+haRg/0YeTkgbjtwbjTFHS7QqrqQ0yhkY0rYVLLHH+tNX8T
6TuigPQ/P5r/FHnMXcNdD1QAflveF1N2GF3q4JD0UuHk+s4pjhw2RvFgaMMxFE5qWBHuO9LXf+gr
MEl1SCJEMxRIRCeXjTe4SkEBTTjpwQOltUNbnTpeNb76+Z/aIc1AiwIqHfgkHoa3M1l3FqyoPSG9
MCDBaxb7In+AyX7TZP3/cHZmO24b2xp+IgKch1uSknoS2+1227FvCMdOOM8zn/587ANstChChBNs
BNkw4FIVV1WtWusfdnKHdTq63CkfR1o1vLJyyOsm1QMPY3JHFmbRFob2t9CaO+2T5RS9iI3VOKvd
mzZVH9CAYBy1eyJPc8s8eNSCDGpY/Cut/7QqzbSWHGxR0yE5QuLicgF7pVC6sGMBw9R/GD4r1cHv
zkn2g6yFG3EnKq7ifjXY6nUkSIWh0qJibnn0YKLujPqrXWYazDeQEc1sI911Oz42VvPj9NbVKD3o
ZiRIGFHNXqOEarjpuzMkUhhSYfDv7bGurqvL2a2JUb3eCWpSWoEn0kCOBkftn3Ky50nfqYNsROLF
nFYRMkaN0asp48zFd1qwKEvKR6k83p7MFVB0FRjrHUx+OKp5wiiD8C3SzW+9n33NfflR/pK+VKor
BNFnOYcnoc0dFiU7XO51rroefPX2m4vSUmrJJyqNN2v4Z8r+MP9+//sXOBrkE7Kxd6GiD/m3Xvj+
kM1C4KUW/NpR0qLXTpcHJ5Dq8thXZeFV3bhXMdz6bjA/aR0DPkKta3VW9ZkwT0PUht6QioMdg7d8
yIwp55oR94Zal8qW+fE4XxIW3ud0Ni53Na5wEYluE3qtWsXCAQIxGVrRZKDgeCB8SpssqFFVqorx
VM1Vd/DFoN9TztnYDssLAI8uyBEq/MjL35ClHC3BFCVeMAzRX0pkgSLt/OEgja3gTGXd7DS9rgpo
TBovKCxAcZeAKbfuzBdGas2j1Sbe2OPeIfsoHlHGwmYlqIdDMif4P/tOp0eejPbJzm5Zvt3q1EbZ
Cj0iagmYvK1FAKpmUrVZkxIPVb/0a2wV4mlSKkwsLCVxxrSUIPRKwqGyhL9aaRjcqiqCnQtq43Al
NaXWRYUU7e51H6Y1ylgWRiXxCquvsuM4z9pr09eALUwrLKpjqKti6ih5lUeuHyXhHsp7a3zuLlSz
+Rmwb1bfuzX8XNDzOfbEScF6Iq7Sk9Y1/ZsoB6WT8OZ8FEOhPeFML+9BsTdCDYQ0/bsli1QJgMtQ
q2ZxkpKuy5CDlYLnAiGVk9XWGMMX5rGvK/V0+2tvDcdLjs0FARXZzdXumuJOboy6yr1gzlEe4YlW
ZJ2Dka4DBn3PQOmqPkVYw7PB0ojvs1BulnX/cFblvWjWQzgXntyarhF09pDq934U3SXyGTNkB3EG
PKvtTtKdTBKeVfqKTaY8dpi53572xgdGmlrjH3oE5P2rVU6asA1VvSq9iqpJaUA8DYuTlZgPZT12
Thx3n2UhOtwe86rFw+zfqcZQ9Bdh03VlLF5eu43cVV5dmHd98FOoXqrsm+E/W/hu0R3W4vYuml4D
eU97duO0Bh1qUE2V+dJXiZE5FVATpbzyJDX/tzWCQ6wNsI/iPfPsrXHomi/1cPQuAFdcft4h8ZPe
N63SSxJOSDXNdFv/6qeavvP1lr9ndULxgl6I22wRBfrW5TgxzUUsq4rKm5rokNWwDak1aUN0VNMv
ivbp9mfbuL9NXu3w4TD9ojm87KAPMRtEnS/AuaO8g0PkiyTk+SlAiGonEdqaEiUtTHGXrgXp/+Uo
BZhP37Ci2isVh9P5zpykUxUH5755G8Q9GNbGPiQCF+c5rtPlGl+NRqAK1oA9qYfpH2YmAtTJh6nj
8dQ+a6fsoJc//Pkpx0EqM37E1l44Xs+VZxREWRoYy1ZYg4lFcSgmXYlLL+3h2QU/RCWgrnbPZeBa
kWL/6ee7HGyJ2Q+fr0sKYUrKpPTyFmX1GsDrnjrEsliX0aigSEaxW4Vgwbt0dYQmpj6gp2wmniSm
hxHBjQROQNz4T5lR7hBbrjfY5VCrp2iHnc8isp14JarMES4+n5N0D0KyN8YqXxXqWKiR2ErhyuQQ
IPsySpGUzUxXL9r26+2PsxEJF0u3+jj0CYasFK3Ey4LKnov7KiUSzEdRKZzZ3FGN2htrFfPUcrU8
MvhM4kuhH7Xxa/s35l1Omu3xbTaeG5dfafklH0JOo59dxhkjQXwpZmeEfG+lFK8mJXwNw9othdcs
fhpSDHTBBQ3SXvayOVOuN3B9INwUZfUFrdbvQurKBOSQO3lQf4ub4ShOoZ0GPvYBb7e/4XV+TkGG
a4W44/ENh+hytq0xzfooJqmXVjgfnbvypCZuq90JydlvXlTx9+3hNm7Ri/HU1dUtz01q1QmEgzY4
iMVjFmJhirvU5CB8GNRo0jWtbVEQLMc9h8mtdaX2BEJoWVWYEJczTerJVGYFEHA9Cm5kB6pnmlS5
8l/JHnvyCrwA42cpc/1vqFWwhkllqHXBUOP8DRPaWfJtWe6PfoEB412RTCfFcIN5QHYPl3Gc5SL/
qDej3WDJdnu5N7/uhx+y+rqorVcBXl6ppwZ/SY/q/Bf6MGhldF+yX2K+81LeG2v58w/7xk9JGwaz
TD0jOOUYzFJCVIVjVdnZb2TdtH6Pin3VQntf5QVXT4MbusBa+mThhfuS0aXeLBznY4PrhvB3BmAp
m++k+bPQ/VYe+vkc6Th+Ze5cH6buqO8VrTaeeuxQtg/C/OwiAuty1rUgJJnRphnqvbUi2bwKx8DO
Y1R2nSDupaUiYVQtLYKu+Dej5ItBgSgC7aswjf0PxzE4cPKL5e11xUNp4nFsxapIPU1tjmJ2JxPe
U/qYFc9jOu4E1tY183Gs1SFZibEeGNyzHpXyoHlLhU+CtVOVv07yWVkU5GnJcivyjrxc2UTRy65r
OJmsZHDx2uOd6oYmuivIvIzfzXivUrE1HtJnrB+q5YhSrRIBvRXVOe+r1PPnc7A4Ev2j6/dB/zjp
Pwbr7va+3LxkUEM2kMJUwKuuXzBRGJnFJAoM1nydYjvDZQ8tlLgfUXaUbFGw80B3hEo7yPOvaa+m
tTVTJJMUGh4YjFM/vVzZQqnzKOyTzBPwG82y8CwEx8zA16dLHME84HF3e7Zb4y2vCvq9XGvauhxZ
B4oSjdII9ywSHzThUaoFx/c/B6pr5JDYOyQAbg+4dRQhZbDsA5YWeebLCappL1ZdpmZeYpd6bLf+
yz9TyH9/DZovgbIHINianrnoFhM7PDTWrKXR6GbI11bGOeTbAex/PYClnDtaxJM4fy1Cf+dNc9VX
5ttRKMMVEsUpuEVrGruRBpJUN0LuzTO9ZSpZXaF4U/WmdI+t8qW3hpfU9M9wF0tNOQBkd+SngE4g
IKdy7uGLae4c/RKih+7b7XW/Uvd5/2GUhNlBUKpg3l0uvBWUeAX7aeGZeXwf9dpj3VZ/K1b5WwMR
iULVQMBpUADVRjxVguzUvFhCOwhJr3DVPPq17oj1/EmITxRDd37bxv2vYiyMNAm/bjGIv/xtil4P
ij4KhWfo/4z+9DzLsW2iJ1zMbiB8zmGT1y/6nLhdH9qjf6eanSNQphT6+9kf7ZlC6e0ftIy3enhA
ZaWgwhNqwZ2sfk+c1aovDEHm+abvaCpcL9XIz9EQy24ZvN4ea3PuH8ZaHdd1n4u6P6vL3ewK3Yk2
llOx8E3qZsaejOTevFabLwui1KTuxdWghAcFZpv8KojtMR92XlNbVy/hDwvGJNniAl4lHDHFBbOw
OMbqAXXyRC3pIhfYASELkIhOl4humCrHGf6Nke1xdzfuP8bGFQqcFnXldUkZ0ukUZ32UeQHWnEVk
3CdT/WbtSoxcYViWDbWYllKoRzCZ8+UyaKWkF4zGbzJPAd1aN+NBjIanLnjtjL/TwHJb3Z511R38
6C5ohp+q+pbuOq8se3Ydp8jQiAsgFBbf2gSq6mplnv2c401XU0c2CwxhLP2f2wG6dSGSRi0SjQAb
dHrxlxMFJZCEWs1Eo/xfMw3uszA7aKP+e8rHBw3InREZjhbkT9qgnU3RbbrRvf0LtsKWC5FLESyU
eqVrJ5e9plZplUHBYbQWoAL68wFEgiaYds7vreAhZhHyX6h79CQu5yrnCh9raBdkgyjZZmcJKCZa
8kHyMVu/PavNod5vCYz8KG+sesUNkHUdptgyVH4YA4WMsGmeIh61/2mg5Qvi7YZk3WpOPOqqNjIG
vp+ionv4Fg1AJJOdxsrWbEDyg1aDr4qu1urxqEDpyQqLREJAwOzQG/LvoS5EW2/1PejKVtAvnSvq
oUAxAdFefiI/K0qx9MkgamGgmPFSROPOgm3kKNqyq6GtilhFqKuA1/retMaqyL167gscaceWgr1P
lf9UClPr34eCwrNR8CcrdgVaTScuKjE7/HF4ULKkro0RwNItWv0INCmnOmz7HHgK1qLWEUC3hX3d
7UG26pWoStHfxNndZHOtPptVmpkaZ1XhJU3tIjSLIvaItPxUNIc6vm8tZ+xRNTn46l2ZfK2jBwEh
wts/YSNF02TExlUZmKMsrufZFylMAyXJPZA1+tGIQv9QA6VHzBGmhKmUx1rHZGJWyr1i6dYBjjwU
JKsFsA/cc7Uvsmgs5JB/eVwi5c9KbAdMZUfVQXB4uI9ac/m4Unwqpwjj96zSncGi+xtJcfYCA0hw
UiVvjn++GPTGcJ3AoxFAzCrxGPGXSUs0tb1KSMzHurCkQ0OK8iCXlfgQVFZwqIdycjU1FD/fHnlj
/wKyXXyKKcTzPZY//1AiEMOpR10yLz1Bm49+2d/lsTNV4un2KBvJDpX+BbzCgvOQW4WbaIXz2M5F
4XX+oap+yv3dt0H7d7dytjUMiGXMLDjzqD+sviydtrEpxJplLBO+YhqTxY3i/TArz0U/ay71gD1S
6saZQd2fhGN5abBrVxnPnIVjlidFiTq/8iDl0ByRJkmNc6FIrpbe9ScRhfnbi7m1eT+OuUaI5aXS
IstAr60dXs3gHIk/evNzl4r3WT4Snc8qdneN/GkGIJflX+qgOJV7JdmNw3hpdyxMAnRROY0vw8aS
fKGG11fyxJkdYfzRFHup5HLOrXIc1Lch/NJU5OpfH/ciMIgkrwYaismdFB9E0MEl77dD338d0q/S
1NlB+iVNDnuuRRtJBxBWrmUKSBzDa5ZTP+mj7ys85LpUbg6Z2v5U0B93EiMS7aw0S/f2x9yKH/QY
FhIK9U8SkMuFFIWk6LJpKshxurmy9Ugs7QAtvhepp1XQW/cVzq33dR9XWLcJ4k7as3EIkz+SYoHH
RQF0zUgpKLcacSTQOLIAqTahg2NAkh5r5W4Q8uUo3oE6b4QNTENSEpDtOCOte/GKPyW9Utb0jrpv
Utfa8Z7Pw8aEKDxKC4sWkDngncvljFMABD0IIS9W1PoumBBOLbRx+tQoaeJZhQzSRZADlEYDY6cb
snGQLkUjPGRMmlZXeORBGYfGrOfSQ+yH0pHVPvXddBfP/6H9xlmz6I6RCUFtXL0bQfV20jAltGrn
0QkD3Q6Uw+2Q3Er8aW2D+6P7sHQUV7cRZPeskC3a6kEuPGCY/drPrVMZrunXdtAXn0OjQc4C/9mh
Mm2/TY9ttmepuRUoMg8tPAthb0JXvvyOk64GmPnRYPeTiI7Ll6b75/Yk9wZYLWPfmDNckLTymvxx
FL+Nhb9zSm/cRbgXkRkDiqf8u6bv5mGVxdEUVF62KEKG4tlAElU9FAr6dMc/nwtcioW5wVcjG79c
rGwuRbMsmsorDIyxi2YWnSCNdnoJW/MhUZCQHlJ59q6/iC4mctGUauWpZe10s+yKqEHrTWwjo/LC
S3EnF984hnnaAqpV8eLiWFxlDEhijebUFzXecdhsBOOD0aknhePSDncmtrVxWTseFEv5lStntXpZ
KJLtJ7WXxGZ1UK3qeUi64i6PdiJuawEXT40F9rDwBZYL70OmNaPEOzadWpNppcdBCD2pPEFooj1b
ft5VC90Ib7T9Se2BqCzWn6vw1ss6TGI9bXBoKb7O1ogZc7XTDNgagpQHzAMCJNSQV5lPkg3TQC8L
8E3Tw+03/PjQd+leC2AjDkxyDGZBwYU0YHUQWD6HUSqBTJFr87E3YluY0TPRM7ePTrd30cZIZI6Y
9MDBeW8CXH4fQS/SVIFY46Ef4KrR77b4KqJDtatNdr1ugHkWuW2wNpRv1lgbWcjKXO1BkeqzaD6P
mjn8wJ05dW/P5jqvYBTacOAoKFZxLlzORozkeJAC8oo87J/UIc+h2/uSqwStde/H0IXH0SxxO2uE
g9lO1uH26NdrSUpDggjCkwMDVOvl6HA+y4Lrq/CaoUSnPY21F9U3UtcvRmpHoxHuzHajh73g3yg7
0qGn0rfO2kYZzdNQLUtPGQLwlLPQSk+NGJt2KgnG09jk8fPccC+bdQbOU298/S+9L/FJyCGWHG9P
/nqj83E58flFBBKf4XLykZ4Noe7zpIqk6SsyXE+K+B1DhK6pHMPYO5Y3XrOMhqwHeoWLsOX7Zf7h
WGmbJBwQj18gYnKRuU1TVt85YbTBVvtUfhmLgpqvkFfoVeRCpP6FJowqPw2QKnH8TGqkzJReqPDE
mI3yj69AUspF/guJ2qVgulqIuA60uM98UqKm0e+moPBPmh9JhzSJNVfwo1eEVeSdNGwr8pYKHpsL
VLG5fhv1k5jHakx61NbhURSEbHHreTCquHQqvfl5+0tfZ5tLuZAeM2kK+eya+iVlrVbkMoM1xWQv
FXwLga95ciYfZ+HEOlCj3bkWt7Y1WS0iADxQOBJX12JBlsntzHHYJK+y+KOUDqHxoAR2+9Cov2N9
7/S9vhuZ4IfhVl9w6BpLRMCl8oa4/YRTwN2ofwcSsufosbVj0E5ZlP9MAOHr6qsaB2Vl5DwL+OPT
kAbHZpzOY08aLacghuP/EJc6NzGvEE7gq9JTNwpRV05i6ZmJdIpCYLKz1f0zK+bf4vQrhJB/O0q2
FpG+4FKppy8ImPPyPEiSTmj6Ri2Bs0FMbEDiQhG3pj1hw63IR9gHqRYOfNZylV+EgV9ZRjeRMmM1
lDdi6U5a8H2c1VdB1b/entIG0ANyHoRP4NRA+KERXM5Jagw/FBKZwagf4tJwFw7FcZQdmE+Rguk1
T5PyKE9fDetVTFSsM8hzhmfROE/Rfzht2eZQGhfHoat6ad6OhZJWZuVV00HWvSZ6bOovRnCniTsD
bTS3mDOlUopl0NYQEr6cc9TOScmVV3kzHl0SVUMku+7TergXfc1OLYm+1vgWl+nbXO49azfgS5SC
sQXhJbQATNfVkDpDfCiN58rrwS2REAPTr6tzW3/PDNUu4nMqfdbknyJMydZ/TApU/DLhE9YPf5wr
s2MWgPei5bQ0ui+XAK3mOQ19ofI62fBaMbIj+RGLqy+3o2tZyMvSz+Uoqw0zFdUsR5BQvDhNH3Td
QavN5lV9aPOdT7qxM98fmFzV9A25PS+nMwRFpGlRVXtm3x1EM4XqLd+3yvj79nw2hzF0pPoWujKY
1sthhC6oRn9mPqmgWBDnZBCtVdqeQkrjO2fNxv2wJJX/G2qV9wsi1l4I8dVe2A+2mZy1OHDCWHiN
WuQBKyu2kwqtDH+vc7L5xYBcUblGJI3e7+UMNb8gw6rC5W0T26CRDwWJjhpbh6TYicCtkWhl4cHB
Y41Nv6z1h3Snq5pmmuK69gKay1Gqu0ryAGHwWLX/3P5oW9sdY3RSSUDkoALWnS2rwVtwDIbakwqp
e0mKqT5K5TT/nWtye6rLIrZLSX3sI2M+zqL80EbFnvbuxrW40FYwXVj8zMk0Lucaoz1XwweqPYR/
XD3DOG78EgjHSFCPVXe8Pd2tdaUNgNMII0GVWd0eQoFgk5/MtZcnb0GKhPcP0GO+9HZ7lI2ECRoW
mA8Zxj6Clat8QrcaQW8T7ii0cLLnkN/xPROKBzHm/1VmZB7SFh9mzJz+nBZJZ4WqLh1KKBswHS6X
MugbYdQHOAdpdyit71r4YjY7tdStrfdxiFVk1n3a5aEmVl6SUqzNkQYRaSLl02fVag+i+CkVD3J1
ur2eWxGyFC3IrQ1qj+tnftdQKOTPKo8A7LXe7fEHtuy57xy1DnbYspsbAnlPchjSTxrKq3AU+yCS
elOvvbqUfwqRKB17wwycWtUqF8y+dMSwe/ELDXK3CYDMdOlg7STcW/PFgo0WME89+mWrn2BlfYCe
BDWUtnkoI+uJhPI1iKKTFEjPrb5T4Fg+2PoaguRDZQiBdkJntSViarx1H0UtXmPpgaMUMZDUl3YO
7K1993GQ1ckZNDnQOzlsvRYzxiE+zdYnYbDL+T8cmxhR0rGhKE6PezWMAIko9LuSfM0axbMsZU42
GQ9NbKluWCixezsstyZlgb3TF3F0jC+Xz/jhkPbbHAg1rnIeYVBBTUcOt5XqwU216s7X23ZnuI0P
RbNmaSe8d8zX9U8xNmjBpX7j1W1L7Olm5VDBTsDghHuWB1vPbXqLFnQ7ggIjwHXiq/iJFdZd6xlh
WQKl/jfHNtWOAlVxpxGv+hbs/tGcBfUu7UTl2MhZ/jzg7noMs9AESVf2O192Y/KUZBE4ADHAUq+l
BqvInBpjjBsuCYArgWkrfefqys5Bs7X5KWVDNFxeuuS/q4enJY9VF9Zh5+knq3rwzUNUPbZGQz/g
viiKo2xE7Pz722G0MTXKIyJPDCxnyLxXuz33s5EzoOnfk5lO+1xKih13onN7lI1gvRhlFaxNGlRK
Pde9N8x2OX3tWreQPg10324PszUZcqMFOcaLiSW83BPyGPtpm0eDpxe/h/AhlByl/XV7iI2ZUP2i
27CEAjn66sCCE1+IlEgHL5vPcfRWgpr0E/lgIc94e6D3KF8djVT16OhTYVyeAqvEuZnEEcnVZvC6
GHTtFJZPdfWN+h7aUcqQQc4BU0+1TbHuikz6XBtQnb/3gdPJCOj/Peg/Zv25yGO74oPWKm/IT2n+
rPdveqQ70QDypE3u9Lh6uf2rt5YHVA/VcKxREMxe/egogxk9+9LgGVHs5paLHrzdaG+RHu2cR9sD
EbSoNS5lr1WWM01pmepGN3hNmZ1QRegr5XMQFZ+mADfY23NaoubqQ/AQQ1KLchfqnJdRNc7iOCaJ
MnjTKYjvB107UXKK9cGud3l/17kbTiXsQw2WOn2Zda4R9ek4ijFcVL2n985h3j7GbhT+qqR/S+Hf
29NSr6YFkRjB5eVT0UBb814V3BhnSti8ALXRHjlgxz0S6vV2xDQLzIZJHYia0zoY6rnSgyZbSndY
b7oUOOxBxVxJUv/UAohYgxCD2QIqVbRs13dh3Mw6mVlMHzDVW1sM8eTtzJMYofmU4K6ait7w3Cfp
TrK2sYAUCvA/BoXLebMug/qjkTbzxINMUqszKkk/JCvfOQQ2au60iBfzJmVZxStO/yg2pp5E5IMd
cgJuOksY0xvZs96GqWtVqOPhrIHrdk3BXQ5NTNrnzPGhTu9sga2pvuPl4H9zP1mrbd2VaWkWIo94
HBMPiZAfVP/v29G4/A2Xm4z2E5QXKobEPsiiy01Gldnvw8aovLIs7SxSsKJP+syRa/9cqlLrBqb6
ry+DExOrnbvpenuTZ1PfXyYGqGAtrC/0mkbpx6gxsk7vNJ70engOFkBMEjwp6uvtaV4fW+B54O6j
p0bXBn7P5TRlFcAjzLQe7+5ZuS8V1J9lM4zdsG2ne0MpxJ0PtzE5lhPYFLgp8gptlUohj1xIWV8w
XtHegUP5VvqIPwi4Cdjq1D+oiXq8PcHrE4wJfhhwFSl1MmVBKVe9l1vGnQwlI6xcA8TGTIQmvnyC
LHK6PeJqSbnswdXw2uS1i4nO1RNCUgNlGDHRPVexhMaaPub32pCajirF82Paant9t9Wp9j4exUHg
7xLXP7Dty0+IUY+p+WJRng0IPCo9oIjia2X8uD2rNUDkfRiUyaBmIdhLpXmZ9of83lAbM6XLwjAx
0HMsfbQHVP/QlI3L0pmNQfnVTmnyuR8Q95KmyXj0JXV05XwYHqbIz3beaas4Wn4NmAeQWhgMkPWs
i5JWSXMnkuXmLKhTc5Tm6C034i+6BgnfCjL1XvCReLm9AhvrzHVLc5P2Aeu8LifkWRNgVqQ0Z4UI
hlsohMj+hQNpzhzuhNCawPM+PW5A6pPIFHOPrBZbLTIFBUoZd4ZQSowjGv4+eL4OfpqVRAIZeKQn
FeCtuv4WFklvHgQJQW67UITgl48h1V9d0wsvSTfVpp11c40QHoZ7CqquaVEfajRgRhvdOzG0IRCW
O0WRdaPg/dfjl6EsHlnct1c56cC9YVRmc66ltBzsJIiru8CYM7coDKx/mn4QKFkH+bHp9OKUCKP4
ExhVK9thVwlHoYqRQBKF7iGOMM1TfaQ4+9Kvdz7n+nXz/iuX0vqijkM5Zf09k2QOpzA3mrMBrRze
dVy/NEIAxmVMZycw0+ooNF3qaHpoUfnHpjnA0WjnQ7/vmg/XDD9iecFSbHgnyUH/vtxVxeSXRkCl
6jz7Cf5ImexrgSuP88L/840R8coiar6yv/3uGAJg6o41eLPWzqcx+HvofQWczNBWZGZSXz2b2aQ5
tabFD2gC5AGVenMqeSCOSByaYajnf0fT2LdOjtgu74Q+UL5oCDUJtqj483xIx85v0I0ZxS9/unUW
m3m0mBQM4BbI4+Us62ie9GSY2nMhS8UhrxsJ1iFPh16zdku4S6K9XlHuFfJjTmDq7qsV7SrDiGk3
MhYKq64fpLLitE2M+4/lm24R+P7baBS+qwrhdFcrHRtBnr/jUBfvBNgy0PqHcFqgH7CIoyJHcjnp
oKijUtCIr8IYLWTyoy++niZ3mKdSh4nxOoubP7tc34OJai5UtsUwDre4yxGNRtXqRJ3bsz6XqHwa
pF3trKJY3OnBgTgbTiB62vvb33aVKP3/oMC1eBzoi8D4KlGK+gCLrVhqz9hg1S/AQiJUNfLCNapu
OpANNqdOCtVTOE2h4896/l+GJ91mHy/0s3UbWUTBI+s6Prde6rWjatnwHSFpCWFu9XeSNdm9rgqN
k/S17FA43WvNr3t0y+xpFZCrcSMuCNfVs08TaUWavtCfdbGJXlO9wQZBFdEtNPG2j1DWOihjNB3G
ruicgOz92LSV4JDmfFZASThtJVdukQ/BN6Nv9/pCq9Tn/bfxUgdMB/JIvjLGFrsRuoc0lOcgoPJg
tiDDexVf8WaW7Iqq2ovZG/6nMrWUnQz2+qbkjqRaC2sOWsuVghF9krKnKVWfewx9RrsOGrhclqB3
4gmXUtXYCYHrhAuOAQJjVKmoOPMpLsN+NrpwiMGmnwua0y+pCo9E1ZvJMbUSxHhSatG32yG//IWr
nQ10m5PxXTocYbnLAaMgDuM5suqzIMfzUVgCj8L0Xidoc1pL8YhaC0XVNbeRjsrQWH3QnLvR1zMM
nnulThzKVqXwKfLTmUxP8JVh3nlFbgxLsxcp2kX3BPGG1Wrq0QyUaZmcPP2QNDA7YFgzoUffsd15
Ym3EJ2mUtkQnqCnqmZfLaJSSVfOabM4VxjBtqjmG3h50jOs6wC2lUZyafI/su5HFkpRQYaBDAvGF
4snlmOVQ50nfdf2Zk8n6Fmjpt1FPi0OZZpobapjEWKOSOj1pq53gXeJQD6PpF6ka1lO9vyfBtRFI
aL3DQeQpzXm9ZmSNcVH6DXKkZ9h66udwDOZj2jd7pfKNE5rSIBpt2BMC9FpzOkuq/1UUyf05UbPn
zvKPiSG6k4AYyHxf1CjaGMqXQQ13MvSNOKJqBBERoBqrvT6YRwnvc2Oo+3MddL0dFgNOddkPsQnv
KvXu9n7cSJeBrS+yObhPcNeutbCygld442v9WZTa6FXxhU6/y4S4t5y49eNnPe7yz4lvlpYdKpzT
rlg2wN/ausp+K4GaHAexMOyEa+w5KKPxEx2/71XSSHfkuM19nQjSp17Blu32r95aIHy5KKliPLCg
rC9DMQC7041lMJxbkPaDZvXgHfqfyliVTlmnp9uDbew1Kp2L9jc5+VLOuxys1Aclq/Plnhrr3pnq
2bDTNP3dBvKPsG/dpgTBprZ7ed/WqIv1L0Revgov/stR407vjK6MhnOta69N9jRXv/r0lPjkIe1h
MbW9PcmNQOfMWkpu7yyi9aPQHOJSGNtiODe9fjcGBhJzX3P0+crkYCn5Kf/tD9NOhX/dG1ouWRoV
7/cdHVLKfpdTNCdYBImYDmdjNpG2yCbzvk91JN0RTTy1qtifECUs7oJoStxMM/8iz2wPErVOO7PC
kzaZezTPjbBaLkGOueV/VyBgKTD8IM6a4YytRfyITl57mqhMn2QOhnshnfeICFvjIewHYIH9x524
xMCHusDcjZLQcc2fJXV2C8C+NjvvZ6AUf5GLtn++Z0Cekc1QkqMKIa4CKmutVscCaTzjDf69ooRj
zf+W2vQW6NUOpvRdZ2Z1yVN7gwxGE4oX/1r/K+YSikUr6s6TLk9fkHN765r4u1j1pSvG8/wYyKnl
hrVifAFuXzjp0NTPGJYkB0OMIiwjIy3O7KnM/8HTeKqAXlvla8PEjj4VXDuMfdmOi2Q8IY4gHweq
Djs7ft2vITK548B1LABpXiHr/KEpBMOsm2Q4x6oRQygWuvSep4P5GgTKMen7+C7I2voljczgLjQQ
6pRkILqDnvPSjTLjWIbKiNqarrgtXZNTXcXWsbO09q7o8wlvGKnFAUf3bTE1P4dZLLih1fHOQWDZ
yTiF3KRMH6K+BxnYt3s0942vg+8ovRaT7AswxBpfOUJLseqsHc5Vgl8NoJnoNe6b4EtEz+0wDH2d
2WGjvEFXnJx2VoZjbkzjQZ7q2O27YT50k9/ZY9O3D0ip+g8mB5RT0+A6WVqgn/JJ8+1cjDDbUXD1
jrtC3Qnk65uf378IuC4ces6sJYX+sGtqUU46X9OGsz+XPpQ4oUSEBRux2wfi9d5kFBJILn2ORdSQ
L0cx4amKSc5ZoLZC6+aJND8FcjEcU0PsXWPs5J1ZXZ/3lONBnyw1QtKZNc1B0hulmedwPOtZLzuJ
aQxP6NPMthoq/cFIitBtW7NA7lrbUz3bGhkxGaooiKaCnVrldUmPVqZfcgo1Y+mfIjl4i2cUA4de
QwlUlKentlVOZTPu1bOvrxwaLspCOqR2g3HF6jvqWadjuFvP5749kYG5CICML5rePEjCaSqdZk/k
aCkaXJ5Ky3jID7wXIjVz+fMPcWPQVJryOJrPQzmc5CiyFQk7ouClklRnzvWd+NmcHR0QCZ4Uk7tq
anbLgmvdfIYx3rm1VQGysASFna5ZtjQZngA40J2qpeqk6/NONG1EL4V0HkAwO5F2WcPT2lJJi3xC
O66W2h+NlLlR+mPQ/wkxVbm9TTYWlYEsxH/QMAZysLrDocYY0iA28xnaQlg/i7GndW9iMjlo89we
aeP9scALmQwLs4A25cvvF46+oIupNZ2DmmeFAgj1EIVunDgN9QHVab+1bWrX8qnXNXdn6GULrEJn
ceFciEg88CBLXA79f5yd15LbyNKtnwgRAAr2FgBNG7JbUsveIDQjDbz3ePrzQf/FaYIMIrR37Jjp
q0lWIasqzcq1fL/oWzWY5xNN0N6lgtYOLs+DtedD6k/2GFaOpEfUzfQw8yYTapKw6qONrODWVjNr
BcKSLSDqXcWhQdOFVqXxI7po9rTUmamBKI96GrrcyBubfeNOIKmkqEIlkHx2zXc2K6M6joUmn6hS
PFMutwaiIJ1/Cxiw2m9qWW/En9d1D6oQ3AQLFJcQdI0TolI9Fkk1IXCspw8SMfYb0oyRU+bSFu7w
ehuxBDE/cm2AG9jOy29plGHZNIOvnBp4FtUPVvWrNx4htXCYPt3YxVuL4mqjwkYMRONjFd+ptahN
O43UE4pH7VNeWyGSAZLYd2Urfb/votePIhz9//dwUJS/0kpsK6U2A30Sp7jPyx29kc4dZ2trQdfX
CpApKtGER8s5XMPqRzPPM3mQ1VPXa59UGMvl2nYiVGHrdIsXfvkMl0cOU5xywb2ikgav3l/icMOY
IlM9QSn0KmRPkZ+hpt8Hk3xg1PlQU+NgxHWjgHP9wRb0HYkQJTgAotYqr4R5ZUjsthfwDfvw+1H6
lyD17iGF2/CMG7kPlhZqSO5mAsc1ECWv5yCNM5ZXGq1y0vv2R98yJ9TlRrnPiuBV0dB3qyToU3oT
vYlEqWaHKm7ozHP1UkXtX7IFEfFS8gesQkeQOIC62eWpoDDWD8KXxalMcqfOfgv/y30HvVHu/dNU
WCJOtviKfN7Sg9qaG0Wg0yTHsaN0ooFXwIdNVpu4v+RGrb9EVTTkHlE5WYDQ6xRQLHiz1m0iqRt3
Q9eOkhuqehG6qRzCvGJ3bbZxkG70tuB5JPpf1D4Y3lgj5u1qDMt4NMTJLBvNSZPUPHRJ3T8VgV15
E5B+V5/xeiF8pL8q659O6qYNN7xxzKD5wQVpxiwNkNUVNeiJ2Q11p51i66foFkKbY25n+8xXN27d
G4cMRhLUzTjUTAyviz+Tj6hI3DUapMkTQJAeLbXUlAzkiNPioMtlvCurMd1LaRse+lFsUs9e31rE
1hQxYYJAwp0B2EuvC6QyrpV+1E4MljxpBfr0cvw6tc1xlKOnIGFqWTxo0c9Iiai6Q0erK6jzvfao
5Nx3zhvnHpAWkRIRhslurENDXx878nTtxHXNrICSOVDhPzE9+nbfzq0Pu6i3LKG2DrpxFcLYctLW
sVrqJxs2WLuZDxOM7UMfIMG2Yenmit5ZWl2falRbRWAV+impa6BnX6Msemzkn/eXc/2Ukn0xEUS/
go4Fwebl56vLkpYreugnXaMyqA/j4CJM9hmqCwaJOyaRJgV93vs2by0M3gYQvGgfX+NCtdxveEcs
/TQOFEOHyQQoYaXavmyrLTWJG1+LTgV9OdJAptjWDao0FEbDP7RTUJavhg36LJSf9fpXBdHs/UVd
h1uoRTMnB0SEPhxJ2OVGTmUU2gUaeiekKh4l87EUkRfKUCwr/4j6d67u75u7UQLAHiUaCNHoKmL6
0h4Atb7s2kk/Zfoso45L5KDi8sp0ULp5rN2xCu2nAGbKb1aWw+rb0sI7mFLOVPCkVUVzHJRJP1eK
HclOb/TJ7Ka6WGQwGNuCB0dvw1+amoVAys10KBwpmOXnyTRLwxGxGf1zfzU3EgNWQ1TMkoiLKdWu
VuMrBmqgqn5Cp0KtIsf0JyeVkkPJOKclu7EC47380oH3nobRYeUbX2+N7FseT+5qqmtY5491aU0T
RF9LGeRkBoiLF/7HIWXaqfkqwvjcfjXlx6wbnLbdp6G6hXi79VxRP+Q7EjNzg69b5WOVAE+Dm+Wk
jj+jWXdB2f1ImldYKmmsMT8rYtdQx5JB2sP9bb/xdpDoUC4Fnk08vcZOZckCo9cr4+T3AFP8Meh3
YdZKx7y3YS9X5WJn1ZaSOFI5QiZMb2h33/6NiwBtbmBiEKQxL78uA1VQehJf9cSi0Ht6wVikng7c
1q0isSVr/Wctq2CUtwFCNqbXmYtaAyP8cNbFFBKtxXO8g8PRi+3vVeS/JAAcfeFOYcPkHmJCQb83
6rdAWzh3j1N+LPVzGfxOp4MdRo4CB29DySENGTpQ9mbL+Lt4uL8pt9yBvI2+9QI6hqZl9ZL5JrUW
YaTipCnf/Sryqsb+Rd/Os9TnpQzQlf2+HsWxSbYo+W4gl5Z+3J/BUPix2arLU+jPhWTFBE5EtMFR
FcHBR/1X079Z5eiin25YzzL611qiH0zRen53DKP26OfjvtbDYxoaH+/vxPXbxM/ByykW0LS5rhKa
yayHUCWekH8sXDSDo8ckrrUdaSVZBOhVygbWXz+6C7EnYMJFQofbdZU+TCK2St+PYLNrZoR0G7/0
YlXNnKyf4uP95V2fvoVGhihahsWI5HL1vtdyaRh1q6FtXNtumYoPddS4Q1ac51HsraAjIzN499vX
+2avn0TMCoDtS1zK2VsO5bsaWhnqIYgswzhJ+dtUv4bjv2lA3XDrPby5undmVje6KuXpJAeWcRJx
sade/VsBdyHy7iUeGH8gRoTIyxukjdGgGy7D4iBEJtIDSr8usPRhV1emARlhVS/ljtAInsKxrB7S
NM88SyrbnVXC+XZ/R6+vsWVH/7/R1Y624WyYYQK9Ws84mkcrgpJvX3wLKr/d3bd0427AFOMBZJsU
s65KknnrT/qQ4DO5/TOCvd60j5xnV03lY64+JfVjHx7Dcutb3lwgESLMaGD6r6hmjFIDUNKjwk1O
4aRIJitfDH+LomLLyOraU9O6yaVucZhR8WrTcPxYfy61v4492UDgUrTQUP+11qWjwI4NaI9s7hQ7
CHYN5Sq3y/JflJv6jQhtuSwvHxws8bwR0fDFyJEuz1nQl2OlSqF5inVwb4YSV25JL/1/sAKD19IM
ItuFkeXSilXJdbKQcJyGHCF1a1Doz1kEDPf97jq4hb2Qfiqh5oIyEysPT4wZHKjfWqdczqDLzSrZ
Te3UQuvEbh5hqZidoaj+SUNzS0PhlmEQfTS54FCkZrXcMu8uK3jhp0mSR+vkDzNKLkZm7Bn5ytD9
i+bdGJvpUWnV5qAnebFx1P4It6y+H8M/0OrwJPIWr/k+hBgACEuDddLLt1n+gtjfPouG45zB/BX9
GAFMJspR06Vdrz/2SyGB/hWjwk6sTY7dFEfmPx4tyF0iOXo0mwVzttkGXB6j9U/ExZYYgWIe/EuX
uxNkaVyakWScjDaNf8PtUL51kuwTKfjViyZphWtVIvHI27VDacxU36Bph/ItdCHGkjwrFN2+Ugb9
hTaV7NaxZn2O7cEAqmdUXqdI/4zZnHyMZGnY8NobjwOQfVjaiLaJu9fanGVXalY6cY2Zs+LGk+7J
uVf0X0P5YS7+batXRf9+34FvHEYeWl52kIpg59cwzSma7HLyc8hYdKnbKan5w2/BPN03cqPnTPLH
UV8kITknaxZJs+oLOAl945RO1amwd5n5ROW4hUXeSWYnsMP9PP1j+L/zOHSy8CVgDsRvnwLjLGi9
KPmwj6zhqSH+rp1k2NXWW2cdK/W5aJjd2yUh/a7eqDfCgT8yJCsnYlNo8oMMY2hrzWsradTSfW7F
kzwrBb6NpvYnxajtt6g12swdEyEf1M7sM+RvNA64poZ2AHQzn/7rtIjBuIpez7yH6Sei6xxWxXe/
tqPAMVVfht3VTHNAqAMELqGZqK2nZnCphHrW/jvO+ozEzJBEwlOSWfs3pr8eeqqIctltwhSJnT7y
e+apirZLd5IO/55XhnGXAQOMF2GFfLJ/6FVjWo4uZdVpkY1MwFv6TGCrqQ7vQVuqc0q/bmoeCYX8
jwhDKd+0MPHJeRuVhLnQE6XjLvMl0+lSJYldyPfsQ2oN2tdgFvXg2KNef27DTI6dum/yryms/K0T
NEVAlKzbHXRrQZl4QOvot/uqFLiSHfE4NtnUdN40wO30aPQmCU1dUxXc6V1hRAeoXozyoWmb7ofc
S4q6kyDT0A6GPlU/Coqv342gz3JEa3U/cM0un4cjQnOmcNJZ1csdrH35J7mjN7GRB6/jJ4DqcNoz
7s0TucxEraI2pLTtdm4kSjORXB4KBeo8pRxjzy56/yka1Hbnh/IWVu62UYCApP+6opurQFiulUgu
+sg4Tcmx+2IVmjcXO6XZt9HfJpzL8mCi5LUk/mXuYbW8Wg6ZIBIlsa8tHD80vthV90BmvxGFLv+Z
90eKFiN3DfE1s4LL/OjqUc6iUivlTCahlzgBuqf6MPoMByG2IO9XZYvFEmeW+5mchclH9fIFSPPS
n/u+1U9T/GtsmhcRV4ehf47yzGl7/WW0xEHOP7SJ/TMZtijM1pc4toHYAKpbfIWVrmzrlT1Ls08o
5U8LsU+8p1fm5Ln+aMa1ozDSpqAP221EIusocTGKZ7JkSN/4Y+UrqW00CcAk49RVsRO2sVeDbw8g
0d+4ytdPK3bQuAXaBhkOeeC6U911oa+otWKdlCK3DmljMbQKktVlREbZq12rekFqBC4cAc1DHFrz
t8Zoyr3V298SU+2epmxQTpNPWJDWsC1OeitOkoEKlNQm8YPWwx7s67mx95VwixhyrcvERBiENvTb
oGNk5hu/uPSJaEaHSWti/xSlgSMSNJlDKfvcB/Je9p9961BpT3ZtuvJCZeBLz8NU7/JyAvDTuWXm
6dIncwh2daA4NU3w2Nr6fVe1PoprFGGgDeOngZ+4Esauk0CmWumfFOV3yEeMq73SfEh2WhV4uTzD
+0+pQXCRK81zUW992XUksFgHeITQwZJ862s4sNoiaCCa1D9ljN84RSTJTugbG+HGzTVCzkZldjkf
tKkvv4GkhGYJFySP6lD9J0zaubF69H9LviukU+Q3b3ow7PVA2cMWiUTfFvL0+pQI6NUFKihUF+B3
XcXrYaFSWiduO1la7gRytpcZam3Az98/JVtmVtepMPwwsPpJOqnR5LT6QSp/KSjk3DdylfPyxf7g
qCGWJnUjwrrcyyaFGTvxbelUW8lBHXoHlkRjoLmrf697uFbTxnetsnXTKd2Aa1whqxfTi1IEWQ8Q
ZeY/L01ncSsBho+Ds6/Af2V6kmYesa4br77SwnlZO7PQ/0lF/0nq2lfE3v4dIKZsNeKR8VHNDcqD
r1HqWtPH+3tyFWn++WHgWCiPsjl04C5/WEgBMjGqLDj3zQ4qBNjJXWFE56rYp/qDydwtIwtB/jFD
2hPq5RYWNLX4uIgkIPjiKdlRASHYxZ/jYmfbH7t6r8b5rhyPcdxT5avdqHy0Gm1DN+f6vSA2JqPi
xWIvr9gUwN/EwldLfrO0n8CWYonGQhdBnRabriWzdaXFUAdDm/d36/o5Xgwv1B08+TQH15sVxprO
NGlwtiP1PJiDMzHYjv7TLsnCh7819aeLBlsTYujcb8vt8y5fTRUzUFJUDc+Vb1lea8b7RlPmXZD/
AHS+v2/rD/3EZZixGAO2RRAA1mEN+AZiIySJJBAt2XhuHSMJ6tTxGwZ/XFWNldFJOtqsAh680ZEk
4hAttNNXU0Jn2glne3oqKqgz5NlS96IHPe4ovTL8sus0+JJlRbNxmK6/AqQQaDIRLUAvRTVhtTVU
FZRMm1OUSuhR0+w5Brn/SONnGVvbOB/XrnZpa1XFNdW0rJgHQZR1SpfhX3/wimnybKa493lofYsl
bd6HchI9BHLcHO9/l5sLtYn7gGJSq1/H0JWP91NVSM9S/CwHe6N4TuvIs7utlsaN4A8w5FLIUsC7
LyNLlztKAbXO7CzOzuRNbhfAill/LrX/KArsZtp+ae8M4aHKJU8vzI0I9/oV1WEN/zNpsOS7aykj
YY2pbyNmf+aXtZ/SSlOeMj0RH+7v5Lr6A7mLTfTMOwpvHtTGq4NbwVJgmSPaenrvR48j7RoX+GMJ
umRUIxYni88ZNT40d+va3zhdt2wv7KNcF8gx0J663NwUYqF8lJCC8yFBG1Bj0arEDSUoPmD7SVTx
oRTlt79fLmBPSk74zqLncWmyUjpVsjuBnB+6k9GMz4qDGX9jn/dJ0zLF+eW+veu8CwAD7TdmH7iu
IHO+tGepU5GLUc/Oec/MMCWJIQwkryzGIX+txyJWD3ZizfUR6Eli/bpv+5YDLUxBiOzhvVT3Lm23
U5FWTTOj55cxgjVPLa00oeXe31tZEIlMZ3AhgDa/tKIiNQNARUaCtc0zrmJZebFLZdrdt3Ij2gPI
AMqSMS/4z3naLs0E2SBnSetnZ5pZjqmHbjswddIfZeDXYTjuJT3YIZIYZtYnye9OqbUViN2I+Rmb
AOlJTL3Qka69VTaDjKM0IXwHwt2RjbjdV2Z2ls3sp6p3/h6+mtBJCpPraGx9N9fmn2bVHuNanvY+
VOWHvE3f4FXK3IS8zlkAa27Qqt3OFJm2j5T/5aEEKkF5nJwfNO56/KuaUf9NYCc5t7a0h1PnZSQg
aerX2t/SQb91HQPIWMYdocug0Xz5cRgNUTtZ7rOz2vnJF3QOfQ8htvF1SG0Nb9DVDW+4dapIhjlX
MKGoKKte2jM7YedGhmfL6W/bThzAGRnxwPCYB1u6in9E0lYRgG2DryTjIx2+Gv82YNkDTizx2VE0
+pD08HGogSIfdYSAn0PGj72+ZTpHzqR6Z2cSNyeMnR6AoPgQG3WxFyKzn0kWYhdEqHDNIeq9NKil
D1kQMDusNNZxslvTa5pQfwr0KjnQxXsJqlLaaXFeHoZYBI+yGAxHbav+t2Yhty61ReoiSVZB6Sjq
h0ltyJUL09pTBfOZBEvajff21k1NGMSwLmecaHj1gfsUwCElOOSrpPk3+cNbKPuOoiR7/NrVmsCd
ZECX94/8Taeiy7iMBcAOuK4nZ5Llq/VY52cGn59qZUJ+4VkL85PZfr9v6NqbuFW4I0lXmbXDfy+9
KWnbSEKwAUFQAhkEbDMl9VoOdDKbL1k/v923dh038dBCK8nIAxUdSEwurfkzaaltlPlZGP/25nEZ
eMhqpx7+04L0CTDxR7Rd71v8AwK+dGFMQodEDxwQIxIGlyaDsY0GWYEIXw/RpAFTOrWFk0iR/auF
22V2CqYFyfWEXRcuZQtA3gP6OC8CteavclLon1W4VibH7Mu5c8zCEJ1Tyol4mNtc/V50fvnJDvXq
ZwCYoPfkLAuY6tJL/UeD6NleA2G3saBbHwzsNrCIP7CF9ZPTB3kFcGnIz1LLSEopO9SPARJNb4k1
uHoXb5Es3vpkJIL0xthC/re6bsYwaBKyt4KeuvEwMWp6CvJpnyLBF/ry0RYJU2tbcnzXJ45LE+Ae
zFIWYyPr0ZSpN1A+nYL8bMCAVNr73PhRWcUjHfAmDHc2+fh9J7kR6WJwGaJluGBB1y3H8V1aZWVq
ZAKhRUBWllpq94w7f8tAUD8GQ+l/ZiDB6t1MJNanEDiwQdyUUu0c+wK2q1AfAaXe/z031w83AQeE
cRnw35c/Z55Tm1yrynlSksTVYrpqYd4jc9UnOS03u/gQaJAVoRhob1he7rL1aaHkSgaB0NYSm15a
7ugqyHLCAbVGzesNyU2Sgwjlv87U2WaCbxo3bB3vyqUVXxnRbfKn/DwoR4bDnTT+2NMaGYrZNeUB
4H6yozKygZi+jggXoxABwN4CImZds1LtpE/laebuGaBd0F5IsDeiwVubB/PaMs7FoC7l0ctlVXlg
+4G9iN0y814QjyWndLNVfuv8iwVOS0Oevuw6zQ1NXxHEUfk5QCYyAQRfSR9H/5MPBDOYN9Lc61do
GfiGgmVBuZNWr+LONhgrMY2CLRPpbu41gs7OFfm8U/tmiwBt+eZrzwMWBKkQKd1yDlebF011G1aL
fK5UPPnBJ7n8LGuOFiCIQGjzc7J+NPYWSdUtlwCkhBMyzQsD/somU5QNcDU0VOn8+fvG1Gcvhutg
f/803ygwMsMOtxtHiilu4ujLpU392DDi0RRnJSyRKaDL+hrmletPb/kRvVyvtHQn2Yogbjkjs3Ac
YaYDeG5XV1ov2sSc0TE/a+ZTmb2l+mMtb1UIbt1T722s3gZqK3kf9mjsNvEED+fDXDLbC38xbFiC
ibMNb7zl+e+tLb/m3SUN62dtijpA0kZPd12iurlZOqL8EjftURdbqgi3fAM4CuAayH95G1aHWR66
OJZ6ci5dB1wRt8R5UEFvNdhunDAGmOBCtQlSQG6t1pSOStXOeVKeAyPPd81sigpscqcepjGLjjls
OxubeGNZrImMlQkwhgvWM1OzHadlnnaIExdluA/oEzuQl/yloiYtIlpa4DuXvMGi6786WKNlRfFk
9fVZG1X/pe9gnrFKyfQ2DtYNj1hGg5lJhugDSyszEqjjBFb0RWGBwu7wVo7hcyK/afVA0lm+pjSW
WzE9LP+GUmgnIGsIUZqA7d4psn5PN8DzQ22jdPUHeHVxk1H5o8JCDY4fxWTv6ptWMG3qDWs+92Y3
fk+nJIrdMmY61BsmrTi2lYhkt6OzEHsiSiSvj3XjoAlmnDylyyrdQS3X/JmAJfjZTj4qBEHVqg5e
WDfuFE/aB9iRakDktR3ufJRBzJ3WhsPoVnUDMnDSqxYEOxyov6RO1YK9xACu4TJ3P/yOO2sc96nh
D93HIjfa4ViXdSKcCjqWxjEHW412gdkv1cTcT/gzmAzwByUcohtfbrnyrvaIshcVc5z+SvVGTexy
sMvQIIqtxIORlQ++nFE4bwb5IQcF6Jpza05OFIaN6jQ1lAq9LS+iUkP0bBVVukFHcR0A8mov4yJA
VACiUcq4vFsQWiEXBaVy5jO1TpGKhyJrPWEflFTAxhk8wsW7n5nGCZL4wzz4GwHR1WX9xzwFKNJL
wJdr3tYoTxWrM1PjPDTBPq8MhTwlckO/iDYi3asbezFE1WDRcqN5t57Frqq4i/u5NM6FlQMegUIj
rckgMqduGVRunwd/44xuGFyzUNmVLYBFFcYZKL7TQU9oQ3HalJ6ia46Z/JbsLxuetcQkK8/iQQfb
DvKYx3bduYosM2wHmdMHPrjfcVMVTyLS/ps7gPdZmKITFhWz9tZUQMr7XBT7chiMg7SojNz/Jbe+
KQBhPip3IXZWLpVlodYjcQP4qla8zj5oyo4C2sb3vG0EZAsflaB2HVoQoGUGHHnGuQUI2NAkpa3O
vb9xXLesrLKCzKZkE/g5VprHlkKjmR80fSMAvHYUXJ/iNL1G6h38eXkC4atkHr7QBPLEmcewlqoc
/eQBqiZXoE0eWRt++adLcuknnDTw/3Q2ltOwLnyEMuogtR5rZ0KozAU3O0O0O+nyLos+qMnrpH2X
1S8yZWNZy92WulXdT3v0RU+BxnxHuvVi3lr+u5+zTolaIxhF0PBzhHjWfFgLjefW/tKq+zF+GvKN
vsd1RAoKiaADJMLC3s9uX242vp/Epi6ZCLPKxvOY5KYTlMAHfaK5PejM+qxmAW8BT8qHXi8nt0KL
dn//fFxFIvwG9F7ghaAzBz/XqjCjijABSWma55T3ke6Tl2Tf/t4CVXneYKBmMBote/4uYLQWZh57
bqxzKUuam3DYPTktt8Qubnw5ShTAManHQDmzvlKboukKhA65UrthL4nfAGafpeikPahR6pGm//W1
QkWErgbYD5BsYk1R0kdoBPZSwrZZ8qOuUtbOkQbUCmNL/PD60NN5I3HhnyBNwZxe7h4inKWiwtGO
WmT/lDdtRIs/+qD49sZJvAqBwcq/t7M++GpD80DGTjLMjgVVRRJ9Aby7K4e/f+QXS6BWaAjw1582
yzt/iHBxq194VXIuhb3VNcKRgyB1OrC7np/60kPfzv4RjlWImvxR2nddrnP95NbuvmNeDbqTTmtI
dpFf6GIJwleBqwxvnmQGPtqKk+QMSDxl2ZdQ3eWZ9uYzD1gdzNmryvEl1vNP5Ti+0bNbAKJpUm38
kqvq3jIgxGO5hB5cgushAiOoQJA2qn0mR6HHq+TNQ5Waw3ESebIj8O6ZDvSVfdUG5oM/qcrD/Y24
ZZ5JXYhM+SKCMsOlj4VGVcZ2jnlpsGGIDBqvNAkD89hE4dd+mOFONnLUGfWNZV8lDqQm9JdpS6Jy
SbFhdf/FvDTg/fXurE0vfvRNp8oWzb+t/MHXN7KB6xVqFJwg0wAOBiXLGozmT1ICw089nmcbukup
Q+dgdCX/KzXDatAo5kku3LYb7/X1kcLogmZCLApF2/VUwzSIcNADdTwr+kcwVDynsHC/5sa0EX3c
2EaSu8UWY3QLc/vl52s6Gdma0BzPFVNl8Is4nZUzGAw2W/mkRNVGhLBcOJcvtsZAGXOLCyAUr1ke
lHfHtwzkrvGHeDozC/I80KAvJSRa8i3S4VuLouzF6ARCvdepwGjFtURXazo3DZOpw2sYApPOnRYW
2r8fC15SxffGVpdfZ4F1R8JgOptziCO4clF7thycRJr9l2s/6+a5l8rnojxG0sa3u7WbvFfLfPwC
PlsPIsqSrPV+0k7n0HiITOkhTxwDQMn9831zL98ZWZ2zOS+YQpSr6Uzh72BqkZMO01P3HIS7Wdr6
bjecHsEC/k8pBfaQNTvayAiZbSb1fBYxkMvou2hUV5b/McXGe3UjeGImngcE9n3AN3T9L/2wNvHw
3Ojms1SDbjIP1je5ZXTIKwgPIdrd5enGk3/d/4da9r3F1TWZDGrC/D8WzW7eW1rxsXudIVpyKWWg
kDkWzwjPH/PRUfv/yTLtAGrm5DGcvsu1xkk9GkYwzGf9xc+zXV0eMvLzPQVLI/lZfwD/08wfs7+t
1C/9LQbCgBgzI3v1KMEMPEyVgoxPHFPoi6RdUiZ/fy0zqkPJl/FwYsx1w0eZ4iQylUKmiS52ulQS
vCGzGtVtw+Uc7ZopOouG8XRN3jgRN7yUAQieOoI38N9rXIJC706ZRC2fzb577Ytjnj001j+J1n2/
f/Ku350/ylJMQC2eCjnx5YcD0FRPdRwoZ6gIm/bZLnsnK9EI9Sa1d3NF7Mzm132LN84FE3xCwFOP
uzIDsc4SZy1tlcRQzpDgaHPmxI3iqvF/QwpVSv5kdI9JPzzAffm6YXdZyuW7sEwOAtanlrQwka18
VOidRfSrK+f8WbKOs6ZQVoMTfvoXyl/mvtr8U2XkO8X86xhiMctTBOyDEvu6wB6nHcems5Rz3DDh
nzwl0o8WVcboJZI28pjrDOPS0uqZ7Uu1VeLR5Fu2sdP9lIM3Vf6SV4kXPvoQoG1s53J9XW8nDWYY
mMgO5VXWJPdmC7kq62qm3fxic2kzmu/r6J/FCmRrPowjvwJuvPtmb62R/aLNRANIIzi+9NfIhuJG
13L1bJlMMtn7sH010fPz3S76KckbG3rLVXFROmgLTTlUBMvj+C6UqOUomWOrUM8ZWNZh8KLGQfsY
qqZdVjlRdZL6xEnR9ri/xuuzv0y5LuQQlDcEt+ml1bINjWmOU/VcyScQXF3S7PLpLeiGjaf9xl5i
Z1negs4nWrq0U/mpiCqjVs9j2bhW8TNEKCmOSjA0qMvZ+iNc8PcXdqWzQh5zYXH19dJ87GfdbPh6
ReIkKXzkhZP332iPS8KtxurQS57W2IiWmQ75uiOFNqBxr+DPdvy30asn3z60mTNUiEngZk1kHvLA
OKSq6eoCtPsWaOumB4DV4rpY+Lvwuss9KuJM7YyuUs+ltI/9xFHj2sv3QD2VCgK5yvFNhlu3KBNv
lJmhDSBqINPhqgTgcGk1nJSS3nSP34X6L8RT3NGOdrLwShID+RcRO8TGtdOZ8OZm9vH+R1r+26tz
zZOAt1PkBjq8HhpT9HqYu7pTiY8sHT6IptjPfprs71u58e6gQ0OsANUMBAn26t0Z6mq2stDHE+L8
kz/O52oWbhF1nmTkDATLfE5BTavZuIxv7ezCvUliDZCJz7n6nkZYD7VEvetc9P/CADdgYZJQx3XE
6E2WgxKw+N1Iqnd/tTfNLuQhf44Zff9VgBv2lVo2tUQVEbQ7cuaNNHmjkTnW+GAo38qk/GxIezV6
htXrr4MkOCPfWV69tgXg5MRMAv1cjFXN1OtA5NIijXJ/gbc+J88A8/FIzyDYt9pWkUYij/1QP8c+
fbSEcdX2v6l6kGBsDvp+N3yoYvNw3+Sto0nTeiFpAnvIXMUqvpZnnV4PR/YcNI68a6dPKvR+VXwY
is9yau6HOXGUjRji+mwQxxPMLUW1hdZvtZkTs78SBPPzOVVjseu6yHhoJLN+uL+yW1boKBMaLZxa
VydwCrVZFGE5n9WZgHaK0KuBLvdvVS+IR3hGyV4pEYKcXkd+tQ8ndVJV89mQ5mxvRTCvWKOINm6T
67fs0srK8YvMNmhZkxj0iJg+m4i27NCha6FLtaQH29eGjb27YY93k+yfXi9DU2vY22jPauoniXL2
Y2H8KHR72iu9RXig+2HtgA3YEty+zo+JY/8QyP1fRLu6yBZdspo8hKCLZjfwZb8NmbyCLksqqrbf
OGbLMbq8m+EqRgQaPJTKMVsXdcN8BO+FoNa5zmTHnAInHCeepI968Hu2nkS8ccSuN/PS3OpUj5U0
ZDYIT4BKsaunk8uBc9Htrf++4nppaLle3sVZKvVjrQ1kExBK8S8Svs9hFM9OpzqqGTqS+SRJ+sLQ
2b1o/vcBZZj7522JOq52dalqMm9OqrWmrzCt0rAT4txzxiDtryl4ML6X6e8Ebq77dq7PNfj/Zaxi
oQuGG3W1yrSJwkpCYO4818E/GchzHjo/23jhrv0RI8x80dEkX6XsdrmVCjJno1Vk1tlOs8gFnsea
6BgBum+H/2U970ytojkjyy2jhH6FJpCVO6ZW5rtohPLzf9i1d1ZWTjgEc9wXEwuy/GzftjNafFu8
Qrcc4P2erT4MbMpN3gd8mMz0cqnM3Yx+Xme+WUYKG0n8+f6Cbp2qd9bWRf2FBKMwfLZN0dNmb3d+
5wVz+2myg+eknuYNf/jzn1t7NyUMkiZY55YC+qVDaHNTR72orPM05Z4K2ZXfNqfGVnZybHlz/2i3
3QFhtgdN7Vz5MZlSJ+qUg1J0P+zY/1Z+THrzt534jpgPQiH5oeAfJspLJgxn8j0Toh+84DABqS80
p096QtKP9zfs+vMsfqxSgCGw4EVcvSFzHUHrCyYGQrJxBgHH26567ehp/kOuWVt37I0qmoWuMMeU
CjLF//XcujamJcrViSD4/hrbR0ZRswLNEMkJazgIo25y/bH9T0ivYaY6XSb99WQ483oLByNBDaEG
GMfLD9ZIC3BUKsW5h9TPo9MlHC2WtxAeN8IncNMWtogdFpLiVSwTVJLE9EtknCtROnmDEuOOnM/8
gjhe/Ta85GG9cc1e+z3FfziULOgMYK39M0Ty7pK3C+Y2Ar8G6NDDwC1Z1dcyo+gkJ9+lyu43wt7r
oVTAtaQWjJ/TP2MXV9eG1iXQyEQGyKFE3VX5TH9OzQ/AN8hvbfX/kXZevXFrwZb+RQSYwyvZUZLF
luX8Qtg+NnPO/PXzUQPMVZONJjzXOMAxLEDFnWrXrlq11i8gUBE6rCbtql1yTj3ORdPER634M3jh
WZELBcaEpHpQpW58GCvt1/0tfQNWAPYXGQAiLzBwxJPXi2y2Eq0xXmA8+6b02Av6U9V4r7RS27n1
ReYZhFDsTq/bk1cnB+ggU/VJUx5qydxLnStvYUDf4tZrHzF/zdyCB451rvVff00vDL3leRSL5S8D
gYVJT/R3C45ahyYurf0V/pZ6x7oY7en+LKwONoRhgCuYb25XuCIWfrfVY7mGQcd6nrpsPwbf0Nt1
hPxiTJ9gGb1val7uqxHOpkgXwwFPRZdq6vUIASeraRY1FrgJfV/nr9B/2wLarAl8SPk39eN9a6ut
vrC2uIQVqfML/Kn1nOl/m7G26Zyi+/f7LBZ439DqtscQOmi0r809quyk62FJlT4KiRV4z4k+2iUX
oxz8sNotNp5bVshHUeQHpUghdLFOYtSiOC1EHkF1BUvETsp+KenGiVgFRySgZhQyHHGERrx9rkci
g0HWxcIXnjU9rXe9lgu20svp+f58rb2eTA8vmQ3pDdlGA/i1GYDylZApovAsVk8RJbtR0+w6/oGy
Y9dkturt5AIwhrSxTOuNzkvE5LjzTANUu6RSRbJFCLVC8V26EO1u+s9qartrfxnSN6Q+NmytdzpZ
fDKHbHJgtazZ9QjLqItiIZsCt8/+DKH0yWw/iHG7A5kBFZa667dk/1YM0FxVpPUopgE4AVu7vC/b
KqirCYUNV+VMpfXP1olFF80SAPk0vk9Pjfa7h9CrbT+CnEdvDSSx0DxCXXMM52LDNzQSjAJmUytx
/Ipc/Bbfw43JBwJDmmC+03k1LQ7jNE66Z4V96JreU1z4pFk0NKX/FN43tLg2QuIVWx+TQZ6QfUWX
J9t42QoBorfvPTi33ax7jbLvXv95Gp9GrbM9vd730nHS/isFOySKpTkx+51VrgyVmfq1KxSYSybR
VmCMb2asrb+FzlufMGIK9v1MY4iXUxcbQ0R+eRxTJXKlEOhcnZF/TQbP2rjlVwTHzABbnMNMvhy4
4TJjOo0e6UKa1F1N9m36qXeJGJ/nt0gBD5MvXJq8PLeFuDO+ekNu8x6XA0rKYK5SnwJQ8pXeOEcg
Sh2L/Rgdmjdg3wA9h7ZLw61zOTuu61sBbNlMuP0mXi8vcSUgeDwjGMXYbQOnzl7VvDqUM/my/quV
+5OXos2w4YBubEawWDxnKF9Q1VviXINMlpLJMGO3sh6C6pPUXkL/oamfAGhu+IF1HEv1YP5DByD6
bFx+144g8NMSgkwvc4O8OwChs8N4tCtG2suaXfiVy1OUbejt4vGL5GUfyqH758EytzTCUsgAwQei
+PoL2jA2it4rtWdBsJxwHPcQvyRkLSQ5OZobJej1xEJ5OFdNwNTP0eUioPL1Ma5kM+T+yLTmEKZC
YI+DJj95uQSqX61VV2032bxvG4VgDepyCtAr1cUkmNLQjIXnsJDg7laD3nQyy5f2UwIKVBzr2mmA
tn+5f4mtPTyoFjJ2lKQ5zqsTJuV6JxXyIJBHMKvJyYpQ01HthTAHD5/Xnl2PnkUNLhRrcQ+AI90S
mLuxtd54m6nzzzR2sP9fLyxZjlSV+okv8Pwgt4eEDn1AYMFTRoLZ6TIOapek2U6ACtHO0hgeF706
EX7JR62BXOf+fKzDExPsElIHSCtQzFqG+ugko3FriokbiIO0zwR5cLBJYblotypYN0yReqNV6k3E
11zi/7OePGkVWLFbD4qyi2dY1lDR9lAO4xbf1JpLgTHBOgLoDq5jnOq8+d69l3IBfFbYRqlbIPbU
0F9gljVkgZXTPerEKvgNefjMOX7CiXTjLquMU5Okx6I+GFpuV9VwGNPyV00Hmbxx1tbvhZnAntgC
EiWQQasZl5QuCYImTV3Rs9B55KqXjt2Y7rwCTPQPqWodQzsoyAw1x8Z4TFLhn1ccEiVzbk1CrgH/
sjjseFe1kXMjdT3xQc1UzlyyS7cKDKvDDdgY7j34DMxZwPMtlHw3/77aQh+EUgVxjfoQqLLT1i8W
FAWt5lLHPNzfw+vAdGFtMSRNFdrWH/3cnczubJa9LXrnYth9jqDPg8xAe5aVrUjxjcjl6vqbbULY
wXNoPjbGwibhWN1ZQ5W7NcwFdiB1+T6Ssxd6jn5W6lgfuKzCx6gLYedt03GnjHX0QDMw5Juile8K
LxJ+BpmwVf28Ne/kYmFJgZ8IiM/i3vI7ZWzGbsxd6i/sotCgYbDpDPCv0Y+gT8r9pG4zrMkcpuVU
UDWAk4+0C0H6wmhlRnrd13ruZj1qClqtymdfpW+w7FOfhEjtn0zf5/YSBGGnx6n3iEDr91wyynNf
Nubfjc0wT/zqa/gKtIyRlwOycn30CxG2W6NUc3eY8lMp6bb/Uo3Fru5q1KlDO9YfWgsJkB0yL/ct
35z7+aFCE7+ITsXCsVvhSLf55Beu2Daf63aM9l5Ja7KsTeoxykQDwrsp+3Xf5sqnzqB+PPd8e5Mc
WrpvTQACJUxT7oYk+kDGRwhzFa3gVMDy9/dNrULg2RT1QlBVBGG8Bq7nVZ/GmqBHKlzD+6HIn3Xr
8/3fP++SxbrRRzBDpXmDUdKYh/rOZfQSAhSJpRSuZrmGec67XRM7Q/1xfBW0HUq9963dWKwra/q1
tVCe9D5JjMJVk1cN4WDtJfjpp59QbrlvZxVv8JCcXwyw1f/f/1/bKVEqiTVzLKDn3o3QDvZ/S255
0X+F3syJh3J339yNRboyt9j8piWMBC6Ym5Asiz61W0XcW4sEXgkAAW2XBA6LxKclmGYWkvR0E7my
hfqTPj7E3l+vPEuloyNA2NFL/u8jQrUANi3aP+C6WliUSdLQuMBCmdljIPh7FdWS/52FeU7fbbw6
ECGeMbFAZ4KwT2Mf7pKRNOJ9K/OGWm5vKmQ6hK5ciOQYrq3oUTJacZiXrq8fAihpkxc5zezB2MA+
3toA780spquD0iav69kMMoZN9hDIp/vjuGUAGDrYXwgSUBGcN/y72RoafSyIYEvXNGtHSj9k28Hb
jftkppVH4JJnASCExdlMkLrSSDxUrtE+wAveqrZ+7ncxMZtiHMTwIsknNLGH/XCy6s9hoO7RIY/t
3qnanSYdyLamW720Nxbv6ouWxyqLyrQejModhOYkxuK8Qews+NuJW0nJG36JsGwOnmgcnZs2rqc3
StsGFkcDFuh+dMTur24+hoQPUuTDsv5yfynn37XYkvSF8AqirgAt0VIdYRD1pCzSonFb+CUdUjtI
2NZRckoiCp//bootg2Qkff7UMBaXR693pPKDunGnXnJU1EQj3nnj8b6RG6tEF+gc+FCq44gttiZ2
R3MymsZN4YqMUxrR4/inkY8PZV9s3PXrV9ycoLJmxn2SA6StFuFf1Nd4JTikXTQlHqX6OBpsTfVV
MV6NWHdSNTrEsGJ6gnqqBf0YJFvUhuux0tpHMpQmCpBY0Etd7xMVpkZousva5UMA0f1J5E+esBsQ
87w/p+s9wjMFON0bGxobcrEf4dAOI9TwalcSIJLOcvgp5aOQbyVc1tckcBoGRLJlVqFcct818CzL
WTc1bqZGdi99yqMzYtyjArvzmDmler4/qhvmSDigtAIIlj/L4snQKErTx0pD2KR/EdoDyJqudsT2
U+VMpbhVP7nxPoET53/MLfMrEkyJcHGPjatnv8eoQ5r6sSq/S4gNebswNM+Rp9pN9N/9Md5YOZS3
3ihsSDTQSHG9Q7w4qdIKDTQ3RHhL7R7nx6xXbGyPtbuaCSg4amRUSI4u408pSYtizL3GTQp6Melc
7smgeBkg0xfPKDb81Y09P5N+I/hDKZT34+J8Nx2JIjPsW3eMsv8mmvcjsBnVJCF5uRXL35g8EGQz
uIs6NmObP+XdLSf1YlQ0iti6jfrZ8stfkxX/GPx/rx3yRqMmTyaKZyQZkYWZVtPRh4/K1u2jD17k
aor/Wml7QXjQq796T7O0T2Lfkk7RhE6pkn/M/NP9TbLukpy/gN4yqMBo1oS34Hqgk+jBOtjmrWuZ
CdRrdi8qduA/yvnB0y7TtJuSzEGhYgygHbw0vHQL62kLQ3TjNF59w7zJ3k22LOfeOA1dy+EnIdI8
tUryZKI+W8M/iBDX90ncIgW/tbzU5HiyUkHl/C+8d97KdQ+yrnXl8RSMf7IisIv8sDG1swu+vl6Z
2ndGFhFfl8EiasZD6yb9Y2eAhpGcQaP9VvyoDMfEP1f61/D1vs15tVYmAUixpyjeryKnXEauO4X5
i20bOgr6QciPZF89bSuJedMOdG4w9/DmB5Z1vWKTbgVpoiutG0bWzx6RFzMQfqXR11Hd6tm/cdEy
izoa5FDdsEeX6aqpi6RJLDBlRflTGH9o2mxf0tlJ4nLXJ8a+nyj+tL0tdR40E8NnMas31JnXEe/1
FyzWUaiHSg+RWXKTrrpEcvNZC7bm8+Z+fDfIxXy2kWn1GUVvF+bXfS0FttU9qfr/chzzR7w7ZooX
hLnfqrhPOdt10t7ot4axTrvO3gReHtD3YI3ou7w20fahiKCXNXsT9VNSfgh92lWdMHCK5oGUzVlL
9IcsdFTgzUCen2NTe/J139aG+iwWFFbUzlaF0dYQWTH7jZfR+ul6/W2L2yMpuQ97k+GXe0SKeU68
6C9S/Jk2CHvQL2Mlb8QYN3cuoB2eSIh7QXw276t38x3UcVsrgt+5bfNRHKlMWuEHL5xL5PKHafiY
kbCZpuJDKtbHShNP6J1vtVHeOqZcLaBTgGdyny2CRB0ihlGXp94V+spGCrSWe1upfqtb1MW3tu/M
XQ9/MrhhxJqvR5rVtC/HltRzgfEsKs7Fr6kc7fuu7dYlgTgLvbR0ec+kGtc2FIiGK9mIBrecyn0k
Phnyfmguw+DtimG/pQJ2a6/Q3UP3CFEbOc3FkU+tVvBkPR1cIe6cPoiOGm02OJmyyR67yLBLKBvF
cXd/hLdiqfdGF06gEqiDJGk8ECX+CeKDYVDU/qbnZwLG+4bWZeY3FA8s/jOcA9TSYr36DnrLXMeS
kfvOrFiamdWpFZtPdMHtvPiXmn3PGrsMazekgwVJuaMufS/Cn7nQ/dBD8zjBqKBX2X6QEqdQvEOJ
4kD72pQwT4vp8f7HrtFefCyQdDKcM4sM0P7rhZe0IID0mrVIxVOb7/RvSL74w94aEydNfjX79HdI
K9sfCCQG73dQ2t3GU2/+/Ys79cr+wm1CSDfUVP3ZC5F8Lg3h1RzyrShs3rwrGzTKirgocqDLjIdR
hVKileXgTkOwQ3Hoh6k861rzIc3dYDLtGth23v4F9bY3Jm1rgufNvDQOQ+NcMQDjxfv8eoKTVmtV
xetHN2mt3pHN8SSiiERDmOJ9EsLul6hAB+A3wjEs5XIfiIi5tUa0Gyap35iHG2dco02eBSdLRk1l
9mfvPGYnEBA3acSXqOL3Mv8jWu0FFTCnFwCw/xCtLZzjDb8F3IQyCQlGHoLL1wtsZJraN93oykbh
SP5wUot9Z/TOECT2FMBS5D+ArRiLn6n6tSott/rZ+t5DEm2xLtzc4/QqwjVK4puhL+5NM6vNxK+n
0W0yN4LHog1sWXk0uqNp7Mfm0BnWsaCrHzrA89yaI4YHEaIo6U+m+Ru7/datRQ8IhTtqJ1C7iwvX
16Gj6bfiOLp1/tgWTvSn2FmdPYF8eZa7vfFhMr8Z/kan+E2j9COR7QNhBqpzccY8YRphaEknt0Bm
aUAJLGghroZ2fSK1B7rFJOUg27E/2QVKhp5hbT7R11clOEpq8uBv4I0hhL7eenqYD5WhKZNbRl8h
GXqqfzJFj2VklU7Zl/AwF44gOkhsgXqthJPf1rbk/9dl2X9B/Ou+x1s7HBhTyChBQcQ60Ply/Smm
MiL5IouT2w7gmfRyOtMg/M/0JRQJgfHRmUkzN9fp4rIJul5TqqYSXS3yndyQbTrI/ybdp38fCr1E
zCjwKW7S+cC/O9BmhFKPJpSiiwTsYy8boa2k5kZW4EZ2hb4y3s+8RwBGW8sdK1SgS2g6EN2gffAG
VHofQuFDEz0nXm1PxFQKUpeButV3c2uV3nTNcR+U35Ykn3IRwWftYRUFl9GG6Sbeo2W9BWS4tS3h
UqKbFDj2zAJzPYFBbGgJPkN0c35/FXtHkA2vSOf9LIJw/+9r9d7UYkdMVpaITaKJrqRO+278AOun
87+zsDhjJkpjSlmqWBBHUBdlbltKshF1r106D983DCFZZvbcIuQNolA2Ki0V5ypljA6FiIirNP3z
QHjYqzxIYWGgKLoshRpB3UlYkV0fPtGmOiYIct2fqvUw+NVcyeSFqLIBmbled6sWhDqqE8UVkdGM
kmrfg2lPKWHfN7PeXgQdvE3mWg7OfvleGyoSXXkzqe6I6GosnpsptCftIYy3yqA3DHE4wSjPHZNE
8IsLzhBSuetjSXWzpjxEengpPPOvUoN7bdKv98e0PpiwG1JyBdI2g2qXpQaeOlkK3a/hcqnYgfij
wLPdt7DuSJ5xW+C3yL1TOIEE83p1mlHVsqnJTddQnCF9asrxpfYk3Ghv2XXUZgBWhZ9a2NeARD9Y
8F5vfMB6NqmG4hKA5s4ndpm+DgH+D5MaWm5Qf2hbEVbaD3qFxkO4gVXasLPsthrGzq+DLrBcIYgc
L4zsDlySbJ275Nf9GV0HfvOA0JFhNqlFLQOxYRTlauxiyy2sD6P8wJva9uDVarOfki+dacH6eN/e
usNl3h7zWxVAKXh2Y7GCua5lMS3lgqsFjYoU1KmWHsS8v1SmSFtS59D6DUMGXVIfrOllSgK7Fv4r
eoU7n35p4D7hRgR0YwKoqs9yjzTEUuxeXJQKPHVzpSe4GLmwm4SfcaucKqHchx4EvT1QiE0Y2Gpt
MURXwiw7Rx2Emsv1Hja1Ho1lv5xJY1+tESJewa+aXWcIf3tE/O5P921bs48hqmeB5WtbTdVWaWD2
+nNrauNDWNefzRrViaqsjEOkKcnhvrnZmVw9aOamYticwNkR0hHIXpurCvSOmkqDVbHbFS3UlPqx
q7pXVfe+6F28ZW2VK5h7Y2Y8KVUJEDjiwrX5RaE2NX3Sz63xTTe+dqX/iFpIg8p2hoYunsRR260J
XY8QmypE/rxZUAZdtoMh752TSaDpsuomSLHK5kLwdaw6r7TTZNQczQKgfn9S10dmHienZgankzFf
+tU+zqSijRvzuazgg8PmKTf0+pj7onSiUPmotF70FMRCc4zz7HvOa9mBCAXtymDSX3OrRF6kvlD4
9lxPR9C77DYJKlaX5iyjyN0yrzvMOsv6r9Gj2k3/t/kcCah7p5Bi+G1Ko1z6ujEVcyh0vcEwBPkf
oR/ug4bG6w2WClKHmI4Po+MHxvtlao6Q13UoMzWfgdPa4avydzyTDlPRU71venW5McSZ+YO3Gd0+
9AReW64rSw26toDMMUr6g1TR9EDHgLkRRK3BjZjhFUj8RGDNdC7CD83yC69KVOvZECv9x+i3+H4p
UK1vhjzVv8omxWmOvW99m+iRLO3WC2PfFvA1xWEYe3pj2zAwklMw5d0xrcx+iw/21jRAxIxUG5yz
lHDmn79/V/i1mLYzRXg1+dMTHOq5HchjvzHZt6YBWewZ0wh4i3z2Yhr0nE7IWva8Z1AFxeNEdGzZ
UhVTJEaTyNYnPT/Gxmju1bjXniUFyFqmF77T9Gm7F8zI2BetnCDaFW+xD618DhiimRVvTkzNjCEL
D1eXQxGLUZy6qSwnL2oYSEffS5oXz5dqJwjpkwBVDIuUWY5guunNvL8LVwftzTyqObNeCTCw5fQH
bSi2RQCE2UitXdaJ4T6evJB8XPnPyBsdb2MSyWmUtGQohq9XeizDBDIKM7hAMtz/l6QE3F0oVaex
TkSgt0H78/7Q1q9JDM6TOyMd53fd4iaO9Uxrk9APL3r9Wx0+9Wh1QfF0CD8XMsT/QXnwBEdQt5gw
Vjck0lm4LDYZAFI87GKn+QGCAGVshpdMURFrLGX/UE2Nuo/1urDDMdtSnVvFGwt7ixu5R5mg4F3L
KI3Hsv+Ivk0MblUjveikkPPfn9PZKV25S679OdAgrqOVBhW/6zUUJNRDWrqaLqlGIidDXynq6JBV
tV/QaP2K0Z/eCABuzCaxFIyDM+fmvG2uDcqtqgplmyQXJXySJjTXpsvnsd7qNb+1Va7MLE6hVNYq
VNFpAn2pfwTKbWT+o+SHxzze577nJBTxWsU8FZK58f5cHX8m9P345vG/c39QuyeDEQvxRUQdUBse
o8QtB0hULtQtbKgxddRj/30J31tc3Du9EDcqpyK5VOOzYFU71GD8D0JxqBALvG/pxtqRBUUKkDSw
wStuMamGgIyHHMrpRUUIeerCYxp+UdL+eZK3dGFurB/eHVapuYec4GbZWWpWkdVMcpxfxtyAtkJz
mMdwcOBoj9IIimonyxtbi0Cy3x/iOt0JHHgW6Hvr2iVgWaxfX+Wh3BsT3dp186McnHGya1K91kEO
9k16lpLSrsSjFCYnfZNIZT2/17YXK2klDUQQooTt4TWAISbJTmmLvuLXjTGu0A9vY0QCjHQMVaYl
xWEW5Y0ZxWV+EaRLjYZqXvvHwXuKrEf0L8jW0d540YTf962u3do8uP9n9G3F3x2MdH6xNm2dX6RG
2AmxxeFQnbQ6SyLkwlPlIMry/b7F9VG8trhw3FUwRL44McyufvHFZCdNH7L6UIa7sH9GzgHw6vG+
wdXdSzBCZZ0tOydu6ZS9PvtNWmQdF3N+qUTd6SRh55vyKc02eKDXKY455mHtULwgxwE66NqM5w8Z
b8agvAgeqkykirtdjzqMrSi1sm9K/q0eYnGXD+jIJMqQfgXfnDq1bxTn++O9sV+pCNGFSbPSW2R/
/SHZ6IVcnVpxCdWeR8Ms3fIAdhamzK2OyxszyxOV+hv8gdQZl5ivvKDQRa6muOTtaGficEGb3Y6A
4t4f0Dxz17chtxIZd3JuBMcU3K4HZKlprE1dWl7MLOkOZSDC19dOW4JoN/YljRoUtaDvIFG0tFIH
UxlX4VheKPsdNK9/oNfyJXoUwvG7JJg/x2Q6lv7GWbjl166Mzh/17vgFvT+2uVmXl1HIz3H0paxI
lVQPqdDZWTXYhtYCRDwPhZMJwme/Ci/3Z/bWAtKcMou0UL5CLOLafCcbQ5B2UnnxGg215Mbpunbf
CPnu/8PM/NAnX0ppYem9vYnEilWo5SUQKIiVaolcrnkYC/2/+3ZuODNAgf9jZ+GpzSDUeurF5UUz
znJZ0c31ScpgrnzKE5fGsg14zPzbltvSnPk95k4V8P2LtfPbNo0DraouQ501L2oe6V/aPLYcajsQ
pOdysY+k6N9FQQnRqHpz2uiMWPMfGAn5t1JNq4sWBSekcTOqfpr0m4RbrHyEXoIgv52yo5BsUfjc
mFxoDyl+AfCgPrWsuEqUeM2Ctv7LpOWIQpifOtRPd0MWv2h0t4SNaTiWQL3q/pKuz/6cMZYxStMz
D/lFcBNTxE0Toa4vo1FRcZaS4Eut69HLfSs3AptZ84XgRuOJTD5xcUdkZSoKYaoyuHSMT3Uw6g9a
aYU7BRFzesnF+mNe9sOXSGjNXam3wiHmEXba+Ij55rveUHwESQpEC6BCpVxyfRr12GziRLLqi1KV
so2QG4mfyvopwap2nkaQYUY3N8B6WurkSZvv0ay2SAlG/9ywMucxSJHxpCNhD+Tl+jvyGsZOXu71
peU5vKf43pymKC03ruVbK/veyiIO6MyKSkZIhgsmrn5P/A5ryFg3+/uTuj6k81i4eGcWfhocF1Y8
WrvqMGVOpbZ8VBovgotA/x3JwdH3fc0J9HYDIrF2qRjkiGISECbn5Xry5DJMFcHCoCaOCLUF0m9Z
8hAj96stocH1Pc/jUKdCNDfTzjXja0uk2QyaQqrmUlf/dcMXpf1Zpp8rb8On3pjAKyuLp2hG+nFQ
yry5kD+CqBnuajtAdwm6HPjIMjUGcZ0ZWx3Xy71BOEKlcC64I64Bu8JiaGNFD4XVatUF3EHvFEVZ
kaUN1I1H4SpkW5pZjE1uimwaShOMqonQoEw3PyJf/R+vowe1fjGCP+NYnwGR5/+4R5Z2F9fu1BdD
Qr6yulj6lz46NuPnIfpyf9/PvuK9L3kzMc8hkSj57qVD81XKhUnt1xcj/iHXKOkBx0NYbg9SHEpD
gOuqZiNCteGtl5tFBt+M36BuSeZiTu5fb8kRAQrP80iuh4mt/c764ByZ+q5E0VJXrY3YZQWdXRpb
uMsiCeQg9aXmYiVkNA5ipoqlXWej+FB1kP4jTh+PD8OAezip2WDoe0HO6sBp2gq2J83QvPCIPnE3
t8sVcnLyytownSQOaY/QQ+S/dkVXi9NJ1hPgEEqh14lTTt309/5CLU8xowDBNisUkMUC9zpP6bsI
kGeXrzfJ1F2UsYuOAkWAYzwGjwDso5M3VtnWJXNjieaTxV1HZom68mLPh0XeK2mS9BdaQ+QPYdoI
n+sxNc562CPcKXQ157uYYrA7decocSHsikKBvUyPOoeymOzkk3yKikJyNEGQzxHGiH3Seus7l69h
5mWm9EESdsYk4Euv58UXRnVAXKS/RK1n2bqcP2pWVX9H8bJ6Qr9asQdyVvtSz8MzQHjpoYIoeQPZ
tT5DM0hmLnqCkuGaW3ihrM+UIs/l/hL2av9ADuJZoHfzm1oVzT4UhtxtQ++z4SvPUtFt8UK+FaSu
D/BcSMD1klPlWblE7ybymCTInwyXyJdLt0q84aDJykgRIZgcggTxECu0u7SS0D1ZE0pHetqhHVla
xT71i/5nlETZc9woshP1AgRPidbzvkd5QkH32Y57dFPQNsTRFZXxgFhH+RgVXfwMgU7vNJbq2bxI
oCnLPc3RxfGjHk7WoRM7/yR0+muVl53TjOJeIECz+7SBDT/L8o133w3/TE0OIjYI6+Yge4lTyvy4
SgIxHC6B9avN5Z0/os8TfIHO/2TG8mXwAK3IByKxV77w/rG8cUyuTC9cNKVCeLFHhJYyWXvWYu+1
0qVvgxU/191DLPTRhuNcBaDzdqcAO7fyUReFI/N6u9cF7CmDmAwXKYpQR1B3EbRwQPycRFbsXGgc
pcnPQgGYwFcP94e6KtosbS/2uZp1rVEZ2XDpjBGVg5LOgknedcmxFX6mnuHIlrcbMxqG1To+9uHB
EE0HzKeSbCHEbk362/MCPjOg8cvYyYrEqUM4mfWOWpsOK5GLuEN6YKz/UnffuP3XMQZMSnhcWss5
5FDKXc+4MVq1UncTBywSqEB5mnTSKqv6930EUdCcJFF4wAD2v7ZiKkFqmZE5XPRUe+kCxJhUmm7+
Uy16zT9vrOON6aMUo4J9w1/hO+efv7tKcsNvIDvUx0vYlKcw0OzK/FKOZ5XOgrEXbMmaHrTacjO0
TAKqj4x1tAI7N0618TsDuZpVyfH+Jy2DYXw3L0Ve/WAyyYwt53gcKk8rynC6+J7K87AdanjXkuYh
HLmI75taLyemMDIPnst7+Ty1kBVSsimdLvGsChMSfe+9XMl2963cCDq4inBHNNuD9OUVvpjjTssE
P6ykS+x3zT5JwuZciGpuF6baH/tRkF9GyrfQCvr+wS8VY6f3qrGDn83cad3UodzsGU+xlWcHP0jL
D02eSEdD7A0nqFpUbAKpVV4sqOA2Is433dLr64RMBa5FIxMKTHzZLtwVCcrnZqRcRj/dkTJQ9wHy
v3/V1taLg2bY1ehENlondPaGOyh6sm/TfO4qu9jK5t3YE3MPMcUmxGCgqZ9//m6XTm0u+rqUKZeG
UDQrviCBVFlbcI91VPVGNzxDAlkowBTXRqCj6oI6SpVLFX+GouUQjfU+6ZGACbbilPkALyeWrmje
XzO+BGTUtaVQgey60XPlknzXhZOxL49jdMyqA+kf4WHKnf6kSXa6Rex3Y7eTsoNOEKgjaIMlgVDU
hyxnOGmXStMfxnJUHU2Lrf39zX5jpfBYs17PjGpAl/d6aIrch+oQV+alkbpqZ8RNYo9V9TQ14ZYi
301LOAvqSvAdEPNdW1LlLpEHXzYvkSaEO80Im53aqunOyulpvz+oGzNHc5kIAhhqFDpHFm5fVOom
DSLDvAilimY02Sf0dYYtLYObA5q9HixDII6WVgyhVppiEMxLWivVuSNeC/G3bfS1gYT45f6IVraI
EGc2ZcrEvPjJxF9PniH4RVKEiXWpZTF/iT0/Vw6CbA4cavpwtgQNV/3P86YD8Q+KYu4CAc1wbS6k
08UsDEMgKk5sC4Jry/thKD1iXMe+TW0lni5jeVDbjoan0vYr78g/7TsBuRt/A225Wks+ZZYwfaOT
AAW5WEsJedaw7hL/Zcxpfp7q6m88+VuErm8vjasTTuFB5BjQ9QWUC4Lv6wEbTZunNAMFL2P4lTN5
1lRX+IZealZDnJJMB0U9a/GnInjO/NGRqw++LD4OulOZ1kagtnJqfAigYyaeaBjc42KhRSmt6wi3
9tKo0SkIE/DtVVPQT2ZkdhwqGwflhjWSL/zH44N65LLfQfAkIaHDNnopu8lmiwNn6nYiGpnJ/v7+
vWkIomciP1wx6Jjr+cV7FXFbedGLaQqP09SfrHT6FZmxY/hb7bYrSB6bF4z4DMZRIALhdXVtS0sT
1aQzLXoJo+AyFN/T6Sh2r21y7IZfGsGJqNuRBOU5oO6JRAk4NfLCdoUiYvRHF5LL/ZGvmA3fPgei
YJJ4ZFoJXq4/J0tbaazFLn4ZCTiOYR1lim1ZfWEXffBgIUL8cRhQ2JMtUpWRlNOwp8XBue+0/pGp
DBxfqze7B1cXGg5YAik59/TMRGmzu3l3P9MphCDYoMYvXp98QtLGjc12P4qdLX/KK8VR8mNGLZGI
pTPFAIbIyU62QvP1a2gmoyEpIlJooN63VE2FSjUJGhjxX3L9kWfTcxS/lPExUM+5ca5ltqFAoV+M
Nx5ha0dKfnjOitDUB1jxrVj3buTQf/gmL/n4hZjNDmd+0+JvG2wBQ244rVlkk9w6sCmuh0UE2QW+
WGmAtF5CyRycMhN56nSmsNvYWrMzWHgtxLHxjBQUZkH2hbMoIkP1NLNPXjw5ReHuUGnkbIPmnGlH
RcggbxidpKPNPB9sqQl3lfnYJf+B89pVIGJU4UPqxRvnfFXsZLeT3+KWh5qAv6mLkeuBVmheA/wu
CZJXyzPPXV791vqDllm/y6JzRs+zhRGV7z+I1TTxeLg/JbcmnoBwZv2b65DLHhRB6DO9y4P0JRtA
IErDOB40Hxa2+1ZueDOaumd8DIoeJK4WRzqK1KyX0iZ9SbvEUcrwPE6fpjR6FdL/r/EAOKDzE+gd
2aLrg9pRsOoCVWc6sxyJt3PjDxub6NaBIO9FjzoVFMayCMtCaeoVOQzTlwrMslP3+m9vaCFpFLKt
7p1bJx70Gd0uTB43wTICjBMQIW1ZZC/jUYT9oP8/nJ3ZjtxGsG2/iADn4ZWsoWeJLbVt6YWQZYnz
TCaHrz+Luvccd7GIImRAgA0IUBQzIyMjI3bsbZ7S6W40/SB+7dWP0vS5ln//tMPBA3KBzwMgsqbJ
szR7znOAuX4qVAOhFSG5jqTdy+rbbYe4qiJyypGL48qGPFlR1w5ROWU4lXpS+Lr2ubuHFFqmiOW8
df1T0rw2ar3zWRvn/sLcKj0LmsSas6kofNkoGYmfNHHoq+5HPI2IhwqnedDscE+1e8PnscnDm7o/
OlBr1W5TtEqgzNhMlB9zn50MvfKM2Y9/G4RJBIHZW+dckSxAfL8OakGQS3rWFn4Ye13inBQUdd8Y
PCl4uco8J2/v3C+O+lUMxRx/4Num4W2vOgxBYSeQbOeln2Rz+KTFenwMulR8VNtiPMiz3Z6HUB4P
XUjrqKlU/VQ3qupZkgk/cpiOJ52CqVcaiDw0ktaeINzXmE7VHW9MKvO+Hkd54baNDupgGm4SJeWj
nLfKnRMMUAiFqBQUZtefGuLVKXbG6VhVU3rfJFXy1Nax4Qpwy2+ZMltewKIAgBsI4mFUvKboVJ+b
HI090dNhkuruEEpq9EA5tXpQKal+aOcGGmmr78+3l2wJ4esV0+i0LjL1PLzXUqKNym3DX5b+pOf5
WQuU4iSh9+IZFmXNMc+Uk2is5s3J+j2/vy4W4xvIO5OJ0zlfAsllOIxmR2tznRdQz6yzrnhCUc/2
fD/E/mic0yY51PJy3VUnkff3t796y/8ZoiBNxi7d5pXpSrJnu+6S0h9sm8GNP0Rc+dYSk3fulq1Q
8t7O6gJVjV4tURYs/aA+aelb8UHWJdcK/rIXXkzxd7dHjbn87vVuvre38v+O0dMQxEXpN/FXW7wO
UJU6D2lGtQvvub2EG1cNRRQQdAuZLf+3XN7vcq8S0VAgJE7h12qs3ws7ptpvoyI2ZN2P25Y2FxF6
N6o18EVeaWYEIi+zIuejdPFUjoZn0x01kwiapO+UVv8EKtTuVd9+MfGuF5ISMLMX5Hxwga42TnIE
iaeQCJDRQamQG49cu/kW658HtXeNLDmG+Z1tpCe79MogOgwk3Ilr3PEqdVPpIew9smw1PnTO0yRn
D6ZAocIAU2B//v2loV5B9s9WLM2ny02w+tmOAyMt/aKzvWo2T22VHmaK/pI9nKqgPsp19AdTMDtu
veVmTKRAGkfiRLVu5WZ2nSuRllSlbwPObkXuRcXP2PluZp8T5/X2F27Fp3em1jlgX5VF06hEdKPR
GuIzzEpKNjzbJhA7bVabI9PjiNRl+e+ylC4313vDq2t5pNlQSG1JYByLT7PZu5PyVNXVYYz/ytJ/
bn/kloczBW0v3CQK88Or9Uy1op9N0ZR+FMRuVX8oGchMP8h2clSd+GXInuXmt8vLfB6quLSyF2gp
sjeXnsNzR63MPq38WbFaSH/qu8LIc1fRat3LkA19dISB4ms6S+donMe7LorKU+0U8ABoM5RrZvzP
PDj9oa317s5WRHZXBJW4U7lnAyXKD7cXaCteQx5C/Z7uNJfVOnN25ID6GFdFMDqCGZw8v7czxgLD
UgrdMWr2oKVbLx+O/VLlhxWUosrqYM1ZhtZtkFe+ZrcnZfiU5l8y4z4I4JL4QMO/L78JOzxUNpD2
neLgr8mNdehBqwKxCmDJyK2t3iN9VTgTfl753Vwdg/SR9/2nTnM8PbaPtdp/6tN/YHwwx4exea2z
3nU+ztnjZGQeT0qy4uExks9SitbD8CCyDD7MhzBxc2mPtmF7iZZyK3V0iunred5IH1vHkUd+pwjF
OWpGnqoZEwVIBMxe0qjZQ0S0dkd1rO86w5he1GTKz7HWOwcaJ+rOdPFmNmFxehh1WKqra/iB3tdK
n0pV5etVeKyVuxbx9fC+sB4KyZtfNWtCbeQl/X7bL6+7SxwjNEVklV4NA/nrAExdZ+pmu6h8OVZO
YIBLhqzDf7Kocu3Q+NFUY+7Vo/01LU5pgeavHT4Pw+AN1cydJf0VwsCj1+FdJf1stdS1d8kPtgIL
w5t0p3mjKcDLL095BXm+KY995Q/V8JX8yvGklnFr3c67e7VilF9LbYA0QtKPUl+2p9ur8+uWXLsy
O0HtHo6XhQH00nxn94VkF3UFCd0MO1w95lTKEjvsvzhk6U9DbQYL8H5GCQbvvhOihhfHEVp73yWJ
WrmTFVaPst6Gf1ZFT0MUhxJPo6pXw9I9gUU019IvO795ietXv3nByxJtQJav547NRA7rSpfxI3V6
KA0E2OvATQqStSE85p808zEKvLnRPfhQdq7VTR/mSkWQHbZj4vPqHujSMbUSR618M/9pBc+RvdAr
v2bVl7mxPTqwR8d0Fbt9cfbyxutkDu9dCEoXyoVFc/Jyo+qsrQsrx41jAFVwOVjRP/kuEHrPyOpG
tcfMoRpKTFX9cC5d8bkNnsPBdkVTHZLkLs/etC+W8ZRSJgQKcygr3kA7195yq11uLm8NgAp0+IHQ
E91X32nUgd5NQ+WPenbScvFZyHvsLBuFEd4VUPdSUUKZgkN3aQNGUVmMTV77yhR5KdD5DOFb0Oj3
cf4UhXAsWZNXy3+Uwc63bS0vpZ8FnQb+kuHtS7t5qdkoVha13xoOCXLUB55kaDVTX+EuDnPxh/U6
GtxRRA/e9WhZXNpqRqmHPLCp/QJ9objTnysUCy1GcqWQ6F5Xd1UiPaoBxH5O8XHngC53/ZVtAj3X
Mw8PSkGXtutgnuqRsQ/fAYfH4Cq3pCVHJqCmxHWYhRrrqTy0JhSGSdtmx2KMG8+ehva+bBt4G9GX
c2//ousUlQ1fsilq4LTr1+/YgOBgTINc+1qhfgJ292qKgvW3vpfGhAJxcWeNe4Fi2cv1GixlG4zC
cIhPX66BoQpGoYey9kWbHK0I5mSzup8Gn1qpWk/IY4Yu1XYvheuwmFCpCeadb95yNoZDllrcMo2i
r36A1oMEp8WAs5k9aVFmulFmctGi/7H3rde5H1PK70wtP+XdQzPp8nJOFdi2RTl/HceEm/VnOGQ/
w0p5mK3Ga7ThKTYdT9Ynd0zzx1boXhhZXPfyeTLuxmoPUrL17XQDENEkXZevaLH6tHbq1Mpqn8l8
V85kFDthRih2Vnjrs2HLW0p0wJ7IeS8/O9UzeJV50PtmIM5tpbqt7Pyo9OqOmdzjbQfeClkUYsDG
LBuq62uyHb2WtXjsnca3A+lYy5UnC9vPusYdc0ows5A+l6UEhWadPpvR6bbxjZAMqHXRpgUCRe62
unooLZcWxFwNIJrPpfl9snYu9I115CHPiAZKwoyKrcNFpcrFKM994zO5KKk0wOdnNXsO9/AdG04B
Ugeczq+CCE3Ly+1q2knr535u/Az8u5wdJ1hVUSu4vVabRkilqKnS5wN6cWmkla04q8Db+bPeeHUE
OzyN0GFvmmRzxf61sq5/y7HoTL1nxZJcnKxM8mTtZ61+s6P/sjPv7KzzgVCO62zAztzd2wHkGmHj
Osm5SveC1UbXlrhMe1SFuZmAuS5ySkWfDEmp4t8ZfWIIDjRBpTVHaBbYg+tABAk5YHEms4rehLDP
t3dtez3/tb5yjSwu0qFGTMiHAd7TtMYF8Ueuz1grPJe3TS0J4upeWFj2GflmhmCBe1w6SDHqcVC2
WYuDmPJJq6XsLKkC0k8a89mgVPBnqfKiS5g/m4Bojretb7mnBl8GvXruJDQTLq2DMSmVEsi+PzWv
IOFPmUjceSp3rGw8PJcpJGAkvwj9QcZfmpGUou1Vs2r9OlaYDqrFqdTUE7IKj4ban5xQeqryO2gs
7h2zPySzdjIM6e72l25ATJbfQFfyFz08nYbL36BaUI4odtP60JN+qexnA9QtUprHyclc9Gx6ntxV
IaHaoLqq1RZurdRP0qzdRU14EsZnJdp7ji8Gr3ae5J28DzKXK/6psES6F86e1pek+TwhFG9PL1rz
zQ5fFZlp+5092Nzpd9aWHO3dnWxHiSplQHh8qasYLOpTdzL9XC33/Hnr6CxPkv/9qnWakclSQq7Z
+l3g6sVnx57dTv2r2I0Q1wVNtpMmJvVsDdK7dT4r5EqPeoYGfZJzqPbVYxjdQ9zhtop+nIydxdv+
qH+NrXwnzksjN0KMof7uOF9C+43Wm0bx7baPbsWCpePGZDnQOdStL/dorEsuxXHq/Jr8Xy6+C+Mv
Ad5pGM9y+lkNH9Pyr9sGrw/mArda3s0O732kiFZXeayJWTVCqSQrrb14KA6tUbs1iGWQqY58lz4l
fX020tg1gAv87hgfRIhLV30ZkwECo66H6+wpDOO0pNSROW8kLEnTua1Qf3dNgbhDWct8CukSPGGr
rQu7yZBn0+Sd3L+O9+F9b56s4KxIj1omUBHeQctdnbKVtWWH352yLJX6dJKNCrCRrwS9N+ixW6t7
+MprfOBihgx7ARuze87KUazCCZLAsSsfFfplTsCsvcyqH8ZQllzeGPrHQUtAH/OQusvtojyrkiod
7azXTs3UPXKR1S6VheEQLS3D2y51dS6XnwYkZnnVAipaF8anLEGYI0E2to15zVTFSSOaZYY7tPKz
Fu4Yuy6/XFpbJz59bYRN32Itq5isgitUTzoP3QovLe1nuRRuQymoSyKXs1tbyt3tb71KhFfWV9sg
dcOcdbNV+YYUwPVlzoEXW9VeR3Lx0It7AiugQ6hsExgMeEQufcomO7BFwDfa+Xmu7hLjTkgMBN3n
NDasndOyaYtC2kKIqECts7ol5DkxyyiRKGdZEwJitTcGz7Z4amX5ri6TzyB+9x5Nm1vIfD9SECYZ
AjWty8/TqinpnTGtfYOBcEYo/7GaT/WgHKsUJaVDYynHdhq6pYdxZAzbv72D1++oZXERHOAWgUiQ
3vKl9WKCuSVv2MJIh928/Akk+lDq3efIKP0xkZ6FhVLwEL6a8x5b2tWd8svyMjDA8B31rVXqNZdl
rhhpWPtdLZ876Fmkb03rnKEZur/9jVsxCaSAgtYGAigw6F1+YhI18Go0PPzlDC3CsLY1L7Iber90
Z3bO4/WB4DSDlYe/aKEtXxevRT8J3S6V2s/mbPZGqzbJMro9nbQNl6Fc9ov4iXcVTZ/ViZCyzOQ+
smo/+tz2iVuOtjtkZ5hnp0jzzOA01ic7f8mkP24v5C+WtcuTiF0cBbQ+dwpTAZcrOXbo1yptzLOg
UWnQR2SQxkiCE8uVdIZWQKX7ZibMt6bDYWBQnqEydAscm6lqWWRvoAUhwgqb6lXTo/HYFPLnGTbO
uwmpK2+Qh/yUS/WpDmSyGF1+LfUwek4nS4POIxvgJNDFKW5sxZUsqdnZuKvMA4oNRnuWhh15+lXD
fp5rYWtZxJNea45JEx3Bpp9KmFc/Uo/qUaVz1V4cby/nlrPQGnRMmOXoSK0TcgPMc2rnFe/v2QHp
KjMQ281yvdNl+kV5vt406GSB7tP5JvlfxRepaErILcrGV43HMMr+HKfWA5y5cOZSZjh3VXIwJQdK
neEgo0kXhvNLNDOng7yDHX/XzJxdZLqk9Crqgmn2oRoYhqVfV9V/3V6P64CggcRlwgoqarLa9V2W
anlFBzNv/Dz9NI+P4VvAwIuyM+95fT1jhLudOjeaGle8E/RNx9mxqd2owce6m5+SWHh9pD9Qmzw4
0c5w73XkwRgDEwBSmY6H0fvyvBSBw+x/2lDIsWRPTes7OQlIUvaIpzfN0H9hAnCp3q/L6FHH0VFb
ufE7qC4Oc2nHVOw1+Y7x3j2Oyc3l47G2SBRA779+yDYaZCGjrjR+qz7Ejgw1yx0C5m4W/hl2O4u3
dSTpDTC4zvwkJftVkIvjug4TGFn8Ppb+yReC58iNEJFv6GAr1FTl6k+53sOWbRqlTcBMAkBKJjEu
d6ycyxDEM4UPqz8HARx+InYh+Ck9jXwjt85p/89tp99aUK6k/28QCOelwWAwuyqfJRZUCqRPhlN/
i5TuUDV17lr5UDBnrdk77YhNk3BaU44gHJBaXZpsrDoskqUQUKf3+jEjwHUKMOlzmO/O8Sz/1Dr2
wMQGzSQMCIvDXJqCDF2hycMTfxq/xiSnXqKf1NQ8KMZ9ZBunWn51mj1S+62wCraIZxU5I9zlq8+z
I7XTlLJufbq7NPW7g/K77HJ0zpnPXAZ7l5ImfdfLr0K/syx0ZWzJmV6T4uvY3mUgh53oyMThMQoL
T4/2qhfXeSkmoWL5NU7MFbzs6bt3lS2liT41WuvHofFg/ZWU/Vl5zaB8hBrgD94iO9fhnrnl79+Z
a8Ost4JAb325ndwAhnVRQ36RFt8a7VlRHyseyLePwaZBelL0TYAwXyEzsrC0pL5SWsr5xnwK7dQm
vbDTM3K6+Z0zjN2x7GgoBIjN7ISZreBJKrNUAGhK8Wq7/FS70RLInkxWtu2XzClqT6GV5Icy7LLD
7Y/c8sxlJGEZBKcHtn5ciKgepyaIOz+byvrYDWrhWiFB9LaVrWv0vZXlV7zbO02ZlVR2ks43s8CN
E+OoR69h+KbDb/MfDHHnLBgSmPnWbQqzE4bTBX3nN3LtqVJ00MRbrPzZOXuGNtYNVTRnGacAKQp4
5fKL4spp0s6KBNrsyXyU0754sYIw/d1mNKNay1COgfbUAhNcxSqRBUMUCuiaCblvYBr8OULQyYjO
t1dtw9+o9iwjIlAiMLe5emHmWeE0WmV1vogLl36ky6ppyh61x0aMB5zHHBpiJTjDesBKyHowOXHe
+5GJLKbUF4lXDe1PAajqlDOi81QNZrsTNDa/jIoMyQx1Dxi1LrcpTXJVqaUIm/HfXfRBy1+keOcF
suHbPLBoisG0xXy5vTIBm1872gBr/Fam+ZENhnqQKlBjPYo8hxboy46Lb3ieRnecdyNdMlj/Vj4B
HMKZ1Mjo/aJ16tPUmTO8FTDT3XaJrc3iDMEICY8SDb+VSxjBbAVmOvQUOKBdCZqncjY87VWpq5Od
Fa+3jW09HhmhIKT9QoExS3G5TW0l5CiMjcF30KR9ibrcODhSo/rMKhl3Eg8vL6odyNJqST1lcqw+
CNUUpyaFG+X2L9n6bIDszP+RhyxsHJc/pNYT+o9WMvhKZxZnXQKw2ijjweyKz6qZfphw7x0P3Sj3
AhmijMQgJBMX8AxemnTaqm0dXRK+OcfcnSDhDo0SxyenSjv6W1X50neFfCC3kF64b6rHPHR4W8tA
qmVL2hPo3Eg2L37N6uqRqEqMYjCFP3ZyddAQ7D4K05E86DyKw5hq8UNfaUy59G3/oIhwD5KxcecC
xyCZAGW5cKCtzDt1F5d5ng9+wUVrNfZXq33uctObu59zPd9FgbynfLr5we8srgI5Y0oOuo1YzCIk
KsSX+i0NmrtlzgCqJetpiv687WEb4YKKIbOJlJfo7q0v3BIocBGY5ejPMBwW/uCMbjBRpNjTCN2I
fDrFHob+GGm9nkjRLGEY0FaPfgJjbF9DOZHOD4Xy1+2v2bBC+w4VaaCrFJnWzzwbwFKTqcPkI6Ly
hITteAj17Ch17R4nw0bU47ZFFw5MGONy68qcPHThDF/P7CfClB6g4W4PdaXWO4nXtZWluY0KLhFA
47+rs1ibw1TDvyd8KS4BnDWuvofDuV4wLNAk4y0HZpyn/eVpr6NQCsMAd2un+ujU4KEtK/EQvtsL
K8sj7fKZsxgiB6KVTG63Vm5NSUuFMnaDL0/PkhY91SVUWXPyunSQVLeavxTRj2D4jhDzzv209YUL
At+kvMlaGqsDpYUiUpgHG/1mqtFj7Ji+K73O/nnb8TZ2CiwupXeoAWCbXKs9tEJCfRIhTF8OP1RV
4vbz37cNXEcidgnoOP865PK8AC43ShEiacwilP3GKodjlcg6r31z/Ahi6VDki14Q2hnHcTDynctw
y7BN/Y2HFUgi7oRLw1ZrKFk6xzJoXxt6mpM5oh8ieaPsxYJ+dLbHFLqxX/T82CkGuajJrZtDsR2k
gy6i2a/H3pWHOzMV7jidb6/mcnBW3sgAANUtzvAyn7E6WCnFFI5rPvvldJe3f0eajgDwh6UsbJQ7
pq4DLJPxPOyppqF5dsVeN1XFOGhOMwPWtk9jJl7nwTwM6OtY0nx/+6s2nFBHO4pCKQsIc+cqW6By
2dixLGRf5JnjWb0cHZqmrnaO8sYG0YNhvg9qA97bazqawMogeXdG2Q/zwSsyfw5rz9ojblncebVB
gG2hR8Tn4aFZqyGmcSN1gaTJfp0fpxk1a8TYwww1zLOmQXmXB0dV/nZ79TY2CqwXbLvw0kC0saYZ
BN8apKkhyX4/GggptDnki8kwu6lZ33epI+9s1oYL0qiD0gd6Gtjb15PWgVLrem3Wip+/NEbh1ZZ1
CpRHG3jJWOyNqG/ZgkVCNQiBPOPXQIiyV52qDUzFp2Ycx+OhHWMvTqMPlfo4fLq9itfUHkyqM6UL
dbKO0Cy9q8t4oU1KnzRZq/qVpJ+D8TmSQiifGteE1ayS/55aF8ZfmA2Uk16Uz5kIjnJUHOehuu8j
5aUKxUkOnD9v/6iNGPb+N635z3qDgbNyrFQ/reLjHB/G4CSZD51+zu23Xu92DshGw3CpfFH4AkXK
7q7nmsbInmndpbIvmXdZmLuB9jlusgN0PFb+kkpvNPKYbjrd/saNw8/1gBzIInZ2Le0Yl40+dFah
+F0+Re5giZExs0DbiWYbnnRhZTlE7yonVq4La24TxV++qzQY3lA6KPJnL1QnV0t2oBJb1hatSAIB
jxKGci6t5VSjorQWit+iJwzvuBo8M0o3doe83fGQjcO/PHkWDWUKzMa6sqEaaSUHoa74cWMdjUSk
sCsnAkpaEIVFtlf03fBHqhoq0QYFXo3L7vK7amMoBmMKFN8Z2kNghi8MmifGZ0V8VSTUaQb/tmts
vOlI7RhfgJmKvh31oUt7Q2OlWZHRGVepddXi81z+1IrOK5Tp3jCOYymd7ABmz/TJSZ0nEYw7TnPN
ekd8W/oUaCgtyez6ykisLjPtsOb85f9MSfjnBNsXVO/3Umc+VJbmTkBP0kY7kzmdEkX+1o6TF5ri
vi59GK7e4lP0VL0ypXl7Wa7HvJafZRDvOTdLDrwKVX2GmEVt8a4vu+agZdjUPza2rwynzP6SJNEx
othKSyX90TsuEt6iATWbvQnoP1v5B2y0TwnjLIGz98O2Agg/DMwlcDIHZpHVfmUFdPfAhFgv3hUT
WhRJOB2SuHItqz+Gve1OOswE2XRud1VaNsKIRapCCXaRdYfM69JVlHrI9M4eVL/v0YwTkqgBCkt7
iiVbx40hE9hMYClY5sgurQyDoRSAYlRfr/8Yh+RgtDNVBu0UFHs0PxshZPn3wemCOLqOxW0SaxEq
26pfzNohzcMDiAY4KkI3hjWiso+3XWrbGlmyrZIy8w69/K48HDUG9dm4PLGtU23EzjFkGu40wkHn
jlQTfkpDVPx+JoEAGww0tJF+AaEvjcammUaWNak05v8wCusAWvXYS89D15/NYq8gs4Er43bhtUj6
vLx31jP0ehP1HaKvqq9I87FEAKqH/MAMteMsTweGj73ArO7M+CWMvzlV8tAP/1TK3aAxOz8NOwd4
y4uoWTDNy9OYObfVao/moNSzOqu+Pd077Z+D+JxYn6Y9qu5NKzrVBAvIEzfOKkooYnKssYNRVE6y
j4oYn7UmL8+G3f0dOOYe4OEagkxMWqY14IqiZXA1hjKZSV6mRCw/bylKN2cnPYECPhlt+jDK7acw
fi3E98o5dr3uzo58VLPukOUW/28drHqPD3nj2zmh+vKakHm1r8V45mIYi6TIdL/Mz844wG6Ru8b4
GQKW2+fmGssPFui9odUih4GhFdmYYkh/lAawFGF6mHrUUJ3xSSvST5P9ChdAo9wXKtIbc/ZH3ko7
OjIb7xqmNEk0uJd53awfnokl5grwmu7PRRAe464Ud0HSyF6pg+6+/bkbQfa9qTWMAyXOWK6TUffz
Un6SxuxzCv3XbRNbO7eMCoDpAhTIu3MVFGAbrvJY13256IzXVqX7mg+ldD8ic3rS9wv0W/bYQoo8
vAqZmVvZK1CHMQZOjy+m4tgY3cG03ipDP4TdTg9qa+3eG1p+yLsMVOnlNCEesHY1rApF7A62f3vp
thyBow4ejggHcHz5Be8s2H2TiVFtDZ8+TY1+pwVUdgdis3XMqc3/a2O1XAhaVJacNwYGxuNUeVF7
70jpoxK0p0m+r1QQqnP14mSHfvzoGOKhbz5U/dsgnxpmEG5/7tbOvf8pqwWVFwbbHIwBN2R2LNXW
WxY1hr/e2bv1NxeWS4pEHipqEF2XCzsZ7cSbkYXNMkhsChS23tRkp2S6letSYyaro4m8jKevjDhm
XTNrbBl+kHdZ5qZKS55ZGVQdrUYcykALn1RFvAo9tzIQzvG9FjCGUPZW9WTr0R60fHNxuZiZ9oNa
E4T55SfDhhRMNRRafqnqrjU/BtHHLEi8/7a07+ysqnRxD1BLFo7hN2nl5slXHRYuIe0kGltHj67i
/33M6mCUfViEUYMRPqTVvw/2HtB3a7VYKfSlIAdlcnF1CwQOqBHZaUw/cr43ygzg78us9bz2fv62
y9Mb+BUWYUqjpHq5KwHELCLWC+xE0KS0SCYcUXlqjmUa18+M2ex911ZRZKky0l5hYg2s1mp7rKrt
mkSOTX+Qv6gtDP7WizU8Fm3xkkWhZ8J+mE7mx9g8J6abG9ad3d2LNz2F+ONY7LF6biwy0nn/77JF
Y29dWuv1ck4K+IX8gFdPXr5KTXCwmhdn2kPeb7jLhaGV7/dNb1dgFnAXM3RpJsLf+vtXNo5CsWOZ
zScTXBU8U3rS8hws+6iObpVQjm59I3i97SwbUQsn4Y1IPQcIzLpzAVllZwdVb0LfcKYn7MbRKzSy
O0F4o+Vs0HEmr5bpIZhX3GWi6iJj4vXu11kyPQ1G8CZBYnMQNcgiKytk6IydCCpU3ajuFWHb53RO
4X0FAJSefv97KYOAjSB4LiC/y8OhgZScSpFZvuK8WQbCmeap/i9dGcAdjPXA2bCwcqzvv3gYh9rq
LIrI95CYaOpj0O5g+Lb8/L2J9Xf0YZUqJSYcjZpRpHzrq7/6DMS+sgMf3jO0PArf5QuREo2MANSW
rzVf0sg+zOIt7H3R7/Uc9+ysbzYpMGW777HT3s+D8SkPp5cqjn8IeSfF2vL49yu3CsNGYWeiCUoL
j2dAb3TbyIax/+d/cLN/PWCdA8fDkAVKWVl+ItPXRKhKxA95cLhtZFmSyzYC1Ty6jaT0NCVw58ut
sfouMLPJodCGvtmRiKR6Zjppx6acHS8Gyx7FYXQX2d1ehe96CZcZf1CQsL6QjK4rXrPWZT3qEpqP
up4XJR8smpwIF/7+1zGQBzMmaTeUbavwpyWjZgV6o/n28M0CjDVQW4+f0uC+G46i3APNXdc2ePxw
dzGBDF0/mdXlWsptUwtLHTWfbiAjZEl8VPusPeqxdaggwp47sVP9vfZ3DBJv+bO8Dteagc44NjRg
FM0fxmPS+w0w+yJ7CJ09Rc3re2qxQ3uEFjjVqDUfshZCrljS6fIb0DYeT0Db1UJlDza9/TX/Wlkd
qioeDID0qgabh3CN9rwUzscQHplpJxxtuR59TbrQkFdR1lxdu1mb10kCMZCvS7KXl70bl4YbmDtW
tj/nXyurjCYc69rIOz6HdtBpSF8aDaEBpXFrcyeh3/uclZNLEW/2kqFxH+9z++I1qv+wra+3D9KW
B5gL4TiPf268dT44T3NsdBoHCWlo/THJY/FhYerY6QttBSNe4gyY80wmRVhtTOn0Q6bOne73zic7
/GAwe/jqQGdSqeJTKGm1G6vjuJOybx1amMyWtwexSF7jVLS66hOBqoAP3+LRbn5APDXn0IeK6YCg
5en2Mm75xHtjqwhhB2ObJZWET6jPVfxFr+4jlMuNHYfY+iS4+pcXJEQ5VOUu45Akum5Gbk731SH5
wxiPs4N62pNiRncdbYTbX7Rl61cBHkEZZoPWW6ZlddwTg3SmyGLx1SxzN9T+yTtxTKqdtdtwQVwP
nAB5pgxZ/HIM3iURqh5Ouj0mph8Gc3M/ZMiGJFna/P73LFGOgRFQS4S61altGA1r+jAl7Sp6QF7C
8IXSeKUJAaQUJH8bcfjX7QXccAmAzxC0LN1gqv2rzTJmPTVBvVp+xemDqSU3PKs2HjNa7Z4xyXf/
wRogtl/0rtTxVg7YpQPUni3Wps6APkmEdCoPiBiMvTeqs/23CSRiT59j+YJVirFQSSKkBGESB20V
1/s+1iZ95paSaoaXNW/OXam4Twr7pQySD0241+fdiIcqUQSILyNa8DSuvrFGhN3JW0PzA2U4mOW3
PBq9edwDKm/u2zsrq30rtG6u65K4oc53mlDcog+ZGhcQf+zcI3ufs1q+RB5TI2ECx1f0uT/lSvnN
HDIaXUG9p0y28QgH28FWQSVAjFfk9cppQ1T2SahDqzue9dmXpvhjHYrHglpJ1r04mqdOpVunxV1j
C7g3P2hINYYeWlVznnlGXWs7j77l265ch3EVJvoW9tP12GGh5o0cVIEG9vK5c4KfU6Z68UtknufA
r1rq3ekQ/ocTAjxgaRZB6AK/2WWYgT6C2aK8ogSnqa4lFyeRfsqnHxFkJreP4sa+UsCBdGph0KTY
ssS7d/EM/VdL7iRKOZP0Yks+HQNh7rz+N3z0wsTyE96ZSOapSlqt4/U/z/HZLsx7Cn/iECRQCRBt
yp0v2ojQC3J1wepAMM4tfmkuFAP8KHbAvVPG4aNDed3VimCPB2dr3VSFsr0F3QvxZHUebDRf4k6k
hh92Cdl8QtMZeohdTv2Ni41WB1n1gj5YFGYuP6Y1SeInUVDj1o8J8/NZAZ+HVNLMe5PH5nzbFzb8
fIHtMw4NLIim1mrlcoCymZ5RYQ4ccWZoyBvEoWv+Lqa3NotOMhrr6R//weIvCvhFxgJSwcvPq5wh
FHqJxSlU37QoSh/6XHtrm87ymI7gDsri6F5MksQoKByyt41v+SWsJdT3WWD0ZVbGa5KXQJY6zhiC
r7n6dewjNwtaL3X824Y2N5GZHxS3eJYxlX35lSZDX6Y+U8mTuuzYyT867ZvVvHb9cBqGnQXdgCSY
nGMq97gMyExzddg620oyJaXUZovplAz1W2i2SKn9KIvco3bltdJ4bsPgI/32nXO3tZx00mnzokPO
SO1qWLEHPxmWzgwTkVkglo2WozoEntE5H2wl/nl7Ra81WFFcem9stXcdmpLM20N7ZMJzGaOBYsry
MTey6skSivNdAbx5F2ux+dFJxYPI5+pZavv064Su2ilS7Ll3A1LX0GtTdQ/EtrkOtGJV+sNAStc+
nUSDMox2hhZLXX7/H9Lea0dyXIkW/SIB8uZVSl82Vd3V5kVoK1KkvKGkr7+LdXHOZDKFFHofDGam
gX6IJBUMu2LF1H030x5MAfn3PFntxspTKo4JNQsgoUC9jGWK6thaltT1/29ZywmLDeaNZmySwjt0
HbggjZAUdQha4T/dmO9M48f9L7Bk/2D9dKDdXQD41XUwnT+3EzA33tkvn1MCGnDz9L+kexYIhQDR
Q6sSJXAlEOAO71BRRX0ryR9KgBH7tbnsxdcCq4MJOSwFAnJAfssL1zQZRe6PA/bm6Fq6B9b4yAPs
LPG1iIH8vU6jZtSPtBFRBrbL+/e3pCWY/ULMDWo0fDrFsKOohgxTvpYy2WLeYmO0XtjZJ1AzrFg5
abRVHbkQ9HEFF0cM+KCxAYxtZ5eAJWGIDOdRM1A50cCEh53JgbVSDVpSDOAhANQCDbiEll5faW81
k29UgXuuKifUgxITsEnImv+hcAfKsP8rRp38NrrZEtkMMaTx/Je8NcRhFOMvMBWtOMWlcALc2ZgB
RDgP7INiaTQwxtSoEnrnzkvDvMsi0fDdv+sCZk6BPUeqDAYb8/rKptnCMO2c4i1pwE6KNgJUJjfB
W1Fo/26joW7oXmBEDR9HBaxN1Ug0hHvu2dPfBQKjuXlIjHAu1lYBLXi8KzmKEiTdOPd5hhPx5uj5
sQ/Wpt7LN555nrx+pVyzoHD/ycI4keJ3AtFj/49UOL2zQnM8aD42gtuHf/5EYPKQuDQkdJiwUA40
T2QIwHjxYSjAKmQVYFIncxMZDYDSjemtsRovaB2gTAbUDf1PzD8ooVjQGX7im8iQ6+5XabiAgL7d
P9DirV0IUA6UpfOsJ+itY63eN8afW4vASR3vy1iwcTgE+vuoK4BhVq3qM3Bft9VUeGenOxrO32p+
xF6FlgUrFk7+VMXCXYlRjLg9WIbW9DgKd2mydZqS7YMcxduiNGjUttOPvuydY+2WwRvh1Yq5W2gI
AkaD2UMUDHHKm030VtCTZC5G/+xkbWQO06EYQnv+jNQg9K3mQMibmf/oHQAZ1nYALUAorkUrpsms
tXqmHkRbkGlY3alp5r1B2AajYeJXYfMoTcZtatmHIsCanoSvVPiWz451X+gMgoMGVCrXhkuwTDfr
gfnAspe7fkxPEycnZKvbDq1RO3kwXfKQyTGrzC/jkn29r15LbwROBrEPaqZyqvlaes1tho2Ik382
B6wL5txkEdX1tSBrwX+iZxPI9TCg+wbm9loKJgR4mdeAG0sOgrH5lpV8J0CWkYHnie5E//f+oZYi
W1SAQaaI2AozAmrG52Qu08ZEB7wZGNjxjfmbssQKwQNw7wewq246t9nM/idtGD9XddhgHdoQrFXA
l8w3cB2A/iApC+DKr8/MHKyDTScUOTXhbkUwHFJE1326rVz3mK7NTi9ZCWApkYBBIhrNiiXy+tpl
rUBHnY+V2PkFOjq8tZxjblbuzvTzNd+0ZPmQ7wHigSqgnKm8Ptw0aamG9b/IUwJgHXSnskJURbF4
LjNX2hWLJ8N2WGRDEvXgKJ7JHzj2wQ442TR0h671gAUXpRHW6SOh7oqDWgDJQz0vhClv0ekAbGoR
ap5HgzpZKCbuHiqn9FkI4Ei5mfV5APWJ3W6slJZbY8y3jpmVodVhT21S6mExA74qLFAsiMQzXv22
qrcjr60TwvzioE1Zho1+7UoUvPSE5dWgN6SDPUwlmSNoeelN7gJNUU6fdcs84rZWDPSyCEQ8AXg9
5NzN9edmpC4mdEvdM+Xun8qov0/6tMbqsfReZB8ZMGtJlakOEpkpa8euc3D3jojQLt+j/f8w+kmU
Gs2+M8lK339Jr1AVlNkDWhBYdXx9JFBh5bQECcx5zoXx5Fgc7Y4pEHvbJNNPPo7D+b5NWpQHeje5
Cho+LlDMQdBPrTsEiBqJ5YbONO9oW4Zt+dQGxe6+pKWPhfeCqT4cDLGWosS5BqonoF8Rnw4e3QFn
M0SuW68xki+eB9G2JcHiGA1XLEDVOlPpVjL2KcSemeWxG8xorpAe8WAlBFo80IUoJY7zHUqN0UUj
BwSjw4aCMSf0c3eNImXJpCFKRELkAC3nqDmeKRvWKaGA0CRgFtJcrAMh3jzs/CBZy1XWRClfCGiQ
AX0pGW2X7l7krh/2FOtk+DivBKhLuTnm9jEMiS4AqAJUNvWk6kbm2hmyouI1G/5qHrDKfM/HHfVY
iGWt24C+pmtAlEXVQAUUHUvErdgFrTwtI6izIINQpypPeS/njMpXm9gPjtvG/4Ouw81Lfl25DkdR
DVInYho44Ei6zZ8tgqaKXq44haXTIG1FVAqsGoY9Fdfa8dRtgnz0zkPdHUXQ7LIkfa+I/oiddD/v
n2bJBF6IcpWL48Jn9exDFLPbk+P+odYXs693AQZPsnxF1tKxwKwFumkkfphflX9/UdLAsK5RGTms
hNnnj5SezBSjaWMdaUCE3D/VgiSUwuVICcI/xH+KpBSLSkF4jwi7quYiQgbx1cBkqt+BLtwP6rVM
duEOEXWhEoWSFL6aWjoBrNaarIYE57Gl+2IO4LXBARtNWhmNrP+TWwlfUZAF84SNzpKMykIV0VYd
VwEMUd2PZXB2XP6npjmN8lELovuXuGAyMNII34g2FvzjR8R78blyA87Rp31wNoCVD/XMTMPWpZ8q
29nfF7R0fyjUgP8F2GdwHio6mASknonVBHKvclucgkbbuRDGSywZtr7cl7V4qABFaEnyjv8qmoHI
spqCZgrOaR8D7VIYT6xfiVyWlA95wP8VIY97cW8sIxSj/QPuLbAjlH932FUMMoliQ8UaZ93SzSGm
l2E46naIFK9FmSPNa1HjNIP3c8isU/m54U04Vz8Q6/wPTwoNazSaQFKP4qfykQS2e4OEVQ/OHn1s
2gezfhy/uPrv+19noSQA7jMwxcMWAEehVtQwsKm1PoYYzkJ8b+m7YX/Og41osW0kfTFtBkailW+1
eIEXApUQaXCE46fmHAA/gb2dLt/qxlc2v2JsaKjblUe7pHqgDEMACMDdLdlUOejG5CROcHbtcys+
DeWrqNdm45d0D2GY1GwdEHR1lf3sglo3B4/ceTBFBL4hp8RmUfuvaf64/6GWzoLRagn5DJACquRu
BeVtZ7RGcE5IxzaAXlWg0dTzp8Is9vclLZ4II+oIK0HQgrnIaxVPO9SgZzuB3lnvum2EJY3zABHt
iiIszFADFY6OCGpeJprPN9Yu77AiV9cTcBQ72Q5Hb4++0bVRY4O4rqtJ8Wjw7AsI9Zotqg1zJDyh
nYrSK/Z9bmgv2WQMG3sm8z4nlr61BgaYgQUyHhM7PsPOMdzt/XuRYYZSPfvofmI0E9Owjor8qW1v
GjtMVZwxmPKUNOlroT0WyRsfhr2D4v0UfLsvbymuuxSokjzoGg5iOElyJo75O0gML5QclQ1ySzRq
Q8oMBHcJeD1Y2NhrmdOSugHkIPsSKBzdqJs/czYxyw/OVPwAo1OodT/9ai0bXNI0cBVKMDPCSHQB
rzXNE9y3aJcl53zyuCT4Z3uDWd867OoNUXuvVgzqgukBy6hkrgS7MJi75M+5cBOGAH1ER/BUHSc2
6d+6xx5UGrsEfEPZiq4smFXEq7KpCT0B66Niu4NqBvKs4toZQ+8bu8z2JJ8iY3icBgyNZJHNsJuz
XHMYC98MoSuOiCYdBt1VE1E3Gsj7J1s7Z8LcDwAXJ4W5C9jK0W6lSKgISl7wSB9LOK9vMTVqZxwr
fDQzaLF/xg6tYAhNe6UidBtvXUtRsqfKTowAbenk7BYiSuxyQ9YGk2+VT0pANwlM7CipqRFroktY
iigSLJDDNPdXEIFutO4pH17vv+Ll6/pPjFTKC6XrhZ4nFi2h44XWPNDAnk9GUhzKAuPN9yXdqjdK
y+i7IA8E9zg0/FpSTls4u8EMJHg+T/xI13ceGvdZm4XMWvGsCwVtD7SVkIWRGgwiqOxdjTV2uVFV
+D7dLu9f9GmIHPtxEnmk8Z3LXrn5KRXajgflSiFswW1IyZLJ8oPqQoULIpSs2srBdyvbn0b2ubHC
wpvDKt9V7t604pns2hpADuq/JK9Fs9O1reZh6PpFJ+yrnfifmnxtjuD2seMX4TJ0UBnj+tXxWpIM
jkVROwTc/nsxjCF1o6E8wWSPn82eROnKd154GujifCzWA5IXb/D6O6No0XSI5pJzymFKmgEkvGDt
WNuduqC3MiQEjwhGWkDiLf/+Qm+FpqezEC2uGRuRE7ZF+IHFyO/3VXbh5gAQhkVGHOEAISGPeiGk
9CgTmgYzOdfjLmgjPrwT4Kfgb6ppM02/cu/3fYELPhVLl1A389CKAkuVWisxLGF3RddoZ69sx2Zb
a4bcBgsQM9Zaz934E+vtMzMEEjf/pKHg3Uc1gFVY0dR2wb93LqUCg69NlvSx1Ug5vNMONbZOO9rZ
yB104+r6x4h96isp5QIPAaRIU41cBY2SmyxiGsZgKi0c2OehaeZH2ys2GFgNrcmPgm7Hi23bPfkW
ewGYdNdrQNKL7f1LX1IlsEoC8woEPhgTlYNWzcScJPC0s1Z9bf1XaypAj/jPQSvSS0yIuCiFYgeL
mpfNojfEbORpnKXgD3c3rHoK5izq2UpQtnSWSzmKkfWwR7btXJ7GJAM0ZKpPtRxDqFbM64IpvzqN
4jToXLep4zKcJptRpTxJ5gbHDQus4xvWbm5RQzzJgg0zjvKaOg5ajxipwLbuNJ7Lb9zacnuTGf4B
W/peHftIKr7JmleH1+F4BunCsR/rNYTKgid2wDyKYBM1D+znUAya0ByzTGY7jWX6rllgVrOePU72
q5M3S+YG67mAwwJaWoYw1+YmyAvfI7Qhcfc60VNL/4zNQ1dhB1z6A3QEiU7X2r4yzLtOGcCw+59A
NQwsZqexG70jceG6WL/7p9aybSEPmGBdrf5YGli/ROOKZ+1KqHubq0AwijtYa4PMF/H19Ull4d7r
ZwhmTbVjvgN/+EWgDzHZKAo/+dgfdP+JL33CS3lKzlh2OQyk15I46I2wnc4zS0KslZ1WUZtLLwO+
D6kpzDf+oBysdkxrbAtBYpMdnOlL1T4Q95fwy7DxHgEmQMxTpk9mK+eqjPn7WLy1Goi5hj2tVwzO
kiG4/CHKiT1KdKBVTRI3wwNPv7fmOxlX1GdZBDZmyRVdnmnKv7/wjjzIxpmYFokr6EmXmJHOyrAb
1kq3S7qCAjEoLJCnYNJEOcnYm1YWuODh6cjGKL+PVf1u5Ics7rzuB/M//buiXApT3jq2QjVMdD5B
nOYjnrAfmPGKKXCzXWNdXdLIS0GK06lzA63r1iMxpWxTTX8McN7ZrYG8co3JXb0/gMDhdyTuEvlw
gM91/Zm8Dq/ZSkBpXhfbINN3rbGp6h0AKRsyb4NkxTXcRN6qOMU39IadAenOxNmGpUbR2yw2Bvk5
e79SNzZdY+NPvye6c+hKK1V9eGg6Y4Ae8eDHuAC29l6f0qwc6jiJpZ/npt5xzc5C2xdxM2p5VLbs
2FH9731NWRKIsBoptGxdAKp9LTA3mmZwWW4AExWEdQHiSf3d61iYODQaaLpiwJakIapGDUKSwMLD
X0szRemBmKAyziOjReS03s+k0HdJ43/thwkLWOy16E/1RR6etZwlAYE4knXAWK4FYgdY2VYAt55n
nUXgEn8srPld18oTxnUjrGJ5tepk29Vre4DkZ7r0SIpYtfs0US91JwaxqGb+DQiLAr19v//h1kQo
JjrD2CnyCZKcBTNPOe92aDVs74tQLaPsnwFiiMIgnhHG8ZSv1VQpqXqPpnGQ5rvZC8Chaxxo8+W+
lNtPdC1F6syF/QW9PB0SjphSH8Hujr2BhRVEufHGOTsSJJ9d8IQWwNt9oWtHk9bmQiineWIOHYRa
PcZKUkCJStCYGyuvWV7QtRrgaJKtEzgiYCM8pT41MXuuRgdS7KINrQZ8x62IRH/i2Vpff/E8YK8H
nx9KfIDuXp9HOEU/tlWRxg7oCosAQ8/1ZtVT3qR1UAhUcWTjFg8KJUtFSq1Vum+PVhqL0QOUMdXC
1sNkDn9tdwUjHwNBzHD5BgOV5/vf61bbIRnqhYASBQnwX12fD1Sqdlv0AW6SmDnCDmyNGDPb292X
snCLSBQRzyEKwGimWtpzCzsF3XGC+MosjhgwDDsjPTJ3hcRrQSuupCjPKtWIyQiag7Hh+1ik+7ly
T6Srdlq9Mud2k3LIz4XKKFIOZP/I/OVxL5R8tKrMsnOEHFbyg/X5zgfJiFOcq/Fv3Tzn7fdeN8LJ
OYoRUNhh3+b/OjX8IR/lP4B0cKkYLbiWDwAjME5pQeG/jA1x6KYYP09vQEWuxcVL302iLiUeEoQP
KgW3meZ+GxDE+Fky74vBe9IH7eDZr/e1Y+m7YTLDR+UXLWpUoK6PMwIW4nMy0thwKMaePdAKv7Q6
oG3VSvFtUZCvI63AqB0mmBTjhJUtjdf7E40df99y9zjqW6JXkTcmK2WLpVeFJacoZIILRJL2KCdK
65QVg07jxCLfkzRnoaGDQPH+td2EUpKG3fnobuD2oIWKp8IEX6EVRcXivP+cT2cwpm1moztye+ez
cuc3aTSDgBLJxRoQ+6PkcW1/JcQO/2AL78eLvj6f2U+6n1pWFstF7g6Y42Z/r7sYP3sZtflQe3Tv
VVFPH2yv3eldvWn41yaz185/+zkB1Jd5NxpwH5pz/SsKW1Ra5qU8TnMgSY9BeWRJPPb9Ix3YAVSc
DEgO+uyxau+TfVCMLwE5lOC4hVFY+d6370Su5gHJInZpQItVDtbGphgOH6Y8nvgvq/odDNtarBgd
NcLDx8Z4uQSMAOODxU6KzSGEO6XZlHmcOE6o1Q9VaGDNnfOUodp4X6+WDgPuK3TtsWYePVQlx5my
pMt7Ueex6MejSA5uCVY0e427buHjyZMgVEWjFsgvxfE0c9eALNnIY4IV0jaKtCb/qSf1az79vn+c
BecK8l9cmMy6kSCqxQSPVno6JWYegwU/oth003/tCszxslPZt5ExZZFrI0BK1rAWN5yS8pNdClYy
0zl1/UnLINitYiLqcCg/U/tUjfae51XEBm1T4X8sAteyBdPdT38Rlrntvgvi+1egpngfPwTFYsm9
BOyHpXxRcB4A4Ta7eVwPfZhmaZiKT6U4uni8tgd+vXxFgxblfcS2AHgCu6Uc3CPc95Dw4zkY02e7
6uwm5FXRRHk9ukdhGRmmFgu+y0p7ONw/6dIrQcIVSIoLOGkVa8fLQRsxqA1WGrs/uRxRrrfx9Q31
7S+jNq4IWzKDoJoI4EpkOQdkBtcGqOZOUzfYO4SXksPdo+P8YmcV3fRVssk0UUV5R7udk9tY2RUQ
bV/6Hn9MatEcjTInh7Sb2MYfC74CTVi6fnSYJGExnCq2/Fz/LIFxjWKqqyJuguLRTpzPucuPFk+O
U5U818VLk2lrXdVFXfcwGYLpaqQ2aKtdy3SMlow9dYvYM57Hr0TsBwvWd6z36F7V6X6oSVgOr653
Mo02lP1x9s5P1RrhjfSril9CLwLIbLnFAzgHRdFLkKX7aVKUcZMC7T9btb81hmz6H6w9Nse4cuEU
Vi9+jOtchH+Wg1Xisw4pBC6Wmr+xG8de+YQfqqOcBCULuTpV4vWA1Lq+z1Z0pkBhoYhnPQhRz7a1
r1ixIn7Ze3/CgodqYycHk+gh1u027onzHyDIEA8JuM3yv1P5tXjGyOc8bkW3F8goHHPX6+G/Nuxh
VnABWCwCEB6mgmzlmXdanxWjgYkfN5v2U9f+rmwQTpFmrcJ3M//0IeiDvA1/Al2IotBz7vRGYQ8F
kkobO4Yrf0MzPQIKcNs7J/1nRd8rNOAqJ2LJRlvtjy54KrTbMKEDYhApXf79xefGPuxZFAQVWR1k
Bf7zLJ4148Toj/uWa8HrAv2MaD5ANU4uQrqWQt2ATYAE4dEmGgJ5FnY122RkLaL/KOcpioUiqUwy
MYSKYSclaNSLINE0goeazoe2IqGWvgyoOrcBGMvZVmRPTbXPZoEMrYwCPy7ork1/gAMDu8DzkPqn
7DOlL+m468bIqPqQB+O+8B+xAfKkiZVwfeE1I/JHXRKj5wivVGIp2gmPwegWMS9BaOD4GOfoKzau
hJFLnxdAEIzWY5suZi3kr7j4vFUwzuPg2kVcix8plstT0PWVM4g8/97/wLflGEBaJMcTANpgfFFn
+HVs7fJZx8u49t4CQMRo+xertaIJKJTgp+BnkbgrbnjBGV5JVGxyNnY8Iyi6xz7IROpiU2fFpmJ/
zTrfDNraWrfFRwqCAoAVgSMEQklRYINYuTXbooynKcpKgU/1XnqvQdti51UXpdR9Z/2xGWzk5Pa5
piu5/1IyBH8vCQpg/YEFVW0EB9wGZQZEWmUVgiY/1Cl5SvxhV3vaq6im70WJLUf98Ckf2zCZ23nF
KSwpK14V6q/oACIAUQw2mWgykIlXcaEn2q7t6uLL1Gr6Sqq8IEXSkYH6FskGXJ3yegOX8IzXrIrH
uvW2wp/HY541xkpgs6CqyPoR2iBz9RHCKXfZam4deINdxb39lafPtND2iW4cDGpg66gXeQK94+Ef
EVOwrUDiANIEvDBcnqs8w6Yu3aY3yjrOWeeDgbm0omGw1zinFp4EBEA7MH2PYtTHMo2Lx85nUqSa
1tYxhq4/6XxL0+HgpSKi7p+8XjFfCxb9SpbiNyo78+sS2W/sTGh8zfYDaaeTE4gVzb/9WFB6HSUh
QO+B4FFxUw6WDdK2LppYt3d9P1oH26ztXTNmpyyrnk3afO863dx5PlmbOrmNMyEZjGcyEAISVgUt
cDyECasbmnjKT2WGBCZ4RqVDy9jGCmI9WRuDvr1PKQ69bzkrhKqvqiGDCXCL5zZx7m7a4UErnwEz
WDGZC5eJXwx8DLJ59FHUibEGso2AF11siPoBGJsXv/3O6APNUE9x/e8l3Vqr4c3tmw4+llwhbEa+
iOGMawckGmHWXpt1uLLK2U0ik8uvgQG7734Wbg8DhHK7D2b7ZCHhWsrgNgU3uNvHjfdLw24BpwQt
/df7MpZuD0hyUP1L8j347GsZgWA19SqnjzPL2OgU20JQvT4NLY9OWGL2l1XYPGe3+/tCF6qxYK7G
qjAAfZHe499rqaUo3Jaxroud3HopuwCAKOsYDGmItkNNnMeZ0pCx7GvPyMZN6GbInjPerhjmhSqD
/BVyK7FsMiL3uP4V+cxplvRlF4MWd+OOWzjKsOfbdvpmW8+GpodlOUQ1wLorp1/4rldy5Te5sGhY
xFgLgU1Gcf9X+BvfDpkWVyACmDfOM3n3thPZjuiLWGFQRN5amrLgda9OrXLX5+nswOlCuk71H83w
W4h9mtrhaLRbWPGpPYCgA3P1GxtO9/7Bby257JNgxxAQsEg3VfalEVgcLxsaSC5+O87RFEdWoZfW
h3Pbbu+L+ijfXcfM17LM6zsGrRVjyACgYZLnYV8lL539XghMYIIBGbSAU62F1c9vlngp2hT1hsc8
+IX2VyO244qarZ1aSXDtCR3lNh262CTDEfvAsKNnz50fuek/TjZdEbaQK8hzo9QLs4T7VJNQMPB6
IE7Ku7hyufnbt4R+QjUnmMK51Ju//dyLJqJT0s1bhrnUPvSTTDeOrGmKcmcPot/OSZZXr3WHFkya
O/bPtsgqHtKRe29lXpgVZkqZcLaza9KznTVmuwE/KdP2hs6rfE9Kp9ePY+tm1oOvFeSFWqJYowtd
NB8olKBSBxptlEwUo0WBBca+z7mLu6/YdmeH6dnc5uxhHH/N+iGr+9A7NvWGGSvx4m3agbuFNAlb
Q8teXePrVyJjPZnwbmnPo8pNkrA3i/wwesnwxcuTNF5RYh1KeqPEFwJV1WFF2QQgKIizsQ5zWh9M
ADA888i8ctOhJJeP77k9R9ra2MKCe0N5HrBi/BflR5X2Ac+E+5VhdjHNTStiKROhM8xrG5yWzCAw
sbC/4NFEeqU4Ac3pmk73eB/X+UNHvyXmH/OfdwQBZYgqwH8yFBPvJamnp+CRj13nqz7ENT8NzVZs
y/pRYHCzfQACov3shv2D2T419Y+U8v3KN5S6qH7Dy1+gGPvCFHPaC9YjSD6RtH9qWuzQa/4Qhgm7
bffgW91DI/pPHVubWF36iCiAQF3lmCIYFq4tYEVaM9Cauo+12dffygzRA7C/yef751uUgoweZWq5
MDlQjofp9hRboJs+dpxSP3KzqY8O5tJWcGmm1HT1FjE0isFvMPlgObNyGGINXV9Rs48FxdCWQ0cG
Zrax/24Ll2zmKusfq0abXzDz4kXEMooHy01QFzF87MyjHhbWzmm3QY6vP2M6L0PHMvePfCywKJfM
YtdqmOSyzaR+r1nAn0t97g8ipWuo/duAA1BhiXhFrRud4Bti0gmpgN1Sf4hzrSK/rZqTqBCN8VqK
1HicWyxPBn0Vx3QniGsxS1/N3ckAY9uv+5/s5t3hVyDtQJkSBIFg7lOSnN7yhnbKuIhtZh0pxqUb
kh67bo344EYzpBjoBWpWFpY2qa1OjUyAzJi9wNNz+NfU79wxqkoBtPT949xY5Q85KLeCi1AWaxQj
aWkFS8XUiLgGi+6GW/nfYgDrjs0nUPbTcnNf2uLlgZ/m/0iTp76I3czMd4oUAUTsBkUSBS7XtjMH
f2eDwsHufxGFpogch0PJWvFyBaubMalbEaNAHtZmcuL5sPHovNKlXP5O/4lRIqUaII/MAgVGTHzn
E4Yjk5M5BGQl4128Nsx3gqzPlDZZMRNU70VFyYBry5p9YYxbt25Owje2969sURf+E6OCcvrAZv6A
Gau4M/90w0kEUzRkb7U5rshZOY6lfBqPzZWjOfg0PkbqPFT3M8wvu93a5jNp1a6sHuoqeEMozwHN
gXkfxUNWATMpS0YR61lNvpVeAtYw0iRDKHRszbSB1t0k1Jw22LOwllUvnBDMF+hFYdIYcBXV4PIK
/LRezse419rI50iM3GaLzcorKcHSCUFSBkuhy7FzFWVEDIpbM8oRxZ1tZcdmO4WUj0bUEByt9wHY
zf8V+w8gPlZhw04AEohWr9oBNKsWdEDmPAKCYOVh3fRl6OnZH0pKoOTHbjr8s0peiVM8l99Y1pC5
YoyFELvAm9uww6BrWCX5uHESf8VRLjxmcJZAYVAtwJjcDVymM5vCIvoYFzw/2PqwR7PnX4F88v4u
RChP2e5NAeoXc4xd/sVuxabVnpj9I0nWuMIXNfA/OR/O9MLSFk0PfKxpjTHjX8AFvTUYNrwF078b
JthXRBZYTgGggcpIHvSZ77WdBwUEp7bV/Tbaz8m8EscvneRShnJjVU9GUZTaGI/tFJGaRX2DSmny
fl/RpDFQjQU4KT9gNSiqq8ai0CqAbBsyxUju9DfSgZgbIVl2qCsj32oNNZ/dZBIrJeCl94vBX5Rl
0QID4kwe/eIj1UHX95gEG9FXtV2xQaMqx5sl9TTtZmo3vxyP2l/Kcqx2gmhJe7x/5KWAClgFgMMA
UdYRgEp/cClem2ct13CzAnVTfz5o1qPDUbcZjsMwh8LM4t45BCK6L3bpptEuQTH/o9au1o1cB2wF
mcim2O5jW8OiaMzx9t+FexLk031JC/4MYxIooUo+WBejbNfnowxdExKQMfYCxIp+0uySkrmhV+Z6
ZCX2Wnd46Wt6chwqQJgqC3PX4rycTaLQrCmeUquNg1aMNHSyxh12AZlmrBdrfGsMp3QCe3Xilula
Q2bpYuFxwAkC+D2+quJWbT4zoxjMOZ6r5lHUdOPnwQFjv3+4Nn6DHV0zMTfykMjbDpiDbUAg0AxX
rnfQbQzqAGATE+w+nLCXEAxaUTP81Mivovjxj59SykKpEXsP0MlAUHx9t4Y1A8uk+chEqdgVgFGQ
EUtHhvRomivqefsqIAqNGaw/wPpPgEqUY5VMDF5rNUPsuv3WFU9Q172djLs++c29Kkx7FHEI/dS7
axTG8gxXJshGGV7WDIBjQT35BraVw9sxgSENXqXRSH/65IShpYjDh38bEmff/3O8h1kzuAjMuwHc
AX4NJfbnIASby4LqcWM8ViDQTkh1NsdsV/K1ofqbl/ghCZTnoMLEiiv1aD6G+BpWZjpoHL6Ax62e
9llqhtVqQLRwheCpBWrdRMaO5qjyBFKDjiM23uoYo/OeK7PbunmGQlxYe03YgeexGrOfZb4SNSwd
7lKokgIYKQDJGMjU47QFlJ0c9fQ33v9k/fznJ4CZSzTYJBcG0nglFMqKjvQgMtJj8lvX+9DM3l2z
jiZrxSvcWDEYMIB8sCEMy0YRQCtOoQKzsTBYa8QVId/MyQ67cpPbxrNNhkdmRj1Zo2m5LakDIICp
ISzZQy6KOEI5WDoYqW6Nth3jNe7mboqs0tn7PIgKk4eZZoJvcoz0vnqrdVQp6a/713oL5AJluNw1
iVuVNJBqcoU9k1rpuLMfd22/78hzAZblogE6JN+W+ltA/1bjt2w+F/vaOmSUbV33u/bq/+vWFbgL
9BV92DdM/OC3KG8xmAqscuFuEnOtAWG1W2gPAnUI3IWxVta7tdty9Br3jeFrRDwfRfALt0/9SfbF
TPKW6yADeQy0F/TeprSKEvZ55W7lr742abhVaBIUFg74JgkXmFDIvamnb1bLnVOa1l+FoMYzm0B0
4hRa/iXgprGZdItHLdfnY224Ly12aJ1Y0aEIpa3x1krbffV7AIpFNQB4DeSEgEsqtt2pLLTrDPye
wX9ph0+iEFvmWbuVU98UniX0FnhMAAMB5AHHx7WzqkwjQeQ90LcRHLX9/MnL37DIHUxxW2b+Latm
a5pDiB2g98XeJC9SKjaAfUydwHspGqSbqVeaHGdjdbp1JjvqnGLz/yZCsQ22o7FS6zv6BuKaMLF+
U7K2hfhGNz9Qy3DyiBDRj1YXUlFsy3WZCQkZLLfEW22IBxLYuvNjLED4npvpSv3mxngrAhWN4JwA
npbi1rBZPMyD9JSZPxv3q1sNK4KWVA9+HRA01Nng3pXP09KGM9MZ6RvFQOhmcBMt5IgwIuHr/wzX
/DjTf6Kkplw8cKCRTS0vIWrib5PmY1dFEiI6XSk+3NptKQahJsrW0mSpTt3NUzbOZoLHpP9JS2Pv
ku7c5tYTRfuVV0frhwD9AMhCnpm31gu97WEpshWfyxOrMcHtRd9sL5p5RP1NtTP6qEl+1tpTjcVi
7JgO4eiECIPvv4EFhQGHHwaqJE4I7TPlO6aNQ11jwOPWPYxf1FMc2GMQ8sI4YwBwDby4oDQAZgAW
CyMCZKAqDDBAjQmKL9lYPI2QXcSaw4v/j7Tr6pFbZ5a/SIByeFWYvFGzttcvgtdrS6REicrh19+S
bzgzHH0jHF8YMAwYmBZTs9ldXbXtbG1lVAvnDsn1GcmAVObc6nK9ZfLezvAhWEvlyWjDUg8gokSq
gE0rdhYHBMAAuiBQt8L8XdvJDCvRciKREBHcTnLeINBAbWUlK3ETBSKYBXU/YjKgZoDSEfZ/G7dV
0lYZDaFfP9ETgcq8pLxSBXD01B1442trvR3LFmdmGDxN8EoRNkVNjRKkhoyGXXtwvvLsBUBltCXr
ZaAaW+nz/g5cMyYML69GqaHoyAtp4gQ8Qhwd2541+JYUMgc9eDaCtNi7b3PpsGNO/xmh4Cc7o6Jt
RjHCOALSUT+XsjugT18DK7g2BGn0K+43FV69xlob0C3M8s9q/mNZuHQyM9PkYcRqKj8hnrjvgA2X
3sp4DGlz6oYYrtTy7C7xHPrY1t1KNDzPpRAwXA17PjcXrlTPulJmFeYaNG15kPFuCkgB3oCV2V2I
GBD6wq2gIRBFJTFiqBiH4D3NaQgORd10VWubFXuiQvc8qKB0PR37Fee9uIcuDArLyZPGYKkEg1X0
MIMOjbBHqK/gUQ2qjuJMKdncH+KS2wTODBhs8LmiLUkwKCldARIC7J+ePw79Rsl/Z9+rYsXI/CM3
q3VhRNgqpRbTMS5qGkalyjbtZH4kaqUAsQEAwP3hLF1AWLFZfgrpghkqf70xcnSc1CUORdigIKpY
h3ET7bVTW78Z5iGmP8tqN56rFPogg7xyFP9Urm5H+Y9pYZRWrRq5xhsa2sNTlP2qzaPWeHWJZqPY
HeVjrfpV+dM8tz9o6+n1l1hP3Ohnxke3Ll8M56tubyhfE9tcXt5/vkk4J4yBqBWiE3APVIp8o0xB
+o2qnC85eihNawRVq1MgXCPI0UAnwCrgAutkU+k9/HzWAZr/ERvdc9MQuEM0Q3mcH4bfCVX2vb0b
lA1Nd1B45QWg/RPc84um7dss8e/vjEWP8c/GEPvLDWTDDbOYP82o0BQ9VsSvdZQ471u5RWjNXhHs
S3O+aOaRnw/4hWOSklZq4gblOZMFsvMYjdm26M6FVrmjuimdt2xPqzcIbh35p10fxxYUIHuwqSjv
979jeSX++Q7Rc6GJY2hlHUcOhB/F5BmbNoey7UNmjjgVT8x8NKnf8NpVDR9CEu5QQAOsiwPdOqX1
ixTtWukHuvH015XPusliXE+PGM/QbuJaZmJ6ui55hzJiXu/GZJeVTwgS66x40dvSm0x+qPgudX6q
9B2qSkR5RWJq1ED51OpuEu34uMlLPzMIkBkPMQNpeWUdtd7N7DFgZC39t+i8LmZSiCEybQSK21ZR
cI3iaTPW9uDqZVR5jdWvyVfdcDKi1DA7rbk8CfcFiaHr3ZOxCnVDCy4k12KXFswjLN4D4aM5Ppd3
TTIh33LWpo3ZeJPduRE7j/Hcfqszr0ZkYzUui1d20m3eVfgmwYUAn2JIvCkRtdnStp7edTDVEEr8
Qpo2WvMzzWyXd9+R+trc3yuLrvxyMgRn0mvqpJcNtnASH4s81ArqauTJKiEc81SQDZLa0aHnPrdO
ZK1tfinsvjQtnGLel5pFJ5jmsvQVSyHR+MQ4BC6/2epa9/ySY7qwJVYETV45tMGfsIJSjy4Td1jb
wUuXwKUF4RGh6xRNkS1WkKnjLhvVPQND+ASOetlKVloNlncLeDxA7Tw3JootidNkNVXZ9TSsQSWd
gQrF7yx+5EGkVm7a7qTp22iuCWbdtr/OW/TCqHBEJRNliBoF6VDtmDtySMDuKtWrzhCCHQ9FTFy8
MYCZKosXS/pSs5WNuuQgLq3PC3zh8vOhziy1Huboxi62MV5rvjPo8OzQNlq7Xub3sxhjXNoSwpsE
zct5kcz3eXE0J4/JD4qMTkcGKjpXGk5dT7y4ekKPgLwSWM07/p5hwTMpgzVM6QjDibUbtN8lnlCO
N7hpE22J9Wmd75/9pWvicpiCz0klx6g4Iu+Q5I8V1N1o23ux9j3quJfEE+Iq/7695dEBL4+3PDyv
qArVDZIqoQkafndvlHtg5zrd4/2WNb4datValmTxxOOljdQruoORc7reMEAlt6yKbBqiFdtxtZ5M
7mTgSXF/TH9aiG6W7MKM4D9VkgOGQ3Bx0ewp0Vxl2ljlU9secFxcfXB745cebTQpMHO3GBNXg2bF
mhD7bRJ/PpkX3yA40oE72WRQfEMPseStdlQUV4YytMfrr9Wn9sx9M33MlLPND7WUo6SxRgDwh7Ll
P08CeGqu5zpOOiJlrYLbS0by+hC/dblr2G8t+t3ZtuQbPd016Wvan+yX4isIOhzpQDJwlYCMoVPp
llnErdVnUr739itl4/b/tUaAC11/Xp61bRk5+DwmbzO66drHpNm2zceUbsAMUdmbKXqR0lMjd3tZ
mnw6da5driHAF5MI4F1CPyg25UzMcP0VmQrhHDlWSegcU4qsnToGOvlk1ilvvtOqRQel4ld2YHTv
94e/dDFpAGSB7RmgbFwa13Z5MyaszGskRA2Kvu0nmb2Br9UDqdGK91o6cZeGhKNAsqkBuKhE+nro
XU56z7C/3B/Kkse6tCBs9KgrDaupMZTUgKIuYM9Tf0qzp55+lPnG6NZgqIvmQKQB+T082tEheT1z
TCG6ZPQjCRul9MCw4Edp5rJ69CPLoF4BPhNfo9XKRbe0XOg/l2EXxArAMlwbVQjLe7NHMpJmkWd2
RwiuN/GL6aw4/8UYQp+b6wBjgASy2EGLypTejRpyEmbaygj1pMEnKineKlKdVFAnvYAIeXRZWTon
TcmaZz016P7+cs7zJ7qNy0+Yp+LiTndqW5NYS2loKb5eNW7S7rt8dHP7KOl/sTeBMEA1Tke6Htzn
16ZauRlyucTDNLZL+8B4Zbh4GksrN9ziw9RCWIaFsyBUI7bQWHVX4EJAEGiNYRcf+vILNqU2/S5/
5YBU6C9Km7rkczI29COS/d7ZRTzon+yP+/O6dBAvv0I4JsWoAHlZI7COY9ncmgX0N3M5W8NfLuYm
gRNBKRXABrAhC3M6tWYX1RQhWZYEmiV5Q6cGhoROzecIzzfD9kr7AUI5zecgrwVKf+rS4ta5tC1s
nWYaeqty5gzA8JRDKyxqpENbsD0Di7186GTT4ylFl8a7yn+SLvNGZZNC0EJCXn/f1R+jgb7AnaHs
6wL8/60fRz8kTvepQnc6YV7MpD1FnwDptvdX5j/MGaJooGuAyRLnzDSzvGpGxEA9C+Lmo5AfpsnY
SSDmidzpS5LuSQdeLb6xvtw3PK/F7XwB2amji3zWn77e/83kOLWMuzasE712eeagx0pLyu0oaebm
vqnF3TcLHvyPKfXalJn1SEf1Ew0HIPwCsG9NO64oK+5r3sL3xiM8RjrIaFtOI+MxwpUdumOq0TPj
1E3iKIziH1FvB1Zsr8V68yTdMzqP/MJfdcC7qzLD4tngM4wjwzNA7GBpeIS0xI81yH4AvWBOJ3Q/
ynT070/r0graOlrmEeih/idGz5kJeFvfI57Vh6EN1MLIN1KaSH5Kzfwv/DIiFJAJgcgWN58wTgl4
68JpnDknwEDh3B5I54OxMpA7M4jzl78YF9p/4JjR0Yv0//WkIrNUmiNN0lCLktpFGXX0SF+DVSmf
1p4Ei1N4YUrwi3o+ooDIWBqWTWZuUzxygjSNyUZm9rhy3yw6KBTf/ndYInWt3KZSpFIzC2Vegae+
sasmc2OnttpNRbqpfIgmpWfjQTKQNPDkXtO525MeVIhQBjCCFKUEEnB0Smo7jUapsmeTFbfHxlEH
1VcJxb9jLddKr+0tib1YcUGq34qclEjYmOqwHdGrVLhGXpnj0e5VEL7E5lCXu0rmdQWuBRkKGdOY
FLOsAnhjrJXxL92ECGIQawOtBXyT2LBbTmmGE9hkYWV/KmZ1AEV+EOlgXRtSOZSKXzXkwxMJSbds
OrVj/tCTQE/PeR9BrPjXIIWR8emQ+vP+XlsI6DS8eNEyAGCKccOnkTt91gw8ZqE+s3ijSzuX842Z
jYHDNxD+cHn/ft/gwo5DRQvBHHCbEJ4SxVaKBPr1akdY2IAq10ts61fCkx+GwtaO7OJ8X1qav+TC
Nxl9FEGkEZbGQ5/u2mKLVGU0vmlF4UNlvJAe8kDCg8MIIvD6fLHlr0a/o51P+dv9Ef+HDwH6EM0S
EBUWbxpm59zirGThUD0MapAOXiYPgQNR9Tf1W/ValkH+ArFDiq5UeXQz8pqrbjJAlOz1/ocsBJdz
MfH/vkO4hiqrnGgpFSxER7PrjL5SHlH4mAYvXiPGWCoDzDCvuTdvVloU8blNpqPJ0Gww99FztTft
R956gy9D16d1q/eq85T+Z/MlHg452vO0oGify85Vtla1mb7nazClpYwEvuYPze8sOypq/LF86jK1
xNe0hyHj3hS9d9KR2UjjjnzXSEcUghLjXTefhhZqSF3tZhI5GMkKpdlSYhmtbuALBxocLW9iEaKZ
0kFStI6FkGn8MeXoILUr1+qCzAATha9CI0QJdekd/R+9tuZ95gtKuKhnfj7clCCpA6xQyEfISVfl
XJ9YyO0Upaj6yECrdn97LUVyuIjRB4Q7C+RzIk+YkY01BIFkLPp0MLkHGtYamcFTYnrGl+rNgQaC
FVTGSmry1oEB14GrecapIPcrZjLUurSoro9VmIFtQ5NT10k2yJy32GeMuCCAD1ZGeVubB7kR0sza
zI8CpjIhbjR63WbAfTahTfYJ6h8tOJ1Pfa+71sB9Kd2jYX40VhAsc+x+vXqwCWKl+QU8830LsV0N
Mo+yKIom1KlxVChw6E7yWXXaplP57/vju90oYJECiRQewYhW1T/O7MJrRgPTiW3wJoxr+QRuS8Qf
ZCXkv/VD1yaEoMOmfc7NsWxCC325Wc2R79yVJTgqFVTUVg7dynBE+vJ8TM3WILA1NPprnKUbLVpD
pKyZEDaEzE1aKO08HPCzGbHh0vjr/TW53eNYfAS46OnD32gAvr7Jkjoqys7IsCZ8jFxVaf0ahNsT
2nGNrAho2f925GoFxb5mU7gsUA7U0b3KmpBF1NPMcj+ibzZnzw2A+m2HUqC+uz/IpWlECxDac2YJ
NsgBXw+SatTK9RzTaEyjGYwWNdzKlL/dN7K09f4xgjanayNKj5+MGxwko9YDaQoNp8N1ELLOa9cE
2JbO7KUpYdH6lKO4O+Eg2fVPDmr5Otu8SavEy8tWLJT8IUSBMyt4BkUvk5oQWJkGyWd8SxRtU2n0
o2nXSCjXLM3rd+EYHCehQ6E2TVjkTu5GavxKwAyAGt8XqSxWuiJvg8S5QRe4QPQQQptPxC4bTTOk
1BibcCxjP09Q+VY+Jlwg9zfDwoU1m8EygG9hhk4IW67vjYkrE8wk1UMMmUVFrQLJyffcJq6VBKoV
PyaR5hWx9s3gUzDEw78OhvEBczsa8PDoMhS1EEnM0EeVy02Ype+Fg2FmpzhZQ6AsTuaFkfmkXyyc
2YJYjiUKRulIm6RPjpnUPzNpVSxrdtvXlxSY+XD3o1UE+xDpvms7UexIraVH2CDsV4S3DMDCHkqx
MnDUFQXfLXOz6ReEWpD+Y4CWBbRjQVsgJVXQJyMtPJWMXknOfEpWPMsfJ3/vy4QZQOGrJG1lwX8i
5PSlyo9eK2ChfkdTwB6tXa8AEONbb9aj0W3MTzu0o9o19LBd2dW3zgcThJoDImLQdSGXfT1BbaPn
djR0wNOmjpeoz4OqHDN2APW3Ya7mXWf/LI4ZbGegEUFbCHLawpglSTLGWuftDMSZiDuyfZX+KJzA
+B6XPxARu0BVSOwXGj5XRnnrx1HORNvjH+lzMPuItzsf0MdlATWcWN8N81ilHyun9jYAg4G5hURH
RhedAcLNVIHJu8h02oVN3Xfg3OeprDx0KSohJ9baDtni386HItmt5uvMnizXTEtrp0oowPr3v+X2
aKHDYmaRReAJQLbIkCCnU5zaUTKEyFMoxEejFBiTRlPmPoh011qCbh0wjEE/BHzW6K0G0EvYPhJT
YrXMh1DKsr3OxtrjCnzGQIfRHfK1OHBxaBBqRQMJai9wk9fWomEqWrvmQ4iqnHwYzch8HHRZ24O8
hj7/xSyicRRCSkAhIdAVTBFTTsFujIGN6C4GHDzbqUahHbUIKOb7phbnEM1Os+LXHEkLR7CyCYi4
I3UIaUFqN1Z3ScoNoPIGECmPU3Df2AI+ZG79xYMfpbIZCynMIYovPUJDPobyIDnPTmzWUKw2YjQf
o+fTmbzYGnn6jKRjBlqouNpYrLGqAymt7IO3HfC+VhFlA/Rxle7c9CxjX+5/4O1RxffhOYh2T7AV
4tF2PfFV2xZTDqxxGAGoc2SWns/g3zV9tds5R8vMrGKIF9rcsSiEKNYUW1KpSWNYAvN7ROPLeDDB
wAyS4ZqcZb1fVae59bMwaKJvEUVKtC78oT+6uPAMRrU21fQROIdT1hyzeqt8peb3odoOwBba+usA
/oPGlfecJh6SkW4/vFTJZ6mv9YYsvPivv0Q4shM3jZgPGrDpcaC1R/OHyR9UvI/LH3QDGU45N9xs
67RPP+6v60Il89qusM3B4iVNSMCNYet841AfSXf1tGHRBjn5r/HPNVaupQUGgnuGlUDhEzxI19tI
6yCgzup8CkmqospQkBHIoOjJIWXkdmpRrbz4F2ADiAhxsyDEgI4y5Byu7ZG6yUbcAVPYaqpvkl8p
cctztH+flF3b2R5Ibe3N/QldOCgokaLXFqENOiQd4TIdHaUmWi9PiH3NekNlyjej1ayhBeZfub6y
0dF6YUWYxzJzEtDTdFNoV4VXKdG24Nv2IdWA1z7aDl154C2dEqi1gHQVjy1cYsI1mjVZThXuTKFj
x+xRRjDsZo1V7hWp1ra1XoQdpcX+L+bxwqawcp1S9T08EWzKHUUxlA9bVhb27m+soNSAFAbQJTcY
ZASU0L4kSKqrevOQ2dO3HjXZFSNLm34mOXDwWkWQI3q1IYUCQysjc682Q/wQK9ZGjbTXzLJzfyQQ
3r0/pNvbGFsDrewge5or9uJNgoSTVEScyeEEP+72dtv8xDTnj1BnK9durdv4arYFFm+kbcHkIBIz
xp0+6XVkT+EEDrD9AHkOVCjqwoME9ujlqRx/6Rrkqa2eg4C4ysaD1TvmSkiwOLsoSUA/ChqBiJiv
j/gMq1SsHg/0CZmuA03txiVaO4Lrz0DoPNmf96d38XzbgOLMVyGsCftySlUG2km0d1vdUG8mpsiu
XXFpxXEtWQHuzpolMfFe1wQvYjBJLY0+AX2g1b/kaVqCMLp9/fcjubQhTFzptJJFMuz9lEmKS7om
9jpnFeew5KkQgYO0RQM1BUK36+WxUiu3NTbASgfmMfQ31EfLHp19NMx8njIE2VK7doIqttAKqVfA
0cSj6SpRPAbl1KeBQSRn09d95SrlOPmtZJJzzPXMSzIIO9+fkaWjg95CZIeBb4cmmXAXovRS5g5T
ZeBcosgH2ScaVBs0Erc0S8O/MQXqZxRuQbgi8vdA6iiP69SRIVrcjp6aJd1bUYOR2BhRYLtvanEv
QW4GVEtz160phG6DYRCS1Rr2ktzGjxN0xgNdbeS/2U0XVoQ7oqmYZhF47FC1W32TtLzYm1mrb++P
ZXGFZv1ylEbnnI+wZ201G7rUjJVQYdBRoSCnDPik0kfkXcyVI7hQCgLK5B9bxuz8LmJDrqO2SSVb
DhmezcjZ21XenZRhLPpdrE1ye+pGoo2uVE9dBRb3ko07jTgoXCkgG0MVKzNa5IHA/A55BaOO3aYy
0NpS6FRu3L+ZFQsUMDJoy8Ewf/2lrVy0UqNEMuDdKT8ojWV8G+W+fgHHtrOSJJ8nWAw8QAMKwAKC
dCDBhCOC0r/FGydVgOJQ34bJ+KhK9TUxwlgBKBPR81yLbFZCqqVFRxPzfMc4oDARVaurRJ/KoYbN
vppFWIyy9biUJBvUE9eocZciHZCSzSK9Jug0xKt6RDjQKQVXwoTmLjk2pj9EQVdvqn4lJlg6lJeG
5v+/2FxRFKWgtCzmjZw/s4R4WcxWsisLFyOuJ9QykdQBrY1IstTr83ty3hVxHR/ypt5SdDm6Rs88
q3i7vwGX4myQY8Blog9Vs7A7roczdlXiDB2GI4NzzVPjzjebBAL0QzU82noleQ0p+lNT6boXGfaD
CWXJr0zS+MqsLoC5kRMAOhixKvYKdFqvv4NnaMaJB6qgbmm6cZE9DDp6r9QvlZ25AHN65UFv0B4b
q37P8Ywdzcc6a4M2655YUeylPB5WjubCebn6IOH641XhSL06n5cE0nlko2bFMcIstGPvpv0IPqOT
vgZ2Wthbcw0Qo4c7wBtLcMX2wHU5ITVsxszX6bMMwtT76708qn8saNfTPODJ5UCTEDXoKok2GWow
zhC2PXmrugovdgJ51+hUOmtsxEtZkquRCdtsQu6SZ1WjhGP+aaZfpcfYQZpkGs9U1rcFJW7RQACe
eI5WBugHeYSWCHFWmPcWSgGYXNC8g+4dYbYjkrXlU46YWoKPAFBBi8AoKfVeahlgFFaAgckZMmzR
gZrNJlIG082pdtKGNf6tedsIbvjqG4RtZdW4UZwR92AFhusfsiTj5Zd3Xft16BApTSAdO/Vpp/oT
y+sVb7zoVi6GL1zBZm/nCpmHbwF1Kdk/Eb16uvUxZf8+YzrPM1TaUfTQEL0I27iKCIhrIdgTms1J
10Kp3ujjCrPKgru/MiHs465Ts2zsS7gL82cWuaCTUNmPuLdxv+zvn5jlWftnMMLObVhv9KaJncsm
r5vYzrCZW5jFEzQJ7htagBBdT5twQyMIHHks42y2yAqW6b5iG7PWPU3/paI6JiW9ryieRLXnKWWb
wd7yrn9COqvSx83YmV91pv0yiPx5/6sWHcbFWs7Tc3HdKXgsKczARNvKe0J8qLe4+nToyfdaesqV
Jy0J79tbSmuhXoa8ngnCJrQCCAbzlhKKpAEu8s6tIhftGiP/YX4y1bVVt+Kv9RqOadktXFgUrh5W
TPI4zPNeJ1HAy9K1JmfL0xcyxltd+lGkp75Vt7yQC7fuvhjNSo5m0elfmBc8QsvKMTGjdoYFOdU2
sRXq1nFJg/vzunhgUIdEdgE0Kbhpr9exkcDBJdnYxjpoPkcQpre2GkjKO+OJ30zf7hubf+zGyV0Y
E9YwbhtOJgczygv+vW6z3LOporgsy9K/uc8uLAlr11uj1Y8DLE1GEzDjJbWDStvV5gk81pxPHnI1
KxYX/cGFRWG5HNYz2luwaHX51o52Y/etZsDOd5v7czj/zr05FLy1XqlKZvxZsIq5SdjTrdxAt0OP
3ZSUvsL+tfAUqPQRpv/vBhETatGg07QxMC6o19agTtQjCF7LK5HtysYQcVVMKUg0EuxCtXcCoDFS
Z3Ij+e3+zC2sEGqwmjpnevDWFMNn1jtaG4HnMCyqyjg5QIi+RoUhfyRDRf24d4x/n8eai+LAPCNa
dzQRuaNTzW6SEvY6azsaxwGt1pKab0bJ2t0f2JJvvLIkXKy9IxcVEmYKOnQDqN2WjuLm+QP19fK9
zp4ApkHm9d+HwciZWQbIdOcXnNhGB/0KZSiggBbyfOr3csWzV6AM842Dd1jQtPL0CrrbDB1Tuj7s
4kFfo6Zc2DGzNA+6l0CJBeJSwZVIXdaYBRIkYU048IxVkDWQkxybYGVq1+wIjoQ5VsG1AnZQbvaN
JH5qS9uP7elQagfeKF4KegiDGZKLVpYn3jt7O00PcpJuUzxJlHGtY2bh2r0atuBlGBQ54qQ3MOx4
Osf6QSmmBwI671HRjiTTvTqXA4muaUAtnpyLyRZ8Dk0JSh8FrPZZu2nMeBOh3zwFb2PTjSsTvjLf
f7b6RVwxSAV1rF5R0GRI3F6fvln146SDgGFlXedAUHCjlxP55/17YafraA99BQxJZr+Z9a2rsgN4
W91JKUDqhDArk3YJ/CrqFZsC7XdI7HpmylcGu7KafyKQi48w6qIrkHJXQolxl/TGwR6qR52aR6Pp
QJzT7qFgEjTa2hwvPe4xeJSmZ6ldVEmFw1PSzixRccAkJzaYTfDiIcBhAwg3QJMdh8qbJgjkGZY3
aLJXO2v8T0uJODDmQcdQn7FPN5hsx0mNpuxsJczbHqIP9KFH67OsdY9TbSJl3W9Rj8eD2jzW00mv
03CkujuRnSlNbrvGgLq4BhffMm+UizWoBqUZFIqNoGWbXqZeDeor3xoDCqot8GKkf3MpzGhelN/A
kyg+5eVYKrPalPDgHd5LzeunjaK7ebsSO6qzx7/Z3hdmhFHVil3nPThAwzyrgatnBKq3vGoSkH3Q
TkJzNUS5PNqjDwaNkZHHjIG7dcP7QLMLx6/tKT2AXiLaglpoCDp1fCfWAE1Ip44OrGV6MKlTA2LF
YvJJrXePMUO74P0TuhD+zum0mf0TlJKKIficHokAU9djNUyj8qmpijBu7TWSkiVnA0q3GQ8y44nE
5gxi07azFIpZMsdxR7TY2ts1pJ9RDlpDUC7BAZBBBYAXZA/IQ4qNXQU41WqFcDW0Uu07utTQaLPt
1UdVo67hhClR/Uz+kZTIG6Z1YAxF7OVAbN2f05tgH0SVyIIin4cbc0YSXe91gNSniFh1fZYN7sro
A9VJ5Efab27Gfqy+3jd2E6jagCwhe412B5QTIXRxbUwi0qgrUlefu5SHUqm+kKHYxLxpXQ52X2ni
2PdyL2/vW731LbNZtKjP3Iszva+Q5I9LqZ+YNtTneho3dtNteXaq0hccNOT1N834rcpOXD7HTdAp
3bavwbyx1Y01co8/bJxXBxCfAaw+wFOz3hA6FK9Hn9Y06Ufbqc8TeZueINwHAYCs21qtGxmuHozb
WAqs/NT+hjDzyI/E3DAlaF84DxLjAOkUuXfLU6Jswb3ZpidIgijMb4ejkrmt9FSHawSuCzsDnToo
JSGWQsJXLDiwdipjB2DUM5Bsg1l4rfrVgsyZUsBXwGusrNHN5TvX4yDICjYSQ8FyCZNT1mMfAeZb
n2nHd1ZenfP0HW2+6EFstk0cn4oU3QCKge7R/ncj/Wrtr32m+CsfceMi54/QgVpBJ5qNP8L+pFGj
dhI363MKHDhgsnutpC/xi1H4VFe9sQHZFMSinC6Iyt5ygTP8tvIBCwdkRs6gHwfVL5C4C6FlREC3
b+ekOev0a9Q3bl/8AhP+XmO521qya/Ennib74Utd7Xv+wLN4VyUg99N8I/5GlNTjqr7SanKbjsWc
oOakodsV7xYwpl7vWiS2jbZkWnPWwA9XaSfgd6R4OyAuAslz4YC3rf1Nhq1Jn0t5cG3Gg1RTV96C
87wLJ0eDnq0MQPt8hkSVb7MH3RCIatpzXJSKS51Rc9GxOXgrsz8P5cYM+hC1mYFSg9rZ9VBR3xhl
WenaMxgv69hjaZDaX4j2aJUgUTpHhS8Xftt+rli93XTOH155LDu2HiTjBKsObVOZorwGiZWJbcbH
cfD0oXMN4whlUdyFrukOw25ajatvDvisk23jrQQicpw4sfUSLAyNOpDOCZPibKsPpQQ6/eqd8IcM
Sfb7g7xZQEjmIME7t3hCnQ+NgNdjnJRk0lqjlEJLTdySfrA10ePbseDQoucLJPlYOcDOrg0YJcoV
VdWRs9ZwVzNq1+Yb23E8eDhPidfUH5esoQQL1iT0myMTIgTLuoTuALwVYM0GGAsFt+Jd/aqDR3GN
N2jR0LwbAaXDzhd9cKaPXZE3GjmrdjkrDrAzx1Oz3JVk5ZjfhLyQ8YbHQSERGT883YVT3uLhblgS
oWcrBO24m+hZUESNW0pehvKKrAZDuXLaloZmopYzMz0A//Ln0r4Isk0K+LIpZ7DojkgOW56Odmd+
TKvw/ta7cakYmTX7L8AD4TvEnVHro2nmaUPPBh5Udp64tYeyt2spL/0+W7szF41ho6OlEjTPtjWf
9YtBDX2DfU50eu5ax6X2rmknvymVHbitZjYhtgbIuHmFY3Co0gNtjngVdPiCPdVOHSZ1ZXouanOf
g+m8iPamZJ2ktdfD7ftQsDTf3xcjq9oS9+UAS4B6aZu43JTtJrKOWbnVfQkByzd5DRy4NjbhSCeV
wzUp5xhbO7k0eW6Hx44M7lpO/bacjNse6TgZi4ZYGB0Z1yMjLM2VIpXoWbX8qj2y7Bz3PsLRREtd
rSNgs1bdcTp20q7fpiFS7vxX7fj3N+ntWPENc+8RTiBcsjm/Si5mV576xFAkkp7NcVdZTxE5RuWD
qnzct3J75OB+sTEBe0IgiprJtZUsi3uIDAzpOZE20YP+WKe7MZpl4f8tfmQm/Ed9HpE+KNzx5Ly2
w3lHKvDv5mcJPbiT/aJlD8b4pLeeU73NjOB0ZfZu3myCPWH2uNRZg6HDnhw9ql3ma+WRrMp3zR99
FRzgfgEUBhAVZDsQpApHjZjxqFmVnJzr6kNWvvK16GNhEGiRhn+CXgLuYpF/qcudogOYOjkb1ufQ
PEv5lkRrifvbYA4OF8gNG5BDIPVQwL9eGQRzuRTxgp6V+LUYMtemz0r2II/bwvi01U1x1uOjfjJ+
OB3zkPO5v/3EGcThQoCP9w/6ztGmc8OCP/Wkhq5ZcY7BMpQawIys8VKKc/jfFkAbhOHBinhdpsVQ
8mGkxbmYMn9oTlmC67n7cn8YS0bgc0GRgST33DBxPYelk2IvmHJxtgyC0sdnae5puv3XNsB9BHlp
CKfhdS4GvHEupWUhSdUZrUw0c1wZVaN4jbR/YSBzaIEyDjIA6LMVNkOqZUzpoGR9JsqeogEiTbbA
MLv3R3K76LiZ5rgPYTUa5MXZMjKnKoG4RH7BAnEtzUwJtHBZFvz/rAhDkVsp7wsZVvQEKO/CLdAD
dd/CTRIB04SBzGhBBM2AyAvO0yhsQusIJlrlMOmAYzgbU/VMc3LjZ5Cnj5vG6woPCjGS5pb5f3F2
ZTtu69j2iwhopvSqyXbZNchxDcmLkKpKNM+UKOnr72IBt7ssGxbSaOAcoBMcmhS5ubn3GnZluQJj
uLqQgkcJyQ7E1WW2LmdGpqtR0Z3GgVl2QZsCTpeTvDbN68OguYcGDtyulrUSaO2E0xShRNPKrqRD
gNKBbDfM35TORtlbeZOyX8P8q+/ceHDlNfGG5TUo1hiVGgGGBmEHxejzowW7SZSHQ1RI6qnd6tJr
aKTepLx06dquvNz65wOJVfh238oog06iNXtiJd55mmwP9ZO+doivLaXg5wl4FghmS15KPFd6Ucg1
O0EGIz6CNmi58xx329sb86Ks9LVo6FFChQKqF0jez+cy82LkEjymT7D5qNg7fR27u5C+sdinr6nm
yDHCfOdnjd3Jm5LMUFewPNWVys9JbVBgOEBwz6DVIcmIC28EB1wTsE8LC//vfOyjTTX+0SeYIsPb
rdpaazbc19YIkQfvG6HahW9//uPrHrrBDZH6k9T/HuDHIvM10tW1PYWCii4wIlB1M8Sff/vUkAjX
6Jhm/Snu0vxuZFW5a0uzhYK5ZYG0IDfuyvcQicD3REF8D2SSwoYSHWVUz84HlNpu1q2+6JHL2Zm5
TykqRUcp9i1kzsQmKJQHxfO8MeoTVA77tzKzKzwObE7dBiL0rtZ57FlN9/JfBvE95d1yFSgfHMLJ
jdfypq9n962fulgbZRwkooRVf+LFZso2aG5U0jsqH1HrCPudoNPvrCIo+GNTz7bK97BtSqT3GtYJ
8KxGegwwg0reZtPJ7mnrWoY7WccBPZPM04Ac0e644hfcIfxvvWu5LZe2TDZt9lhlHlxorMyToTML
v4/wKe1sXndOCFYA/mLe2cOfrNj0B7P2ZsNXd8lHGiV7E8hWqHSN4VrQWxZ+8MkEiBJZCWI7RLmW
r9+2LUD4mBBb6S6XpI/E6O+11/Q3JVvD8suWncz+Jf1nIdOvYTUFdQvcJ4jpIkp925pqleShQCOf
uA6kTTc3v7TUepPS6N5KZmllX14gAsRosA6FmCmUvcRLfzFa2iZlbyC4KmoOVOyp0zu3ljSXIiM3
3lL1ER4H3bqorwg/iz0G5QaR0opk48KyjdOk1siA2h1UJxPbMn0ljVz2DPonlM6A2JI95DePWr2S
QV0JLHjofPn7wuIJHOnz2UKDsNBaKepPRL+vlAjqyWu1mYv2jVjQ70MsTg+JG1OZx5CdGnlTYxHj
EvTGeDNEfkbuaqeCEazN34dNxF9uh5ivJvDFmorkExVZdFGWfBsIsUExTYv7U616NHfCTZc/FNtM
2hfw3VPs8FFqPIl/rowqkqjLUWFAJMi0cBdZXDQmkcJS7RDY5I9xZwD6ENnaL8nTVD+JdpkTSk/y
dIAAfP9Dy099ZxNXcVi28ra8cnOLJs5/fsQiuvIOFtSxge1k5j33YrDCHJ6olTMY9evt+V7dQYL/
hRqhCebwYiQrGi2lqnX0PyBTUd1LLXNuD3ChioYNJHIdQZsCfv/CYDst0fIuIdJ8Ys097uPYaDd6
+txqz20zb9noVdWpbmwrRxkOlH5pC0g5DOjtGL2Y6q4tQrDvym1V+jBNuf3Lrm3ts18mKgnfIlPP
W1WGZwwq4elWafY6Cv7DU6z8LDNXmx9C4jc/2f18l6fvtwe+2GIymnQoqwrkIeLxsijYmjFnfaM2
AZpfVubXhqNo0bGfnuB04sk8BJxnrTR9mdijMChYlPgCAK/ii5zPNYk6bdSMugti8hhNQWgRd9Qe
S0ZtcNmmV8iVqcah6n2VwynRBSNJ6v/cnvVFa97ET8CTXwO3EXJ0KAKd/4SqNuM4sVgX9BQYB5sw
Z5J+5fAnjivJl3XiGBSX8kMy7fJmR2O3KZ4U8neegIkfmkcLfrSfEbFVOLuRlQ+yLGh+/TI0faA3
hdalepFc6qxv0aTuArWL3UE7NOQv6058emOGtVXDNSbFxekWC2FocClH9RTV/MVFDOF9ArAeWE2Q
qnW0eG+NiWN0T7eX+3J3L0YRGdy33V0Bl51P0PoMePGXssFmjLrW0LjwCjEIzKEzP1W2ZVg4Tb8t
5+cxSVbO1/UP/m2ei1AKAo2uR8BaBFA2TeNyQwmDblfpUDLturly5cTRshruhHaR/fw5Ngct+8XY
M0CXXhi7YXWnwTPTSp/Q7pOjcuVFcfUjCOsf9CB1CM4uDkQFBaLESOcumFGg6aPtGHZOvuacd20Q
ZOXos4GVDSn3xSC9aSYto2EXDCZ5h2B9u83onIPtZ63hui4fSPjc8GlH4UscLvQBzj93p/Yxg3UA
CwaJ/TKS0IvG+znpXKZtlAh+Uxpy2b2sbsvC7dTj0B/V8U7vt8lTs0/DaVMX7DDnP2KYyqMx8itx
Uo+j+Q5Fg6HZVcOmojYH6A/6981aPevqPhGXrSgMw0l1KRFUjZlhzhZlQUbkfcZ1j3BYA8fTMYkM
W6s0pzCfSPc3xIeKwT4s6DtyTbtLnniCjkOR21nuK2995FqsdnNNcgl29e3TdCVkCwIlXMdRUoYY
wiJ2MTmNdKPlLIidobjvUTgk41GdgsFw5PI3X22Xio1xloXga4qKPfoRqI9daOwkCFZ4JkR90P9l
DKgYKP4ci/A4PfGxtZEFbBP9HxnDiIGoYcvgQ0IQVxTMzvfPqKJsXuoQBcHrYYaoGo89K1Iyp1v3
LRIp42JyItJSPEUAb0L6ej6UVFltLE/zGAAg4dYKTNKsyKmabR+tEJyuHL+zgcSffwuB8qBEbc2k
MRjYhua1zdK7floDBF9kUGLhvs1mkSCbXYf7rsNsePYape91uJIHX64W0ETiaEsgxBoY6XwSmtLn
GYXcUlBVSbWJ9TrbMy5NrjlPFVo5SuTe3uqXlyEKFEAf4LUGHAIkn8/HmyEYPWRKOwZRQrfsMQfA
Pgw7r4BaGLRcWztK1xAplyuIEjCsa8Afhw0EDtn5iIMGOPUgKWOQm1bkQfUBkH7I/6zM60uK7Xzb
KbKM1wxKzcKXYRkhJ7CYYzPRsZBDQ3dtXpg+KsGKw6U6c3vYj25HQrJt3hqd3U3l38HsJy8Z6WBH
xRh5wDZH9tBmg4/KfuSZ2Zhv1AiMnNvLLyZ78SsF01U8JqHjsdhOyaAnVqPGU2DV3LasxJEKCMdx
0zW5n66qAV5beoSY/4y2WPoOdgC6MiEhHJrKjTp9q3XlStP92oQg/QYJYAr5WKhBn3/dCS/jnmvZ
FKhoJoTPiY5tdG+oL5J8vL1yXxJHy6WDABKkXaA0AYDRIoRleQgNkqKfgriu/Dj/JbW+SWo7Zc74
2D7RaPQt8zU2uduMshNPv5L0WESbFD48sgv7gHz40H+WCbVNgYwbV3LMy1gENNxXjRSMbBRiFsvA
KS2sqeFT0GTRIdFRTLcakGbjMl+5qq59UjQkTby4IJuKI3y+3kbVU4UTNgWzyR4ird0qRfx8e6Wv
DgGoBJYZxSQMdD4EJVrfaRxzieUYuXwp65iMNK9M5LIAIACEaKHhhhCYlyU9daoMuWkNfQqqENJ9
IeLCJqIyc1sQ851YEK/1pBu2JYlbp5imzjNGvbhjbds5BUuVlfhx7QPi4UIV2LoAgLNUiMlzXtVt
Kk+B3tFHHRsn74tHgIw3t9f2SrjHkxDQdGDUgZNeNsXynGJvGNIUJDAhLoHQy+bSa9vf0xoG/9q5
FIpSuFzgCmUsE2CYoBlKo2Zz0A3pnzaz3BL/sFEkdJXZOsELcq02d5lD4bH7bcDFCWBMiVSTRxiw
Zxsup45cf2jlKZd2SW0r5oc6eLeX8uoGglwRdpGBVjOC/vk+nUFEKgq0eoIivZMhjKjIdyF8SeyB
2RHem5H2OUHhY5qjR+j77boy2t7+AdfOCRRRQP1BNRIK9GJFvuUfPJUbFZyrOaA0n51WjeoNUdQ1
77kLpU/Aq2WKjp3QtKJ4aiyO49TGpGgSilc9zbZy7Q6T2ya2wtywMOz0h0o3YDMBC7+pCXicfeOq
s7IHvrZDcTvJfnFjmxbNXcvUH7enf1mMFT8M0AhQzmTg/i6IZ0rH2lLHDxvJo1EfUZ9wYuIpMKB9
Vms/0X/xtXLWtUOKhUCbCKA1oSJyvuKKBhGETFNnnJ7II6HqoyuyK/M1XYJrh1TgrUD2gjQDZE0X
wyilNebSPAfjOOTAkaUy6hJNC9lwwJh5/Hl7Ha9kZMiEgahG6QYbeSkMzOI6s0YWSYFcMWlTJdmz
mRMdGrMqOxRlWmyKVqbeAEOYlQh8ZTUxMJhuGhCAEMVaZAeFVKhynWJgC0YVjW74cPfz44k+/fv8
UG0VJAEBC/o6xt+OyQRZJS2sqiloM98y/qBp6bRSkAHJJpmnbo1HeiUMQcBJbBAVKmYXXIAoriWe
Wu0UUCn3aByhEQj/NtOdwGOXpGNZo54dnv59hkjgReNXiH0vYTVKO4NmCUPYoIW7rhZMBHQLTy9B
cfKHdAVGfC0cgHwATAW8/gTMZrE5IQtCC7PRpmCyqEf76rHipauPqR+mxi7LDynxWnSi+JOe8E05
sxeCR2z4aRkPku4kqL4Gk/nZzx+3l+DKkTn7VYu8FiYQnJAEl/kYAehmDjsl5S4H4h6a1ysp9LXz
8n0BFts2NLFppR6v80jRcrsre1tRok8U0W0LeyrlWPx2Zcgrl6lQ/wWlSwU55+LWnsoIXo5zgrjD
pCCMNnUoeVa8G/J33fBuL+S1QylIOwpCDyLQ0gAqlOdsaNVqDtDk7bc8NCefaHjQpOrc7G4PdaVq
jNY+5gTPQ8wLUrXnca6ajC6W5noOMhj4KC9F9ienH+zRTN1kfmDtS05ey3rPChfddr5n6eb2+Nem
iusTHXMA7dDgWkRzySQdhzgaVlUbsw0EQD7MZI68uYP/4u2RrgUF1M4Q48SjC3X584kqMW2sSca9
wUenOKo/qulR3c9KAlyrH8VrG/TqvL6Nttig7TjXEamMOdAbbjOwpGcz8Zo+Wnl5KdfOHF7w4Gii
SY+i1SL/YBPSzAiqqIE2uFDrgKCXVQeW9bNsa/hXJvZce6m+HUjr8PSz7dwQb/zsKVTtNLtrul2j
pHZ6iGAeo8wP+nhKahNKP/TeWPOquXZgUV2D7wZQh3ieL75zODbaaOrhHABNItlqqz714N47Q9bK
jhXDdawD0dmpTPY/1DqANULdAaU2SKp+LeC3m6eZurqjYKME9C0Dw1/pXDMCfAWe3aNbvN7eYlc+
OnIFyGYiIwJOZgmnz0gfTXjCSAEULSxPjgto7LAq8do+XxOP+npTL17C6GLoGqLEl/2NWPBv80pT
i3ODcjkwaXQycqlwqxD5Xz7KijNPrQR/RiBIx5ak/jwbhTfrs+z3rVRsIwSyY5uM5SEzEujv9Ea2
N5HD+XQYuK8mSWS3udXfp4pWumYut4c6q0yvbPs6t2cjlN/UAb50KGCqHpqXxVM+SfFxjCPTlvKh
cvM+ilei1JVdDkizeJahEoe+ymKX1z1r0rgv1aDqDwVr74vpyYTvBJ7IKy/Aa+Hw+0jLeARxs6qB
q5IaFNSf2xJAkhk5SuvFZbWVkweag1syJE4WQxsv8tNfU7jvYWRKR/Lz9l668rAQjEa8bCRIsaLc
f/59e7R2WsvCD5Hk0u001GzXkAUXgHGcibMhxHb+toUYKebRKjM1yPS9UT3QtrIJcgmh/EJHWBs+
UMmVURrMpwMzoPvY2nkqTOjD9Pi/zBVJPVIaXHpLbKWcdVnHjEYNdIkcVDI4NEtWHirXl/M/Qyy/
qzIA9ZgXGCIZekeHgxJASbcnceUppAIYbInGLyzCLjapOrb1bJZEC7pxNxp/O+2V2dr0pw/94qOB
8Ix/e7zLYIPhgOREgV0EgaVKRMeUuY31Ug+wUfykfByLrZSv6WddLhtspCWqApqBGiJwlOdbBP4e
nZGBphbw2GD2VDIQrtE3cG9PRRzf81gGDDdimegW4B9L0U/SFTA1JIYeMN9omD3MB+JAl63V357l
dI3acmXdwN0S1sCAfkAHYXEz59kALdMk0gOjKQ4NoBfELdVhhaR+pTULoiEqEqh1A4h1UXppRypx
lXaYUli3fiezFqIhDDRHacoO5RgnnqHNpt9kXN7ymhZO3tP4gaqs2jQKfOu4nqUrG0ZMbLnKAMOi
SoE7GDfU4sZo5xT8kKHWg84z6RssERvtg+tbnWxuf83LYA3YK3aGAcggqFgXXB42G2Cbd3Iwx64u
qXb1YYy+Pq2B/i6/I9w48KZEkgwcMUqU51szFiSUqTBkPLWafAMGVmUrrWp5KNK029szuvLeEmOJ
c62i0wNgw/lYFm40Se90OZDn16SzXtUx9WBykmVwdu68gSZOTzsbSGJmzgC5bBJD2WaaDZXGhAAO
c2o1NwPaYfi8/bsu5NPQTQG6HhtZrDSyWvEpvkXwxgCjP0FDJOCgMrHQ7nr+VDdvXTO/DxBwaVAI
ywewMSPJUdNHeEOgm/TYNq+VxE9QX7WNUvlUZ3PlHXh5nIE+0bBQiIYoHy+Dhjxw3kLFWwlkckeL
yuZTZZedY7axX80vI7Hr6W1lIa5tBiRe0DjEUohb7XwhRh6Vcoo/CYrjNMCTqgndtMpTO5IyhzBc
41Jq2sNDY8EzRX2MuSfB1j0c6C5q+5Vj9lVyPD9ncJ0AAVZggUERXe5/s6mygU+xFvA2tGC2BOW6
BuqK22FquqDSasmuKxICm6MNdmhWxpZoUQl4OB/+rqyKiM4XvwTHXdaROQH4tXjbZW1XGBFJtIDK
cOmOPUp+MhAjOhOWUJnH8gfmSPsm9Wvq3R75cgdgCb4NLK6Vb/tSYhlVOw1LkFmwpXQnUO1ZgYel
U1h3JHvq4pVn0JUysA5SqTgNKGHhQIj98W3A0CQyICetEcSHKj5BrxQM9w0JUhTUCLdLVkJK1u4s
1Zfqlab6ldiAoRHuoOUhiAZLNGGmFiGJht4IICltJ4VqW9ovHrZQM5RcKJs6SU5sxW9rT4UxywfC
RNV6db61wno7afdJuoui3LPMceV3XUZ78bMQ7MEhMoW5zvmKwCCWlanGjYDoylbtdnUEzvcsu2Wl
+7CBuv29r1x3MCCF0ggYMhq22pIXPcSyxlV9okGf22FzaMGzFWW3dPLT9McU28Vjy+8rbRen057K
K7ndlUQWmtY4/Shk4PsD0nk+156XqLtbAw2Y6nEwY40QJg+HtP+RD595c6Qvo8fsckw3s4BnvwIn
M40rrBZx2yyO2tlPWCRKUgyVhTHhNIBBqEx8JXsB0g9VxnuT7VOQ4G+v92W4O5/w4mCrpjyXhMw0
wGvUcHgNdSxaT2C2mNXa+/nqp0XXAXkgskxUOBeLy0s2x6zQaDDGtTPVLzH6OcZenu1hr1Vsh2JB
im4+dfPwPuufbs/zMpXAPL+NvVhVyDalTGIqDSy6SeqnKoTV5YGvBI+vE7r4doALqDgmoK6CgLII
HuiL62WXq+lRIxJ2SJOHkBiNaDiAnlR2aeNaqYzuJGtUAAUSlmXVfdPJ42tSR3UDtU7Cwu0odcnv
BlpEr8SyIBiEyn35kBYjSFZDNUGGysJfhueflAPXPCRxGW5ZlkoQb53z2YQOCpCT7hBx+qcf+qR2
wDavCicZ5fbZhAr2mxZPkOWcxeMcp2Cmm1QtcLvrfKbGXdZHpPc1rUbVTk6AwHJIqYn/KCO5wzOW
/2ZzB9kpEPHKu1ENoYCVt7qMXkY2vnKpD7lbJsYA9oQqFw5EgGFkV7GGlk5mFNVbSsc+dHO9IrDX
44pid+i66c4EXUPzaWyRu/+RuwrqAfA9RUEBeNvpvS14V9pjEerlw4xY99pDE3O2NcCeD5mc541T
t2HhGlXKM1fvTdhB8YaRwyypUWZzFLw618DaZC7MDPm7YcQdPGmLAV2vXlEqa0NmXYt+Fxak622p
16vGTyoNLOepqAb1GRZx+WEKgUFaKb1fOXnClQDSTULhHZid81CDG6iLFdiWHEH6f0pR04uy34SO
K4mdCM6LHYmiPv77EBkygF5cnLlCL8DOjKz0SHT9lYTsweSJsRJDrpwt9GKEvREoRTja4s+/X5mq
PETaSFAKKlJngL44vzOt0W2H0z+fYTDCIMkmIrQF5sb5OEQNGcjveXZkKepRUeybyV4LAf9NVj7N
1UX7NpBISr5NaByRA8KfERwl9h6Wz3P7fHsiK/99bZFjDkkNkuRUZUeLZu+WRGzL6P8ZzQbLov9O
YZmwRQYZDOzc7DiC6SbB4cdmSe+PFgRpbs/lyjbGQAIEiGqaMH0+X6so0ZBvkiY79lp9mOZmWxdK
Y2d9uLs9zpVrEZV2pEd4amNeSyWasKnRLw2pGSDsPc1KZoe1Dp07425iASt+QupnZWLXPhIamuL5
gTQEzvTnEwNLrgxRgLQClf+QzTvoZf8vA2Ai2M3ABKrLl4YiDQBVRAM4ZdZBMx/nKF0Z4NqSCTEb
vGIMIaWz2Ma9zsa8pWEYVExxQvmRzJOddIXfq5Dse9Yaaa1UcSVTFI0X1MfBqIfl+GJAGSqnqtLE
RORuxQSxT83tk5eWv9TDtIPm7ti4ff/DqnxzepFQENUKO7R8vamddM2a4XJboiojyvSCmIxGweKI
VdWQVWC+kwCQC0dtR0ASQbVKV6g3YkLn0RXCql99CBNtE+kr4/kWKKg2lVqs58nRYHiXQ2q4mTfl
U/43TmQ/Kv1EWvmiVyqDFLEPvcOvooi6DOeUSHCbynBpQJzG6eJio1mv1oeO8ojs9HJ+N9P4fsYz
4fbZuzYsFATwLEFWowAEtIjwKVWryoDf4rGD3oALAHbhF8iSvVBt+RF4kHJHLT4iM+HxDgLL8rOV
lWsOc5dfVDiToEAJgAygrUs9HjIUqN90c3Ksk8kEyZJiM7OK7Go9XCOsXn5WIYsnXCSgDgKDr8Wl
CV2mMC+HtDxSGSawEOq1UX+zSzOY53wPhTFQCr3bK3xtRPHYAbsA7w7EuPNgM0RJYSZSXh5bBV0l
e7bsUj1Ellv1zqDBYZ6ufNG18cSff9u4ql7KaqZjPM10C2mGzJCn6B70LBFGzfykHG9P70ozBBqV
/53f19P323hhXs9JlmA8Ijsm+23ABr7fxwCrsXpbgKoWOkOyY02Fo6o5ccASB6ppt3/Dlec1wEU6
OGWwS0NlZ8n2LLpcGgCOLo+iMqwf2ulhIL/D6F7uT0W17+uPrn634H75d5TRLkebqpKdLsltdUz2
WYVENyru5naN7n3lS+BX4QKluiiML4uPKcvlhhppdZShj8Tg9IVItRlr3G/Zocnv6crr8jJXwyII
exw0MIH+Wj5wy75PjRYiQscYaLrsqJi4s4vnqF5j+l8BUCPptPCSBc8cuiBL4cCua9mUwvblyNlv
TQOaItxzFzu78H7+bTzrbxLCd/DU6QeaVMDa75uVHO6yeKYgToD6AMEQwWBe4sl0cxwbFHW1I1SZ
7aH7kTSJDYOeWqb41xOFS4SRPlpTaRtDuLLVLuOlGBvcFEh64imI+tX58eLAt8YkwtiGfK/VvzXl
TiWVrUo7lMjV6sh0H++blSN9cfmCOITLTiiLwNUVLZbzMTOAUbMoz6yjAnH4YZeTfaM5YM6pa4CE
qwMBMQx0prj0lgubTTmwWWFuHaf4bxiAyj5GrQ3ORNz6t0/sZdQQU/o20uLaKfo26uCAZR1rGJJX
rxAD1beNYffHVjqMmmNNL0r8K9Y1rOy2L8ADWNP+uDgtgoKK/1kmMJNY00WYNKqsTGaSZfCSyuzx
sxp+TNBvmla1Pi9yTQ2NB3QDUF0TUu2qcv7t4hHQWh5l/IdJ4vSxBw3OVRr0TG+v58WHgxEhgIjo
J4qxUORajCIx0vC41OB86A66pyPg7Vn1NGvB7XEubmoxDlrCAouNHGxJE9b0Kc9T0msQ8T3IDM9s
4iTmz9tjXDKFvwYBjR5IEKza1975dqOU6PFDxnHWfjB/zH5pv8rBRiC31I8ifMqynV6Pdp7teeEA
uGzLAUBdditEQi3dNlC4PqwK7lxdXRTJ/v8HLTYrigtyOuWy9qN5KSavgn5Fqh14rviwBL8994vd
gtKZgXMnow4P8t7yHaxlbETbSDPgHw95kPoVlazbA1w8HHQg4tDXQxEWDFeAy883CpTK0NeGhv6p
Q5fk1FYIki0fobUc09Q3ISrpgLWgHQcrXjP4vThwYmScBVhn4opCt/h85FhNomEGgeZEq53Zb6Xm
3nr6HwhzX6PgUsKtgEx6edzCELjONMX89CYGTMWD6bnN0FZKN1o37wyauflGZtHm31dVWDEAy4W3
EZBE53NTUbxgQGlEJxRlnNmAmJ3q1CUUY+ONnH6oqGndHu/iGEI8FTVPEDzRC4e22OIBS5SETR2D
8mKpH7r0adI/w+mfH8kYA7cNzjhQhmgNLDb9ZLFIhctmfjIAXRnVwc7WPGou9+L5COLYfTvneZ+m
Taq0+WkwM2hAPxRm6UD3lQglwiOa3CuLdtkIxYyo8NQF7waoCGvxlVKFpn2na9mpU4OxdxjBm86L
+JGoB62UPR3JRFhIuwrQllb3026yS613qzYY64MRQ7em8v/9M+JEAFmN3wUt0sVnbJWi5woyqZMR
wpMV8RSES1gBeQB2/r490oUWHmoESItBHAQdCud+qdVZZymrWdIUJ1SSJ6g7V1H9R+N9Qpw+JtUf
yoAWdmPK5oNKafc2KeNkwMEx5PeGzOAHYRIrxWnqSP4BnmPfrBygywbC4vctlgIU7CmKGlacsmo/
lhPcaYgdz9oukhJXyT8r2QeGu7SnCKyF53hExsVXrrbL0IsVMgAIR7kGBORlzUaXEsKLOReisxAC
GgfYs2lrwt9XxgB4H5UnAM9hJ7JM5GqwUCI4exUnU6rrDZLoyIEQorWyra59bOQBVHhXynh3Lp9D
VjjScmrr8hSi1/9okVZ5A7SiDUjd904sfp8tS4Nh2spIa6xs3cmxreBxD5V2A+Fzw8wC7qcdzCdR
XYqtLl75hZdXPHTdAOJBtwhFB1T9RID7dvRZSKeoNulwkmrHRI4Ztwl3mjlooj8s9XnlK9aRD7tU
SX6Q2LKbPnan7hT1sQNHmSh0VeLBzMiu0UVcs5v7+ghnlR/x23D9Ij9UsHjLUpc0Sw2E+1p+IpAe
jmS/Dt/hRwvVqiOcZ5xw3k5l52V6AwK6n5BkFw75Bmp/ZdHYpHKKt9F6Q48CqWuV+4buxcU2j//2
MHMxH2Ek7OFv9+09DD0SNCIsAAdhL2pMzK5qj1CPSMgP6zei+Z1+39QdjOU+Sqny4ofkTzFAT+rd
SN8stKlRYLsdIi6jMRDWAr8CjIgApi6iI0IBSwdZ56ei4aVdGoPhSX0u+Vqa/O20RrhgmJ9DT7KV
F9XXRbJYbzyToUcibk4kfItrQE5CA2h5k5/08TXUAYuT/CraVeVxqo5S8qRSOwlfrPElIaqD9Ly2
ZK9+VN+NnULuioP0I6VuasLM42GEtVnk6PJj3OG5vdP2munrhivfTwl15TGAqUntJU+K5dOU2XVr
j/eVsQFQs1GfrT+K5d5e0MuqBG4a1LVwDE2wzqBpfb7JS73jNGwJP0kZ5AKgb9pqj5YGEzaHapt4
vu8bgGsSlwa6A8eb6IdB75t2tGm6MR+K2I6ztWKfKu7s5VJ//0WLR8/YAj8/xSE/DVBMkH3eQCnv
KbOg/86c2oIsmnGYIldD/fZg7Iz49/ASxnZLnnQJTMo3Mri0ckJzi814P8XeTF2luC81XA4uTEPU
cJvlDXYOvAP2UL2KV/q8F0kPKoQgkkEuB409cCMXL+9MoYlWlzw7pSHRdyNQwE47j6bLgfZZOQsX
cVoMBXQKkknApsB5OP9ynQl/dFT0MlgjoEyHW7F3FJOlzu0N8pWMnn0ODIODJmgV4vm2TOMg8l4X
VOkqqOyOZFtGWqU4tZSE2UZujEp3qomilp4zrd3Med+3Tq7liYlm7QSU+tAAPGiTOTFrpwQ3d3LK
cIJLQRhTPrhjnXTpJu37AUo6BN7S9oiSOehpaqj8aGrVwoeEuNTgFMbU5Xbdz1PpgNrOEZOASEp8
YDn579wiaej3cxmrDsAEw6+kSqGSLrUTJSth4DIDEEEXbUxAURAF8O/zNe+nNqvVKBbJ0APzeeej
rMK53fvd4LHyRdt3nwDKAEez8q2/JAoXXwGQYpTeUZBA/XApRx0hY5JGAzWzInbyz9ZN3K72BreN
N4UXadu+3VeNMwCbcgcPaEgCjO6gOpIHrdDIHn9WhU2FsfYMpfW/xR31mjvVB8zQbO3i3rxX7gDx
i/40md1C3ua9VYH2tdM3fijhOBNC6gKigvd5YdnyVvodmhvYEmivZubE429cGUl7YvNmKL003zHD
HqIV/M+1RUf/WGDwsPpQNhEH4ds9rBOQx+KGgZEPuJfOB19V/0xaYAHTX0puCyXD1jWGLWcbq//d
1MPKa1TEm8XSi9goWN3QzL3gXWAbjpUEe/KTam667qXun0y20Z+l/Fnq/WKtxXJ1NMhZI3xA4wkI
pPPJTqj3lFap4bjBlm8bQYrRDvtH3m0j/rBGWfqCTp1PDcED/X8AHAHyg179+WBlVrDEinQocTrG
sQPEr3oO8iPzcyjFHT4P/dZ0pv1BfWG6Q+9jeDCCYpOu7u0rH/jsZyxfplyxZsqheHFq7J1r2bvR
Je+Z/Zl5ldNtib1r/cH1AeRobA1trod7N7b1HfF2sb/fTU7koraivj/qD2+sdHplfxpde/CrbeHd
67YENXUvqr3tvO03b93m0ZQ89cMIZDwXNlp0F26sg4pXkx2bduKY7njXbO7RhLiXj7FT2BFkfJ7y
HRqK7Mn4C1Vad4fDhL8AT639aMN4zW42+eH1LxyiRtd8aF35R1e66dMQ7pqHY3momfd/pH3XbuvI
tu0XEWAOr1UMomTJlk05rBfCkTmzmL7+Dvrg4liUIKLv7d1rY3cDW8XKs+YcoXjW7IK2+FzuU39X
YgL7NAKj+96R7PFxaGhx5281kjmCE9r7h0J3Qvq9593Wdkr72yCKWRAXq5zy28raQ/OMRslmMGMG
QCL1qfLBW9NuuK9I93SvWyE1c9syqEpDs7QBFn11KwJXUAItWmhLwMrNRg7RtRUHArQGRMUJ4LUE
/i3vd84GO/sRACXL0pDqTPbGMdiVOQnIUd9mVkL+9XZJOgqiIJ5k0BM1oU1hfGs70ZVR0shI6Rwe
QrMYiKtGqFkhYoDy8xHYzMfeN78U2hOdVD29e+c/Mmf7Uu0Olak834ud1ZGnwMKOzrycSi5nHv1t
edI8OGBZPfnqbdzfFnf0Lacn0AaGAcuh600YMFku254KuJdQxQlNqjM3ciNbO6SEWi2gZDQEoAt+
GQRrJIZUy2R21HetcvPUE8nlSf7z1Zvi/ebr1L8oEiHh1kRJ39UfByvYyiTckPpb7YmzVYlIJoA/
95TA1z2ANwaVPhEteZpE7Nr2nfhbo4YbH2SIPRLrCRQTqzIT866wOyrRlw56iFTbJuYPE2Bbt6mJ
u5X2dDoeIpsnwmN9CklKvAzzK9DucHDxf7Z7AlH7nhCkHPAtZkAx+hv166CQklAdP4qR4OhraOYf
k2Or5JDjHwVrlxEbYc8Ll1qbL98qPnob2UiSEZn0ZlRaRmodNi80/Zad+2J3YBQ9rVKq0dR0osbS
vNIxHgRhBxsrMzl9uxC4wsq/8+9ouy33X84GdJCSfPEbAKg2k2ZvnXRbkEfjK8hJ+BOZ46tvn7SH
98IuT6ww823RktjERuPJYA103BDJ2bpcbsLqQKehxWi+P4jEocrXe0IfQd16BGCLbJnZNJRsUoKh
/bSBf3YPKdLf980uteqEkI1rQePLNExLo4ElPoBrYSb3JdmM1MfY/HyHJHEQZu9OX6/Z/TN8t4/h
Pn4388GeNjw2A0v3WxX9vx0y/Z5Xy2N1rjfOqomzGNLiwhohtCE0kt55AurUo1lolujTt8DlG8t4
Hn1Tm9fe7TYvHka4KcATQE5ARPJIW4qEp2CeiL4M5NtImxNjz4gCgtJUQ6vzf2639PvUWfQOGEMw
ucA+BaFm+QbLw04s0zDoPX0wo+glkrBK4Tas9XbRbULVYSBKSGaEcFAhsXAfjWRSaAhJCZ6mmeXH
mGXA9iAREodmPG3r8thUDl8+rXzmHIotP3O2NkAqCEo2CJDP77YuQbG8Tgq82MAElRpLgpgf2GdZ
KZGOfx90W+UMOCpAIB72KcXBT98ybjNq73EIWGO5LcAXk/KuIyrocmFg6vzaKpk/4NYHLt45apx3
EtIKvSc9cffVNm2whxrI7yJe9l9V1T1MeyOnULDrMHytya+9pS/BxjoYDWBe4m/UZCDfdj5CapQm
WdGI8NFy2i/Q5MKDqLlNYeM/lRVu0v1wUpzJGkm/hoa9tkNQNAGjBkIn+LMsbEmJCvUqDa9OuERh
J+uM6yaQE5PpXs0UGe8GVhitiYfHKOFRWkUVadNaAOt11Jlq+Uxsf4DAED5vrxnpMvjCiCDygmiO
AkNLcTEl/JRwhdAng5eKkAWnAkOOcZtKZGAoIIfADcH4EVJNiTnTEGL9MZ4+odVeSUc4wJbpK1w6
UlxKSvWRouKTE3F8MabCaup9If0AlkbBTo7ED9BVElAnBhQMKQRmx8aN8aBWV8LWKycC+oIEHqoM
iJqXfSmUmNd6KR68MqWx+t095UVIpPfkSTrdHrXrk/m/LS3PnkoTgloU0VLsGjJFSjwMPsZhm4iU
x+z9i0InnmjZr5x40rX9AwTSXGOH6seFYI2OknaCsHFArYYk0E8h6miNVg3J56doO90NBulcuD3L
VHkVQzcNHb9EPKeQFBXBYYOnRENFqO4D7Tv0e55B2wGTPAEY7uqBw23xyOzUQ6qbrNwYa9C4yzQB
Fv1MLBLAF4TX2yLwbrmkzMZO7j2581OktHEUDVGbUm7Ci+b29Fxb03+bWpyD/ejDxI8hc8U70itg
RJVmaoiBuAzS2PYkr7R2mSjDoYKaz2zVCvor2CTnh0pd9Y3ESehZCtnJqaWCHJopNDtCh02Ad5tl
nlrp15DtoRBIGTNbq59eY+BD++QhzreSvDcgteGnJN9GjasEAQHCGtQmH15F/5jhpcXOV5Gf/GzD
16bcG+HXlGykfDMmdpg8yAEckntS+8pdL9/zzSEeNn66gjO81G6b+4hqE2Adc1HkwhgoVeqK15Gh
Gk9SSFrOVbdcBGcBCnqEyr8WD7Bmi97a5/anGsEdwRPZNrwJ8vUH6PTntF7TaL5M4v1+ENTHYbuE
jPDyrqtVNTMgJo+9bnKK5Ws8XuEdGURX0BDhPg3hJq9IuYU5ADQRK8TgMMiJaL0NYltbqxdde81h
dKAHDhFtpCuWGUV1YrwmV/iYoTb194Ht6geAqqqatpbqFUfFhg+GLHYrC+96s3PZFuk3+Of8Hhd/
sgTQZZW6JsE6T5JNExy19in+ygLJkTIrB5GOv1NCFDmprJTuWlXm2lE724n836YXOVS9zKNaHrEe
euPAMdRxyTCahrIbS1NYI4teYnvmuQZKA3EePI9w7J5vsIQBCjnNCVtc3FJMh4S29/LotNl2HO+0
4gT43u0D5No5C2A93EAQWEKjTzpvcAz5xO/mfGyrfEGn4VT+yyfanYy2WgnZrh2KUFbCigFiCt7b
i2HshbaR5DEZvZbvJCvh/drsIsiIdmVvrPRJmEPwZfClyrjmoWqNKHEp9KioI9ivZTZ4rNjJ07/U
x7VgjvByt3TfTPgHFQLLiTvDYExedm4P6LW2UdtFTRXFJVQ5l1FGLUgMc4jdGj5Ks5wjbsrbLczX
x7J3qPLjagG4AKO5uF6CIinleICjRN6DE8l6quDVHagbKF+sDOSVFBIKZPDoVSEUIAJDuJg0oW9q
yQdN0VMdhSf+FgRQgEefJhN7zSDGB0xooVBPy7vcwJOEtO/BZw4oTEPkat89x2tkwSvByPn3LAaX
a6eWTycEI0ViKB3eXpXhCkyB4Qlf4tHaCBrqsrVQVZ4xdvph5raDU9szMSK+DIc80ssZFP1vz8eV
TQtyAup0oNsYs7PmYg8pIw+kdlePHsqewzYvJUCGkkpGbRB8lToG7drXs9Du+Kx25LKUN36frElU
Xrklzj9iXpd/Tkgoq0ZdUOkDHhyx4aY5hdB6J9POZgo4Ubb/po0UXKuUls+ZCY+DxFZ0lPaosqY0
LlzGJOdfMp8Ef76EAYCDUoGG0K0yuTt5oIXkaMVGTqhq8sN2H6OEOh60wI3aXUpFh6fjhyat3RiX
x/b5VyyWLrwe+ioRDIyHSBDki0JJ+s6K3EajI7IlWULk6UEwXpjxFXe2Gj3CBRrw86o9Zgpboe79
bvrzLYuPAQoXL2vEY3iQnQ8J148JA2EfQ4IEoYa0p7HRnrT8X2tA3hWKv7aS2l3ncHaWgA0PmRtb
0kktniRhy8VEyl4QZoSNjaorP+20EmnJdt8mblnTYOWYvjJsgH7hRQEwMzSXf5G3fyYvEaRRqcdh
9Jh4zLmGpMZBrgXCWhSH4I5crjCJrqyVs+YWs1Q1AZ6CMZqTMDCcrhE5P7K5lCoUSF+++AajZfR8
e79entDQ7/jfLi6DWIAsMyNN+tELgxpgj9Csx3Dz/9fE4vEtQ9t7FFM0kbGI5vUHiif/Dw3gfYGA
EFhETNf5gjK0ognYPE16glws3khNsbKBLu9rjNKfFhZLNpV0JgEJOHqR+I8TExNvXRIhHXq7H5fh
x3kri7Oi4VgZaPNAKXAp1Rle1T5CntygRvqpNCvbcK1Li8eSz4lDEUfC6PETrJekz75TwJb1V67n
q8vrz8AtlnSTKrlapfzoIRjCezRAelYVP24P29U2Zoj0jMHDqbKYfjnKGCpa6ImPF7EufYVsrTJ8
daz+tLCYfpRhKyXW0AujflWqlzy3Vj3Erx41+PyZCAOzk2VECONQBXbo0eSJ4vgpxpHJjIEGQ/PF
Kr61hARveL8fV2bnar8AqYF6DzQAoDh8vnHkCgJvYItMXl3t/eRQtw8CtybBuNbGYgWwohWiokkn
L9Y/CtYRQ9xyq/y7tUYWoZBspH7KG/HkpUDMSpLblYJVgRB9e6FdnaNZJQpYAzyClnOkTxw3ML6e
vK48ysFTn1d3fHnyFTB6OtwK/hpV6erCRj0WCZ/ZoWkpB9HKfRBmY472xO+Ce6xl73Z/1n5/HtU/
11sQ9TJXdgWmJvuX6CeVWyGGXPt9mCTgRQXtQN5YZl3rWATjvlUnT1OLVymsX43iP0vhgm8Jeg04
IAAMAAS/iDb7pJumClqYHjKnxBhdpjwXo3l7mK4F2pA0wJMQlmtAEC3DAF6LM7FgOGD6GNxr2hsQ
NYclroH8n9zLlQ+qTRP5NJMmJuzU0TCgECJoqKMOnewTKAOkdpUW0xpl4vK6AKEVpXoUtQGfRYL5
fPogIdamTMzhw8Ro6r+1pB7vkegKpRXq5ZV8w9wQeo76Dli0y1fcWBqRVPIFwqDM5MHOgzC1skmH
u9R4kipT3leyk7eAhxHUsFaG/nJjo2kwbSQQIuHKtYTk9nHacwmOQi9OQfOEk14HLT/FETtXRilR
2EampO789vXETQ9Q7e31ldDiklwFuunfD1gM8pTBSwLyhoMnR67OA6WVUOaIn/UzA+gEoMGKDM5W
/Bp2k6WEr9BbWxmAeQGfB8tn7S9TTHjRprAwxkumNplmjlAxfARarfatDmmuZ2PfhIRtirWT5/Kk
Q6sawKDIvEB5bLm00gFPw15MRw9uYKliVYWl4OEQu3G5y9ac6K4tYw0wQ+AyZuSpPJ8if04hTDxX
+L08epXkRK3D+dbo8i9Gu5LKvJIHAdVhRqvBRxlqn0sAvRYnQQ2iGu/5xxHvn2yuyPo/mYnMYFi8
9z4JJhPvCyDxjO0or4T2VzqpQt5aRRZrZuss0xQc4xjQh2g8HW2DpP1B9d/5nfafNZzghAQCHpTP
EQaBHL4YSxQKsrpKNd6r8boVrPExGo6t+B7MGDHHWGM4XiL45+bAw8GAoqaGKTyfuqrkxbqH2qjH
aA8Xq035UGa0rICcNcww2w2T1SFDDTM9E1tULDGtUmwVayW2K4sV4rTQK5g5p5jaxRbVWoEfByxX
r2bb3olEu4VYraMnd7q2gkm/chNoEFVEmRXQ/V8C2XmHCy5risyfRE9pLb5+TmJHG0jI0RqgVcAf
4YdpimY5eLcPgcscF9TAcP0DkjhXuJZxQCDnI4joteQZAoTlrQKwkJ5/qtYAsldSN4D8IpENMVxw
g1BqOu8dXDqMwO8m3hv9ZrJSHH1vQdKWIYlL3iD9FIl3hW6Mm8iAuxFcQMRD04z1ym1zeeLjIxCR
gp4NJQWEWecfUaewLeE4kfdgihinc2Xa0ouX2wM6b4PzQ1XHRYYDDvsRYhpLwQkNIjh80VSiNyQe
xOlIxOSVi+tqC0DFAjeAusAF1zgpxEjJWSnCEx4sStySSrMGir0yUKjcgnOELOBcmVnEvIEuBjKr
RcmTZMAQuk0HeNXqy+fKikd8MeNi5+rjXMM+n45Y4dtp5DPZk2o3NjasVyl/lzQ0fgRyRr1jI2Ua
Edci7cvjEiJoeBHCD2oOtfnFwSIweeBTyE14Y2fmoRmlu2Enu5GykvyYh2ixDs6aWay1uJWzgMG3
D+VcNlkGA1wCiszv7TBjzVY28ZW0F3ig0KGHVw1gCPIyS8E1IOsUvW94kimR3MnvssGcnIkGJ+6+
dbsXxWlOMXSLFaIpezhQqrkNilfAKHOnx/JfSuoWjnpeoDj+9+3tcHmAQuUbop+I7WZ1Wnkxx3w7
BFkRhr43VUDU3rVa5hYyILDQCmBpamuqebu9y82B9pA/R0UHZBhswvM1lQERmky14XsysNKxiif1
yhlyOa+QksAJBtiOzPMgD503IPsQu+4aXvYSAnhijsoHVTQCfe1EvVfXaHOXaxWNzUodPLRCdBTk
zhurRwl6PwCdeEl4FLO7jpkjRxWOrKzVS5Y9tsTfduZR/RMnZW1RiJ2vyF4LO6DyXv/pshMk5ciQ
W4037pi+XRVBubx4zptc3KyGPnZ5g+jXi35em/S54LZMX7lSr6wFBA642UBjBUD39/z506uAr0p4
G0mKJ6vQglUgl9Nvbq+2K6sbJH1wy+fnC8h9i3OShz59Cxc5xQNrQK8Omb+d3sPUMcw1cecrEaaB
mwunJS4uAOKWIqJ47CmiD16cNwKV956Vtuh1Gz6kQfYuA4OnkiImT2PlSJFzu4tX8E3nLS/Whh73
gZqGiuKVn1BxrD1ZdFXcnQyeATlAn2/6m2FQ3t9BAt0AgPGpX3mm/OIAzk9SuBejDGeAc4uX6C/c
6M80NoWmD0bfcJ4OA/IB8EvN0z9qzqmjB6UgvlBue+mtmDSC8lRW2Ak7wmYkMgYS8SUpRWDZ90pc
kxjDlG4beZPEd0ClZPl9p9NucGFwA8aHV3OHcLLg3Z5+Q/9sZQznfXqjC/LiVBrLYmxLteY8wJp/
pNYV4eqXuczYI69THjkXudGOeSuNzj96q9HF4ZGGmRamBhrNGQ78pyTlzeBBlR5RTy+qmpTco5iv
kQyubIi/c7XMmVSwRIKvQ8l5ikirxvZ1CoS4wb67HchslvRd1S779MmnppBJJolZwUZppdvzjXLW
bawTxJioSYPUg6T94oBW+GJQVV/0verZiIgOyYfug6ftR5WZtfHE8YysK+dfDPW8NkFkQawEe1OE
l+fn5witd85nWKJNulHal4GHXuOufwoEAkxaf8e5t/t4cS3gUYRiO14mKioSENc+by7joaJsqJyP
pwJqbM9lvuN03OYHY20JXRlLA8lBhBb4L0hOzBmEP1uv0CuYCeUJ51Vw5T3Exlb1LZEOOvy8P1sK
LbCy/89P6blv89MPVHfcEEtUkCAUCesqhfPSwGLlc6Hu+OC+bElo2Mxw9JSqwyF6QwK775xmjU57
cWPMjeMPEGWQbwL06ry/eQyVEJgpcl4h3HcChCSLfOUouCwf4+eh5AgCDMiCyF8ulopQ+sEwMhae
RP2A649msSslx5J7VWVYKuQ2RzMLFt7UD55z6U3fSRNFZ8dyq4g7JbagnblywF8Gj3OHFSxdhOII
+X/LzH8mGZb1dRH5WniauGPYukN1lPvTMLw0uFRA2S2oWD2LYK1KzWsnAmsM37GJTM9x/65ptAMO
EIKf8JcjZfrN9TSCf+lU2L26R6m56/F8Xc1bXYQO8wfPDqZ4zMHoYCnsFWilD3JcF5zg9eabgp2+
yhrVCESdJwbzaKpLMCdxqoCOOHJgRxL83N5+v8n4xREDky0wyGboCwqci6BWa3vIUFVKeIIcLCkf
4CLWmiGItG7/DgW5/n1qQWxpnqdyL1RvbVkSQPcQen8UBah1BEoIpmJnMsltvaXAeYMAI1sF9z49
VqfMoIBM8+ojguTIgkQCr1ggHwMCKjj+naFTA0IprvpSTnQ6RC7zITwBM2Wz2Iaq7ad29OXjbvPa
PdgVeFxnROKQJTbD9z4wY//r9kBcIhAg4IbxFwFBhtQ1aHXn+yUTQ1kLRhmLedoj7xUBoPrAgJtT
6mBTAZmyjwBfTEnxpIO/wG0U/wmk1+6xVSlbgwNdQmjmbwFMB/A9A0HSEgw6ohacT2McnVo8K0p3
FMz0HUNZfSuxPSYDKROvDqgoANu3nU9lEKvj2XOclEFkianNQVSG5okldC/9WrXiyq4H0xF/YdHi
yEasuBioMq4Aos+iU+hyr5C99x+aeMP/wNo8OPjItuJFBPgt9zl9Z8m/mN8DKssdwQxZebxcBnMY
pBlQirr8LGy81IQphkGt276OTun4YDxhnSp32QlhJBuP3Mxbn2wQdRDcTSavO9WT1q0c75e0B3wA
PE5nLgE/C9kuBiKCx0wthFx8ghPu0NFmooVGi+/Gfyksbtz1VQ5Vn47U7IDLk6sfh8KuAqvXSfER
3CfK3udw49kNzAse25oqD7cX9MXjbvF1i/O/HsJmkuavQ/kFlIEYmKYCZx0oBMWjDzhoa95u77IE
AGYL/AglsFxUpCSWxn1VPbERetrZKRbvytBU33nfYrFZ8bti7/s29nLk8fVGkEh4KmI6VXAwWAmY
5j6dH2azzT3etPAORkb+YmmqZTv4cZKfcv7HwDGP5+VKJ+dA87IF5I3n6xyqJItRFfwoTtSgzk+d
7rLjsJPsdmdsEZIH9aYw5R3HVlbZfIcuG4TqBmp2APKCdr04nyGx0nKSFBYnv/4BTHZon7viv/IC
IIsHX85f0WeU1o1Fn3wjC8S2a4sTrhx4hosTyWNPbizhmVuDblzmyRZtLUKGsqviVJma4qR99lAy
AF1tF4Z3SfzMtffqa8MoDDPTwro9a79vkuUgokSDrDd0OwToRZwfWTGrpNyItPIUgnQ34Z6BYVru
dpxddjSU7rrGzBKLf5B+KmgeIYxvE4h2bLhjYNxxyr9IiAEFIxVkNguiQpg8hoAATfONpkEy45k1
7gTbmcbtIhAotyMuMLiFjQgnYlqwJ3/N2+pyRSBZiqN3XoSIupa2eCUcfcKo76tTGJmK8q/I9/Ka
z8fl2YEmwBlD3hcQzguztzRvfM43puoUNC0ZhqcaTMfokYejzujmR/Xx9vRc1keg3oF9q84KNrOK
32JRgA4hjTzfVCfJB8+HQOO9c8PaCdkBLFWzfhQeFaskRpIgLPlSK4db2QDXumvMARj2AKpryw1Q
Np0vCX1bnZTJLH3SD7qTDJKZGnCVfo9aqjRrVC/l8pWFLqNQi7cPJDaQwz9fkakhtX7FxurUmdJg
F3jd59AKFERL/6meGRKrYOJaOUd93kxzS4hsBlkBmU6PqQjX4x1Ujmbpp/cqJq0lAloeg82Z0FqH
exutUzoFtHkYvvOSDtCaY25ZfoCpxKY9gP91tlE/xIZ23AYlqBLh3EOxkku6ZOIg9gauFQ9JFPGQ
E5+7/ycOFwYx0qdOAYVVIjxYLGn9Emc0qOw6GanUQ5DB4aGOEtrJ26g8DrIp90/St4a8h2L2Mc0N
0kyAM1pGtonhINLoRK5dlHIn0eQRvYs01jYQdA+1HRPMwrDxL5V27Tb5RSqfHxvnvVicvUKVlpDU
VOsTBAYiw9SmJ0nbQ6ramO6an+kDWWg8wn0n/y5SErxNuhvHtqA5/kg1fdPE8D7firwzmqNqxu2m
zx1jekj5O5mDGJ9d+zR8VKT74kH7Fz1KkHiRXoI+RKBA4tEK7uXP1re04i6F68DLwO1qB9LiqnHU
EAd/V7EDp3Muek4Mp0nuE8GeuI2f2KJC60OBZ0p5GOMSilwVhRrU5CDrGeJXwi0HBqZKYV9d3zUV
anO20NGxfwg/IFVUGSJeovj7oUeOMVxT6bzMzGJRgDMwX9CzidAymzHWhZQ0nFafeBDB8+YHrkVE
fcofFQffCLLOymPwSoB41t6ShSblvJphHdYn8Zg8B7tOeZze5H2v06aB4uLbNLo41wsTbqGFgveF
+HT7WPut+SyXjzrDoFD5nbFQi9SGkop5n2Xor7Gr3tVjQ4ddbtaTLaqICXfQXQKBE8oKLriy7Id/
KUESMis81A/tFx9T41PbZFlGFMgPFJ0FrzifAFtrVBRELQOWGBiz5B5yT4LTT3c+bU1oaB4CkbCP
+NhhQYBZ7q+pNF/WPuc5hOQLrNaAqYFk72Jj92NqZFrUnGBDFA64FH/UwqB6nm6YeMfzFYXQyqHW
/nMsi1ZxNyDShx87Iv7zVnW+y5RI8euTIFsggrHnYQCL/1+4C7ondQ2LeZmfnvuoz6qPOkLZC/eI
ShaR5OTi5hTizdV8h61oq+2+Ll6QapXLzRR/Kh3kGQHDCLZgCebpGlnjIvO4+IA5Z/bn9IQdaNjz
RdKc5MRNhVmHAtIPCXyfd6uqYfiliyX6p6uLJYpiiTRmMrrKJ64A4esYyt7DyvV+5cGIGw7PaoQS
qP1c7AM1V3lfbYPfNRM3b5XipcpGuc8SVES1kzruKuZwpa2NBAAMvL4rqIqFVju8DSjmjQ4frUB6
r7xU5g/SEA3ic5CeW9xOlR6kY6difDUceCw8DDasFATcMaA/pPBpKSkH6SgdAJQazOuHFPz0dJsr
9Pb5cG2WEZSilAjpVMQdi6CU+a1aVkqLWZZRka5sP3yeik+/2SLh8Z8tnLCiUHPTgFVCSldePoyq
MklgqRu2pxiS3p849jmkUPBIRoILqZXb/boS46MxZAVRpYJbMPKC58s31JpuKKaqPUn9Thde9R+u
E4E3twVkyQNHUqBrGlhVk2zFZOWxdC2SPGt6sXMEtczKCKqmp/pT+EgkiUqjKUORqtUJbLhpQ5hs
Fk+q4gyHRgbKPkpgWbbT10L0q0fI3yFY7KtOhiMSLzTtyYdCS28m4r7ikLaJkWI7tnBwZxSy9rxA
tW6jeUa3srKu3rQGZHh/xcZxZC5mwJAmv+Ba1p4Y3GCzclfKllxRf9iXrWLVRkwbgYwQe/FVb2Xu
L/OZSLr+aXkxAWMOykqDSuIpbiCCNfuVaRnNoFfKI/X7nTTm1L7n1Wc2PjVsJxpuML4AKTe8rXzG
3MzyXMNLU5CRB5AA+lhcU2ESMakqcK51yb9x30G8wB70+WEx9tvcmt65YpfIrhbS6FW41+GoV65F
wPOVdPEFKNzjTQH0Fzbe+SYQ1SSSxCZrTsIrUIEPPd7TrQiVLN7io11s5bLjNw4Kfc1gjzuf1I6f
Qpkm/m4RoG3rmvBm9Mo5wx5Wc8pAtchBzaf7zzRVHAszuuD/fuR8RP25aEq/Eo1YwTDBHnkEQxnU
oGxXlUiGB3RVXeLq0oCO6CwJjyWyVAlhWp6ECuAdJ5iD0QJxZ+gf8tiMtZW469q5Cqgd4M7QMJ/d
C887leZpp5Wsa076VrjvgxRye1ZOY3afrgH75hP6Yo7/tLQIS4SpL400REttDrxPn3OKHTTVy8pa
ntfqrVYWazmQYqGTgdM44VV64j7Un7ja5L0tSndqTvjCDfeNb95u80qKARhi6FqCX6bAtHpxfrA+
CmStUwC0aUMrxgZNyjdF+u/zhCmaVYQhBj0bnJ7Pk1ErWZ/FXHNK+5dIg95Qd4TIKDT8JMTnfTf8
v/TpT3OLyeqjMK0mzm9OVf7NYCVY6B9lEq2cvFcHDnhS3H146oALd94nxEDx1KroEzNoAtQsxADS
5D+D+bFl4TmFY40HxhL3+XkjpTAwboxjdgp8KP0pZGiBkVrTo7h2lSLfaCAFNMNkL2rPWjIZLJdz
dtKEx0ilRbrj+i0sU0yQ2QMZwlkgqXCNnUGOV+q306voqDSyn9VxJTlzZZMBEQxWBCxnAXdcppV9
qdK7hC/YaUC6eBL2Ldi6t1f7lcti1iWYK3GgRgG1ej6e4yQ3ZTYxdpIgGoZLsi13PtukzYPs27db
Wh5NyIhA4gOZNQAE8b5YavR2KfPh3CsyD+pxYp9ty57fh7EBGfv2GMOQKlnD2iwH738aBMRrLpTA
dmuxVNSIF+O21pnHiXhpd5rXyc3KvrraxAwWmKkHKHQvlzw/pXliRB3kPZAdFUPAFP7jpvrtBISl
ZlmiOVG9CKZUI+TyLKohnjWpNmc8VFJCoLq90o/fLOPfc3ZuBmIGMJtG0go6JYtmhElvJtwrnYc0
SLRRZVOvCDT4OCsRdiG/4e/EwmUfxa6xViPm5bGBpuF+MacKQJ+ZHd7OVyDj01ivDagMqciMRNa4
L3haxAf2mMhPSuPJzO3EvSo+KJDUPNRQPLu9LJcb4Ld5FD+he4AjC+jVRfNGGVZxUQ1eFIW0ApeB
6SfkihoZxOeVyEyS8FuLUQZAD2QtfYaGQ43gvC0dXKo+CBjaQm219uGAdpQ7WNIQA77Rc4EKuSmt
y0zoyyN2dDIZalftl99YqlSTsX4Jm21SPvcQfANmTNolglPkkBAjZUtVYQtcwZPQbtUCVEARMDZ5
5TC6iKz/Z6j+9/MXM6XUfs/VGoaq1VxxRERJkI8LHhPjJ02IIYH6TNMVTsS1hYkhA0oAWqNASi9P
jSiU/SQMu8FLdLNtNhAuY7ty121F2SpfCuFpTCkz3C45KG8MVdjba+N664DiIo7FTQCswPmExfXQ
avzUQhejfpThP1A3u3D0ocSuER/lZUkgYrnJZ93Y0uViC/JpRf8s6GuujpfHDFxD8V5HRgZiykAr
nH8GaIYG4saBh/R6wtFShJB4moz5yiGwjFFRyUXVEAgAZK1xISxThlUhcuOg6OCfwNtBSvfjaPf8
gxBbtwf14h74bWb2T4cl1fxEPu9Mp3U8gCYG7yl3wbCPequM3jpBIsov8GBaae0iEfrbK9CzANGG
+wYq1efNjUwdEPugOaH0KmGjVZsG1Fwpo+DPR9A2aKdyE8oTbbJyHzP2HlXNO1DlNB6dVfbE1RFG
fRiSRHM9c5kUlaYELmbztwxQCAiG1JniPaS6E2m11/Mgnp00GGTUgUF3h4wCjtfFIE9KJSMFHAme
0ljyeMw9Oac695g9inP2O0TEVI9mwO5nfWmUu8wkyVbSEdemefamR3yLZ4j8CyD487xSdb/UYGAt
eGn/MxlOmx5Fhib51JJTOL2sGbddG1oMK3QfQWnCVll0OJMa0Qjgk+Clw4E1z/WuApAHQsy31+4F
zXFeTdgeM0cMclf4n+erKe9R5x+SRvC0xmpOGVCsqVpTCSmFGJpSIlziRVzVx256y7R8azysNH9t
WjWUC3EOAqWMW+u8eYikBeDD1IInhZAtBXKi3tRhigLS0ej+DX1G8JwdYB3YKjDISkwJioLZzBC4
/RlzMLBcXDOUXcSGgqXcssClAVqXhPIgeKJqF9B17ZGafi+fxcTu+lOE++t2c7959WV7QLlg34DZ
hIThIjip2f8h7ct6G0eWLv/QEOC+vHKXREvey64Xwi67uO87f/2c9P0GV0pxlKgZ9O2+3ShAwdwi
IyNOnKPoXZ0JwrNaHTPBJ3rvoLMLx+Ma2/0EcM2q+BI0iEPXCO2ufklfEYiaaubN6jMavNUoUBVr
LhMzXR3Qp6Nvomg/UWzLd9V8t0LOeimcumJM0pXPRr4e730Dxw+pdDigy6VqJq2V6maV4XfG2iJQ
QgvdYjXrhiIrTs0NRHjR+Y0GcLQp0TictgM/w6pr63PdNaay/Er7pyX1Glnxfs15YvGEJbJkbYCr
Sgi2HnKc8GBQ1sP/69SK5HJfj2Iz8s+p8jf6AMnXqHva6ubz1/LVh52lxazpvEqsIr7GdiPQFtx/
aAWlQu2sGHNNWrGj6xVFwVxyjfW1i+HHkLqOSqse2yc8mzsZHPkvsch4u2wM+NI6NeC6b4a5GQXQ
Bo72isRNg0bisErMWt7VvWypmt9m4gGwnttb/ypb/zNq8G8CCY2uG55u1pzyZdAXvULItbj5uOe0
zlyr1RdQ35SzY7z8bQ03jQBBmw+K0qGKqT3i3er1kAoYv/qBcRK3FwGITVL/ImBTKoCVo0jUMqMF
Lc8fkMeu7UOz+hX3e/yrjij4PoHEc/BnltO7vkkw92dGyUk7u0kSGRACQUbYyYHlQhc6B7Rd4xw0
GnpcUn9Z3rgeYJ2dXk2flb2kp0kAhhQMhGv5sch3ffnCWBM6u/mzJmffQ51svhmnBLt/Jq1QS3nQ
MsE0KkctUTh5iIT7xRTTymbGgFe4yP+YJV1YeDkApE7N/ZpPVSOM0/zM76FBpMmPWjd7kYiWsPp3
qr9LmtuoxTGFMAT3ZCC3P1d3dbfL1p003oF9rGjuZ2Ey+/hZWjxVPulJw/B415cTWaf/fiC1TmMM
pEvH43WTTtJbbXCxlwzxgSvFlXEar4pq9FRQK6BBEIUD9np+jtBfGz5p0G4QxB5V46x2OfVZQ+J/
sSWElJiCYt82lhjecd1jKjy0+ZMADcDonbEnxCs3rBC+KpI2xEWFlPLlHlWStdalSJifDah9zE5Z
1GjLkzP5w1j01S2V5rtHFubUKk3o8MJ84EAVY6Lf82PK9YLxTru+eci3kLQ7tgkeL5SnTA1uLtMO
hHp5VmK1lVIGhauaM3zB1qk8t0J5ROSz80TKMWLlLZ28EXqygslLeLR/cNMbY3a3dtaZLbpmqaat
VHDgCXnOuIAr3vXiew1/q7/FMkgkK0LhMs789FjNT+JyBCu9whjqRgCCGUULioB4Fj0FdDQ94g/V
ThHnZ51/z/VTzzdmVY5OlfroSpnSg6aCFVpITkPW2231rvYfC+Sf1nLHI/DQUW6Jv8EhrRauPB/6
GhXe9XEtvaxTjjoX+p0+WTV33/UNBEOE/SRPkJm4PYNXSQ5cnojYkHMAMBYs5dQjqF4MJVNEDiSk
AGvIdl01qaMD8A2kcN2ngEoskDZal5YxceLmsTizS/78zHXPTdSrcqbOzx2UD8LRTpC7V2rJksN7
LbcyGZz+3C+h9qLxDq/4KYLeM+Dy0AKeFDtW34qsAkUxehFwfMsDi7DrOp9BZgWtaMgrIP10Je2W
6ziA6wjevVaGCkXylddHJbdzJHXTHWRKtYkz230Iwt3biyFuXSCEOhRpPTRn4xMuZyXn5ElJI6yG
Eo9uqgKQo+oHNVzMWocIAAjYoygHYSRInA8tmn2Fu7p+TjtbAO3Eirp1sUoHLXJL9X6pkEVlhpQb
n4dMrQz2XJKwRT7/8vNGdSqBvEXetJ2PqFKYdfIoxtaMknE2Qo5ieY7ADLgEyu72tGzsUSgeolwJ
AAqcFp2uzbWmzPWOG59X/rUTKm9Vva5q3LksHGliLAFxTpdRMzoLQEqBlCOaStFTejlEwyj0KZIh
SSDPoMSOzXF6RfpZFYNRPwBOKD/eHtpW+IjXC8GronyBeJm6u0eZKyFIK43PoDWsnuY5Ep0adl3s
ErBuIHMkYfgPCRbzSYwmbZ+XJSuA3vDXOhg3QVuLj4BWLTXkWs5zsU2M8flRB6X/MMgmX3kV95Wv
0KhiSen8KMPSE6yCHgIqDKSdhEaV5qifIG+tgn5YXcrjKivcY671oE5psgjVQiiF7ucBO16qSR6i
h2RZiQ6OcjEGJ1lWMeBWvfnmVGmxlnAokPUEaHDQUt0aEIkfhkR/ycRYsjURYNBVy1R/DGuoA4Aa
0UbVqHekVv+A6kTtcUMsuNyUJ0iD9LI5IAXsyvyiNGY3SPA3itSs/+5sQTKLTgAQTqGxSKaO9xzz
TZQU2fQ85uUvRewfZO5Tmx7G5thJL4yNteFgdbyKCQE3kj1XGyvXe4DS4mp6lkPHkHdpFe4MZCHL
GB2z098xr+yuKH4t3WQVGmcua24yPuA674LEJFr0EZLhGKEh5PIk1eMQrRqErJ8b2Q2BHR6g4Svi
fqzRSjath3bdlcm+4ICFkP/ww1M1oFmqUcEI/VamEeOlsLXFodeNXJMCOkHAii6/RSlXZZSVGrDA
8Hcz/FmME7QFWtXUqmNVMga+5UFQZse7TEa/B4qRl7YWDQXcuBymZ7FPP1cQeWWaagprclL/jFwN
GVZrEFnQrc3FPrNJzTWoicQa/f0gug65P5DfSkOvqnGFRvsq7zxuBdh2mN0EYgxhudoitL4Zi70R
h2HAmGLsa7AZ/ORaz67zte77IRd66E1CqDHdNUOg5HfZcOLvhN5JwFsL4ai2PggpXOhql3crq4Vi
c4XPPoA6Wu1QNPJCdhuaexwlL8xZKd3wHvxq3pBkR62UGaEna8Tkg85GjCtcTVMVy5wuwnEWul1T
GIEyqKx+rq0793xmqWiaA36iMlLM7MJ1vpCBZrvBxavuEiCnSg1Ng8tq6mPspopZKN7tZd2eVNAr
4PZFqopm0+HCVufGDmPUiveG9/vsqdRMbnmUAFJnBIRbIRfY+JDIkIg1vFAu5zOJI6Dj+XZ6nsrv
KblTY80Kie42elCCvDOr0P1b9X9vj28ra0EoACH7gfGRfvJLo2PVl3w/4tyAiWbRJ0dyFdnLIR41
WBxkMRRfH/odCHvj79uGf3LcV7fgmWHq2q8bQ88rZcJ5WXdC/JiE88vKZybpJG3hmmK1hj5IavIJ
aDOiQ46+0wkoNd03EG9N0K5ck3qXys9xc9/wTyLUSGfRA3ZuDpFnEaHuLfv6+Hr7mzf9+dknU2FC
10z9PFSYK3VEflRHV1Q0+T3HKmtvTQ2qEqTbFE3pRGH+ck3ieaqGVeqQLDDuFDd2wG0gdWBcew0V
D42LOWQyIhyA4iH/7F6M9pkDoSqQfWZlhPcid4e3nlrdoXdm3x7V4X5evUnyZ7wEb8/GxtFAXz6K
GHDw4GSjKdnQmhYLNUdmwyvW/Rw+KNKuSaBqI58ahUUev20MwEXAgnCB8ZSvCZN1zrhCwTlEC3Lp
RxK0zyDtlv3hoeFRjiwyC4a5n5j1zLWls6LUa8MjoZp3VsOrzlJ+RPvIU9DanENW8vZMbmUyCcXB
/xkdHSjItdRn5SjjwkyfQkh/iVrnQSZ1VwLM0Mq93fUnCPFp/U7HZgtnHvB6lDm19tSG7V5M+jso
qDJWdyssxzdBXRf1ZYAe6EKGUo4itL3xTSpf3RtaWCOjmkMcd+xFzdLBQY7CpAIh0EjbAygI5mAF
qE5G0LLx7MELBDvsBwTB0+3OQMsORixh1evmIRYfeWsKIT8ZQVJPZDywtvzghSnq9kybuTJaScUG
a7RTU/r9W0OYiJIu4Ll98qdV7BToa/RasCrLxGlQfpC8spA2JhcmvP/lYZeyMGxbASIdYKHQTc6Y
ZNOYUxZJJLWhwUuForIO8QUUpXSEwpQV8FNpvRFPYqCdSpyg2EREMr1VtY1m8NubmXKSV5Yo5zUL
K+qY0iiCBusEAZndmNshE4R2ZURBMyBp+iBNcigjUVflskYtn4loYRfFh2LZjy0BOvAKo0y7YYUY
wKMI8ulIGFJOB7tPz/hYiQPhTZ0/QPgvN2D1f/zH+cJ7HhgKdBhKiB/B/nO5/tUsqynoZOJA0qBq
4CWWoB1yFkiCOkjgBgXxBTqTBVIHQ12KGokOweQG+zkJalsW70rRaThfX747gZE7oDYz7MiQ08Hb
DrIspBRL2ZnipcjrqIkDYwkG3hZYzCJUyEl+H7wpRPlAxz8AcbycLCmHCoOkxUmQ9s6iot8OERnD
8W2ZQJsCepkg7mYAKXBpQmhCtHcmXRIAWQTqxMVl1Ug25gicw+h2IzVygnq+NGAISR2jDpUE5eih
L3P+97UGahYPPQj1EUkX+mzkuZEN7dInASrAc/bxXOp20z3P/0ifSJYC3kTE3Q+gCl6V1DB6Wc9X
navTALAwObrj9Q8me/HGUhDEAlYCl4CKZzw1U3NqSLlUpUGHai332qBvVWfUA64PBuJ6mXT9oPMQ
gQzlrap0rMoOZCXBrO/KcT/N+xwMX8e0d2+f8s2hIGkoAawKn0LPliqOQz63RRpoZoY8jjEMaH5g
5FZYNqix9LycqmoHG1K416cPAcCV+t/PtyRBiI4IlgoEvnK5IlWWZLOGsBygATfRTJ1nvPW2hnD+
+9SjQEL9GocDvz+0xwVdvqo9cazsxJYNmaRRgb3BnWhQNoowS3kum9Ig5o/zo1DYeCr/+2Ij28OL
BMuEnioqluiMNazTtM0CeS+EVvn7H+lXf44eWMSRPERRERcHdfu1I1f1SmSkQVmc2uTUxc4/fz+4
clGtBLobYSndpxUuk95EaYjvX156P1ee05fbBug2KDICfLYG/0Q8OsAS1D6ai3iKlCYPMnOA2lvr
fdedtYhA1pnLk1aDeM/+G34wjF5d5zCLcjjAQUh/Ee9+aTQvozhbNA1lpjd5P91xUDFOXqKX7E6+
T4/cvoU4dPe5PN62umEUFB1I9AI+CKQ1TdNRFx1OUymtB1AzFs4aOr2XsshHrnY0SiW4SIAEBaQG
y0bthyLtSsCeh/Uw7fmH5StkbGc6MYHIB4gWJCbAT0g6NX84C85eQ1M7AFVZjutB3mtvzeucEFYn
SDejW63asdRIrgeDBDxmi+QikKmkYaVr1OhqqkKZKKyOE/cXdItMzkyy0GchN8aDMiV+m3Q3wQDt
xfoBWNosSsAwwllEhRhZb6gfHYEYUB9urz7LEnVJytmQCMsISym3/0YVPpIsZXFqzrtt5iqkIAMC
za+M/hLcMHQJZeLLHrVEYz2AjcxvGYf1egdf/jg1hkIWu2jV8eM9t8+qxzq+W0EyMTq3h3B1EZMh
IDQlnUUCqQxcHk4x4uK5TsL1ULZ+CLpZ7gCugRRx/eTeNrQ1HMQrKGsKoCNCF9OlodKI+6aJa/6Q
lI4ygprukJZOmb3etkKlwH+2GC57vByQsECJhzqSkZFJALq3/CHyc+GIgqm6uKMTcnbpMftqt0Zk
oFkZGR1saMAAL0cEMdgcxQyeP0CBeIG8I2+FA+AljKuZTgiQIYFwEs0ihHxMlunYm1+6zpjVcDxU
H+Mutx9Xb3HfoZX5fnvmrkcD3izyDkaPJmH+pi7PuEaCTVKL6fBb3t1L97d//HqXIWOFuBsNPXjX
wdFcTlVZp6VSVfN0mGYHfB3oWJoVb1GckRWEXx98YgitG+RRj0ZTqgQS5npY4CE8HRLgIKzqDy6a
HcrTt0dzvclgBBwSoK/8uQGoSKaUi7WuYhjJd5AlVi391AFpDzncjhFZbqz9pSXitM9ugKHL1ULT
1+kgvRXe8B2+F5b0V/YT3exY7KpUth/b7NIU2R9npnJx7fEggKn0vr2XeJNzBrewVRcStKWp2bdn
cGOzXcwgtdlW+LVam2FssYpHObWn08Qii6Fh0VcDosKOFLJnodaSuTvF92Nv9p/jr8GO97w77EAg
Nfy6PaSN2/pyAsmuOZtA9NK2XVXCXu+2iQu2RU/y+AD8MTug+sOVsQfpdkB6eDRPZDIOvZHwwnRA
61qTWIWP5BIqbOtBhHzxHs4OMDdPd3nT1kYn/s3amWSPX97lGC15IQKz8IPsuhytkRZFwnE4A9Fh
lezqu6/suYIpd5xcAz3SS4NTHjsL5CX82xN9HahcWqbWVeNE1PIyWJYzR0+9WPH0dWHN7uYGxT0F
XC8w3uDGuRxeXQxR2o8ivGG5kz087Q6gFFKt9AQye3UwK6jQ8mi3fJBb6/bofvIc9MQCUvwfIgok
QqgbLBWTuG8hCn9IA0X19dhy80N8RHXa5+6kB/XJnHaSd9vmltNElgrBOdCQBJ53OVgNWcNmMPL5
EL6A0crvTeM472OWa6YJPX92LLAtpG0JOBcg1y7NiPVUlKsIM3mgOpUfOR1kNI/NnbI3rNYf9/Ne
u08+V1f1opO0uz3ErfU8t02tp1aUurKu5XxQvRH02JBz26svt01cP67gQZGYAeAdggnI4FM2ihww
PbmDjdYWzNXXd4nX+5mnWbUnP0IV1NUZoQG5Na+2yplB6h4q+Eye+xoGJwtcFowjIG5O2dmvU7ti
bsMlnEf8OvfkNo/1c+dEH5W57kZT361+sm/sbK/umt3s5b74lh619/C4HLp71sW05WmQ8iLsMCjV
IKF+uW10de1qiYzScJOX/kne607mj34StMduN/xrTeg/u/TMHOVepFTNqqqs50P3t/ONpx57VXIT
RzjU/nQ/vcXH/OOpeGIRtNGoRNrsz+1ydnssK2HP1Kr5MDZgmbJ1r96pjWmWtm6rtrDvnmQTPQbZ
PUStLOlh3At7/f/Br/602gERhvQJzVESr4h1qq6fD83q6aOFmHnhHcYRIUfgaseSdr7/sUFNbpXU
Y7rosFE8gOGnfFegzlXeleMjhIy/Vd6ENm7CEnKkkdn/M7X/NUpdzKoWqULedzCqmtDl+VyD5UP3
Wp8zAXa74//g9lD/pP5eesetydVmxborb48aD/rLHSz3w5wZXYsPWE4AVu47S/1Cg203IQo2gQv/
GGrGoSFn8/8+z9dIoK4d+QTcq8h+ODrnJYnT9QznsxnvYEsCrqhp2JtX+hRhM3Vh18yH7BUcLjtA
rHa1H/q11XqZy9g35IxfjQdXFPDjyIFeddJB1inmVYDrDyAJP0kj+k1M6W06rr+MyFQDbT99qYMV
/iHccWYZsa7kTQ90Zp14yrOzGYWoG6DLBVdyYWmgN/xLuP930XcmmmJu6U/NF/q1WNBTukn0P9v2
zCq1basEGdNVGDG/oQMhJgGuqLF246E9TKkJEHLpB3VhJ88G46rcvsf+a5iOLAfOSGLgfuYD/xDe
EZo8zTGs2pls3Wzsed+aLObozfjjzCB108DrAf2YT9AidPvMMo6hq/sgC24YETqZMHoTKURMBVzZ
0G2hueindkJ6SxChyJSZOvSfSoerHbXZNajXVBa0oW5v2q3bGQUHYNeRIsRTkdo1ad0Jg1DBHNqw
rZLhSbcO+PmPU5fiHCspOh7x45kP9tA3jvFe34xCz3+fctQkLobmIH5fvCvMh/k028AmNQ/ph/AQ
PffWX/wH64xvPEAhhqpBKAB0hkC2UOFTo8g10LuSeBhKb+ncxotfu3djNRMQwH6pn8z12XogXhgk
x/7sWPc9LwxiCIN4KppR4QifXGbmH+oT1Lilj+g+kmxCgc8a54Y3AY88YKkKyO5QwqPCYLnONKEd
NfEwhfcjIEWn7E4NRtmFeIhwVDzjdbhvWVzgG1sfUDrUbdGyB7o5kTphUlvFet9ywkHo9ssrxAwI
2uGXGqj9Pum82/t+I2lBivfAUBkoIQI7T+3NtVUVY8WfHwYoJzyNiyvw1ijtptFH20JR22367xcs
9gxSy0RzDZTcNI585AR16GtdOcyRHT2C+gCdTjXIaSKzX8ymsNrff8Ekc3uY18f7h5gE/BwgdSMk
qpe7R0mSZZiKRT/wMnjTXhcWW+q1U5SBHsA+QZ4JjyV6TPMwtTLX8/ph5lYz/BofhpO0en0NnCAj
GXO9OWDpJyWP9zxIFqgNWRaZUoDBCF0G1XtYgkfIGiI7XxyrhJKB8s+RCeoxyC/CMQLhhKb1y2lD
jWFte7FDOJ081uoeTXBKyopMSDx16eiRksDh+mHMJtDOSxvixAPgj8wD7pM2WMHfKPlxbnrZMx+b
LHnWjWVCMzWqjT+FQZnW1hbqQW3iFrZawUbL9uyioCZ/NXgCqowH2cYynVuiK1rRPE1ZN8KSYurA
WHuD5hz71Rq+ppyBv7m6XEAjQMqn6G8H1AAF28v5W4ZSGBv0MgQJv4sTJ0LTvv72j6eHMkFO15nv
5RqDL7NpiQN1X7rt4+0fv/5+1JlJSIpnI8BrtIRRHPcVHq5JEhhxUCuaqXZeszIODbm9L/aYLqOM
Cnj0T97kCnEjQDh74oa8CgpgkgHMe5u6FiJhjNOyZQWsHNCoRdSCQJvsibNpErKwE7K2qoLOhDBS
zptx7Gvj7vZ0EX98OZQfEJwkoTcGqRn6ga2GIenvTYvAmN2Iv1ss6DVAkJpnAa1pOyg0gTiMvPzI
owFyc5eDmSRlmBZQQAdE1sdH5D6Db7M1J+Zbmj7/AKihFRpIHCwPkb+gfMyqNjUncmERqJotQ+XG
4k6Dg8wkqJ3je30/7qTHCkjl0exyt66Oa2Y2LMDG1SVIfwN1hmqpa5M24oqgt98mJ7Yyxxze+iNr
rD97+XzxaDvUNZS0PccVvVEEjTM4gjsG/U52hGfDrfYF/soekv16GA+9rzn3KPK7nKf6YPLfo7/x
9NcvnkBubur+6EFDxyncxGVl+mmFPRR7fmiKgE8D/EaB+BW16mrfGE2pQzb0Ebzau1MEpoRXtbK+
W1OwSlM3odTtiEhf/XqPrNbKbNFUrBrMdRDkw79ntmGHTujc3vK01yaClGBgQx0SoEz0O9Kz1uhd
GfJTFUwPWr9vrBqScbEVvmUxw2lf7/lLQ9Se18WmTLUFhiB+KQ82V3uj6irPPCttTF8OPwP6mV/Q
zRAlg8tZToeWk0N9roJFsyIki0cXJNXQtkEfmzP/K/ME1hSjUkH3ghAWjymajrKIjJELJwPO75gc
wH+O1oyX7H54gp7uynqJbM0gIUlCMxeP+FWnDhK/ynUoceDdn/YnaDCY5G8QbZhvlemKUFvY1x/J
G+upeJX8JCPE3kBnIpSQZQSVl/MpZIaqtlrSBMRY5Pe7yI/8djfhiEWdCYmBXb3T99Gh32U+6D3A
eHMX5QFvz84UxCzI3093/OUhR3ck2kTQ0YZzhBT65dcYkdbLnFo3wUEjM/DaB6OtQKC88hX89+9P
pJvN2I5AqvufvzLre7RWa7EFB/LwlmIBEmrNzoLzBIlxxgrRdxSmCl12qoA1An4AoKLLj0u1SazH
ce2AFjRFDxWoAsxjjGN0dV6hboWCAUjLAbUABI7a3qHcDTPI7+MgRleG4qBfRTPc0JXz3xGLKPhq
v1GmyKecXbmVOBQDcggxYKJmhNbXt+grHPf6P1L8EcUuKJvAJQJGjQQajbEcu77VFE6Ig0qzq87F
M/5O4+45RvxA3MvFxoEVYDgR1+uot2LmLgejY23EvFuTIDFDm6UUeX3HUb9OrTyi/LhUR/Lrrbn+
gqKc/0d3c0c1/dvemm4S+Jks9JMCC0WudBzJy2GsotwodQTobnzP4cjJ4BN5yg+LjdhOgPyoObIa
k3+eIfTE4aCBEo0wuwK1eGkxa8uubTo+CcQHFT2UBx5M0S+RA9CSkx2K38qD7OYmOvA+tH0ambsm
dVntd1ceHZMLDXciMkzY9a7AUmEmqGFqJAGkDTi4oMhZA/0e1Fm5dXt2r/LjZCtCix01D9wdJJ17
OVZON/JuRtIvWJz5SX4tH3QU4YbH6GF6VHeyq/mrl9tZMD60IKf/ZJJSXZU+aPvU6iZgijI4CfZB
mYLnoK38me9nGzQQD0hUJL8Fbz0YDueg4WgMj6gsH8pd7rOqd1vHHnsLfCmkJQT+7HISjGRC1TpL
02DZJ376NIiYdGZVmYyE3lWQZANrKnnR4x+XRqo6asOuhUbwQrQas4cqtcun9G3tzcmb7tvITU6g
ZX+vnrh37n1ixd9XGfufiVZ5pIFAMH5N/6WJA5pEFACV1Yd5l0CN5BUKTs1beB+aTfn2dXtbbe5f
kq3HbCJWoFm/tU5E0c4YASn+0PzhJbOqE9Dk3YEVYG56ISK+9X8MUVe1Kg5cBQ6PFJH231m2nkN7
CNbjeJxYLvvqoiPnBNAyYO7B9gVR08vVK7l1CmsCYHbnT8kDqPDz9ozRz9af5fnv7+vU7hiFGcjm
AjMmuVmwVxkh7/YxO/t56i6oyiRFuQafP7qLE370rowIfNe9cm8Gyo3RHikSPDCXP+G79lsWTDwE
3Vwxxca7Pcqr8sLPMFHNJEB2RA70MLk0xi4k67Xa0f5d8xdLOfS/EgvEIg/JU+OweB+2t/2ZQWqD
KFw7GpK+pIG9iiZkOYsH2Vtruwm0zFLq+5YpM0zuvatjfmaQuhfRPJfycoQRguHAWR4MN9p3wddq
4cXrdLuQ4b83D9qZNeqJUUnqiNP3Y60OREsGFmD8q1h/by/b5uY/s0JdiNIALVa9ndOg8PV7aHgc
WC/Zq3oXvS8oDwyi8bKMJVgYPlDWMIc71Eud2kltCfXE3hvs2VseM1ZXwk8y4NZiUad6LUqopsXY
HbIHCYTsN6Rz7c7uzAyhc7Y3HDQAN8+LHdu/OI/3pXcQMnuVzx8QCPggBDJDa3FZScXNjwINLRol
0NBFQFaXrgaBSS1nCToNNHfkcDkANw/VqfEr9/JgfooOZWAg/ugAm+mC2uv/Vm+dVzxLTu8Mu8Gu
j9Gf2mMFJJtR2PlHkY14FhlLoZhE+YyP4k6tC7IYu7N66AjHH+S9Lru399tVdYZshzNrNPPvIiY1
0I8hcVeylVgJHn5/SrNAyiD3FpOzb5ujabB/Qsxzc5R3XMUFa1FgcINT2pM/v30JboyNEJ+mD+nE
O/3n+qt1ir3iCX54quEc0zswTIvm5Ede/6ITfJZX4EXG+K6tCP78uyjnleQQTgl5fJfN33Enbidb
0k5CExOUmADGeU78DAUdyS8/OEfYq+BgMrWH2AHm6Bu8nh2CqOfoj2Tx93wAEOKRVaTYdObnn0e5
um4tFK7KsEoSHqKvDfmfZr2vCMv33xljjVgbkG6m1aM6b+QUxvg9GLlMyXPfBFM2U+eDGaltubvz
cVHOaOD4VM50svvgCuITZ47Ik8Xu4kb2jByVZKbe69/bS73pAM9tUoceyu2p0S2waTxleN4vjuQP
TuFB4trirNEBHuet3NesSSVRBe3/zq1Sp3qAcGk8rdhgvJc8rv5gJQ+yXbiN3f++Pb6te+rMEA3N
B4V7qPIDhjc5SoCeFtPwUmcy44fbZjaiKEKZT8qAAIsh9rz0UgJwGppQTUkgT3avfmThZ8g6lBtv
BfR6ELIZPBbAHkDO7JkjFOK247hcTgKht/j4DiRQqC+44Fq+PZKN1wKKi4DMa3iDysBHXJpRq06c
ml7F81rYAfTFWw1YSVYU3pkKtixL1JxxsrpIHQR5A8guCtFLG5kQs0mdpT+UjOhvc+rOxkS5Mx1i
BtUg6D+WstLpkr1eWmH2Mv2jYg7x52gxJJy8YNFDCo+61kGsNSWqkAElaNxl2Xcr/mvz148BtPqC
6EpCgoB+y7Vds/Sj2iRBJs0WZoxtYcP1o/CDYj262NBGTuFwbu+ljXmHyANQFUijIlP3gyY/27JS
ZPRFLmEvcZydrI5yaMbnQrJjlo/e8JvnduhXH49+BWUatCQA1+wEgazQDsN9w6q9s6xQ+7XTtLpY
YuyiwuTD+7dMew0lxsW7beKnzRMLfFUUa2ItzsYcRwLttjM0QAIjcxpWj8KGryLrAcACYa/CKadO
ONoKl7xN4BJrq6vvu/eJ1fG5bQEYdpQEkM6mey9jvcnWGmTMEICf7DoebS5ipBi33t8YBNq6wCwn
SujmpgYx5Fpa8UhqqPvCcHKIoipWKB+HAfQd3E5i4Wc2T8WZObJwZzu5WlPdiDUkauJ7c2B0pW8u
+tlvU04DPbO9GKK7IKiQ/ZJP7X59v30MWQaoy7bMJQm03ZirMN+j+1afvaS748WX/y8rdCvnUA28
UEgYRvgyHPX75HlmAAQ27ovzJac80//SuLHKG2TLECwLiQkxbj3y48+pd4z09fZQNv3Wf1fEoO8L
LZbEtYAlIXcB+hx0B64WFLE8K+2/eVDQ1w08D4qC6La93FYdF5VVCY7iQOa9XEdwCRmFhpWD2Zw3
vOoQnIA//QqGZTRhWFQVEnBd4aSJgypdBSGvwlpip2ZlITbPyZktakDJNE4pN8AW4FAAtMWMY781
XyK6HgHJwwMV7XaX85UqHSlrVOiFX7/S6HlmFRe2pgrZaAEtg5CnxoJc/n4s6EWt8SSMexkycO+a
+hf/HqanjJXV2whLQW31X0PUXTKPkgKGlgX3+N/2Haay2XxcOUcNbVaifWvKEM+RKi0om68AjnrS
kakUkuDUPg27iQGCu/51QsGOJVHQJwGcNLXeK9CmXZ0ie1i8qjmq2aYkerfPIvmFy5cC6aYHJOiH
+v4qhuAKcVLXtUuD1HgRlLsM/UgOE7yxNQxCEoGgBznqK3WjKpL0sCO5sxLZwNwroePB2rpXrXMI
g9CMquo/pV0AEalHq5rXU9N2fRpkr9/A4u9bWwk+w/fYrV+NfeNye/W+eNKeI/v2/G0kIi/tkiN7
dnU1zSIsCmhPgug1Qu+zbMmyCdo9fleLe8gIILdVslh1Nh6VsEnqGUDdEcImMt9nNtW2H9dCwFgr
k6vM06h6sS3fNy8zb46q2T82OrRIwFVuTr+Wz9vj3dovsAoeM7SUoSObGi5UudY4HUS8Z08YZXmS
SoeFVLt2cmhQQmiM4jj4ZLCil6Nr0IebcX2SBdovAdnsfy87o2oKAieiHEzKNpRvUNQKtBUJfn74
K6FeM5vLZELJB3nI2zO1tenP7VC3HN9pWbLocRaIzjtvMvLDGzkacOxAbRr3DuGjouX62kit1USa
Ca2ICVwiUiaW8Ut41n5l3/yf4kvQbPT7d/+qTI8XGMxi/WEbSwReqsu10cdUbjhZyoIF5dpA+4wE
V/wzfvDmACWKzrw9g9dxAoxBTxGkv1Cxu+r77pZOKet2wEYwP5H/tvY5w/ltz+KZBWqNlqEd0AwH
C8UrOtiLh95frdqXnK8Yug6crSMzdHtI1zfg5ZCovZ1Hg7LMZEgTcuC6Xe5AUgbaTcbE/ago0l79
fOYoBwHm2iJMO5iZSduiAmwLSBO8xIx+wz2YbhfsJzuxf0UOtAWQdm120Wl0Xr5XJiZr6xBAcgit
r4iPUGejxru0RWngJs4DoXuY672s74yOkYLaMAEyNlBaARQMuc+rRtduzfOmmgDUcZRfaKtlCcFu
7EJwG6CPFoSCoND/6ao4c7bw7kOdVHMO4KwHfe/Rb8Y7nC2RxQyzOQ70LiBeIK20NMA5jgyOzwc1
DybBU7q7KXU0Fh0EywTl+iI91+c2hYm5dbpyDxMcK1O3kc8VEdqhXZYAqIHsomysmdpz+YCAKPSU
Q+imLjj8AQdc/K8X1j0obVxGF7aoOz+JhpJriC3Qfht/dEAhD9FxDPiX1VWQYM0Pn4Lf2+AochJ3
sIen1Mr9xq5eBq+0pcPiyn7rjKQMgRLe0/K/SbuuHceRJftFBOjNK50cpVJ580JUdVfTe8+v35N1
d++IKa4SMzMOAzTAULrIyIhzTrgl8xxe52GXk0Ft/1ytS7S7xQ98EWzeGUG0RddTJNNVs7Z8+7U4
80jGvRgmS3Tqp1sl5QAWM0M29cWmHSO9kNEIANlMuzOrU7cXXH2nWhKuicIKrXgnbJNT6c62dlDt
yhJOH82+3oXISW8kGxV9m7dlt3CBRH/kC1N003sB2LNwC1YlfqwEBGcE7jMrB0umg/7VSGShC7GG
kBTnefmrS8OfKlEOEdcANbqdWPDutZMsCpARw2UC7U46qTE1dcyJEl5P5XnEOgRWMmwTyWzLz9tO
fm1bQsSPSOKAIYYgbTkMiRurKUHnDa9MvFDZAQIGNLLOQn6sTRYRagBmHQlxBDRLK8mUJX5Qaahm
eMYXmvXeHsPa1yGXTLKsgM7ArS6/rqSJIBYVjywWAqTHYXv762srARIdUBdERAySE8uv91nWT2JS
4Waf3KT+1GQvD2yk7GwmIWzN5V1aok7g0AMozIlYCLExd2FoAtR1eyhriy3jYYNXHqoHeP8vh6Km
HN/xXZF4ZeP4iVMEey3fzD0jObNmBYxfA3Qo6JKhR+vSSjIXPurKSuLVoSOPR8O3DPk+EZ3bY1mb
rAsrV+lvoSwB1IOVofeEaoNuoYJ6vm1ibV8hWY20IrKjIgSdlgOp0QFnRFd1ZEsczWFV+FaiK9SX
EWyADwf0G61GGEaqOqgxjoSeb3iATzhTEhyjcePJQi/H2wNZWxEUCMBOAy8Bb1pqIDEUy2tdwLpX
tdkNtg89OmXfCrvbVtamCw3ZIZuLtxCPk7icrnBsciTGcVDmyDSs7un219fiX/hDeA9gxwB/oj3i
3HL+rMxk884uIvo3/TiZfWCJ87aO0Pn3QdnyWWzx3UZ5Zlgm3ol29ZoKT4xrCq+8K9wVP0CQOugx
MMMU+hNarFT7OndUbt+pm/ZtazCGura1kRswUHMDHBJDXU4ktE+LFi+XxGshbh9ukOdgyemubQi8
w7AlftpW0KXQpIxI0VVLPF3YV5+pfxBSh/V8WLVBVAmhTIbkv0L5zaJDe6k2yRDrfiBf052ADEhk
VjPqtalCNx0VkEIcdlwBy6mS0XYyzgw8LcFHQzK7qo9a9HJ7+VcOKhQ9oUlIMmaoLlC3y1DwUtoF
HFa/eEcGA7IRCnLnvJWm9p/bllYGA2EKWEDOAuG7Smb0IhAK+KLKkrxNPVBCoJsATdqwZzxAVhaF
ZBRgQMN7/AoAOoIXy40T3sRtZ+W/y/YQGNuAVdJfG4cApLQOiClyFzRMQolR/w7SIvUy7VB+QaCb
xZ5Z8TQ4i38ZID/gYqLUoZxkdI1OPQmAXckcWK1c12ZJgNYLmG/AJV9pEqqqL4Sykf+8PeZurxT7
PN2j/vb3lxvoatI0WUKFnd67nCbHdTBDCxUm/OGeg4nh/raJ9YH81wSNYUo0gwt4vYbcak4u/Gyw
5so1WA1o1qwgVsVUQc6ccK6Xy1H2rV4oqZR6soOaUoJUuWRFGmMoa5uKyGeDTYfpgvrd0kgqFHUb
gEzgzdi8/UvDI4fDyGCvVBKRizWgAQ5yKCIUmuoTBlokynmakgjPD/YToH/3yrMqmhMwYJNdD4zA
lfxm6mKBbidJNuMFCn4JdWNWk5yHnY4x9W/qn/QxR+i9hY5fU7/+gyuFaAUi+wYdRxA/KEvjUJe9
EeQZCmZ+ZX3Vun17o62tzuX3qRNZ5j2n11maebx26AoPYWXQM6KxNRMqSBjw8+BUKnSqtY0UBa3Q
MASu22jFHlKX/fi3a0pY9gsTZKNf+pVKioORzzKSAULCIY2O2sgIxVijoG4TNQ19o9ZhAqNA/I1R
yMU/GQXeQwCe4Mri6eRMmUZqrGgV2Kf8B0YBcMs/G4WuoS0SKj5gIFMPidRHFm3KlIz4lVZMTPgu
jZUrW7t3NRnIYdxScC50kSTKZ0NrOOnHBieacmWGj/pTHx4HlljRWl0Eb2DkgEihAPJIlAMbRCWV
seFg6g9U9mavESGoe4bK8eSb6YfKkgkna0wdezzARAKIQNgClO1ym0HVrypCQfrhm9Tcodqhpcp3
GTOcy095gzYDVhwE9UBCR4GR2mpCnJZikAHcUTnypve4LfhxaKW5K8+FNWzyGFpUoC+R3JOZgbeX
OO/Pr7Ul7Z97R9kGZ6TkAS7daZvcSpACSnaJ/YICkRVv0l3/fdt9rFWJwKv672+lYTv+kAS53CGb
It5rb1pkdrPZfEDCMXnW7/pP/639HE8VJCXv4R4ZptdWAyuPJpQaNDygjLJcDbWMAoETULcsZmuA
vpOJS7I5BmaENqtP7R9jtIWP2JwCc3pqnnTrtvWVGwCXGR5MEPCA6jUNj0GRX9E7MUg8Q7T11p0/
29QMeiv6pcMe43pbOVCET4Y0J2mfItDZziYZ5ixogcoYFUcc78PKkT6L0Ot0s2PVXtbm9NIU5R9i
VUzKGFL4ICAUL4KXPpYINFkLt/IsW4yHOrVyEc4J2DDAqIv2RzeYZYa6SzyjUS0AfUxY59oWBWUE
xQE8QfF2onsSDUFUToqC6KNUHyIzsgo7eUp2vOnfFV5p9a6y56CKzoIhrMzkwip1iOdxjLmMh9UJ
qVDN/NY2LMTcyo0E1T2e9BQA0fC6DxGnJkMQ40lQSmbz3ldWGzu3N/mqBTR6JZhYlONoHGlXlein
WuK1CfHlviAiPOXff9YgjvrLAnWGdakMGhCU8Z6drC+jdf1DxtrSrEFQW9qfu6oLQgzCF9/RSLTu
P+d/tBIXo6A2dD9PeZjVMDGXoD0qhmNsby/E2mYCVlQkjF8iRkpVRNVyCo0pwms5AGK0K02/Oib+
btDvf9+2Q6JJ6uaRSR4WhXGIj6Hd7dKl6r5iFNooIgMo2Bqk1KSX299foadAH4ZgU/F0ArVPp27Q
0p+LohR1rPcR+i0ev9WPkt26yqHfirZyn4D2pD5Gx/Zu/kJa2wbKAVx0bhO4aFkDbLm2QQu5cnP7
R60lqC5/FH2RoFjQ+o2MTcjdZVsONYts77vCq7/lPdGLN90uerxtccWhy+BwA16MNz1I8NSWzAj8
mAsxC2P/KFZWVDg4X8k22JXtw21LaxsH7wYQqgkXSKaTlciNtu2oAr0b7vSdgnKKVd8zG4it7ZpL
I+QEXkTfc9gjNlOVyHNZ/O0feTF6Q15+mgrsuxIAh5J8enJSOzOTg7SJwU75kO3W47+b+/w8H4Q3
yY1Bb8kslFzA7RDG5xbocIHhDFeIPiJacf01l9ThMPgaztbAbzGgmHAIf4eW8qag9jjiskwdfy95
gptl6LQBIYf2MG7QiTs5y4fsfXSKO/9XdteeEhf9Lp8NhAqMZ9xPUH1rosiWu1iDPpx5Pwyw0Ni9
DvKc2FVOgMSdM0HhOzD1fflutCbgiYY17aLdyJ2G36hYgoaw1Xb/bs9RZ1wDISqayZ7LcLGmL5Ed
78K/X6m4WIorXVSOL9sQQLbIg9DeEUrzR8Z03t7RVyqokYLuDAqHpeYdhyUKevtIInmwXKlc9odC
ISulzhZ0R2dIbLDeRT9Cef//brjq9ClAdjXoddiw0ZNFtP5A8/M9tpOT6DwFh+E5qsxvaAKLbnIW
DxOkSTfJW/+cblnN5dbeZ4t1onblLPBBXXXgu8h4v5CCrvDSbpJjd8cNJvoaMhz52k3/1wGF6Mty
Zgc0U5TqFBSCHETr147VsJrxeToaktSwqQMymPb3dOKs8THZpIi8JlO0yschNaNtXZ6G4jixnp2r
EezFwH6m+eJwi2FdTEKFgRVmaRv4jwcycrAV3xuoaA8b45Sr5uAxG8aR+bqxi36IlhdmK22ETn8O
s7WNTMFbv012gSVYLBzBqhm0+CDgHVTraMBuqnVGKc3gZNTwq9CXykzJAcAGjd4PPuMltQYcIZo8
/7VFRWqaPA0+7+Ng+MfUnqFQwbuSp3vwixFUvlg5o9WjfmGNuJmLCdQnaVTBBIObAu4Lj++dBiqF
5t52t6zpo85Ykaox35AhZX/Qm35TQnCce5Z5MPRv21kLWgAzgM4b3rs6uDrLwYQ9XlcIo7BMkM8Z
caPUpekE4nkcGIZWZw3lZ0jPCCC30FWIIkKFVR8BdnU1FFfHjSg6sWwGrLz0T5qe3t5I3yNBhBQR
HjfU6kRdWPQT6b4n3o/etFX34WY4Bh/DgzaY3X12j37lZvQF+tcMBff8fnILxKLdY9WZaDxmowuN
eXuCr6RzgXuEGORfP4iKo9oh1pOA/KDJ0lzDSUDGLTb1IXaTZ9lN7qT3+H5mZlHIst2aBSrCCtNJ
GkAuINTYcBOfv3y7drjNbAner+zM8tBrS3s5QvLnFwdCq9tMq7mfKc/dbyi4mSx54xWxiuUkUsdh
bmQIrA4wUdrFyQAW42Q0lifbyUE81w8VVMY7CEckrrD334Ndve92/CtjHVcAWYt1JCf2YpRpBuiB
SggU6U6x5U2yb01I1+F2ZXnOtRvpYjrpe6HJolkc/BQZMAeobMliNT796Xt4Y3P8uNOLkfTBXOtq
jpFIdxUoxSOear5Vvst7tN8oTvIO0kL7cSM9KtbgTna0SXNTdvKv2J1Pkz2eQg/YcAh/Q4zvK9zm
FlPpfCWTdDnTPy+7i983NoH6H1qMaA0Wb8aWBnawbmc70dSd26u65v4u55o6nHPeV1lWYio6R9nV
Z9z/0DafGK6P5QJ+IoGLAQVyK/U86Tp6HH+fk91oNmbv9FjabxTId8ZdxghqWKOiDmQvtFMVhbDX
2qpjAL9IxsUiKxIXcmsXUUdS5ks9MnoYmQWTO837BDZuL86KEtXi1NMK7UofCRgGSFiowOO5U97h
2VPsRUe1lZfyjke3D6s/5qfxpYB7635/aiw/uvZiAFFBQ20AdXPIGy7PPKQ0q7EZc0DlRRQ40Uq5
sBlDXLGg/LRqRu9bgNpoKB56RAttogDUREg6aLz57m98NL3YonXzY/kUIPW+0e+F0OEMk68siK4r
ocPz59zPrG1uBu8stf8V50NaMgpEkgrkHvr6lHID9IkuBKzdhDwn8DwMN3qtpAjt2ksD1IkLJG4Q
xgIcChVw0ewTmpQb4S3bam74q+XNzVOBnLEzecomfFAsSTIrJznFuwTpgbuUUZlbixsXv4U6J+Pc
czmwBYl3JJyEt+Nc29Ps5JE9nNsmMZuQ/HN7wdfSUrAJyXNS3CKi6MstVdScpCYh4ZBYoTtCnQUt
DgSEkm4EoTEDGg+Nb0ZTxDC7tqwopYI+B5ViHiKDS6scYON9lBBwQ4TEvJuPH3LLKAiTT1D+ACVn
yBJrkEAWr8D0ij7IlVYALtMW95U5+rYQQ8i+8Aj9l6HoTdaFMoW+4KhP/RAnIQO5HM1QNHkVCmXm
1ZWNNFsCtdZXvt0DNcVYrBVHSqTE4IXQIQL4EyqRHaWy39c+ysNNvM0jU/xTnn0kqUJLR6OahwCL
9zpvxj9qBI3abRrbI2NOV3wstBpRCkDDRwU4C+qwJCr6JPb+lHkfRWEZmRnEZsqSe1+ZzIUNysep
OSpu1QgbIKGiCpkBl5Jb6GXMs8hZLEPUhcE3/ZT5BQyh1g5CByHuonNUgUQp41yzDFGb3RfVihtk
GBqmzcyjQ2L5MUy2OjPO1MrikAamACgABINWX9R4Sq5Wx0owMi+oYhNY56LZd/WRmYddMwN8sADc
HtRFDDocLAOhzGNo53mVcCyGe0mzsc+Zkh9rvhDgQJGomBBdWRouqrWhEuo6KlvwEGJsq58c1LjR
Hok3dTAkIATHmXm6qSCxefuMrRyxhV1q+03t7Ae8zydeE6IMjvyVCgpBs2Nhe1bu2YUZsmcuQjBI
EqZxGAgoeu1dFk5l/dtQUAQzGY0n6PJHYYwNMNZT4oERKHosrNAPMIDydvjp//08Td8vGrUX/BTl
m3Q3Pcub7DvbG1b6CLXlu9rZF5w1OcautVig1DX41cKuuJyyzGjSOs1gtzHBdLBHkygPyWbqsIjQ
KzcHdhwQvUCuIA1Ba7NwOd8KQQLsuH9scpsj7aCTxgYdVT+xTK0u1V+m6JJbIIYczgCwvGBKJe2G
G6zbu3ktqQfoAoQMcWtAC5t2Cmib2/i5j/KtJlmG91Aekj3naF/FpjF/SRUItvxWdiP7ttWV231h
lHJ4eo7WA70GozVEnx9axphWHBDpbQvMLRJBKgqJy33ga6EghDEQtxoIUNFoflU4pXLm3h7DtRU0
ZxAlAi1C3IkZXFqRxUjt9BwRSi8YUPJG11IptlkVhuvlR7KY4J8VKE2i7wB1n+u1WKKfXw2iXPRb
z47+xFiIa2eG76NZBvR5ALi/AiXM8lBkaEsGJGxvRsEOzlJ4aOzWqobv27N1fcUtDVHurI859A1S
wFysx+9etlQPzbObzkzxYPh3hqjFj7Np7OYWI4rBhw8ncFsje2a5mrW1B5IUJBUNkqaAKC/XXi/Q
c9zIALxsHA6SfoLFesetTteFAbIvLrx/j3RCMhK0arkTbCTZISDIM5LQP+DdpZvGklzYoGI1jtfS
sZBgo9ir5rMMsUgQxfZnwym36G2QWr7ZmY1TW79zeALL0i0UOCsH3Zs5xi/5OSq3fgm1OZKyqOOm
wC+pPXEym0N1SD7DX9KfZgRbsXZKt7cU9ER64B51cBpZFZWViupyIqgt0yV6mAlo7IqcigbNZGgb
m9ke4k9ZaRGZNw4kxsLNPAQX8Uvp1GaELQWu8V3kCpv8c34Rv7IvwRGQ7WH5ydXjqWGbGaRH0xV3
oMsSKe44IKOh4WgrCNo9YavutGh7+8ys3JykTw4EInGVABNFIwrJY8tvQg2A9V/dB953xaasQOEU
HuYXJi5z7exc2KJp9UUby1Ei6j/c37wi4HhF2PEKozS7UvPDkDAe0KTBvEEzpeUJKoAqn3shyZCA
5Scz9cInEaoB/VeArseD3bPor9c3GjEHyg0uUUwi/fAR9UouAgL9zdItnj4Tgd/cXqQ1Cwg50LUC
pRy0V6Z8TpmnwHpLQuZNyb6QzZrfRf/gRru0QDmdtstb1IrEzAubY5E4fW1l/i5n6W2tuDY8gLHH
JAhegxlD9seFawtSZVQkDq8QYH+72pr6o466cOXlrK4TKxsNZC+gvWGDvEYo/yaKU8bFPodXlbAB
eSEu9r1u/wO2orSwQg1HK5VEaGZYyYS9kptICYloM8jaXiuThl57gHhi+QmZkPKQwSjXoVEiCVOk
e340OemTwLu0c8e4PVfmDBg+YOxAX4Axnjo1gTxHulzWiffWGpuhOpXq28RKl6/ENMCQwgUA30Uo
npS7zflSaUUVwd+0KbeM0G9tnsC2xOlQIdty1QpAEfpmbn08Adpmj1c75G6NQ60f/tw+imuzpCC5
AcwUsqDItSy3sDTWmV/1CWQSHsCzmmRTrPesosraSBQZLCuAipE1oqX1uKSsxcmHDeFN07+qB617
rgIPBPXbQ1kxY0C6gJBVoIgG1P9yKHlq9M3Y+UgY5zZaREiQ8rIz429HmWg1SJhKWBqIJajUw4xL
xXkWa+wqcROh/XMAVWzBSr9vj+T6UQYjRIYQPVZI9onaVpmfjnwchGARAWsyk+QT9xlzDlEne5JZ
SQCGMZo9nNV6oQNAnHo+xBdmc0a6YTD91EK+qwY6PmCs0rXvhygHuO9406AJCkCLy1WSg0xF/8sq
92yu2X4Jye721K1+Hjk7VA6QQIcux/LzvTEAzYmm4YRxDWEssG/+AakEIyBkDLgWxBn0a0lNAeBt
AiH3psIxZGKizz9vj+Lar6BrHl5kBnj8RJmf8vedwJVz0Km5J5jvrGzM9Ylffpv8+cWlFanZLIel
lns475x8RLaxyY5QFrk9gpV1EAHGhFwqmv4ROMDSysw1idrxce6N7aZ/5IT9/e3vr4wC6BYkfCDe
B/dFl/UasZsLlVBiXPGP/PbO+PrarwcJA7LFIEGhVx51R2Uq9IuqNsEc9YrZfMd8hwamjJ26OgLk
XRBngfR2xUQ32k7KQLHLvTKw22ETyae5ftZ/3Z6m9YH8xwhhvVPHIQaTdwJfMCdVvNZwo+GxjRkm
bo2DmKBuEF6NwVjJMA4EQUgt5/KxBAeAdSJYA6HchhJzkjYMxIp4Dy9lCPt5dm7P1fX9gSwLWQsI
pP20F1lu2TSI0QfTwFyNvCdASQpsIEg9fcj+0207axNGemehEgWJQVwjSzvSUMxaWdW5N+vbMr5L
D93sJgnDyMp8AWyO8BobC7oNP0ozF6e8VtW50gbkRaO+NcWdDxpIzGAarJpA2IAOw8i4QbiRGsfU
dWgfgvu2MTXflhGbWrcnasUAAl48QJAyAjqK5qDywVjqXWAg+RVujPhObXa5/3LbxMpawAQyXqgI
gnZEV7OSTqzzbohw0/IbNQPJ/LN95lkSySvefGGEihnSpgjzoYhJiqU/c3/+3QioVeDz1ghzDtf3
jI6h4nHe9lCBkBhVndWVQH4QdT9EWCiELJdaDVCjn0SshJ3zJ6E/F6yWT6tTRPimKOeA1ExLvoZi
wfWpijxnwm8TS+02tydp/fPksYFwCjRQagW6sBuNRAgQ5cJ1HLvHf/d1yjd1aA09pyM2UQXoDiOf
sTbzYMYT8T4BMROtrSSE7RBmSoPYGWi56JQ9JSyq99rcoDqNEifE7cG+pzZQnkyyX9ZIYvCDhZwU
C2q74lXx/EJxGuUF6ENq1NTzCmLZSA4KLzSea9+cs12M1hjDVmLlGVdmivTXI10Pwey+ap09xnhv
ilKC/ryzhftUy0xjYGB7VryFAtwAaQCA4B/J0uUxKIMsVrO8LgBG2U/iPvtoIKbJOM8rw0DPBAA1
EfyD1nPlkRQ/zgstrj0JEaw2P/f9c805tzcsywZ1nMHsFhspTmp0eZOsTQX2hJAwPMb1rkJFCW3s
fspKkI6gIqgm1tR2kvoCIlfCZLasxWZ9njxqLq43uVKjIOzw+cFprI4Rma0k3BCXGcgoQ+MGPWnp
olg5Dtmo4p726t7S8bRHe53nvoLcNfRoo/wo/N2uz2C7/uTeQeUnyu20OqvQ67kf+FrvJYA6pO5Q
uoNizcGRUxk3KpmWRXYaHRIghojbDm1CyWOcmrawAeIe6hFemrpKtf2Yko2/bSRrkJ2IVe672mQo
xUDXBnc3whAoR1OHhc/VIh6bWfIMxVEHq/E3A8u3XO0CVMUgp4vjjvXCdqN2wRRFYSdVuei5M2ht
t8/Ild8i3ybtHohKmIq9sJyqbg4yPx9aEcGHU3J2jL665zA9PN+2QibhckGwEKpChFJ1ILCJKvDS
ShnzPiSpcvUQvGil46KjkdMf+/fbRuihwAiyuQK8H+5uAOmIW7s4LJyWdJ1YaPohQbOmwD5y9cO2
ZSmfXI0EnHW8l5DYR3KfiCEsjWSSPM5KrHBoxtVUzz06vW95weLijc/Sl71K8YPAr+AigSv+aRFJ
58PLBtAcHZEhkVNv3epUmfnXVNv77I4l33NVUoYpIhGPFziCaDz3qR0mA8+SRQOEA0LfFOSdEIAx
vuNlMzsbewGdgT6b375vu/59/i0k59vLRh/W/9hGCgBOlHTGpmyruR82ggxSd5fZnG81hTffF4Jp
xJtxMCtW4Yq8BBc7EbIScEJEe0X7EXpfrp/uR4EYayDBg74N/k11TM3KClXQY1gBx5V7xfaQ4PEw
PmQEIctB7ccYSeZ6qIMIznv0/L1qPagyNLc4VKJYcm8/pQR6WHjW6VhEqAsgvFkOS42nJiryBs1j
N9WD9MY7cWiatebeV18pks9nFsD7etFIDPKXPeKyLs5aokxNzDWwh84ukeNmCvo+1/fGt8xoj3GF
GSKTiGsVMkDQ9sMepQxV6IxZahkgwNqdcKe+6L9VG9w3fltbAf6+vROvQNTEGJLD5CrEX9e09UHh
g7yZCahZv4/P6j5AXfEhe+ifBK+CJGoBvfRp27H2JIlD6MVDBgYSRJCbRLWAyl5oMWlsQIg4YIWq
E1gjwzkFMbTZSQ6LR7E6n5e2qJionONRSDnYGiyDNPJuzFe8/kEzaC1WBo6+tshsXpqi9mRT82Lb
Ei5h4yjounV7rehrFx+XcR0iPYmGE0gxUOOYlLZEtM2jSphakiPmTAnzFUeBS50IzZEO8FiW5Q4v
mrRDNwgAd/XEzH9Xuq1+6+8lShN2WDh/W5cYwyEih4QngHQ7+O1La2nW1dM8CBgO0UPxjM7kN/md
nn+Kdve7T8yJBa2/vseWBimvW/JxLfcJMfgkgiHNPQOU7Ei724u0coWhOwTpH08eE6QX1HJYcawX
ldqjGq6rZubo+UPiooOh9jJ/B4kFgRWGObIm1EFamKOcxVwEQqhwMtFXO8xauh0/AoDWBqdFy5PE
6pNDFLtNaXfVPnFvm76KPbB+lwOlwqgSSmnZaACQoB7L0INg829AZfSvf2eEulBAqpmjQMNsjs3m
I/5M3oFs9R9u21gJBRAG4tbCNYlkFFKEyyULQSOb8W8GyqiENpiz/ZXtR/MbTJLAyh0FnQhZjTCv
8OrY/AuT1C6Zk2BK5CHKcHn1Lr8fHN5B95jWPEOqcjdCjUixbw+STNRyn+C9owJ2rUHbBaoVlEG5
M9KW6wroZU2W0Dpad5rLk9oxIOTXvhYPECTX8UrHA5ek96ip1AshRyOJ3ut/yeK9bO0EzQx2+UPR
m9D1htoS47hdnekfe9iGeJOirkIXI/SsUJNKF3rsD6v4hpywWdhlZ8+ceXv6ru9JyhC1EaVOjkXf
gKEitauXzJJ30bfhgKzmRNbzH95OXMb74ep4UQapqDsIorDqeRg8zr/OoS3sWVf/1Y4gBtCxAtU0
RBRXCGhelYNmqMTem38VEbTEC9F2GJN2dR1SJqgLhS/wOqkUqffC6CFu7Kg+y7LZbj2/N8vU7F+C
1xFth5XfnPsvDVNesVSqYE4DGFbuRAO9X0C5CyvrdXAlfqvs3+tP0HEZJq8uT2qs1HoVCH2zjExn
EqIjX2YboSW/lehwbLcPRr7xRcaOJCdpcaBhT0I+FaVE1DZw6JYnrQkB/IuDaPBE9ADcqQcWquva
RVEGqOsylASuqeRw8PxxV5a7YnSq8CR9Dk/Awpz4w3N0B/X++9uzuDooZGaAVsHjXKYLD2WUi1ma
Y1D+aIkmQpyaFe+ubUlwPwAfI6WBq9pcmKe+2CNp703CB08yGK5g1WZo/kmBHZQ/MCSGRTJNV+v0
fwZJFW25TmGfjG2tEYNWiRbBkaV9tZo5g9w+oyjP8PJr7vC/o4Mx6ibj1S4Z9LgYcJNNfwzTHP98
Mjz8igUAyBAkakBG4dlAHem0iIcokooRj5P+qQF7QXDKymrQtydjuPbrSMoAjsxAHIrYEHQhui8Q
F+LmV6J+9Fp0ZIW6iF9seG47quYMxsSuYPUoZ9qjnEY9joMxSe3oifVJQFs6SzOs/sRnx7AxOXQG
Zr2BVjz8YnzkMFw8KAdfUIdB6UYwknu3seK74lk7VbYPprdAWvaavzNAtf+uPBYpghJFbGha8kiv
0dmcuaqTtMsHzKpdHUvzc8/a8NcP86WFnyTBxbimAMqZpYx1A/zUlYDHbb88ZT+9tej17lvF622X
cSV79J8B/RA5gEqA5sJyGttabjN5wDQOVngeNv0ORxr9qpVNg6SbbEPa59BsaqfwTvOIfcQdlF1m
F+7v2z9j5VxgWv/vVwBAsvwVU8rXSdDjV6S78mlw/PfOK8FKuG1kxT0ujFCHz0emsVKAhPeezhYL
VLeyG/FtoPdJURnaIlSAgypqP7UG9kXHb5rRhmxrY5gtFJVZ2lAsQ+TPL7ZHrcZ6XQ4Ttoc7cOZu
321Z2L21q2sxFrJYFya4UeyHJBzJHhetGNtBcMEZsMPPPoVkIrp+xwwnf534Inse6GeghuAc8X9L
i9IUivXcCaOnPHLbJx9hPJj858o2dhFjv68P7sIUFcmLWZSG1QhTYBYK7pNvg7e9OTlwi5v05LFU
yNe84mJk1J7LqyiPEXuPHieAxmsJs6163B8us8v73GJ1ur8+RSi9AaSBJAqe0PBPy2ksmnKUgkKY
vLfUbR0L2iKMqGnVAEBFCHxBV8GLYWnAn3ggrgNp8qQ3cAvH2ELe/NzdxaxuLVcaY2B6Q/T2L0PU
hhD5VuanCYZweYlW+xVAbW07vUjo/hXtNWjYRbvG/a4dTTUrhDm2cR6+HtW/fVmTH6ErQBcDjgc1
1OVoDcjLj0qN6RRVPGVrSz5wts/Y+lcyhT8jBYSZlFLwQZm6xjghjcqW1yZvhGCb7rRuS3Q8zGGv
W9PJnC3FAQgY+g+1k4OjkEB0RzX3ubmvwUfR8HP+wRKTEh9Si8Bwgm1P7aFJyGSpbCrkn6Ho++SD
23vw0WTYON/2xVcEQlS/AEAGDAcwONAe6IYZ2iDOWpInM+QZOfMu37Uu7xTODG/DOd+dK4XW5AlM
Vt/K7bowS5dIgkTlhrzNZq/9pT8PqhUXW05zt61VE+XH0Yw4dAthnJrrDAkZK57zpNSPmMWgLoc5
ncVyatMZ0oiF04Z2EW5LxM2O/xg+GHvfeuwe8/vwO2H5uus36g9vFoBZ0ECRtKAcealJWaGVxYzS
Re+qzrG+S0Aywt872fTN3+iEwlQHvPYQS5PU9tE7CUopQzl7vCUcZFvbo1+UyUrlXinv/GweTOT/
DozuWVBrQQIZQljpnPxOtJ5mM7Tm7d3DV2++B7Zg5RvJSjcFODySxYhUrvQ/iG1UiEmVGH29eBro
nNeKDw4qbI8u3qgv83Y0y227TW3NvctNaS+gG5rq5nsFIv2vLA+/4hiX1qn7ZAi6pudiWFf3SP1b
FaQoQzc61lsNmZTRwg+wfKu25WN85HbyAUrVJivwJku4fJLhJ6A4hWsLXRCgD7J0ixnUKYqgqXCE
XFDj7kZXdwJXsRun3IHZJdioaeOJhvBHRMXezJFxdBi+Y22TAeOKYpIAgB0e8stfkCjS1PRhP3vF
C3qUJA/1U34WP7Xezk/Dq3hoLcnq4S7zw3DH5J2Sb1+P/i/b1DNHU1I9l/luhmJ6ZU4bcVNDomfc
+X96r7nH9S7bJYRBA+vzvbReFLjozvo9mbHzvDk9P+vQhDash9T8DKz3zRNaeKEzOchnjeV8egG0
arxTfRJdxWo3j8/DQX1gefc1j3A5c9Rt082pJhYZZi4Dz6w9ZF7KYuSQ1V/OD0AHoOKgFRZ54NK+
LkWnVV8OFd1rZesMQREv37M0G1buDhR/STdd7ADEOT99FC8C1Ehs5FQbYt/Tn6sX3gkhl9ZYqTta
vCvuIKpgOiEY4QPDna6cfJgFKAFoM4AqkOxebjsl5Pu8EWvfc8vQmV+zytz1X/ITXHnaWJvSnHby
69SavG9DO407s3Q3Vrwe7IMbAP4DmoNCD35pn8sCaeiy1vcORoqO0OILd0o+8t/g9++MD+M42MVT
dW438bbZQqXmzJ9YlNgf4R9qcQFyhHYiKXhi3qkLRWhLwSgUzcdjEX1W76JPiOa5xp24GRzFjR4a
M3WTjQpW/mxG5tODagfm+fSqmq8nwcrOww6CT7bo9pBWjs3ZEXE6GJ7h+omH7AppxwNSIOSO6YdE
xJep346c4ckbzlXemk3xXDrAKL0CY3cqHvONcA5ZwepKjL80SsWJkGLxQUEPfK95aA/zBnvDIf0Q
couFuljbgQYISVh9DYMDeWu5A/yiHVow3zkvm0z/GJ77nXSA6MKx5E15x+/8bXiCStGzfAju/BPn
sbAQtOdHSgxPC+gHEPN4A1B+d5yCsoZEW3Csn+702I6O6i7BTsdgvxjruG4J5XtS5CatPZYDLcFg
yMuQwxCQ6PageuqmdmzXB4S/UD/FDQvOsAnC7p1xbrYM27QH+xklOKVIcWInwZEtbafCWKMFBEYJ
ST8Ep3f+vjsmz+D+yDtw87z4lJ66XXmMeJOZ06IvNmIa8DqDdOMg9DzqagWmNYfMVRkcFVOoj/Gv
8tV/L+/Qy8YCvmY/Sy6knzhPep5cbsdChPzoBl0ebto4fbiHqpv0EsYrp3MyB21m77JP1EGt5Bh5
yv+Q9l29rutWt79IgHp5pSRbbrK9+t4vwqrqVq+//g46301s2lhEcrAPkrMTwFMkJydnHSMCBcj7
tOld8dEXDr1AuE1r7NsE+ZgyQEOPgsQlwiLmzJXTAOTZTg13zU+/nm1O3+XNKDz9eQVZcTqbBhYP
tv4fYe4Abhu4YZKVuSwX5np28nWz07yd4OpfmIYFQ+DacuZdeUxA2BDAdfQ8xEAIyLKdhVTE72p2
48nheyhzH2Yj0duItgRmuXUeGVVYjPEuAmGcDbyt1xa9ImjmiEisoh0YeczSVfejC0/uZ9qIDmi1
i03Q2Bx9PyvV1bkjnEc+GvVGgNVi2xmlkzS5KtOsGnc5KeCNNDbAbgB4I6MnX7fnN/zPfz8OfyYn
xUfO5LVGTSZC88foAjAfAapOvgW7J68zimBIUXodsZwB9t12RBjBTeiU8EqBRUS4dvfMfcV+OTxQ
ETNnIL5Hz8/1Te1aYcisKJp2k/13t+kdz36rnfmzc0MPvrlsg2X9NSZ/AeZO3lSX7BcnZ6mvNEz/
75/24GkkZPX3afXZk8h57VGLfDweFeKst7395ycn62GhEp0ccrvFA5bZHs2o+NIS/1o7P739/tO5
KdGAojDYP/oeE6ILBX/9on1i68GuF48mGW2TpKuM+HAFtT3CkeVWWb4Ozp8Ted5mxO3s37Xq3Dz6
y5aw8a3QF0OnGuG02+z+7kQbaMovBVntvv6ulg87Z7df1S7+2brr9fty+10v3zzOE3wGk/ntCxgv
KY/HJB8kfIH+t3XqrW6v/u4X34vFwXVQ8C3Jo9uTpU6WxPVcf2u/eFuXkANZk+W7Y3LTGTfGHMp9
oSLsqIw+qWpozPiaFKB9bwZgnH7f8HPL82/LZTzqUx8EoCWCgMXLCaq1e9sXKJhuUrKzoGdPKCLZ
Ntb9tlg8tLjS26V7WC+3j69A29g8H6EHXzwf/zwpynwS+gfQ7URpnSjw3fW1MAQjGTRhznZvAukd
p12FGyAY+dl+dE4m0TzAs9uVIy1rz1zhk9qlGZIAl8SpkQ6oFj/Jrn0+jZwkyM3Tho6ec+O+CO5X
AOUxvkNlWCjIW0mz01M01T9ZGKgFyppJdB565U2vAdpRMSiggXEeI89wlpnlV/rJKEerbHcISSdY
gdBNbdMJnHyXr/Co2uGCZ8vviUQZGVYUUiUDRH3XO66VcyQbQtHt8ndkzMoW2RXNhVM2fWm7YREQ
0bMSEkmLyOLsKqveyNOj/wD+EebyMHxxdk0vIiEJjH2t0MvJvseb1rp1RzrdqzOv7Th6zhPEHJ8W
pdmIpm9M5al20+0VjLZNbi0v9JqTXrjxcVEbReIXkQ7metDdyDJF5lMk1ae+nw/1pwWshT/zl/Qo
ri2wX2CWbiWv+pCIA7HeAXH31D0Bsm/x+42+Qao5fwDaYul+arRr8PowVWGOJtUc58OwDh9UpLHw
HAu+hmhmXpYvfnzI4X1Zq8ZLdrnGOc/zgV3eXSTpUFnEuAMGm9AwznbklJ015mIqSIcCj1a1HpbF
4CZ7MH4l1SLjtuVQV/ZGGgr5OmZ30AvBpnKUSYqUcg6kg1Q7g75IHOMvIohsIW7755EnjfXpKcUo
uiMx8AAMGlDXMpYSRNl1NJ+s8FgCtCHEm4tZ987J0bhYOirXOWAjQUwtIkGHziYURM4TN9enqFlx
IJpplxyLl+hPURHzUH1Xz6PbrbK16bXPAUV652jOzXYiLYbyHxrTwWIPp47xpMQJB1op+rzr7M4d
ACKLZPJKApjQPufckpu9hCTauU3J09F2bDB7mWtFbsR9KO4UMjrjSvBj21yIHq+LhXXJMaByJYbx
USfLAGCzIGBB69FJvRQojBzv86Ye9y8RFu2qA7kYkhvX52TFRi4Kaizu2hXuOBIGJmmcz/BgrwFC
vf36/YTur+ffwljvKLKUOClmbFvqRY5ly1sec8GNmTxv2H8EMG9PFiSjMonncxlcILJuZYcHtHFT
sWd2jH1sKtGam2GIxJ3x2BYkr2xKCPIwbrF9r8EeNPFY2eDEh2gT+cOndQzQ4AQix4UBdN/ft5N9
09kvYR6FVgvlKh8ScdcA0JuKtdaxw83p0D27MlLMnjL2eMg0s8mprrfOgJyrtjAd9ZPIGGziref+
rfrP6TG3qgiDvOsTrGeyw00CgHLjKHsCMri/b9utkWdWxFwrIWvUU33CCWLu2ZmdCGl8eXV675c8
dTwPXv62d4xFQr/2UGo9JAVH64yqn3oSCY/pc7mxfHml2NVCfg1EhGy8sSfeTWBis7BsojiWIVkG
KWG5UTDHwt1Hnv4xtmMGPk+VjziveWEt8tFTPoJDap+A50a70mpb962D2thW54Tc9d30LJyVn4bv
SHdTj4VJE1UnYJxpUUbVEoTJ68yRV5VjLE0AaXKPkfqPN8d4IYsxK7IcTM3JTEW0M3Xu5Kae4QXO
yYs8xS0cHsD07csJo38hjH7MhU95AqrB3CRY2OrBO3I0n7cQxmLUatpUSojf7vGcxG4OvR+c0UW3
YuhwWz3uPcfwNwykS5ExBx7D9UIspc8F4VSJO5AKoT4HSKJNeih3gc3tX+FJYkyUKvRwGhVIoq9k
QwIHfYrrEyq7vFt133RcrIkxUVKSK2JF1zS4/aohaM/adYCYqJfF/+JhXAhibFQZiHIWTiW1UaOj
2vS5NNbtP9861kKduqkwNSyod/rVuEoctO/92KCkfuCoHu+MGINkjb0lAbIa2rAoSIVEl+Uj6War
Hq+D7+4rcrFzjFXqMj07BSlW1OFVzBB4wge026PIWdBd4/cfMewMWFAKHXgvsZ7RoY+vvEIoZPMs
zx0rLiEOMnWMXxs60qfXV6g0e3CtW2fFjuwEQqZt/vrfH8yVDOZg5kTVws48q3RDEgcZCUI5cnmv
xZ39uhLDHEtppRqYO2p6LA0mOEU8foPHtQT0pjOW+lIK2yEVitkUz3Ej7iraNm+3qF1IqFycvNie
ZOQBaJ80Z/+oGftNJPM4dGkNTJ0OC1P2+pHaVcE+eVlGOkd01j88u3Dv3QMatoXoBiVeJOuZfZSC
NkyK3qDvHjrbMeA24hYZ77GTcf2x21wABhwvZLGlmMFKUqNsz7Jyv+/t8AGTsU6D2BGtUFv5MdhL
dvEF2oO1uAkeuMb27mH+Z6lsJinPm9pSwrN4atYzp9n96zZXi35X2xHiPM5Z3vF1aXlNo4PVdIab
uQuo+ElZ0pvY3JiocJtQAUACUUHzWWbzYsibtiR4MDRaRYM4QnOAaDLvoxRVcRrriYS3RLYzB9x+
H3JJhj+UP6q0TRQQ0W/8IYqcRd4Umli5zGs5j5pwUgbIpe0jloX2vRiZ33k7+HjUtvILpRFdDh0o
0IJ9+07b3BpOMeg2x0OXTvu3aS8+XANGiXtJBpfKBPKCbq3ty8iJnuKH+IGaOMNtgAM8FSRGWeDh
5NNyB89K3NXrC/Gs7RaaLIzaNJV2EUZsWmdXb9V1u429xULyl6MdvUu29DPj3LnTvPdUGrU1FPBR
clLw39cGXdKGQhanBmd+BLuU1+wiPLiBR++wTGRUa3gqfVN3O5/2hURmq0W9n0IlbsETEdk6jO9g
G4/DkvoTJ68BTQCiOmRLJKJsRhBM0igy8ADtqJPgM/hE4qta8IOTm1YK5qNYyP1EiKNWmLENlqft
zSOyX8duPS9k9JFETiYCN6H5nJx+WaK81SOarrjw+Dc5Y/YTGLM9BHHSFSo+YXQyJ4KbUOyCg7ya
bUCd7ARcCOGJ95rfzBeyMhnXHrFSowtTB7V3AdCTeso5ym2cydEwBvXIG5a4561S0qb/r22shTFq
RRsUs5Z2f5VNBKeYjiWVNoqpHsdu3okrrgQxJqWdwa6YiViYgutU+I0toGgHAvOMYFKI6xXdS1pd
iWO88LrLrWCm6xpQKh9xdglqyT2Wlx8C2Au0IK7+4QIZdxxBjgGuNnpyuCw0BkQDu208nLzJAfkz
z4XlKgrj91nGGKhCAOUE7IWT+9biX6c3YLxGWPMQZW7quKxaMkZpbJVJ6AyYiA4PUb9KTGItZqd1
BBK6gOjzAhgB4ajBvy1tA8oTOhkSTdw9ppaIdaQutZWxVGYox2Gt41S7dXtOygQolPV7aqxUR9hJ
dnOgdsByBG4m7aZmx2wB6zfqmEqwcnozzWOwrnyYQlchuh++tpgCKrHre+TY9qi6eJaNOd1+nb3o
qHXbrVv1xFh3Toa2lNAu/8cE3KW2s50TeTWYltZDGQr3pQGsVOAcltqRciBylPye90OHCiWgI4Gz
i21wK0EfkWAET9rpmNo1zhajX/doKkg8bhaVJ4vR8FroBr2Je+qE9I70OC7o7FPvUPt/8sJDSwzM
g9BnMcGFNrjpI6rSt7r2n6UyKm/MRRfHIcR3awstF8ja4tFL/luA/H9p1X+kMBqd6EoQn07Y0MGG
22yf9vGRmkWgHOz/pzDk4vDYJxW2XhpPQKRAtoUmNfunwOnp64njk4n6v0Va4IYCli4w54BnzLyf
mZIhuzNJ/7qtCcYIZgyHhC4Ob9XjPpgLHlr3Xa8NLiPg8oCtBZnMmeWDATjXQZDQQTT9jI78orSr
J1pIr7bC5MYl8cpdsYh2BaI8YanxfNZ7Gou3FD06qBAi48gkHLspsKy8jOSdhZthQkMpwEKMxwZe
Oif5c/fhvpTFbG7VmWLW6oDNnJYIl3eWPaJ7AZ28/CCE3jP2IlxKYlwSOc7HRk2wKsD1LJr3/slA
f0IAXsv2p34/+dUCXCRY4cTJntx1vy7lMsEP7ExSdT1WWDvBsfB7+KTaBozEPwagApRvkbRoFfgf
7BsAx+g0rg6sUNbIB0EgpbXWyXjn0JmxL9YhOkOU5TwSccMLXu8ZmEtZzAlKetHG1dxCWzxaiYy/
m1W/5NUH772Yl0KYw+s1jEelFRZE7zw1nXDrlxocvN83jieGOSutboYgLM77liLx3a8HRyaBq7u/
i7mb2rhcDuNF1lMpG/mpl1FV7ffNUdmEboE0Ub9UX2MOYiZvSYwH2cqDbMzZQEXB/we3IejlRmg7
74S4a2IcxxhvnKmhcwNvKvX3Q5ea5RHEP9Ku+l8yeZf7x7ypaS5UhRRiUbUzOoMfuxFy+5EH5+0f
KgRjiYvT3GCsCYsCMNqWJoSo3ceieGaQnsKNcbq4sMz7WQCWAjgfWFC3pm9a6qnvk0+D1BZF6g5h
01wsrS+OFt5JVKP95d9WggU6VfpAapsIQmm9U0RiJrfn9eTUGOz5XdI9vxt9pyAHAyYBgOBM5ryM
fO6iTJ1k1OgGP/XQSbBVnM8WJXh0KAbk/RkXza0eH0PneORt7R37dCWbOcJGABemqM3ybvNWHmQ3
3QDPAQ2maL1E7xRwgxI3X2RL3t5SS8Ec6JVU5kBbo1JKecSKMb9jyynijADn2Gzzw+jrcDKVp9+3
+F6O7VIgm+lpWrOXNcz/7Qyyk5xwUy72q4Nb+s3h2fvi7Okdm3IlizH5yWyCUzXB4jpXRSYrRoo0
IZgP51y+e37QlRzG6lvjGLdqjTW9VaT8I9oCavLzavVN+/L//JEXhXOGHgnQ/svZzTsuEFgHgAyG
MRi0+bF4sDE6YiTMftH7OCJCQyPjrty0Pq1fc9sO1DuqcimLsdBakyonqaSy7HN+FMMACbqIWrDN
9UtUKx1L4EdA1Bqz+glgCYzfYiwW8OvMS9flXZpLiSrv1GWP8Bd1N2SkVg8p4jx5gQSdI+Ld42zq
vZt4KZNuxEW9V0vVkwozIO+kfXDMHzr0sYqu4jz15Dx1/JIBXLv1FXfwOILv6eulYMb8BKAQxSiu
JKNPOVinm4/UDV1xR+1dT0AB5wxO5I1+NKB1gKtJvEUz5qeXOxGEaIp8HnZIfQzSgFJE8IGzBUbR
kVIK6gsFxHi4PjyTwBPN2CBVKuVTa1DL97H7UBw6KLVcHpBoHpePGNnnGfl7d+Zil8+3+eJ4AfFV
qOUJuzzZ+hLgbBXZ/82cFUadYWx1WPqaxmebgXz9000+FwIuREetYvQS2MYwzjKh6CaQebV/Wh5o
VP1eOBqSgUdeGMrRqXPi90KkWsvGiFoYtRBAwCYJBgI7ZG95HunNCCIiaxkokrRRlcKnmoytNWoh
roqTRvUnK0iCCev9Yh+Tb2AS1K4u0QHPH851oWb1xjZciGTMrtJKShKH2E0U3lArL9YV0gbtun7Q
vdLmVkjumb/LBTKWaJSmtosqLDCKkOFc7J7C89WQ38RPbS04vNG2uw/lpTzG3Fo9kB+L4P90RbWB
u+0WNnaT6mcG8NafDoi7v+/o3YuIRltLAksZmqgZ+yMgoK5aQZd3p7cQNOa9U76iw7FSXJ2HM3lX
Ky8kMdYm7YrBUipIUiSSY2RGQ4Qbw5h/dl8xD4jp7hNyIYsxL6Je17V8MuVdjLHj7cNQYpjpH+0b
66A2TTireozVlJ09ymRKifplWpQHvuSZEM7GsfOcWhxmmhEZNHqJc9LsQMJVTkQJ7cmTeYd0flxv
LhhgLzC4jOl2IHZfP4R6M5ys3EyUXVOhGqlXJA/tKibiwsQfJAr3wytPBe8l2sHLYImigak0gN8w
10wTh6yU0kjZDZObewPssYpnt/msgJEoI0az/vBE3t1S1QJjCYUtxKDd9SqbpKrVLkmVnVU5ZkZE
1TlpJP6anpLnkcdGcC/6BLI+5iIwRQZMVxZdqogbE3BZpbLrfsKH3Os9wVf88SV9SheqwfEO7y7s
37LQ/n29sKHvZm2wTthKTE8WRHrSFRI+hV+F89/Cqp6N/4UkxvgLIaD3jQGSTNPWAD72Of6UFcnk
xe/37F6O6mL30KB/vaJUrXU5pXIEIu7iv/A/ddyxHBXJ9DB59XPzYawGAMo//y6Xt5GMQxgBXKgM
MogtahLUaM9fGKiCH5KHei0c/pko5sqJsYXBwwT6ITymDynyYcGJFE/ALi7cfyaIWs0LvyAQAAYa
tsV5TeaL9BoIJI6JcJRCW+Kl3u6UvCllJG3ypRiTAEq6FqagAagFeifmhN1pOdm5S1Cpc5JFuAxd
yRHcxjEdFCdJvczh0mPec6kvAHS5eJa+TA6G0R2jBqRGGBiQQGPCFYg719+iGn2oZ42R+eJS++yW
M/AJEnc8ecpudi3N7kCCVboT7y7e8Y9gy+hcEuWbhEVl9tto0nIwI7304/d5cTp8CPZwUDEe6ZpY
sbyBX509Gw7vlO9kNK7FMg9tO4atCmjl0hc80VYwM5Q+y6t4OW4sN83sNoHHNCP3FWF6nI6kAlAa
7S2mW7yqDcca3Wkxuf4Uxs7OUxlOYokdSFYzuBjAzYa3Hz0PvS2+Wbtqm3g/3skWDiZYpX/X9TvZ
e8xSAE0Nsy+opN10t8yKmKPTLa58gLWjhgkYP4ybhnuZU166p+eXctjkRqgr4DlLIKdfZE/t04x8
gESSveBWTg/wH8GFwu8i9OsHwOZ4n0j4GLmmly9Oy+4jfLRWvNGts3d//YIDrQvqjmFmE+PVLJiW
BUZoqa5acNquwNQAOOrUE13V1TYjAbyK7s1u9lDazwP6tJ8zLjzDHXt9LZ5xKFVtyOuuhnh5fXoS
3mL02gsokzpLtJlu0RiekOIPJ+dzpxUBMmU60W7QPiaFsaBaqFVmm46Vb3nyOvmcKhL80Z3abYCe
FWz0j9DJPzjqRZdxs8sXIpm7jbYZNS6aqfKjlfapvGG5L8Bm+Dht4tUUE2udPNDiG7o8eJHzbWaU
grFRcH2ABAIggV3rqYnMFA6MD4w0zKcvDhmi5jVvfvau7cLFoQoEImYQBlybzAxcuYIygRkZFfgl
OscXgouWoAhMI1sF5eBuo3xRfNGfhDchd89YozT0b8nni33xStX5aQJLPSRrmNWtEaNrD9lG3c/2
u+V0G4OznzfnqCkAT8JFAdkIilEio65SrKaJOky1P72o4AW260Olup3F8WJupaBkiS5htBBoqHkZ
jDdRnkS9SboSiOkLjCspJxIitkNNOOLIuYnmYIou5TDKAbgSrVFbyDEnWH7RNZNlki/7mZi8EdU7
kvC0Y+6WYhzd4gA1VRjOaC/s/ZOzoBnrhKicV/vGAwMe4KUE5tHu9MpKIg0S4MkuKkBwxCtzceT5
KbeNmLCQIvgjqQKAT5f1znt0YYpl3k+4yCeZKG/pQ/LUvQD389DYOXB8MhIe4oOJst4MbhGZfHEr
bne2EoEBmHXA5Y04iE3oDu1JF9umnv0JvAEj0GzKR9ryM6Ll7uROm4nEByRSkuX8+LsNo8pwZcKw
8ku5jLLEedydRKGa/TfnwEm43cY8zG8z5lGVE8xJ1/hti6jLj37TIqOo2ccU+I6/L+IGQgTA81er
YC7wVBsCqLMgabI/8mWCDkJzpa5O3rxs3hrnvfEmoCDpPp5bIIygzu0W3u9fcPv6YLbmTM6G8QCK
iseYSkE9VYOeJ5o/9ktjPWx9wBmS53f/8cv5XZJBd+36xIAaoNHJaA3BOXJv10bZKBXdSAdF9dun
dCQu+qIfLHv7EJLFX4ssPpcxQRp5hb8avuDYrrtdv7rf5H37/vzYbQBU8hWRtffoLrd/PO/oeW9P
P8dHQGM4Gyf03zYY1dkcJ9753Gr39TczWhYGYlm2o6H6m7cCQFmIBDAUMDsFkZcZYBErgrqXOxIT
3eyHkMjtutlCTQxH4+a7z6xH7PaB5hEDyJIE1EQ2tzFZ4QmAEZnuL1YrwV4BMfFbd1TyabiG/R04
34cYkBAATgNMAXn0jFX29gKIODI9fPGiy7MT9tunMFrb6GE0nQx8Sk6mdU7e3izysf/APA6pt28f
i6eV6XznNiAp0Ap8+BzeTkBTKAnsLLpHF+8UeiZdHDeF221eOi7Rx3mkgPk6XCtK86EqMElsFqEr
g6iTclH3x0VOULUzyEuyfEGDsEunhpAetPch+Tbc5cPh8OdgOg9kWpzIFu3Tjj0gk+798JFuzkHa
zUcBDZfyIgPGyGC2rFXEuosBI+Q362mNHrwOUyQtvk8Dwm8HoID6bQPolPWbArgiqNrTd4GiHD4e
zDkEMUBhP3yvgDqYrnREYLGtIvdv2EGEVjAVsDfpKnkBnxl57e1mQUSCiuGRa6tu3QDgGQCmQqK0
gZSy9fr+hpmp1VWcG/4bTV/XUP+XGGn5DBNlCIJR58rQ3YiuGMAtmegRf5PREg50CS/X3N8tiUpT
auxmglYSQP8IkOBQMptZD13ZCIli+J3dL0b80WAdJwDa4V4iaEDn/8NpNTqgScWB73HaI0mBv9W7
FOEoI4dw+R26ZBvbjUwidGOuj8fOtjg0Zgq1ZzdfCRg7SrOOXCSb+4nmrMym3DLgAhgkW6VAcpEW
tIoCfJnQkxxabOjJZ0a2xapExZ722Q3w+TU7Ivgezp7dvpdA6FWAHAnse0RX7J4BVQuEKid8TY19
KcgbclCOAfXLiUJwYEhyWIi2dBtf9RBsQ/f70ySfnxQ+qcLGAYta/KQaNgHh+Jg6J8D8YKiCV7K9
Df/Afgj+MBGUjqDRw3t0rWNouyoDPSxM3F2ACQMYNbJHTwA10EgOJnk94QvoOAew83wEow5voOYG
CwiTpsC2EVVgsmDeFCO01/J1oQdfcZOYfkkZ+1bJSgT8TAMwxBDYcQJM2pOFzYtkbF5BZtR3P0Lw
uejbA+haacPF83tA8tX2GbW4zAY8OO4iMnDAlXr++v085Xu3keJzItQQTRM4GddfOtTDCa+Trvm0
+GqimA6eIa88KAukp8hfFWP2OupnSKKSJwoZ3JOnxp4NR2zdE2/c+I6/ROF6QPEJLnDkqFjAl0FJ
rDYXC8PP3lrR+ZhDogQIXdHS+RC+ZH9/X/ltozXuvElxNJGSBq43a4coQVvetYHh79404swwovIS
4FwGefu7+0icjwJa/Yb/DAnMpU1vloo/Sz2z+2fOp1CTd33FsWaMIWE8D+NXN6hBula2dXxqLB/D
Xg9PkS3BUH8ato7soGBTDE2ky92Q/J0J/opTWNYPzrSh6Gon1D/s1OREULcuFr4HjYmYuJMpcSKj
vnEdaVJSC5Y/ja4G9oJ8GUX8hs+bIB4AyhdS2DZWdZ7UdC4hZQ7sAJyC6jJU7PT50wD4R3eYDM6i
7jjJkGcaaCuHWBrpXKu6ZiRiJk154KdEeBRhp6In9O7iWj4hvm5xtgbQyGBGjbXfw2/9/YxvAzkL
tQ8A+mDQDodsMfcswEqLtK4DWARMeJXYUzJPdiBhok3rOM44/S1WnUBoi3+AhQeEHUYW6PlOoHJP
Aj+LwMrr8KCnbxOaMGgwrei2RlYbF4j5fdkcqkYXJcFPtjSpO2KMWiCS16BIZmOWemmuYlfIXXlY
nOzK4xnX2+QaxGMbkbKgxLNIXFyfYx4HcliXpeX3TgW47wa2KSaGW7p/nkt4hKLHe/RuS9JoZ0ch
By8eULbQcMQ4CijMNWGnZNE+/1GBFinss5W5zt10Nz4ALDJ4DOGpoh7DLfvcPP3IxdCkHhIaNNRh
U/anaarabILcwgWMrTccwbK7ihpfWeo8QifrxhmisgwZpFFQVMQHzBpDQTNBXNJH+83bX4B2u/u9
RACN+LVAn9oCxhFdDeTBfUBgRR4eEmfxjT6AAl5S5Dx9u4env4D3/W7RGbDFi7r27T++e5htP3K/
fo4v1uq4mWzPgIu6hoP8x3s8fiG0ONqPR9tdO7/ftJsXjVkIY7yyokRSmC4k9NUDiOU8YGjy8nM3
XtBZhgWqaADTAvSDvQHVSe9ToY724lpyTu+cVO6N+cXlQRYGyo2pfiTKGO9FL0BpKAUm1O2BHGhz
zO8bdOYwv7IP9PcRRIgqiHFR5aaqcJFcHJBBzqTAivbzJ54W8mQ6Tx974KWkaDEDUiD1c3vSrl+3
f9zRdr9Me03ePWVc/v4ZtxVvNJyqsIZocEOGFfBV15+RzoYhtFaX7YeJVBM8SBU0WD7AtBP0BDWv
Mndu4wYEByDhMkwHVo0+KDB5MC+AJNVC35lhvkcHgem0AZqSFbvF206H2R6/vn7y/cCFomb1EfkQ
sEUqtMYOAGPtnOq92G1pnjo9NIJ2BwTjAKhFIMMmub76fTOpwl0eKdKPCoDOgBYHshS4ElSlLoV0
Yd+ncxICyYL8t51UmBrCu4U+iDPKOuLh69+eSjU1wtII/XIrz+5uRNNzvtSeTdx2ifNG39h2CyUb
UF6DVQ7JfdRLGdsu1HGbG72ZIpFlLYo1mCNW1Temkyn4MNxm0F9K0briFilZB4yKRZclrjISS1BL
JntlZHIx5VqaUdeAiO7J2T98lgAmR4WKE0DdpFrPosAhowO8HTLZACoK1LnT9CLzT6uKjrk7goTA
CeOjD6d9tJf/hLvh0Loz+jFikiLbcRrtKudYAIl1vehHwLnDOC70EtVg5iI0Yh1PiZ6joRPNzwqq
ovlbLpMc45VfmEEJuUicrPcDeajGndl8AVSHRqtrFcqLLDL1qir8OHdeLbenEStSXf7zqzshN/HS
oQir8xbJvp4QCicPsYRBfa7bjppSiJQc+Cv+KVucetAzWMCNdIrGA69C7khAAuTtK2u4QUOCmI+u
D9BIeEoZw91YPcD4KhGEsKBdDo9tcqxjux441dabOImKQVSLQAmhpQI0luvdlDAVBqQPqfTrbZr+
dADSB7V0+tmANhhwAc+c6ORsoK5tC8IjwATocJ1NcB0x4lItC4ogMio/rYluYOq4INmnFpNTRFbF
QIKOxI0z87hybswmBj/xRKF+KwMbG5H09SLlOANpZg6p+aQj4QGAqAHLUxyOt8C+5NhLCUCtKh5x
CjHP4j/EvRFgNj2pfWt60TIv/gx45ah7EmBawNGNs6J0CdcL0YU8AFdDX/vmsgcR+N7oP/5b20/T
HCDNAwe4Ca5PRgAa48qhUaTan9tlUS4V5c/vv39Hq1GFAlk61A16wKJnNYaRKEWVdX5MZsD0xn5W
vHNOgREBdhAka1D2QbsduL7h9Vzv0ah0Y2zM9bwb5MUE7Kdo19d/ee8Ye2/OUpBVkCyKOiyDV/ta
SqZ29dgY87w7yY7yGjypTo5Mt+yYxE54rMCM+kIWwi+kynTkn3B72IcsBq1ZHmWTvktid0AY7/vy
9FqU7n91NFQKzl4DwDGwTfFkMvtmqOop75Bu3UkWQBxGY2eszYiTgGT0918y4IxSoBCIOrtxF65F
VfZaPraqvovQAWmJ9qj1JJw5Li/jv/yfENR00KaCVAjLd11KuhCFuabvdFjm2eO+eKyCSdAuEZRb
eAkkg9Y9ro9e0UI9zQADs1Oi9yh7FiJbiyP798NgHjkw4SEwBVsE3pxzWwLzyAGOM7UqDDP5cb3Q
pXWDHq94WCen5cktRM7jxqqXhAo33hjIQuaKBvnX62nqQtQSvA5+916laNwiwWZUCS/UvlkRI4XZ
tVjNc/SZQ4p4FO3+0D33CcjKrO9K4mwdq2Pscqh6XOiYNMqtms8QpBREdaKX7Pv3o2EblFDrUmnr
KWJp7BdOinmZrTEK0lJMJ+QMJrf8Y1ZkRP8Z4leVdCpJdcCEAIz+D0qEr/VSWGd/AYXZLuNFBE6v
7/G7PJZrmqv+/avOAK0XLyv9KoAuoeoNo6rqGgvgqgl5F4vygOLz2y4mix2KWeQvMueIu/NzjQmQ
MBONsZFYCd1VCvxy/AuJFh8fFLdOogll9/Dwun0q3sAv0Ls0dRwhuS6jo7BYlGCgQUaExBiSPYLB
QsBs1KNLHpbb7frnuEHjytfP7ys6Nxn9tiJGY2rLHA1g0s4oVhRIGWw2/UIGRkmCmWBrga7tTesl
e8sNtrpj/W227VLT7HjfHm1vQP8OyvyeQjimhY366C5jvluGVcHzDn+CUa6gNcU00AoRZMQFyuOo
5lhoxYpRwXl9RhVRJL76wNmGG3PDiKT6fqHPeaz282BBpKr80W2KOUlhaHL7CfWSivyNcXQAl3pT
lvnKt39MX1lFaELU3Y4Odi2kDGD4RAbG8uLP0HKUjvX90S2F8BfESOhnQv0QaN/X31bNABzq5hR3
DaNVL8FPvR8RbjuRvKxM8Ar/vhM3GwFhCjQb4T2tg4j0/7/YCH0IEzSgx4FvyE5qOUgR5tHG5HWy
310TugHwrCMziVIec8Q13IohMyBmRl32OHstCAxy4CehWJbZ4ePva2J7HegOwtLTxhyE3Aa6Wq8X
1SaZmmJeVvCD5/ogPanSwkT/7DfqFdO0WOsPWu9K6FTROHvJpiHh3VKiPSDCgUABhIPsZormMBhN
KRd77dGgiE2l09KM2/ij2CNu+aoAhcNC4kWsNF92daUhFelPRHAGxkYVdvJCEiJNB8RtuZfBMvqS
tLZkkLqyT6BV5OnmzXtDTSFg2ABDB6f8BnA/gweYBJlR7tOfclUeUvCgOhVwjp4iLkI7NUTMquCS
wz3D4wmAPTaGSouwb8MUq2pAXQMOp8ouUR3cxkT/Cp5OEynMVYJqAK8Z+M5mosKFsgrOEBD47GZi
wFLMkH4r9xoawJ8ydaUATTD1EqBrdIvf1fTmTUWfN3IZiAbh9yBOZO5EKBQgTZSMBryMifmcDduS
lzO+cUIwYwubCoh7GBJUhVlLMgbjHCVSu69+wmOj+ka0eO6BN/n7Om5MCJUCxwp7Rt9KNn4aima0
hFxt9+pScYyHbps8/y7gVuuuBTAJY/hyFjBAIEBG9VpH8U0HOw8oQznnwcbRuL5IRiAUQIsueHVB
jMiYjUnUBzWUu320Qi5t1X+K6/opXLbrFBAnwVu//H1Zt0aRkcc8QmIeCIDElro9qIRX4Vp+Ulel
q7jaqh04R3R3aWgcBXcE8lro7WCW1s1GNkSN2u3LhYJ6odOapAS6brHo0B+bOTEmHNDs8afxfl/i
mbf2+hajnVSHTbLwzIDUi5Gbd9UUpwK2VPHivw2G0L8+IlSDXPA0q5jagvnf9F4GI4nZmDc5JI1X
fhcfSKnpeI1By2oScNkn3zHPkN3fEAMBAeixz60u12ctzfP/I+26dmPHle0XCVAOr1JL6mR3tL3t
F8H2tpVz1tffRV/gXIvq08TGhTGDAQboEsliscKqVYaWS9iQCC21YBcwhwBQl09xcNoO+e14IzJc
jhu3BENS/k8g+f+/HtpQaoUsVCFw3CYboB6sXmI8P0sJyAIjl4YB1bpBQK9zCUKcKYGmTNMhabZI
M6TFg4DRmt7q/pEugnRMlCW9aAjRNA2JZ5VeSN6lbaFV/CED7aZloEOmxSxdcZVtm4fsjcU49xO9
zjUIxS4eeViQXiBR/4M2/LVvht6IGkaVcgfxhPw890dpzI3XWP4124LZ9YFz7i+PLkKTCW8yKOJh
+THQBs4XtYt10wRJXQvhsQc2uVsbdgLCHGElodSfgLaKg4vPWU4P3XwVP9NjK1hKZvWst2EZDwGB
haQE6ZFQELTzVKw6juGgZXmeHzuIjZ+qi/IRnzA8CM0aZDRt7qpWus8dfpeCenXco3fFTtzpyJ/F
8+g2jrJhJWcWrxWB/eIlwTDTn2QTea9/n0NdAr+aT0CegJAGB/HGvpO0ncc7SEJlUIUh8Y6JjpSx
KKcUVWPw5x9H2YkO4ZP4ql7Dh27r7bNvzFXcAioHFBwmg20Sfxsxy13kNfytaSgUoosABHkk6sPQ
G0o8MhQap6SRdFS3qpWBR/FYgdI2dEqGUVyoNBFESGMwZBz9icD1zLdSMnow50mZdJQQa6R2iRJl
5HxKW2+H+ZyX+/pMPnq2KKLDyN4hr4lJASh1zWXpZcT1nKEHp4PNWAbrl8X5L/OcgfGbKIKeAC2w
WCEhrW3IZqEOCFsGRlLgXOhCYBPoRhAZaX4qVn4NKK6omnll8THCaX4DyHRh5q0ZoOPRbBkbdksy
nivk6jAEnpTq5svq9KlIJi4tToMDcDuLGW6hY1gXpiH/dI7A1aCJ6YTEr/N4EIuT8CfeJYAs6eCG
i7CM+6dOO37wxH6SjsikQMXwz3wRQE71hSCl5UlVd1O1HQRXNtxIsyRW2/Byt3BdCM4VASuJeChB
gdy2hSK01an6I63kY3u9v46ljuHnCY8MCsNkVBNlBcvW14WxHfDzK9lk7NGtTyedWArSjiAJpHkh
Ak/V88Fv61OYmBOqJV0SmMHEOPCFEDzGCORFmST+UfulXFej1Os46LzihAH08d9qusKv+cctQj4e
zS1wLVCGgXGm7HKecUrXhGp5GsQVWmXLcnX/98kXzgwIfp+88ug+QiC2mJQleb0xJpNfnbiX9Cl+
M1AKTFcK00Fd2H6IQUMVkH4Eewz0BqWxE5+LXKZWJxGjdRJuhamLsjOi17YDujwHqK4yMTTPlS46
e0j9QstISQM0PmROMsi1fvz0X09b4dfQwjCoT4qwyt/Kp/xpfIoOHnCgGvAV4x8Rebluc39baWcN
h4UAkyRDEDSpaPmdr1cOE1H2kno4DZ8h6q3IP7UrgdU2dEMIMmoqrBnpL0VMMxeioMU+x9hL5TS0
btbuuhoTp3v9dH8lSxVH0emXEEoBkdBNw7iCEDV1xWEdBucuZjRZ3VgH0lMgXSBWjYSY1DqaUK8D
v1RPlbgftb2W7noQn0mMI1lqOoiccBICge6jtY8s9JcaZGPsg+k7x0JkR/HeJaQE+Xbdt9uoYTiZ
C/OMawoLDXOAdI0Bbve5JKMWJC1WU/UkmPEDslIId1i0N0udxgwQxF7wM0B/s5ihLIfZqBahp576
2HaT3r5/5ssDmf869fYrnsIJaoJf90lKzY2tZHKTp3+XgVoQnELEj0gPU6YzHAdfE8pSO1WBrXTW
CNSz8BC2DNVaai9+XUOsD6+fAE+pQx9VL4/rcYBqqW4AX+/CvB83DhtuJV4aFeA9QA7IXv5Sq6Ju
O7ltUuP04DeOx6+7ytK5VZKs/nm7gBYhwQLqTnCcqLueDEXnTY2unfrc9vldm1pGZyec+/+TQnlH
k8D3EXAz2kkAPfx0LkAe6VlFzrgfy8cArWpAcgIaQhAN9NNcp5WS9n1jnKrWEhOz2kCUV9sT8gdv
zBLtLWGAmBNCOrj9CADm55NUuWp0nWCcutAMNSso7cdoC+xUf/FZ9aRF7IzGLTJ39j+yyLf80oUx
1it/rHjjJICfdzt9CI1pnMMNBljYXGzrrEm+N5QbuTGE60hHI9FoUKdVyA3YjPjKO1XgFkAGHFUr
7XpfIW5oN8piuDmATgBDQQOHvCjw8y7nvFM/2EZte7A2tf/uswoIN1YCrwBB+Y8vhZOab5yX6YDZ
Fpp3aiaQCsVmwPlMkqnlUoBrA35CRfszVrQA1YPdGHWXzDtpmamg3rJSXMMdhn++pxqievhSMDuI
/34SU79UQMk01UeAwJ16kABUL17r6rWlsILZ5VsGKchkAmxIMBs0BLvlmkqo/Ng/++05TFxX65+i
fDVecpXh4C5qHpgPizYxoBsBaCJck5QBVdPAhwPV+OfnEH1DYHIw1X6VntpdqJlBjKQ9bpRVedbe
SkuG7BsHRgJombC6wQf5uW2/trIUEz3wus4/I4HnoYZZuw34CVt3GBlWb6l9WCOa0JBaw57iP+ba
N3GioHOq5J+T6lAUtt66Qf96/x7RLypQmzzykISsHGEvBkXPRXjGmHHxmPnnhtviEg28PeRurDAW
Qq7Jb2ce+COkO8lzhFofYlzqLapCD8PIQi8+56fszOL0oHcJP05KJxqiBUEnmPj5EkJxEjoDXO/n
6k/ZHoQHmfX1yz2CpYEBRQczvDNksecCGkFORexTftbdyGqfE3Q5MbwBGvyJks9PywKCNoLVQnJm
LqJuDUTnyticFaBMc3dAMVwiIxy3vF1sQEQkmn3rqrtL/gHmOWWz0hhYnkVuiHyASsDlJG2zBKN5
VRd5RSy159ESHPldR54vx+jF4hk46MeMWWWj7QSsBDDJZIIVBlaRf83XGwupLARjG14kNNl9a4du
9YE1f4dW/5qDfAizpczExiCPyByOHgtBuHgOf6Sjyg2YOy4XnLy5dFEasm4MIL37M6CYDpZYww5z
s/suzOKJubXk7GbKT9b6SxplqbgwycSOb8ILJhthVDeH9i2MG7WEdoWGJt2+f59poDQML5EGHx9F
PBX4H0qTJM9IW7/vwkttFpt4558Q5W3bCBgQflU99Gvu2qyUgpEMWFS+IZUQhKB7Ck8Lwj5qjbEU
iP6YBdEl/+4LK0D/Z7bSX7/EvwK61UzRMNV1zQLVLnX2Rygw9AiTcTUVyjwK2YQWAoyfvkySlX7n
jynaEnt32qhWEW/SztIZ2UHaY/tZpAZDBsg+AkLaPUzhA9cGD3mqNa2jAKAR1Ywzc3z5e/8Ml9aA
LOyXIGphpQdYqihAUPg8fhcXbad/pe+tb/Z2chBS0tIrbV/3IjpEBys7E2jv/Q+4vbO/PoCKrWte
HqKxSXCc6II9j4MJyjyHdzDl6tq42mbFEEe0g7ohs/VS9zHrUT3qBogDZbNsvYlfR/mAiiR6c929
cVxFXyyC6tsnCZALgJB4WGnvsZYrvUJvZXTh052IrPuQbsBl/OQfeVZG9L9s5X9E0XndXDYCvegh
yjCeRM2O9x0ajCXksvSXaBt8MXaSHMxiJ+EroDcTLBiYlj63bH0iJ3EmDtFFfsrfkkt8Kh9Sd7D7
q/wSnOILx8r03DKlwAIinYCkMl5I+m30QxUjEXgsr87sCQVW7l2zCgxFGx66BxZbxn8RpoIbANkr
WG9KLX0prtNe77CXyR7+kP8gnDVLGU0V2C15FV5GVmn+xjMFrwLeOfpOUJjjqe2cvEHuelGNLqNr
BKsUHb6nS8JC7ZMfoc9MAn5HRboELLMKFQhOfQw4Zz+GFy9+boPv9PrIqeaWb0x//MuBTOrjxFCS
hT8D80K4B2VE7TA0IhUNRgKnFZxghBfU4z+5Sz6s0Ht0TJGKXper+K+EYcudtZ6ODLE33sHfYunU
YzwUEz+VENtaCWgoDv6bdOad6Y1/4VhteLfeIzQ9/WS+oSgIE+f3wBjTJCxFKYas0v6YQBb+hRFK
5qdvgdbPilkGjLgr1BEihYdwB140MSeUf9urfVGPXJhegKgQzGzVcZb5Jb1PT+0lDUzGPt4SRvCq
P/BeZNqoWxC1qYbwGsKqTXdJ3bY0u+dka6WHaFsyXjxieOl14aFDlh/ZaWT7KVFqkak94IrpJXPC
U87iIab7hYmvQt7R//w8Zfc1PxzHzCvTSzhaWr6KKjeKr1Fijrvsq/zIMcTsa4pwXvzLuM6e9Mce
3PY+YztvPbZwk9As89NbtqC4GkqvrHR9SC8gtj/LNuiRpo/SDYHA1E6d/WS4jcV/GHD583W9axkb
vKi3ky0gMEgEsMjPAOE1V1SllkDGzE/ppUC5v0eDWRibiQNMk+WNaLdsV/GR20r266Y5KPvh6mbn
7hGM92vlG2G1KZ/Dj/vaRXPv/JzJ7w+irFGAmlWt5/ggxRS39XvhfJABA9FfjCsGNAmD7BUMgewt
76tcn/Id8CtmtePOnzXGovqu8aSjcBJumrX/kJivkt24aKcqJnTQt9eIOYTwx5ml9fP3x1LXvMnL
xhc7fGwCNz4x01OoWsmlsbiV+GILZ8Vu194j/9JuGmt9f5+WHgSZ+ovuCiQd4UMY1LkVUpx1ZVU0
F/0JgrvNJ0K06jllToG74T+guwo8FCppHEOumBLU+5WclAIEAdj9NKGrOt4jeWNOWzQqrAaGjV6+
d3Nh1OGHTZYDbJ81l9Eawaz2brw1I5jJnu/v3dLdm0uhTi01KizTg5TBCa7BMwsOuzRaoMSBmqL4
QBpfqQjoXz91/lt0nMqnIvhi5PGinqQPkCO93P/5Gx7N/PeJb/ArlaSKge9xIX5fDKz4Ld4Fl41R
mzE4A55SsDGxyua35KH4hzQDilkqydrP5ZVVGfmanwsX4ZJgaGKEgRaTZkbP5bU/yB9Md3R50ugO
Q8IH+XREh4jR5uK0fEDMlLXCRdUt8WkjQxIBQ+9FzE5L4B9a/JmxoWTD5hZhJpF2gEUuGKO+aoQL
f6rfs1Xpnr2/1fozeixjy2MJW77EpJBKKkXIDyEdSJb/6/REP4gawodxSZ+jv2VtDlflsf+THvk9
ciaspPoNS0CkoVkcjY8GFJuS5pexzGkhJ1yK16ExkcLvzMnadm52Aql+b3av97fyxw2cbSXJIQDR
gXCX8MfS2Uc0dkp1XHr1tdhoH+lXaHdoMkntCfPVmh1/rGwJwut15TROv273lZ1e+l2zmg7847iO
7Ptfs/QVqK+hXBEul2NOD436KmLeYGnXaDf1wXoTAaBB+Jo/v0YwbXz7K4adXwA2NSBykV5ElzD6
hJbcQ1w0APtYivplxa2dzUcIPj5svmWpO4YkmncIVfm5JOqyJKLSKEIFSaNb7KtNthrMrwxA9wnE
q7LVoOHHEdDi04AfOlh3dujqKxUk4YIdroJtCkie70xHVqRM0wIuvorSulyRWpIK0eFJjxgRGv3V
t9kmwzQTwuQs7QSQ3yYASnyZYNQAbXmPPx6TcThXdDQXox/MxI3RcJQwcvCL95faLMrjnhKJRy4G
m9VbAE8AMEGou0gfE0PtFi8iJYd6foU6N/I8+pGTPxNuIOLeg+Hk8+WdEG/Vew8gqr/3hS7dGiIU
kBeEFD+N1ZQmGDzXp0qm6JfJIWNZpbWyntahJWyjxxGtqRUY8Q4gwlttsa/ufdk39hUWG/PekIiG
P0rPfuilTg2qqODgkpt5aQ286SN/V5hIO6E3nmfV18SFvcaACQy1QK0VXhShApibUD2O8yKK/eja
gLquffiQt6P1jbFZhxRtWD4q/Ohd41eNi5wCmtZYaIUFFB5IYnSwEA4AwHxR+SWf98uC63LDN4OU
RFf1CRM9wEJerGvHahnPvEguycyUUmIo49ULZVRFyFReU9NzFfCHjeBPCywEpuKmgt8sm8FjC0a4
EGyHkknoinxQfN4/WXER9lMfQW11AtSGVof4iOKPv+bAZ4FJ2ggwcgt5GzRXDuDlQScapqGbhaub
UO/EUg4YdG/d/44fH4PeDDARIEOFqToE0z3f87Jtw7z36uhav8c2UiqOAaY7Dxz7IrjwNCe18VVO
AXLHAQMVP84NyGoxJNgK3XyvWBXmYGK04qtqthtw37m8i/fA+kZUjyGwiOwx520gc8GZOOSf5q3F
Z+voVCNlTVxM6rODKOqqWJSja+dIIK/foMWSEBedJjQyiqA+GC0eQ8GLTelijMPp3Dq9A/Dohnck
0LuY7ymA6sNgXsIVd2QSby2PFrguHmA5NJ4BRU6nOwZxyNWKj+Pr4BgH6bW00+/iGK1EdIZqbrOu
bLCGgJyUES0sarCo8f8SC6jk/CR7YOf9fITYZt+68ik/YeSlY9jTtkWyuNhqK5ztQfy4rz+L3g5I
hS/Jw78nFTmVrt7wIRIjhc8n12lfn/4QklzY49COnAnB6Nk97vcv7tfx68v70x/iA1eYHcuNJkZ/
rgrE5UM/AkpmID+g08dpakQo25bZ1XvLHO5dsGPmbV36O1gl0FrI88DzwDZTQdJYCKXXVUN2Hbfy
c/sG1qq3gEwgXnPn8W9j9xfvBSr1EGMQSrFijgUnBmmxQlAHEHytiFZkKu6peqlJy0DKrgUmfsr2
tPPdFwFFuQzmAI47y/UhinJPHGWGhTHukhjdhHA103V6GgQrtfiN8Vjt1A3aENbSqnxSHmunsZGO
ccNL9mRcPRuEbi8aJi4+cq/JE8tc3nD8cAC/toCy2bwRRlxhkG9aoQgL5tLSDRwF08bEVe54oMy+
r9Y3dAovEGmag0KRluT5XRqU1BhkNY+uBwCa7bNo1oyZXIt2Z9ybXxIWt1UZ8lQUR0iQ3/zS6p/j
Lwzl3CUf/cp/MKX1GNnyJkR75ROgFKzB1jcMFNYFuAbSXCQYpCyFnGVSKyH4vKap2ePpW1cnJiJ5
cWUwpwC4PUhBNo80OVAPXNZ6WuOnfn7N9v039wlhz+Wz+J5ugwsKyytlG3vm9A1uo2N/5RkqvIjO
/lc4sHYEyyUiOTQ/v67qq1wfIwi/gqP+JbCCi7pPbO6YuWFgsi4o7ZYSaaBmxaw/JOyArKAeo6gz
prKV+RzKqatO+RSn1jAhb9oz8pMLB4kWRC2r7Js0Lcopv0qAulj+Ln9KdsK2eNTXLCPAFEVuyC9f
TJ34QheBx75yO++h2CQHzIbZB2ekDf+14vKzKJTHwCsD8w3gyFwSOEWk2BOE/NpvZTtAmvmjeDGe
IjJw6KhETLaMRdYF8pAgQIIZjjVK0jK1iRWCrIIY1Kt0QLKwP9cn/RBfg530HR5YN+2GZsxkUbvY
TFzrB1xSXuNduG1MD7O12xcWqz9trOgFUcYqUPUBhAoQEmySo7TmD8BHMy7UzXUgpYI+DPitICWb
n1HodbEYF2V5nT77d+kx+JAqU3zx3u9b3UX2HytBCQJpDtB/kHwuZZhEcLuhCTgvr8kflJt3Z9dx
hp2Jd+7RM1+s05qMR74v8sbe/YAH0NYFHl00H8wXlqILq/X5urymZx/8/ocGCGYW5mQRtSPjBugH
ab4CnxEIBikhnCLkapCr9ZXwFn+AYGP48L+y2lIx+0HG6nhwfxTuWusxdKBanURzG5itqaxIbEIm
F18Ia/z9dS9CvZ9v0gEHJT3hy9yjNo1ToOtcgyBIB4Ffel6hGzVzhB0mDLjIZCVrdYdsAVjyjQ3D
jInE9P92MGjZlD/Tlh3aWAzIBiPtC8hTIox2qjbqtjvUDtxzJ9+85066euZXupPYLI7fRfxHi6cM
TtIVktD6fnudHHBCuOjyh9fKu8XGS0wEPI4CxJdm9QBYFGdxPzxmW1a+5IZ1hTuDXCXpMEWRkp44
p/SRGoRt1179wgqLfe3bKrfj1vVL9mDsWTp+w+IRzjQdpS200gHiRS24HmMt4ZK0xfukmA/RRXlY
Y0b8+vu+Sv1QcdPH+lsM5aOhu1zLuAhiRjfai1vlonwKO8fBHHX1WK29vau8mS54aTvzvDHs6N3m
NqcTBjW9nVpkpi4Fpn58/2uYTc769zdRV69K6yZr6qS9ivGu7h6kwlpDig/CSIPMf+jBZfM9YoZG
hAH2lWuJ59UpYdFl/kQH1MaAKgPRNboY4VHSkVlt1F0wqW19/fN2+ECuiDObTWlmRxDKh2aNeJ/E
/IiWOAwX8cHCQ/7Q7fRD8cohl/b4uLW3vLl9T9ZPko0JZbAYGM0WINc4IgT437+eTKfbnO6f6a2r
Shqg4dMAXcsvHKlSKvlKJIle4/BsmMVRxtzMCwY/PqmrHilFycYgDZPb8CsBPh23qXeZW64Dhotw
413AeA/EXYBlA86GZNjcSqtFJBqAGLdXNGE7FcadI7v/M04BUwrQMYX51BU0yF9hhtmKNQljEVdD
hWbCqedVlP1saoOgvcoP8ra7FJiIZftbcHajNdgW/yDdP7ilM2osC02HYbRcKubsQXno65zXXGu7
QhIlIKQXyDzGewW5dinFu+GZuZNhPoNx1UyRAYJdgDYo8fRbbKSe3+USxHO7Ys89ao/GeXjRHrWH
wW0/jGPwwKIx+y+nTIaOwXEHwJo65QrFY9UfovbqDWb6HJ+LS+BMa8PKP8FrrwYmMDHcq3S91Dbv
A7LlPbLgmksvBydN+vBgkAmND2UsDKlotUjjm+uwB8XAWolNNM4+qaydvXmwv8RQDqgwVRkgRgIG
I31Ln9yf+AuF+r18KQ9Zzsju3YiD5iuitnQas2IKJYiawFn1NmEPHxLQlCFdveP3w4PRm83rfYtB
T+Mjo09Qm8G/VNJABzzJ/K5q/CSkZQq9AVNP9ept1Nd0qyjbfoUxwuBLwFS89MXPTJXF2bNIEVCC
6T5HueY5MnGxucp4yqu96hp/jF35IIwm95064ZGJMyLP5sysI2WKlgewBBD6ELh285XK4xiVqdI3
p7JfBQISI3mGKTOJZwNUWF60v8i2jYz3bPmUg88fAFt4DeDJM5Ysz56ghpE/DehSNQVt3bVWMDpI
1GJqibrCZLHuuWOoKzmv+SrJVCW0CRACITRhU6uEy67LYx3wJ+Eiggmnd8XemkDz8S20DNW5JQn+
MfJ4KKgimUe5hXKaTAYwD+NJf0isChRhz+dcsQA8ZfIyLi46wWSitwxuOQFz0FO8E1/XvcQQRvAl
AkmEiFMPTHGXM/zcG4cl4jrgpqP5Bg6ATF2FqGp5oWkK6TRambRKVDe18sTS3GobV3bprZI/jLu3
cKyhE0jGgrQANWnC0DnXyEIZcxSTUoxmNvWHCpVJ/Am7wFF7JPAGDJOyShluAkPqwp5RUin30iuV
hJO4PD6rbxia9uUd5U28b/fey/TPCkKWh9kHgEvIwLhSyyMdEw3SsBh7mKA4gfHaYm9WIKTfZy6Q
aYxVEWM/1/u5MGpVXaBk0RRBWKEf0vf+Eb1mdblKDMzmVbYNILWZO5orpq9OnOS5WAwkQsoK3ahw
1FGKmx9hwpVa6WWRf959jOfoj6JuJ1cZ7HwTfsqYaFpA6P2FLiJggtYHHyoahIHdX3Buat3YdwIf
ZWft4temM2AcbM3qZ7khA7cA/fzAnRAMEPWwtlUSh7psZGfwxnL+XtX36avwLlmBZvKYLIxmhMpV
HvpN7Yh75hSIpV8BinrcQdBUQ7qEZc63dGwlPlSBoj+XdrHPH5ONfFJP6LsD25a+mU7GW3Dur4rr
OTKKucaGNTRzUeojFPm/5VMWtCr8bMAJyGfRyjaFE29Tt9lla3BsIruBXnnX36hOtPYPykY8ScfY
yR1xjZGDLqu+u3QHyEwbA+Tn4NGA2aPbg0u1KIYyLJUz4ITfRY7iefrg79O9f4QreWBVr5f2D230
iOQxEA2mCAhxSpf5UVfrVuTU8x+kD99kULOCP/5QPOiTOUXMtq2l54GBlsClIFohpg+C5+dcd2Vd
tXlinLs1CMVeskv5IL56Tr/X1/Ehcms72GdfzMHhi7cE1ggxPCIkEFqS1sC5VK/gI22UBu/cKmYI
vkcMQPDdR/Xp/i1dWCNKCmWNhMQr0h6coOfUdF7+2YBTP05s0q9cr97mHM+P+PH2cUSK6nDtjwA1
FiaAYe79ZSydNCIKdKZoesULDC66uagyicSB6yXvDK7iyuQ+DSe7eK/8RlLMKLS8F+PIRLqT6zWz
qOi2R/cVWukI9zMmSMxFeiPvy60i+Bdu7e/CboXh8oY9AKNzadf8R/WgP+YvyLWxPLXFqwix0Aew
SaDxg5AvzcUqfalMgRwEl1R2Es6sLbCFSSiYA2xvl07N8DVuaCFos0AphcuNcVJ0ihGgaaPsszC4
ZCj+aijrSChZeZhf+vavB0h6IsAiiXGbsKS43PNlVbmnln4dJBcfxEWu+lUhgfMSvHCwKHsQMX8p
fwdGqWyxNEoitZGD6PkYsuAnF+EzQ/n4BQO56n0G0kAW/czilaIEUYoi90Pp8z6WFpLZOsoZTrUo
re/v3+IeUzIoGzWKHYb6xFhMdzRspA7u//ryelE/Tz20IIAH15eEnw+u+SOA4ivtMVbX7R/glBRk
nSIAFVnGg3zx7HpRIqnXrfMkz68niOztj/4pEdFQqZxsvcGI3r8nT2IYkEWMQEkjZ/jLVBl8N2kV
WSBoAHXkio9R6wDsPT0YR5k1iu6WLNB/4elGSzPpo5zLEsTWKIVaxFlh1ijgjSCF/hwxynXNYfwQ
s/2CXJz5PuJthnMEw4jHEr1Ac2lpOsll2Q/y5U/8jsWF58BJXrJn9bN7j1/uq8ky+Y9mI8AICAsF
wLLg1pjLkoqprflYkS+73sI4X3+NXs0JHZQB+LYH67W+vr8jK4qyA6tDbXmX54KpiAjsPVncBJIM
oH6sAk0ZvfubgHHFll7ObHWocs9Xx8sZZlZNIoQ8FJdi8+FtYtfYchuQn9msnrQfw7o4tv9sJaCC
c2FoRwhCIcBWdtWaz63uoJ0lH2nuZhvuVcxj7x5Vb/XvnX7wln+dILCVc7FJPhkTH2Ej42fpKgKR
GtrCSXvgHgD3tO9ry+L9pERRZtEoykSIoLSXVXnadM8cKzhg/T5lEjVhaOPGE+SLeMKco0hcBccx
XbWT5WNcYI1RUujj2Kqf02jLIcte3rh0uN7gfkU1hszPovSxkLh+8LNAuVR7ztR23r6xvQP0xK13
LPqIpTdMUov/J4tGXUTo3CpVxZMvvDvso5X5iaFxlZ3vWW0jC2gJdGMmiFLJOggnmQs1+aJdqqsj
gW58x7/Kx2wHQBh4QyWregJ4EwDdY83q37rxAM1lU3rZlYM0yqkhX8DX5O+849GcXO5NcSewn/uB
yRR4w6DM1kopZxkYfgzeMRkNUhOGCIOq1SUjg+/fgGUunNpRSkXTAnPHyoGTgW+ONtmxfECt2FtV
2FDJ6p6CbfvC4kxe+iLzfaReAwDtKvTiQTF1Nzf3g82400sbqSAWB9YCFDeCAqJ86pxCI0mJq6xd
ij/8t+ag90SzuRqz0RP4PkDQBSzXZLEg5F5/qAkJIQ3AkdRBNZIUVNIoBkDQ8Sif+BvB/nd4DJGB
mALxpgGKIJo+JeWG0Ag7GW1MG3k77Afg1eo9WGRtFhxiWROiJFHb50nlqMWyElwrh1tza8w+3pYP
1RpMN7a3Fk7hBujwbcXMSZGfnT02lFhqE2M+Ctt+gth+GxzDtWxlR+H0inaaje5wG4bSLwIYShil
9FnQThwH4MI1frz6sSlfJpAxRg/lmoVfuaGM83OjlL0Ued/D7I/gyq11V3P8rfdXsZWtAExhwOR2
vqmIv5SE8lf7VJeCJMOywseD8JIBacBaz8Jv/Nk4Qh6vAawJfuz525xJRqLEvBRcQe9tq1t/Pawl
1zsgZGGc0ML4QRABhBLoK9xGWt+R48nVWK3Ca24D9wzEfLJSdt1OXcWbySKMsoQevwdm5pkheKka
ZCYhsPpokQeZEO0Ztzlmd3mFGP2ov39WkMNKvjVX3rHwU0ughDKXRJ2WPIDAKukgqVl1AHmjJcB+
kex6l7MMItHm+dWaCyJq8yuwCPo89CayJDDj+49v3fHT0VfKw+gEZ/8VaUGW18PaQnK2v+QVYzRx
RQN5IywV4RhtnXaFpITw79cYC0OtA/S8pA2TJjQIk1QuMaMqAg6zJR2rwqN+EOwAFSrWPJ0lsIYc
1i9RlOLnISAgyGpH19Ku9olTWsnqrcNQ4nQd2sO6L8zxKB70Q7lRLB6Dhcfz8Pm3RBnbuq+erO9Q
qQAgSgHtLRt8Rw+WfQE3o9nrJ6Q7eWu0MwfVezfc9E77J94kz9Gj4ZLpsrGjbZhKtXBt5xuiUp5Y
oJc6XAd8CGbArFCiqy3u3Lx8vkZm9VBhbpVnezYLjLpMg0IooOqwPxh7DMJJ6srEqZh3Sg/N6hy1
MqV9YE07zG7XV/yh3DfvWys6FQ/li8CiHVoa1rlc6galIFYC+A1y/XcZiDJRQDad1VG6NK1zGdSt
GYogJDA7cms4oGY+1JV3SZ1/pv9HJhejvkAsBPpxQJdpDvrCE4qqHdFdwrvy1nP5LQbEoVpQOyFK
FK3rubVbrYXtBKic6uRAoPdrFg/tMlzAN6AlmHhogOfhe+YGop90PVf7Ir223/UjAHrW3t+Un8JT
9CAc79+XpXtLKJR+yKJATk3aaeaiUElE0+mUZtcKtAfTSsCDpW9UTGHNTGOLrPCaCYEgH09ZW9C5
y2BCRWYWpF/Ui5+BcQx0ell2rc0SoatvG9bRficYyCPrCblh2CEKjDGI8sgAa8qNUbSuLBovz66x
dWSFxstDAo07qMmBiiXoURQg5zsX93ExTOIQA9m5AvngiMEhK/uCLn3gY+4f0kLziSSkzsFwAMcC
nQlzSaWnd0k5TfE1Nlfa6HQWMq4V4Zy4L2apC5ADehEU+gknHJi15nJ4ucr61BASNC8BpPYorWo0
WmA8rh09vsvrBCQYLC9moQuUREr71K7tps4XEzQdFvuHUNqmvQU2VKucHMId4Z2ZZbDF20tGIeEp
RPEfbW9gqp2vUSh0bxTCNAWySjPl7QPQRZvGHq+r+3u5MIiUGGphiRaMadMmuMFW+vR6+Wblq5fO
ESWAsri1UQSJX0CA52q7xtw/SnZkWv9eyaDEUEaX17qpKGqyDvRJRlA93XwMkB1kPNvL3AElh3If
lHDyaiPFsTTO4GBJjuOb8kY3fUvbRsD33T+dW3cXA7EAbiT9tajQUjeqq3i9CiUiDlQvzUb8qlfg
7sHwZBaD3MJNJ+v6JYhSt2CYorEvwvT6pzTRuwWsaeowVG0ZQhEZIPhFgQvBALR6rtKAuCAgHXPI
cA7Yts0+3l9OTF/yxlWdSRHnUiK9LIEggBRwCgqmI6wBW0We8wktst+n+8dza9OQyEKFCaYbiBZK
GQZBRy9A6GdXLjD/5ANQM5Fvrtf3hdwwqoS7D1MNSPMJqBzm68krQyplqcXbYHpv0iED7xzfuFbN
aI+/eVF/yyH7+svZB9Cb47gMcv5Mnmk8mP61SczthUn1fGvTfsuhVDpPpEEyQsjxTiJ4gtQDgkCb
oWrEas2ebmjabxmUNstlgGkfapNddx6ZHpr8HVjNdzdv5m8RlF3jai3vjLbGdiUb0eUtzubeJOvC
KJneeupmKyG7+etU+KmRlFDASiL0HjjVXjEzfaNVZzkDuvqJFa3feg1+L4pSaEEAu/hYY1GpGb/H
oWmxsO5k4+8cDI1/TORMUCuQhF2bjbyKtoxjv2mdf30/3YRaZDLB2ePn1a1XmIqtmo+Vtf47okW+
fLl/LVkKQNfOtUr1uypAS+9otZZmplvOKlfpXkCHANP5veUM/F4XdTeNge+6vKvIucARcMTIjJ3Q
4VYMbWNcTdoNjXp14KoJyoYJe5eOgACtcOWzDomlA9TlzJNh7McYG1d+R468+TJ2/0Pade1GjizZ
H1oC9OY1acqXXKla0gshtSR67/n1e6jdHbFSnMq93S89AwioYGSGyzAnNgawIuzoYViLO3HnWefr
V8Vii4pxupBTvHwAQSu4/0j22zWLJYba0IhbmRvzrsSDwJOM9nf5NyAZNtdZYFGgzECXF1wz8lBM
/bAbnZ6g9YWl+ww/QzszX/ZGTFTj8jv0LRar0saAl08YHnMxBviWZDR5XdqzoYk5UavaSZIHs90X
ZHjvnO1ax1jI+/UjYxgDjL5ekiq9UU5KCUqDsYTQuNvbj8Bq7Yj8q/IxkMJqbmH4TyyEuCTXSJUn
8Nxk2hxL0VGozoHgEG9zk3WESwHO/AgpY+CJnuB6+ZcxUADpopulM1rKutzJ2JdpmrHJOMfpnP7d
ZqN555Ixr9LlrJQm9YnIC3YFA0No/xjdsJTous/+sdSmdouwqwecH7ZbyJsKWB1rBiPXrSh6qi8Z
4Tu+F4MSsof3Yv2g3/o70zZ11kwMUxAmXZ657DSv6o4TwAj/SbCbezTNaY86y4petwjYOHZJpU0l
AYtzEEZ1JtI/uoly9I1vBlg72L6mgEPRPps9t0pt1oNume5UmUNKAVuwqEOMvLL3OM6H9cbEz6Ga
Bl7O1+9p2RB9U6DOL1GCjuezOD0JD9k9lp1vJSSwwtV1Iiw2qOMTCqUreRdEINPGfeespdu/I0CF
UrzaB0hegEAykhhzUPrv8PE6hX8RtH8Oik4hY9Xw2A0DSBw6AHuZ49GWUnuL/UOMV+h0Fj8NwDcd
ypC6fou4Ko1S5Aj4MwDobx5jm6GbjDunpz8ha7pc1JCqDoBZmPz51dvb/MAg8i8h2zcjlOUM81YZ
Si2EicFIbYJiPEeiVWWFx3jNUs/J2l87M8poxl2ZSEmNp2G43wEB1dElABI9j4fUXLOSU8uG85sr
Kp4SirrtQiVAnnL7hKXjDwxWflYqvh5T379PaXxqVIFQNrgbodpqRBAtQSHCkTtWFk8SpySACvKt
+/voIzC1noiIrhgGYVnQAXiNaQqUC3ga8lZUWiX3myk9CgSqfiMQbY0CCeYqTJavmyTgx7XNKFFm
Ac2kTZwryDKLHwWQn5HS8YEPtesPmMllBNvLT7sZLcpCaEkaJ0ELrgb0YHlmt3817Xi9/TxLiFJE
huwvBt3fxOiueuTGujHlQMzf+A9m4Vw3RYvWdPbrlIXQCyNzYSDS03ma37tPfj9c//1F84BU6DQV
gO1X9Ia1Ap0MClCG4bl7y0rWWHqYEERW14lMd/vj7mdEqPvIc6DzCj3iHH0FR7p6RAPS31GQqOC3
5NAP53sIsf0nQDRCtOoVv2aEh4sX/c0FvY8W46H/G/Xer+4YErt4y7OfpiJccQhQe65wQOIZsFJb
rCNfM+6ZRUHCFc1Cp7zOjQi9szBlqAfW9oN7/5csUGbZRWVO5wwQiG9bDIPbzCf0sq2aHRJljTE4
1Q2+BlFt7OT+LTNvgW65L00GHwxZ/YKemx1UbJQSKIHKcPf0Zrwiwnz/K2WgTa4P5AuhEUHAP2Gc
e4UF3uXqOoVFtzU7KMrUDkOdZAoqOad44z0CXYSZbl58t8wIUPqsZzlXxNM7SV6dS0vaYX4SNiMA
ksdfMUKbVk3uxjAqoBbF0SPRCZux//P4Cz3QgH2XJUyyanS5KylcPChqKUPYgpd5Zg4OST2WRC0F
RxdUKDefo2PdwD8ZCk6S8yaQTbTpUaoZWOH9go5f0Jn+PhNdISvSnp+4wft/Mx3YwJLdBcnC9DFW
DAOjB08UuvMnkqXUB1Bbhpe4A/QkgPwVjCv/2VGNPsE5CeqwRqww0QUOJNwX7Gg63+RO9ZhjX5Jw
NqN3nzC0fcH9XVCjjszIM2GsczU7PbkHhy9MGYMzLaKf8uO6JLPoUCoJJOGujquJDvpisMLnaLpH
1sOLRYPSSvgQTlFbnNxgqitsSYRHR78PhtFP13lZ8IPzM6MzzVGtdVo00bHKlmQtM5mwYF0AwIAH
MLof0CDAU2dl1J0gcCPOKjh3gPrQN8EGO5ZCZJZY6r+UyLogRR2Zy3VqmIkgpaAlW8OjxfGBdggJ
8O2B8L9YCZ/FG/rm7MvDzRS0CqUmCifOFGI4nNmax8j5ZLiXZWszI0JFjAAs6ZumB5GIhJvdYI9H
5EkeGbEQkwoVsQxKbWg+DyqFLa8O0a4wvUfh83H4xSDEOjIqbsGemgjdCl9H1rwKa/XBTl8+r8uz
uJC9wjzshGKK/hdAw1GhS9YJXdlp8vREdg/RMd8M2+Tork6uFRyCAzoS9s/9edhnFtoR7Ou0F6IN
rM0G5hmmvtHvQ+tSm6aY2i8FvAAFK9+NCnkMLOvvSFDy0Gp43klGN+WFRdNR968PrIappcjsggtK
GCROVAex5tNTVpKnAtjBkkdSBfngO9YE0ZLGXpCi5KGp5UxXS3BT2eEmj80nzHCXZhGbU+1B27BQ
aRZs3QU5SjQMXxRaLwG5Hf/RBUR4vn43S2p08fsT/ZlFAOhGXI8Y3TyNN6h0a6UJfJaUrM/ZWry/
TmohOLigRPnVAtV7yRNAaViJ5qFa6b/Xf0eAcqVypJShpI5TIYU334D5xWBgwRJcMEC5hR7w72ka
QlWQHt3IdhmT1/UnIxxgqeP0DbPrKLpA7JoIghygV9YZGnuQ1qycy/WLACrCJY0ycks100Cj+Txk
K9nKz+5/itkyjQD9Y1Sw9PmSQiRhB7jL4ybcR6CbnDqDmJllMvwMiw1K591CbQW9ABu7Fsnqx+4/
HfuleKD0PBaqHuBjqChk5BCQ0Lo37Ii1vYvFAqXcjZynXl8NyH3wKMzFVmG1jLa9hXj54iYo9XY5
7OwS4sl8BFvDBL4Fc+/mdJdUauWCAqXWfRRUouuCArfjt4epcoBp1d55BBoao2f9um5gu+ilVPHI
U4+VhhspCqIT00M1vlgz7fuCL77gh9LyPMMy66jGnTzhfSGavK2ZxV47bxlhxXW7DgjzS2awhiCT
UhnMnDY1YQXijJOiwzxopmyEMX6cby0AoWNdy6EumAlVxkl9uZaZrcqSRK46H/awMyXnZeqHVklw
G7KefNfNLtAqL0/KlTVfcTMImEIch38w3zObYXQXKWD3AADsgfom/4j3VR1zTa0EJdHQUZSNRLkj
3TsjCpKm7/yhKDMq1I1XqTQGniFCUdYasap4XeAF7tQAQQEcTQYwvdpsVzz6WzMEFtFRXa1rjNA0
vz7tV/5my8olLpqe76+hRQR4MIHE8eA5ItlLYT1jUIdxqotCOKNAOYFMzDKvcEGhrolhcre7Dup6
3eMvWrcZCUo0orbMUzEFiTOuTQWVzCXXKbCYoLxAiAIJJ9eQ8bi0nIDoex/75U2GaDDk76uaMFOk
uPELsetARCF+Syq7tYwbJ9Ss7HSdGRYdyhnIjV4FRY3jGsyXcnQMsxxNW3m8ToR1YpQ/KHs9qFTc
ymlX7h3051nluTSvk2DJLuUIgrbro6wDCe3GaXfhmmXZWGI1sTi7j0rVMqOocB91hrUjNXB1Hq4z
wCJAmQIjHVHbhf0/jQ9PCpaDMHuLF03zt2J8PThnHMhh70eJjwclkK02BnmKjj1BaS/ees51ThhX
8YV9NSPU9FJeQ0PSU/o7IzfQ9OCdoeM/gfynQGzGC6XkFdc0aiPgtgu7BvwqbyqorQBrFsXWAJMi
bWlqd3ZJHt5ZDeEMSRYp3VdkvwHyEm4pIYJVheTXtiPK+/XzY6gkjRk1jEU+5AVohJvO1s+/hRXQ
rz/+zr58VYFnl9TrjZED8nNy1EqGQWsg1j6Xx78kQum95BZDjHFJ6H1xhgE7Jhug4pqsFpWlyuqF
NFC6D0Gph3YSOKs3Vk2DFNamPhVPkSO/7eQ1i9zXHV9x2nR1MqzctmsrCN9TuxdUO9gfToOd30Y9
Zob6rXQ2zb63wKcQ2Z9cZv5hZmMm/ZSpCBsvVsQQH4D2UG/tbeUHnTxolv4nL7ZvMnT5Um77LvUn
Z/3Er3bDV6PG4FnZ23VpX87TzMhQMcHoa2leuLi9Hq4BvWDvr66Zrhg6tZTBn8vIVyQ2k3cs9koH
zceZoZ+ysxXfcnULqTQUV3zxgG2asB6smU8mZ5SxCNxAy4ZJx6w6JVlIXpFHC5w1oAX/8gjlS+fk
d2ExyAGOEK/S5DFY/XpNTe2WlVFj2D66LhXznKslgvLV9gog8E1rs0YpmSdGGQyMmfWJ0oPEIVk7
TvieYtcaC5F0kQ3g1E7dJdiN8gVVMpMErIgsemxiQaQA3KTnDKAP6jr4E8M3o0FpaB4FKifEoFGK
VgT4ImErPw07VhJ10VF8U/nh0QvsrWhEdYrdwmfpDr3oU8OrxuBlOR04I0MpqKp3yaghfjtZg+nf
Glg2if2W2/rIcOo/1nZhgBAAI/9czBdC1OxiAFqoe3UGOlG+wsaHF6yfBVoAMW2Ammy2x+q0Czec
o28rgq1q0FjMLLEblied/GHcZx9B6WwG8BY1DyZmxWzn3TUGOqzgQ375hFslFsuXLAv8jByluaPv
5j03QFB2B7FEd6/QTo0i4oqRWWDSocL8IMm6JKu06WmX4PieWsvbjp+f1+0QQ7No8OkyaePA40EE
o1jFeSd2BC8jDGRcpzLZgGs3RHn7oDd8F2haaEuZ9p93QAz9o1h/dikTnzNBHNLEH4p2EkQVaw/5
gJW9YHFAWYdArDHi0+H3e8xDHFNmaX+Kfq+cEO24Rb0ehkjBCX2VKp03zw425mvIXo7JIkRZBr8T
kRXjwMhU2xfNm3Hai5Pel8weeIZk0d677VU3cz1wlBAgcZkN8e/ODQZluRv/FsDq/KpFZRSjK9rp
uqwxLCyN08npXTqVYqdXuPHA3bQnHSsmVJ+1Q3iRPYAETP1uaLSmm7gwg1XCvhowOs253kWbx4i9
p3bx+TejMd3lXKi7IOK6DjR26ird81sB24MHyXz9s3emjhlW4MwAI4CeChe1MAq8IMhwV2esYHT4
M5YvKkD3YBnPxXfmjBBl09Q2aaqCx0I1WDRAmWJCjtVquzS+AjyZb16oeMRLhVGIx2hqxREQnQ7Y
Kv3Rm/Dllk9YWeZFWZvRouxaX/cDoJBxbm1kHoHGgRdEgN0hLG++LAffLFHGzRj1MddCkHkarXF/
q940+zsmyvyiYTB44FsbkGZZpSxc1Y5DHHLpVO5vney1e0Vcir2sQ0ZkR8SCmOtauhyhfJPTJp5n
sl2FQHXm+Bzr2szRGc5AFyG32Pn9JNgMD7fsR2eUKItXGKnRhgoo8YCxv/EtGZDECRhiCcOibM/o
UNra92nDSXWBdhZgYXLwc9wfzP8aGroUACI6jWnTRf6mk9uoS0qIG1BgVHOKO6Z0M7ube8nbzQlR
R5a6bq9i98akptExAFh0i9Ux+7eeFJb4GxJR7YtTbf7JRc2pUgfIc7UrjwMOUCLjU4J3ZQ3UvxY5
IRahJVGfE6ICxl5ouX5ImuykIS8YP8tmRe5TMtrlMd8+MOScRYuKFuOQ99K6wJ3VDiK4wRYmrXIq
LGSGrXCuE1syR3O+KOuqDA2EUMW1tRPKFVbKP2cW8BNZ5oglHdPfZ6qrVZKRqz7IYInqF1oY8Ihu
AB0KkW/N2gYAtwczyAR7YZGljC36RAWtNqrJQI3Y3gQ0G0t+lW3079Z2fOxfhLPKXkqxpNTzI6VM
bxSjhTeqvzRhzEhzHmzN0RzjqXv1TQ+FMk03ecVObpnjNot+bE6ZssdBK/W6UoLdEqeMIS4z3wHN
BJhP+YoJyDAJIR19ftP6AXUrJbEqxvIkOI44IR7uHWGvmolik+GBJT1LzmxOi7IteGaHXI1REQhp
/C7aHvndWc3G3d1d14VFBzOnQ1mTrsu7Wo1Bp4rJW2L7zkdtp0cRqJ7/8cL56RU8J0XZE2OMcq/L
QGp0ZJT/e0yTYasyOv+Ywc3y4cmyAvhLbBWmy82xFgSlXw1T45+Gmgy2ChM7x4ubtYxlWez/ofPl
U2cqjohX4bzmi0710jmCna7+oIfRwC47EX4M2INYtnBpRThd5upY6yc5wPzddGbcQXllA+hP8kTL
tg74D9TKsbAV+zMv6XidwVWeBNmuoUdOitu5VVaPkfPOkLclQz+nQ/GjCNXgtxroAH/yd0VaEmwG
x1gJKP56FrPhdEkQZtToC+oDWU5cEdSwioS89bvf43nLQuz5qlpcOTq6M2B0u7LwJ7PQAYU9Idgy
dtNaKjbk4Yl9cz9aDl6Pt95Glu3+M1xvjQ0LvnaxTDBnk1LiOODFpOXxBWO7VbLd4+7OOzZYW3js
Ngh7dPP6HS55mDk1So/dsYk0bgQ1BZPvSCQ0T/XrdQpLejWnMBnimV718tBDSGHUvVf0trW+qW2u
E/i5JQa2aE6BigE0ceBrpQIPpSVOwCqjlaIXWSPKJiFPB+8Om8VI59zKntU/2tbrNjU/WVZq6Wk8
/wQqPmg4zRg9ZQp5MPMeIZEqkk8WJiKLBhUMaEGCbRlTqNOcN7ld26+exWJjsUV0zgdlOYoqrQdd
+RIHDYs3TgEJbNdq0e3xyO+M2+sXx2KIMh9+zAtZMpkP6caZyPTmgMLDdRrTb1zRZzr5XHuZWw01
/BQSMeKrTBJg2QOTlOHhGTJO15LFYRSDPgCVDmLXQwJ98/j5d4xQZiGV+0rnOByWFSDYJJE5mhE6
llh9fYv2AEtQdBUodrJCP4mNMBeyrMXy8hfJGTfRrby+zsZPjM1JWb8J0I/gnItSIZgWsVupbzvq
VjV7ABFgIVlGSnj1Y1qaTPz4ycT8EIIZTSr+CqXYC7UCfjeCkcuIioHhKbpUrdbkHbO4+VseqbsS
iywvowSHiPhZNjlsiRAfYycy1VNrvvpY3stPQ5btiiGFXx7wJ5/T7Ad0GCvaJw86M7Vth/XMhYp9
8Mg0WuFzZfo8yU7bsCesSHPRF2MP4P9Rok6Uk2GMBgmUFGxQJLWD5ch9Zo2rRmSOtLBIUYfZaWrW
C744eSgntKLDfjtt7mVWQaefuXZ2lCPEwshATyTcWRWtka7F2iGZyL8F2+xGhyUfLFqUS0RAm+Zh
DJZGpwWOZ+gD1kwyq5u7AGMSrBzNYk1Zn90V5R6rTkkToDli3AQoQJKd7I0SD/F6Nb0K0LK3y9Yo
V5n+iqHokwj8PNAJuV7Dchb1K9KaCWOUazzHRxIyDjcbBw1o3WHfo5/qT2qYSEf+Q4bijpelHIB3
8pS3MUgjE2GXv6hvLM1iMUP596gGRKrggRl0uRXEf5pGBPcu0c7AvLt+bosOa8YP5eUbvubGysAz
hLcT+yMm++lRxYr6Fl+K81ObXPPsckojb7xiuhwr3h9SC0iy8L2SzRL0ZW/yfTm0h3c1mVN9kElv
Lae3Grt6LDb8Q//akdAsreYP+jZnXNEVJS6uMy1zoVdPY0ryY45+x5SJPPRlRX8ItozFWYCmnHYb
UVZW4ABJ6ReQuAlgTXCeAss8N4EZraW174gn9Kpv2vvYdllCuCgZM7qUzUVDgKzmMeiWyPG/FI+3
xe3dddmbbv0aZ5SpzdHXFyoVKOzcA0bSTFhaxg2xeKAsn5KW3lDwoCA5sSXc8yRd3bHmwiaNv+RC
wY41TPNiZx2gmemUsSx7dZwZcnOyNixnNH3etZ++vILrh/0zZrz8TOqwlbEZfG+UGmBfVE5y6ByT
VRZkHQTl0jqA9XaejIN4u79ldU+yfpu6SLWvE7XR8NuJyUShX3iFXB4NbdM9g2sEBT8uWfeVBWAV
e+/BRT28P5yv38FCZ/slJcqu57BOXDsdUUQ2wJftyA5K/KBaxDEf7tPV7sWCDtiWjQE5m9G39lUu
vSZMlKV3MfcXlS0E4OC8dI/Bo24n5gdggg9We3PvWxygnM118GCbjfWwPmJru+k5xub9+gmw7pFy
BNhmE/JtiY9w7pHBY/iyn+b/8nQp89+0+oBNpvjxnnywtHwhWTz/8R+zYHqjKJXnKc3pHNncMVnl
bzEB6HX4aHEsfP7rak8Phf3Ngf9Y4ykK7lgq4nTgt4yrZH0lpe4FV7luUECW//qXJ8qzaKEdG8lw
J1MFlF9W4H1dAFV6ed/A8UnQDfhqhRDCGLv6ua1Pv5QRSsU6wR00fZJubJ8yJRJhm4azn/KuFUnX
hfP0OJDV2v78y4ugdGrQtLTleLDUE5Px0xLrkimV6nM0BkYqfhuPhqgg0V222to3+4Hcm9ZdQ/br
V/P9odmZK2vCv9pKoVWwojrGJ1B52Ova8JUZ+Xcj+GNzfeALaPcfwc/upSGogIaWc3A3JRGJ/QGk
9OvUWF9+qSF/91sTrZlO9FImhm2OD7fuGVHzzxjpQmi/3nOzX/a9Sii1AL+Mbh4S2cpRAeZpR1i7
lkQWHcr3Ab0h46oYdJ4cYFEQcrjhzJfDybNllHLWwKk/72yePJzXLGgahsp/pYhmDHpRVQjJZE6Q
g2GZE5aC0H2zmt7nHTfZk/OudRzfOoUof6Tk12mDFe33ZG1vlNX27BMTKJvvg7n1LFaV56t16JpM
UzrqymJc1D34e7Ksw/37zc26IM+ngji7jCQ2au+OA/DXzMTCKdcCSj+gMzxijcjpmZ+ru960H+yt
vHuID1tyG1j3nyFZb7Yf648jT1bmL4kcDj4W8qx1+7pEi9cjUpVOH3FGW2HODx5VcG5c67A5WB0+
9cVR1hWsCXqcE0cie2zpyG5YiWeGZtIJ1HAUKmycwK0lps0Sty+ooyv3QXfsqp2f9sVkY6yTRw6b
6aRXpv12QiXHJ2jcTbHc0XoP4CIGBFkYXiOKZf5uUOqGRWU8gL4QUK99zKUN+i8pV2MuEvExgKy1
Nk/3v7w7efO0OlibwtRva2KvVyZ5wH/RcIlsuGrb+EBztX4IVzqmK9csaWUoI52m4XxNV9vp0gFG
w4iuF+N4A29krNUW0colU7yK/uAldaK1yM0cSgHLNLsnfY3pAs6qmPvOlqzZnBZljxUf5VC+V1tY
zQDLLH+75GG6y+sqspA3UaQ5lek0Z6ZrcIMk6lUFwADmIbp/S8z4FU1wTPDMhcmxSzqUbTZivcoM
BXQ0dFt39ov0VgJNGUBhKTAfOXRy+ciW24+fpXOdQdYpUgFTU4VITMZfp4hdky8afM+D1v0Bqvcl
e1SE5IfGMAY52LNil0gJcX8nEIoYGnidncUAEP2dEvZ1Gl97ay7vS/G1KHN7vT09HQT0/MIflGsO
aMQ+alrlukZTnIcNVNom/pgG8wqGsi8Z1Dl1Sv6FXMqHoJioN/f31Sa136+zt/gGmiYR+GmFoaLR
zo4f3YgbDCjYwcCEuboN8Wqs7dE208e/pET5NE6TpEYKwYrlnsPRqqxtZEVWs5620TH3Gk/nQtvI
GVu0IwISYlq2AdjKLYV0WJ0jEHfDo9kUSKQaBssJg7mfJYZJHP85Rtr7RHI/eokA5uLnca0cV6aI
zKG/9R6u01loLrikQ6V8BNevXDkw2pO3y7O1bEmtw9n5Dtl4cZdgz0B8cOHjzZxssXiVqMdCIywF
X6gRXX4DJZM+QKwrf7rIAX1skV2v9b1gPxRvf32olEF2Q47DgBEucQAUOFoAgQjuPOrHPxjGumSI
MsmhKBZGO3wxNAGRJJiV6xwsCVgxOZqs0jWxpIxygJWeQ9yDo2ntkQH0gxYTRmiAPk4N0FhHCPMV
kQA98UzKLAGlzHLKcyW2EU967gB96Fa1uJUHisLtdQFdtv7fekCZ5VD2U873vA7+ujlHqxjQca8B
syC1MJl6eWOULWkk3QByPG5Mvut8E1M4EI3VAdm3HEGmYbpOALSoVeuaz9v4wG28m2rNKgkvcArg
MFUWRYQmQA+jDjTphrzMOHxC6zxVQF8o0VL2wPI+wiQQlMBcUKHOU22McfSwfu50NohvRj3pAYXl
kcoSUWuJ7cDxHoY3JtUF63lBlTpeOYklOZEhLK3zFXXhNSfYxNSdLRPWd0EjZqR+NFFWrhh4xaQR
CeExdKDYovXA6q2QWEQuk+7/hQX0hecBPQddc8YufU6dYFuvZbu4M+7Hu1ifZkNQyDRzuPJs/Vne
ies9bGpKto/5CoMJ6O23MBZs8WuD2T21FKddHABt0bNkSNPphnHWvG4WpoGS0Ju7v/3Id79ylHaJ
uh4ItxlcpJ+uK+uSJVcEVPkNGV2RGjaxXcY2qcJ7URhCWwcTTdbufv+aMwOor9GhHyI8I0K5i6QL
OxT6QaSwk6NxlG+aR2+rboqVYgd3EYYlJk91TO31rnc68tmgrveZ3nEW/m9ABx3reb8UgF8wTXkV
I1L6otLwPaVzEG1eJqvebo816nysuR3m+VKOJeG0vFErkLLc1ZRqA7jc44PxzHpTLJqi2QlTXoVH
I0Ws+CBzePO2tzpEpiOsbZuLKjSjQZk7sSn4Qh5AI79196UtO3d45TKCXRYflLGLVCH0+NqFjwpv
A/s3tyrxSPkTT3hx/5RxQ3+mGJY8OCnsys7sxkZ3DZxuwt7WthRcz0nRnUqxJ/QK3GEHGDXM8u6k
nWdr9jFz6sf8wOJrKS1wQYwycsaIJheZw+kJN8ITD0Ny2GhEXwmWgy7uF3k7HLxtbKmwJ9ZzszHT
V2WdmZy5tyWZwLS5xCw2W/8goTVGxFiH6xy36/b5usVZek1dfCRlDEJ8olrXXIuxIner/PJ2fU2U
hKxsfgdIszU2aILy23uBEc7AOTOIL8uwqkloS8P2W506oV5VByXzcUKD2b0++VtMOdfWFIUF2+4Q
6xgMGs18JHZwkm/gEhr8NSLdzrBYS1CXctaAIUNDOOIHXfyx5IYXOcnjsA8GcWDYIkcrkGKVWslH
sbnt1wGaP5+Rm38IibxD37DFagNdNoFoztNkSQbwF0+ZwFQqXcNv8YqQGjP6wLqgZAPpZw0tLKrz
jApl/bwoV4XUw3HzZvnOmdEzEsIsJK9lEzsjQtm+GEPsoh6CCFz0WUVbY4DHT3fiyd114Vl4iCvA
RP7nyCj71/AFX8o56AAl7V58kPDgWV+nsGwtZiQo8zeWiZ7Uk3jCW7Q3H8/xOrM+GTQWngEXbFDG
T1IwDFGmoDGY8buwznfttno3wxULuXVR1b55+bq2WZbL81tANnxJGKS733D3qtMiPXKdm6XX8Jyb
LzmfUVH9UOO4ANz0juQ4GaC9X4LjNGwUW3VC9BvVmdb8GRtTsLcBtJ2RPGHSp+InYaykMpahR+cX
ITGFXXA6IbTkzMaBAb3NNjnq7dKtgRna9MAwZiwd/sqcznlP/JBPddAuBvJyMoDQGZguQQcgSywn
DfoRv82ukjIWPO9pgDqEyX6yAvtwELfSsXhCrKRgxfz/46E6GeFr5GirodfxqJa40zwnv56Fc0h2
grNmN4VOv/OTjoSVucgsqz8zy3nri60L32wQTNKkvFNYCmAis1vgOITAOy9umRsC/sVYfdOkjjIq
wibxdNBE8Sb1YaqwuzdwPjvGlS2VYaAXmiRjtzKcy1eFayYbgcwHaZNHHTLZmBJ2z0ZkSrvMrPGO
0514bT5Pz3KRcJaMZJFyLlfv1nXNXH7VzL6AukUZu7HrUfK701OfEoACedt2Z9jFV4N+SPhdetCP
QJTCHsF0xXy+Tmr382q/2ad8wmBIMtdHIN43GPfapMTd26S17YfrTC61/qBHTFMVGWu8sISeYjII
/UbylbKD75G3wPoNYOswFmv2KTaLHIK1vC2IMlr1ryYk1Qk7cXZ5AXfOh4B9Un9FD/h3nbPq+4te
d/ZRFPOovmmjGrcI1LGBII5M+fQI6N7q13Xel0VZFyQ05gqyJNCo7Z6ip0EMKPDTsB1R3Hs2H5m1
n0UN1REe8byKLkl6cacLeOPed/uJk/RJfdnJd/GNuunv+4Sk2Dz3csdqNlpKKykYrpNwncjlyhp1
oRkm4RTOjbtT8Bmdpy1qU7I/MPfOr99HFNY8oh2Eu9HEOmR/lYes1/gU+9JiC3gwFLt0ETvD6dU0
Q8ZnfcgnHUKMAX2h5SmygT6157GKrF89sGaeFqbEFDD7TY4KN4JMyAM9KjoMjgPluTg6PcB4XTJY
JrdSWMAmixGvKKq8qmga1IVuqfTSsitSHfJSWr0TnurE9DRTBbV4bZv75+cRr4/smcdsFcNJLzSv
g88ZZSrqr93RzYK26v4H4NZdhfsplYaFbu+iI5ICiV5GqLikgXOCVFTgDZKbcQ1Y9V1ykPYxUWLC
OzUj+FnmC7kbSdOma1Sp+6vELJDySVghqZoTbT3iHT5czLY+eya/jos/wcfCSULjeUNVDUXVqODR
DzhJG0IwpgBXaX9voK2wN48cM1m9rIffhPQpip35L70rh7GeTvAMBFK0Kj9FRLYNJ30QgLG5lbHk
1jq+irvcbFISbo3b+sBKGS4+VGe80m9FqRXbiC/wCbsJd7PddB/FIf+V7sZVsnnFtAVWka7t0F6H
K/fIystNN/fDEMiqipkHQRN/ALeNsSvGcT4gQ1FMSUjfbpgNNAtDVLjLGQ3qLmU9xireDDQO9W0a
mVNqagu3vHpEmpegZ4ezWBmkZYH9JknX5FyhyLuhGztUvpVdgrf3OjoY9i2ARf0DZwmb4o21Xfor
CL5yknRZznWjfHBDuBBrWr9R3WG7IrAxMJIDqWEPTS8acEXCQitFlQ1Zp86UH+MWaNoyHNbGCXgz
tTCmr950+/ol3A6MXNli/I/Sw/8Row2q2ySYM65A7KwhdYVitIA1AyIG6GNWnLN8ijNSlEEzmnhQ
u0REtsLRyE0o2oC6RXdEfFejE0MJmU2/i8HFnLfpoGf6n6RFEgHcesqbhQLSprAywOQgHN4CjDBm
KcYQFXXa/iLpmqhS0VKE5/CQGMoUY2DuFk1UU5jam79Fa+3b7G6CZc4waowoA9P1GOC/5Gwy5p6m
hz26xQV0RaFuJJnbmpl5XspWTDvCUNA3sIxIo3xD2Esjz6HSeAqwtWc8VrfMFNJSjA2RkHhJFtBG
otAyIXV8lORQ5tJKPg8tZ6qbHNjEtpl/tAeeCfy5ZBLn5CiJGFO5Kzm5m0Rwio0OpxTj+5r9a0p1
6/bnA9J1zGfE0iHOaVKvtcFV+gov3w579pDBusHkfgYsZHWTYNBuH1mZBf+zVljjs4vOb06WCkLT
vEmCcQTZDLhvmBS7wXCVBKgHuYODl63JOvPrDl1cxS7blVZ4yGwUrhgPuKUYZnrWoPFF1bBujjJl
mdK4iV7xUx33LbY0ezRf4xULY3rxlTij8qUtMz1PQ4RJXiF10IaCvN1wBFlxE2stalI/RPtwpxWs
lM2iE5qTpBQwq8UY49xgbLDlj/FkOS9Wu5ct77Zdyevot28zDMyST5jTo/Sk51Ie7Wugd8iBRR7k
5sd4jLAYDjn2KUR7ZyXeFrOIClA7ZA14ZDpK+pcWxqvVwPVl+AULXqi6z7auhaz2vboLmb1DS8Zz
ToqyMk07cAI2NE/lw2l98VAQ10JdFbmv1LaqB26DcinrPKf7oT36nCYlmHwx9gGaH6cYlDebo2f/
bqwRReOUWbhcdHtTkKRLoq5rOM7Lk1SqRs+M0EUIiGqKR5qjjy5n0fFM3y7v+tXndUlZajue7Og/
5ChJqfmRT9UC5LppwLwnBzUmCXpDbMkUzvzeFp+PJTZJlMTca6b9OOWNsKY6slAjvf4lXz1fP854
9iWUsc2yLFW6gYPM6pr1on9Ed4bTu+Rey3fm42f9OuzN/0ddbtHEz6hS5taIm7pNclC1vHsnIdV6
whMRbT8l7SeRQlNsMernHzTGhMeipZuRpSIApJD9qKpAFlAtKVnxjo6cTM6CKpWnr792ppRaVth/
V7UlyLRWNJrpht9qDfGOSG++tvYE6KjcdKj13E+KNBLN1F6CVXIQn468s3o2XjFvvfpv0q5ruXVj
2X4Rq0BkvCIzi2FLlF5Q2lsSMohMAF9/1/CeY4EjmFPHtspV9gsb3dPT03E1KnRG+8XZV3P7ytmC
sWdB10x6J9BB5AR4GV6RTB28l6RxnHE+8U5apCgB1mW1iMt9JuAKkxJ12KEHlN68B6XBNjs02Cd6
/FQbsc3y7ybNxYgj6jFVRGzk8KKwOzWl/tYu8pWoV6GOzkP3H4ALQXQjUpQiCX3V5FIClmRsMWy2
zWbYag4aOPBu6o8v6GQyBZTg/JPUtUrbeC3DFAyvQJny9UYdAA9RHeYoGG6elF6/2F+qiypqtYhW
5ebqMhyDyVsqyzy6RVWRQy6AMoo+/NquBenabpaDmdR6sUjNj8cMsohQllfUPGCEljCF/NJztFWi
ow6QMhghx/HjQo4YoXR90EpMlTegUVj5h7CcGwLrqZqqteES/SUqSsfrQePLpAYFSTeLAzp5oOWd
1Tmx/Vha0z7NiBCl5F4uVGIigJDqSDx61/sMiRHjlUcTaGM2L8RDZqVKJ7OHiJtgI1BoQKxLvVYp
4CBiIF6S1wrw8t6XFOrBa2w9Je9ZvkrNfxaEjglS0gw0UYizNuhO599+pwO/UDRRIb26lds9PZbn
pN8/Yo0Sp5Yhsa9GGh4i6SXEbqqDZ1T/OygpTMWIBm0sMMAu1sTScl/xrwB7sIDq3Kx8c8a4SZNp
gjEh6t1Jo5Kvhx5iC7/OqZXZiwLovsgTrBjXadqiK4BCnnNEHxSKox5dwV7mXTpE0vHWd3eK8ZKe
MNjw+GymTd+IDMVPK/hiHakg00i6GhhSgiz9xZFPL/FHbaXnaqbL6zV2hbbObPmlBXqx+t/3O+Lo
Rl9AjNcoaGmHkvdLCV8QwU1DHrmy546qA0rrMafTJzeiQ3m66MvLa7XIiUADI7K9J9UUF6/J/ur+
g6bdMUe0TQf4SSR4FShdLH8bGAfPjTE/yXIrJx2tb37ojOpwSaKoKUFFOAYnGSmrwuRsJjT/tGEa
kaEMExd4EbYWg4z3KewAPuqkn5qFFSj2bJ9Y+QbZRsY5kYfix0MyIkg9JJc0r3w5BcGWZMcum9r1
HWG5RUvpYsXCHGXJkDKCXMxd540PWpobA0u10yVrLZ45BkssKpQBlELsaVbIVeY3swY1TV/njspG
BbYWQ3RT77wsSrwE7B1U3W7zpaOrlElDm3BB2qHi5a/ap3yn5WaECobizC1ss/N0GdWZleoZwds/
ctdGtGmkF0WVMC2YgLad7IKdFzy1VvPCkYjVYybLyLHQKjKmRelk7SlZolVIx12+vM3KlI2rg1oi
MAU7q0b3qbZnyHXKtxnTo1Sy57D/Ek3cHSm2+dY5tGYGt5D22SrxEE+iPvR18QzWNPCkGyKT+imK
lxwH7/TeMBaqFzZRQkzzYWNjha9oHLATszXQ0X38mrF0Z8q7GlOj3ptQSOM5EBu7U2L22xx9xI6P
CGk59Kyneup+jwlRL0558aNYlrPuZAqDWVq8jl4U98uzZGBqMs6N6MEPPRlJkHpasBimnIcVeDpn
awUg4uK7kCLh11osBWHxRL0tsRwG1zkR3gowl+2LsgoX9ZuL0dWGmcyfMiYj8d1Ga8d33Pfnfd6D
lP/sF8BAn5nMeuFkHnFMg4oX+ipIwuQKGs9X47yKt28Cml7N8BcwpnPdOCK6fn58Urfcz4OTEqkb
PfgqUJJbWI/VrjJi6/fvQl8AhEUIrJNoRr3VrA1udfRN1+g2BgC299Lig5mgJhfq0UdQ19wL0ljw
5uQUN7kd+4a/6HrdcF3f/nBbVrPdpD8yFjL19pRFKZTNAJZ74wwY5Z1syqg5RSgzs4qvLJWhDInk
JTVXFKAU62a4RXIWE+4frCLrxBYmeOAKKY6gTwqxLGVA1GueJEU5x70W3+tdwlvNa/tb1vk14qWD
gAZ61zxWu6NxXSG0tnsUGiBXVn5i8ghHH0EZl7or5xclwEc8m5tyHTzNbbt5L/R2cXhJ0SLBgrqb
zGmOmaYsTHxpy0qJQC83n4GsXxjFn61h7Fl8TT7sqgD0LMyWSBIt27TvKyHHgjMsKjwp1nUBsATW
0MP0czOiQYkuj6OwvySERvqeKhjY1izZXM9/LTFxv7lEBissnEzhYUfKX0xRstNqrey4EAS5tzdF
55exj3rh4XAY9MLwl6mzW5wCs/DNfFkcv9z95fceNUTjlwGc59by0SBlHPewfSxFJnz+sAKjz6Js
eRKrhZwUIh4N2elW/eKxpZusJ4y4pms0SXCRlDTHz/Ol7jvicYltzPs94zWfvPHfPNxsz+iRSFtl
XpQqiJhpYYhmCRwmaCWDkylBYcpZmSuaJAqAlLz3T9Ctp6oJlliczqs3TjYuV12wjL1mfuVG8mky
BwQn34gxPepgPE64VK3ggalzjwlkDQ7tM+YMzMVhcVCMJ+vlFek6QzISd1k7vZ5muuvvgMnx8Zjv
mydLK4iCCS/MJ/OCpIjUd1xir5Az9dqfzme00gzAvwcs8+BiIKkDfIq+1q33CDNDrXNE4tv58lFM
BIoZQ/qsr6AxD1u+aCoZZQUMKQmyE+oKRuc/D6kR2JolPjmA0zhyL1/lW/zHKLHx7uuKldlDa7E6
Uyd7Y0fSkChfoamDtinaDtIwN9jepu/iJSCqRR2fMuMMwKNgmy7ghPH3lWyuetdaLFHMf7rnMrr7
eAALKiIZIaXe7WskB63o1dfTLNCTNb9s16klYkXFKlzXloaAoHZ4zPyxcnY/L9k9WeoB9+SyHa4S
yEq6hwNQF2tVT9i70n5eM5BRZYlDalqWgStwf81SJeI9TkHFk/QVzoA/tCw5XdjyOzRtfWXGr3Zz
RM365bGS/3xw7olSIuUEoZU9ZY6MsVP8qmxvd4Rb4j6mMSU/kRd5Df3DqvoDtRMLGa4zuVCI/Hor
tgJTcjCzhMnRx2QmHC20o4/oUBqapHVYFTnoNEZth+juK1/m2CicY2kRK3lxa1G+tw33tKjDmse9
EmkX0Lous/VJS/VdgeqjYgaxJSzOuBhLYBpid7bRrFSjNuUljyVQ1uWwcPzAjN4HDAJijXq41qzI
M5X9FTBiEsbXYU02JjNkJwr66GOpQ266WEz6BvVmQU8WhbXBkjrF4heyvswdz2Acw5RGjU+Bui0l
N0gJmiPIaRObucGmWSZDP+O9e+lTjq4XNYM2EyF9cs5XjD/7QFNQjNlmBpyW/z3/dk+M8ncLpS+C
6/UmPbKtfOXZWHJUMRzaKdM2lhoxDqOHHC/NBc1PIFJs5g7KhqwS5fQdRDEeQ/e8gl+6//3Ev9bX
Pr1Va3f+p/X+Va2eH18/FgVKTE2FNaVxBwrowrYiM3dVAvFisry2CU+cHMc3J5Sk+kZWyhngVU+S
vTsnBp5mW31tn1Ob6SgTe/Hz2nxTovwe38OMQpfcONqFTgR8C3gamHZmN5VOX9BvSkS2o9OvOC4S
tAKUKisCWhkc46suHmXgkWDEzDeLFWuQcqLqcCdFOovXF2kuRRqk+FztC/TWGNt055vGY5WY8IHv
qVAWOQrEuNVkVGskLNH6HZjcq4cdxGjBUMyY8ZAxOaIsMjbyBpxHTgsIGhaWWvQfpMPa/WeSQ+RL
gH84kecoYypzM7+SsHMCkeCbv8f7nGM6aGbGnM7qsJiI1CC+ESnKlF6zTini+Y0UMgeY0wtePDOy
Z1sfY8hOWqHli3Fgkyo/okiZiUr2eT/PUPWKFp35O950ywEtK74NNLbHlCatxYgQZS0Ur8oqMUam
tbDOnaJjT1ZisLqYiSX4cX9HNGhLMWvLMNLiDqXWc4LblCwZ4mIxQRkI6cKXipcjw7lKyAI8PV6g
esHq3JoA4bjXAso4zIVBamYNRJWdSzRxvgXHTWWgGwbeBrA/lpwxx7KdEtB5ORpg+A/xlcyHiLZq
W69yg//AVs2neLGUFlefcYiEvwcCpkPcZi4Hl6KAtmzE5YAgFztkmJCOE1iZd+zTIa7W1U2diiDy
3Gb65s0zEvgsmKE0N+qTJ2KQgtMDa7s86BjkdDjsNvlMHOalZ5z0zdCNDDRAQb0k1m6GTNO5DTC/
AH2Qu6/pYvvLuCwAFnhgeeYTJJEBAngaSsIKdpZRyqUlXYVtjg0mAQeAaRo1hsUuR4bXMWVhSAkJ
/0jCXOVovpTOT0KPdECkaKuem7ndrvAWYJApsQL9y2PN2E0knFFewTAYQRIQMENPPQhFnImzPoMu
ryps/EMwtUFvcGvCIfVDbDqaG6mZOeohrXUWWJU4YdruSFPvw4zPQikTYUyLr9acIfXUrdXIJF9w
Djaw5VjEoM+2BeD9jcBUjKvNP4nHzniPj91WXGHAdY2VY0TzfDtxlCeG9zTRO3gvGepZ4aW2lFJS
eiIIFHOEDjG+RrKuwFyzj+rW2npbacEqi050BRCqEtpR4FJhaoZ6YTKpKosshAUTQJHsy463mAH3
LbQNKsDqU5bHq54tZ6YEVLae2VM84fbcUadeGymdK13pIV/NObwDTJm5Cy/e6pa5rrxlzuWFhZMy
5Y/g4SatFvCCRU2mmrBiL28bTwS7kl4u5mbjIG7QpeUMKL++zYobePKGUeZRlOdkuzGvwYZJlOEu
k6ZrYwVlBoRcysrGqD2P9UfRrlwB8HQ7c3LLcvdozdQt4xWwkr+YrjKR34MPoNmFU3kJalLnqBF7
zuE5AKp9FW+QwNsus0IXgHazZfamk3tEE1U49EKS/Q/cnM4TdYOcBrmgInvHL3sL8AJIWW2fUGH0
/zx2ISYKEbI4pkTd6EpSuCgkecLY7dCvkOAJHOwCqTmBoFn4pwy9kYMBRBxr9hZhgR/v60C5Nlzl
NGfPdUw4G3cfQzk0Zc3HDaZx8RaCaRP7rSx9Tda3tYa8wmO1Z2XVp56HMfOUc5OlpRipmULO9oLH
9+W1RSrUZEiYxRSlwTGHan+SkbPEOq1Nqg+NAaCIaLHJFtGi/CCoPLlihgvFacxMf5Uc3rTU1GBO
iPE/i9Y4auSeAbrF8XOJBtyaeTXnSaHfY7Dx/KZu3lCl1DBYsTV1+DrE3yEoFY+Zn5j0u6dJWeTc
izB/EIEmt5egNvMjmUy3AJn6FKBb/4o5BPSVe8z2+UmZS5ykorcaA080Pl7FyUizFmGPPS1YYGZo
yy0rsGVRoDyLIa+QzL8G/Sl1I1Mzkq2hfTyW3ZTlU0Y8UHoz55pe40rCgy78NjqHdTaTyv/X76Np
AjZo5I55EXfh6x4cmGQHbr6r9VfD+/2Yh9vbRxkyLLHBED2vINU8v/lOIyJJQcACVL4/VUveES0J
lA7xWjM+ZTTYtHumtZ44ljt6lAUZxBrzMDPQ044kgYmEYoVmL3nhO1dsdlXQYc+hmnticDlhriXS
eYjmE0xrqDePbcSlj611Acq5PcLZy3PjNJsUruafai1gRJEVyky8RxKWdQEvD/VNBVN898emzkJs
FPb6/uSj9TAwr4wTm5gEke9+n5JgMsdU4pDO+9NqtbnVKJBKOSV/ThdDX+h/1q21jtf6K8YAjMxa
HstNBkznD6QiGJZDmJTpiE9K/SMtxDJj7F9Bf8HGvh5CgGn4urbt9Oh4OAgVHqc1pob1Y5jp6e74
pR6+VtrpY8VC2pxKiYzkodLXRJnVcdulKNlw++CpW6SHdjd30w8fGYsLg+epxxgAZXPUyuDpEDt9
f7ZSpIZy2kP2pU0WwW52w+KU2aduhTDJcaz11czRAFTD2zlqi6+PZ4YaT7iSgBTRgJHASdjxfDuS
kRoPSj408+Ey3DJNK9WZARpsBjzTTJ85F4B2s/IXU86dNFfgN2P9Dd4jmfJdr/HQk4UHA0zcpoWr
o+ntujzxz793l72tF+ZaKfXX8pA+lXq/OGYGC8BrWuCjD6CUXZS6ukiTajitzl2o+5iXeOqtze/c
tlPjEBqFaTVmXgCuzlryQBwCas4OiUtWi94tcUxbybEciFUbCb4SB18WqmI4PT9v8vVbpf/uL4av
OzPDQXO2/4Qd6C32HZI1GhHeAca5M4+Bumodp3lYQQzyK5Qbeuttp9m/q02nLz5Dw7EixE2lcTke
AYu5Z17zSXP2fQI0SqHUxE3Ka4T26qw6b9HHm/hrgGVbAJavta7m6/L9uLy6X0sAS78CRudXpDMD
+KlHA9tGgSqBQSiFv/VejMQ/iFoVRdIA8Uu2bHAJOqvL4+kl5TGZWVtXQKAcm1RXGK/GBMoDKpQi
IBbmKMRiZIE69VC+lhnyunNctxlvBKgr2cUm3WCvQ7Sb/UIeKNKX2hLDV0vXbdxnl3HbJwwsEFEE
zOpg2oqTacAAQQ3T1MfmCnQIbEQjXBYmDPrXnqFcUwXFMRkaKqBQ41KVBnAJBFYdhYb0rbT8V3b6
f8KduaNDZUU8KQn69Ao6MxeWc7P73WFm0BgcC9qrH/cu69JOuTbIXyO3TEyYBgD5+0sr+H7Rt4U0
PykZbHWwWzi4LQDMsZbG45P6mSFUoB3oU8Y0tMb9AExUE5kvwiaGo2ZXev+6NgYm+s/P0OCeBGWI
PbXPumuZ4JFbDivdWi+3x57xuE0owj0Nytb6RTjMCgVsEFCVwljo6960GKKaSE7cE6HuFB/Cngc1
GFnNdPF1i7zmba8Uy2xNeAX3dCj3f8ahcnqpQOd5I6CRLTuwRlpYh07ZZK+vL3lTkkOv9v35KB/M
f6VUNwZHNk/DqpFhuOD3K7hUmY59usfHBCZqjHcionPOodAiTdmCggTEo8gOjcB13Q/WSTDkRCdf
/XxIi1bCQcTv2jvGklnNYRPZ3Xs2qGseRLO0HtCqAD8UmLUORLWEVvX6njXcOAHoeE+JuGejI5Gi
CyI+EZSG3ebcGOfzW2C4u4vxe7exc3T7dWjH3uEZ3jMO6udDcE+Xuvxc7peVRC7//Pz21GKLnWVF
+i/GzfxpngkRNB1piJFgLakLk0VyHXrlBR1YyBDDMMOj04fXx5xMoFfcE6EuzaAV/KyaZzdL+euw
I7uz3MPB3zS1eVjv48HUckDg+QQ2hkGZwZ5IBdMB8Jq8kgflYN0ckIhfVwDPsEMH+ykg0vlhrb9Y
lwX693+h+K28fvkDmjFVQ2Deh4ksz50Mbin8kRblM17RSg6CflZ/PWPfgm4v9CfFAGz2i7U1WEr7
N4bwr3Ole9ErtdL8IAO5AkvCsB37utqb/8hUfZOgbmAnymh9JdG1CRTzi/ECsPRIZBzgRFHlXmzU
5dNqwOJdaxzgxrRt+5N/cp7WFukDjYxnFkwG84yoG9cpgaL0OYSG2Hawd/Ych+SUbuaukRXBkiSs
ymL13/30s+/5o17flkvKay5BiMOqsQ3t9Fj//8ZKfp8R9e5KbSZkfVqBo3O83WAs4YSMoh64+Rar
DRi0yKfeR0v3rFCmJEbBL+IvkJ656TCxFdnoxDJ06xii7KWZrAdgomfznhxlVC6RWHmcCM1YrVLd
3OC4Foun1nA+a/cA73KJCQQNXWesh+1v/KW/REr3rPZcJabZDGymviG9LaGKKqpXlcsoX04/oN9k
KL/5gt0MEuY4kHO46NxC3pnulZkC/1k2vBMhjdfUp31YagHRd/NsVwZK7AhusaUYy+GOuYOWblbQ
wWKKMhlSH1zjvij6k/xLQjRnL7CaWDQd9JwCK9RgiZB5VJTxEOR5rVwkqEgGzDDT31TnJcZv9nvG
UU3UN+/lSNmNeSDkWBkMOlBD2Azkw1Cud7Bhz9UAd8McNGK9pxJlNCKlGDQOYICnZ2zAe7u9JadP
/Q8yUYipDCyVZmEvsJ4TibIjGsCDQtkHxVjH+sZNZeNN2THeE5atlygDEnnIfTU5tONsorB20hfI
rqHnH8MFK9Vi3eOJ7Mr9oVH2o4or/jpXwdIK5N5AL7AP2CdtO1aGoiXu9df+44NjbOeeNPc8ryKf
BwBb8Ra8jrwAdHZW8O+hKUqjX84Ab3lsg/nJGz36fUoTgaWYeVKLGy3oz2irenvbLZCxwTqTBiOD
BsbAWDea3NgfRn9EkFLFDmNM83kIggTYEOP9JLA3bNViLYkgV/URHUoBE4nnpLaB4CQsOLu+PBbb
RDkMujDigtK8XC5TZZbcxGaq75g8WM+XwOBztSfgw7M0b9IIjohRitcofSW3sxSVggRpAyTLWYmJ
aXv0TeHm54y0zG/82UWJwE6OHNIOZv2TmCMkDzBzyLJ9kymKES3qnWqFHkiAHg5Gs6Nd7iLrD+zc
D5Zzwbg3t5zdiKM6+e/xC8fQkZzHxz+Rbr47/pu9Hf26X3FtkxBn+RmrdEmZ/S127VPhLBxkWteD
cTWt7TY1U9tFlMdibSLfeE+deqUUta9rXoMEV+ikGBbJHEMfJWZNgA5sVL+BM+J+uMdf3IrZp8hQ
xJuFHLGtZbMs9oG4dFJ26kJCNpOhG9P+9Eg3qEtbzodZXF8IZyaSyPA+d4h5amSQr6ax7N1/kDC+
lyR1jcsWOFUAqyKpLMBB2vb/Gz/TkoyluX+sM9MZrRFv1C2WtExUMhW3GIbPUoy582os9/v6lUGG
cb3oXuZSEpU8JiIMO517rVFp8LAJy+AVVqDFMOQ0sN1VK+qkIZHyyuQsyfWWu+L8q31DzyPL/rEe
Kbqe1YXzyzwtCKlUfy70em1La7z2CtK0mMy24vOSGQ5P5lK+T4tOCveAXALwDk4L2SLdrLAxrzxq
G67VK1bf6LQXMyJFXeeq4JtUinCrEJWQoOQTMARwKizD/VrtWeNH08mpETXqwefUaOAlD4yZyOFv
7NRCQXhxqEzndWkte/3oImxYfTxWymn/E9kiTA6KKmC/KZvPt51c53NElQKAQHb58bRA3MAvdGw7
NFzMEHx9XW+ZOAbZ6Ufgmyw55JG9ygNhlqv8jez5vMOwJuD/LDjbBnarwtk2vrSrnqNTiHNRLpkx
jNlEXYEYl2/qVOwSNo2S8GXdo+O6Xkent81C7wzQP223rLH6v7kh37QoHYqEuPalAbRWz4AaJ/X+
EFvmHazvXsN2WnCIH4v2b5T2myClRoUvYpURCWpJJAizCVwh2XSQl9rLWwYtpvZQLqOQapUsK+S1
5ZwzGoA3xEn17BfH2r5b8FIt02VwR37xp/P4zR31DrVqG0Ud8YrxwuopVAY1bOe9dJh4f3/zln9T
ol6gIuWqPJ/BtD3XfxRdwO1YOJk7wAN/AUDngF21mPdmsPc3z+w3UeopUoLqP0nOyqrNVYBSvbrW
HTTGN4bxIS32vvnxzMSZICr49zJFJ9H9ZazrQGw14mOWponNchvF3aGDqDI7p2Hw9zfe+X/5Uzja
3ARKmqYkxnjTdp650EXkwo1bpMtqtRCIqB5xRZmYOrxiLiogQaFpmzviOh9Sxw5Xb0g+IjMC/tZr
y50bxtE1AZDghuY++cVKbU1n7f4yNQo9hgOTrqSlcnuL0WRzCnXkSfRhibieKVsiu0cMU5amnSnY
31AShcUYE7qyMxeBr7plvBgyiwxlX1TBF67lFWTUWNcCtKqee0P4k2KZXhLi/0ifPNzuSl9kKj5j
8cdx1q/LJeKVo2Xpi8D2zD9/XtAPeUaXk7a/rI0PD8HscmkhrG0urDB6OnE0OgDKRM1kr4o8knU2
gYeRLzASMYPbsGeYpWnf7luvKbMUomW780gy4IL+fGP2xtnG3mXNthOL8+iAKYukzLOL6pPQdlgU
pqcTkKLHbEwnUkbCosxP6/M1X3VgI9aR1Nuf0atBQC8O6BPWa1zVrWWET8CEOe5XTHipaa/1LxHS
5dIolzyNI5HbBlQrQ7O4P8bSrxnOMcOsKzd9GXkesVrFUUdyRUBkIT4WvFWnJSAJVmkcMUHGKq0w
TLpCl08vfYeINEIqbPVWkLkNOFiHJ6Dp67z+tQSG5zFixMAslb+VjUcsNnkXcMOtRicvvas+38MO
SFfEG+ZjdWESoixOHXB5X5Nw9+J4r3juAdfpHpmK8dhXVOgG14jrYlXooBjPqxwDk9qWew2PibG/
+YaPOZpoExt7hhg1uX8K2xnvh9KMaMfzZjPHk58ChM/B9hQXNduj4QpY7suQIuOdonuUYkm9zrUM
QlwFWBWK1Tf+ac8yT4+9JkD73rPlA5qxxjoHUnoLsRSy3KXnr+IFIK4IKZi4VbdFVg/s1M1DHelf
UAvXbJ5B4zvbfFuhDX+zOy0O4ebzlOwO6BnqBf3zU9eNCk2WgB3Q1qtjfOxdlyVZhius0MmzqEJ0
mpGrV5qr89vOPj21Kc4RqR9lkRgMZ5h1G26RwIjtXgiHpCBsz1w7D3TPBfwMAZViHCbjFaDzZ1IY
+RLAWEnEJmMx3UbN9SExOYZW/k3i8S9zTCfSosb7TyHExh4TFLg146Ab70vU1nH3WC4o4w7cQuOR
6Ab/v4ZktUEF2nsCusTji81yPG8Xf0ShrZHlqWTcst4xkVDaLSK7Xv2B1SetvqymV4bForNxXZJL
g9pBE8LlZ8HG/GVpAOVsSHkq+AWpbZvoYyXPCfpoHYucDCpiz/9ScJTpCLrkitcSvGBs6e2EfCbW
yN/KD6v0NyudxGCMzpBlbTzn2jlora5f/Gu5/WJcnYkh3TvzTmfGmiZMooz4run7Br23seEs7I3o
2NCHg++gNqtvLXS7Y009uo8YKsgkTgUk+Qy9sWUF7i7WGbn805ttrsTNvDCvxpBbXrNXd0b/Yu7d
r2OyiS6wHat/aaLo3FndRPKgoo0AtsMEpBlcVfRCJPhj8DpdZPx2JG8jEKPrVmbCHMt1yEmG7+ix
Ugz+jJYuBhWWulCRCEKr6NKRYLK4GLkr65dT3zNIMAyTQPkDfaCoIRejpwOhcbhUHJdlKhi5KIXe
CjnPtEjyK1A4b9ItZ7zpORJDgNNzZgvGTWZYJbo/rBHEupFbULoawI1d+3rsHJynbXlAWZtBav44
UrnF5qPj9+Mmvl5h00+meZX1AQ3W+jvSiQHD02UogEglLpJZ0dThAI4Q0V0ARIWIQWRUeRkpLgB6
3btOwozL1aRHpvJqYBTV3GFfia9/IqjVMaCzxUJ71OgrYPCzIBan4wYB8Psa1lvy6k1xRjLk/bmn
+OSd19xnO7ZOsvmJbImFkjZJWTQYvH58aJM+4ogedZu8bhZUUYYzk/RV52q/4t+Pf3868hoRoO5S
jTWXCWa4oOmYgbDffiPyQkku0fXXLQpW+9U/08IRQeqdzAQlVhuPSFBfLBzPRkuR7ln94TFfk9dq
RIV6INU8zbpLSHzrwQSyA8tkT2YWRj9PLNRIDQI/SQKtIFdJ3odOot/y8gwrx9I12lEGHut/PPbz
CnP1pHP8EzHx2igN94j0DIunyVD/myfaU74OghpcSYo6WP/G0SjYgrSSMZ+rmfPXilUOmzThI2L8
vQAlTst4/v+JmZvE5v64JoufSXM3IkHVExI51rTwlmoUjfnhBal2RIksH3kCVhDOy4iKeM9Ik7RV
GgqQWmK+AQz7s8PAum6FC/S3+Ln1WKmZxChrUPjXvhdUEDPP53Kd6qurIaJt0hZfOXVXLNyqsRkU
yef/iBpH7NHmoch4AF+AIlkWd3F0pGh1VC1cacHSdtZxUXYBgPXwZ0m3KyrZmGJBv5Ajoe67RsUC
saG2uGIM7/kxdywlpIzEDJ0V2aUmt1gs9VmMwQxm3YclP8pQCKGWtxpRwmwRbrqVZnRorv0izl2E
fxkqP50o+T4t2lVvhk4uNA3UnjdIrkOEQH0yD8ARwB/KP2R4FRCXjY5VkQxRTtdJR6SpFznm41nU
a1AUrKZEwhmbtpCsvBraMd/5ev/052q3y2EpbPwYLrTrPj7I6WaBEXXanMTFpU1JM+fqLf2sbAka
uletZ+aYNUNJaVddHHqfvwwQsKB7AKHcYqEuv166x5CVEZ3Okow4ouxKyNfaNRKJbm5I7xywH2Pc
hSWKWwCrZUhv0mMb0aLMipgKqcQF8AFK89xYqDXhYa51wKJihgx1GAY1xq374b1ffKwVIqbfRF/g
bx+O2+KAagTq91gAx7TPjJea9uQlWfJmdQ9qjbEpdN+aO4CHZty76XrSSICUIVHAUFOQ9HWzTNYA
Kv0SVlKq+9jWuwUC9RfTh2IxRVmVrvE4LlRA7zY7mpja2+zp8Smx/ELaix9igTAFEvYutZBpavU/
6H9V9S3yrXtXOD0mx9AJ2p9XVWAlCx5hCFDN822myweWJ806JHpiowmvPV8ToaEFTT98kj59C2GC
tS8Zjya5Lg/eTBpp+CJrlaLkILTBXqRFuHssKtavU4YhjwReUEnWeCUDgahaPP51liW9YdeOPNuE
1/Ks4vHzjXFdmh3ZNfdnWBYLY8Vy0aetjoxIStTINjPKZocS2pSKCDGc+tmYWKMN9FXWvhLiM/w8
iW8SlAvozWT+omYgYc9X/FOi80zzwmKCOo1qwDBs6sFrQT/wZtO8RaaQW/xLj62Z2GOAliTkixgn
NP0GfTNFWWtVja+l0IMk/5ZgOdX6yXpdGu5jItOxh8hxBIAKUFf0EMZ8UIN5mzfE70uxEXQDfwxN
K7WO4SAMyeEZYvgPkwZgRI9yH+ZXIa3JHOBp+IPNx4awhN18zNL0izoiQembULZh0WotOSoMtaOX
a4dBggWyjci34WGNWSWBaW8MiNyCJmiAR9MoglLVi5eBoCw1RqqHlT64BNyAeGVvgamGK+/P8ogB
htDONkK02rO6yCZVc0SeUv5e9rK2CUB+5+/hogBi/rFAp5MwIwKU7s8CWW3nHlCrBD1YbwJjZ0dm
82uhH7gPtON1zhGTSckvVgpmOos5IkvpP4St+P0gd6fOHPT0V+ig2bWq4dUy+JtUyREd+T6yy7Ru
xqUqNk88Pys4NdXsd8XLYxEyeaGCHtLnVysFeFmZ3nLmowcFtWfp9YNBhpzEDzs4YoWoysioY7tR
GYhka0dxCAGvfLg1EqJudOxZDBGdfkSJCHVECTWja6KkYChqAVxTV4Zux5++40sLVmh1q9f8PSme
bpDiJTUo5AHqt0JnpvwZ80CoE0On9JE9vwQ6sJYJLl9gc9sPc69EGFxeSQwVmfYp/hIsT3dOZWFd
Vf2crEMxk1zX0WWX6dnheGQCZDM0hecoY5LH7RBrHpZ1rPJ2hfJVCtvhKov9v9KUn5gLQh0MWUSE
uuGM/LUKtwmwMXoFKTrPUnJW2Dj5QI/kR90x7ap48lUERlz6FcZ6+LT0WS/ZtNkfkaCumI/NX0oV
4YgwcwqMl3iFl0wH6rKyfBeso8kc2GGxRN21WMp8TkmIBM3rOxZUkezw1eysUncNxr3mWbSo29b6
QHlWQ9B6Ngkw6cUCWLF52W7emsFQj/plsV7nVmPLO6nEYDv2LzPeVAb9m9KObntYyqnUVFDKzKx/
by1Y4cfqyGKQ7gtq0iK/ajGxweezt1yEFsyXzS9QtyIRvnlxV+5Stl3DZEb6RPMeWBe6QagDfl94
0chynE3+sej0U/Pp63bueqIBtEBXOj3mdNrv/lZTuj0I20DR5dLd6F30qxUAyDVey3aGLBGD0uN3
jadLGHkoYelPA6UhbklvYH/ROnf/JDrp+ty+X7A9zWQ4d9NNGCPmqCf7cpEvuRjiml+sZ/GrXuaJ
vmTO+Tz2d/hb8nSkjIkWVo04wN/BdPTsj2h0y7TFUrHH0puMvkacUNaka9Uhj8jttg9fj3+ZqQHU
ZVaL2SVra3x/EMDZ0B3YDTQCIcHEmqBgqDZdV2iEsutiIqj4PToO7//OJtBlBCGTQ4HrIaGN59iK
nTJsHuOU6UYbVYmLUCRSQhNYjALzKxCqHh8E44jpHhupn839/AIGvAVGASrGZktGVAAk4XsPad42
ba9ciZqeN9clac2t11loV4kBmDX0He6PhmG9bg9OLrFu/mTk+K28dLsNAKx5TarJzV+e1T089vxq
frAGFqdDxxEVon6jeyjmLWaBUjAIIMW5/Uam0B3gJiKND6Rkg9lORuT1wFDfnpAROeA7hNcwJvJM
zLLWDV6HHJG1RIGM6e6xBEiUc0RrPvMxlDODHWtKHXu90mPuRs+DdwxYsQfLYtJLeuOZXJcNsTOl
XW08BN2lw0YLmEwjfp8UXS7g5xfPFxqIrgdE90uxKVrdwJo5lvVnXFm6vyfrKl79P9KubLdxJVl+
EQHuy2txlWRZtiXbsl+IdrvNVdzETfz6G6WZOWZXc1QXPfNyBmjAqSxmRWblEtnJeBMM661umw+Z
3aOOhOGei4OT2ygP3GZHXlzOTsCJmSLmJxUijQCZS5egtT2wsUmS1z60TPY0O0LmkW1pYoqFuPhO
g+aUWMB0v//UPlHYofUqXmzOASa2fUcbFHGqW1hfhsJK8tJjn0Pv9CChv4CIqyFmu3ZF7zYWXoOB
G7dLYTx3lmRlFOaQqXRgeHjKyc8WfDrgh+F4DZ5uDGiUnSKrQgo6bqslSUjOPFBfbjXU0M0AdlHT
UtmRjzrp+0K2KAk0xgYLT3jKtm82Ngas94nncEnyltPnM3EMyndGaXbYekcT2nS87DHbHMyV+jPB
kgvLCdYpCfbBI8c1/peP9a0j87G6SpSsE+VmnnYbb+UJ9vSEBX9fXISnRv2nUXzLYT7W+XLqlV6g
Z7kBg+JuFTroH6a0QQ14/kF2xhVIH7e3BDJRVwu+wSoOIbBBWx4dhsK0HmU5pCEr/ArcCmarHY7p
Lz9uvrVkwF7EgEqnmDDJlw1EetthwJaWh3AvOyLJI/ux3vB2zvwX1P8WyYSAtVi38SDiA4IF5EzM
hzvKRwYmJo5myy7zHzHssy0G7dnU0BfAS363vdiTh7xFub0kdEEVdzaQYyxXnWc+0zoLiianWACq
7D3vvTioP7KMhN6PsnM5evEuHftmizKxLVRKo48hkmijeR7mkIMVWaPmvX++71YKIgNemwm19Rum
yb7bhEoKVbOElZwMJ8TisjjhaMVDLva9ZoRYWmb0FEqwpUcmR9VHhfFlMH3dQ1rX4XgZnm0wGFJa
WTSgCAQg3mDuK3m9bXpXX3/ruBjo6EMlKjLtClHOUV5j/xrW03xQXqQR4weJ3WLW+O60Qo9JDo4k
J/e5W5K558mASdWqVZKN0LC6O91/FA4w5Hx393oHdxDw2jsX39oGVsBiugMrcthgv8aCHrmqUvQp
nkEyVbgnrLSmFIq3T3WxiVnTsd0UHIPYqsDySWNUvI71Cx1ndoAb/Udpg/cJmGzd/9KdB7SuRl63
iTz9/jMCU6TpckpSS3dgLp75qIVWm6iBQDw24pTo2ol/cfRbwpC5AOaTSWFymeoY1aHN1vvwfumr
NqDNnih7FTCQzxfBuy1wMds6F8hgv2ScCn04oVYEgpeN6lZB8hDwdh7Sv8FehbkMBuzHsVUtMYGM
49FzRhD7pDXnJbuYUpiJYEmms7YZUoV+GOyq36ev9U/U7qOz/cldcbXkK+eC6MNpBvJ9J/VmQufp
0cIerkPnAc0jObmjcWKguy+3vw7H3Nhdt+bYjUoyQtjZxTyty0P0xccDdl1qMlLDqH2yGQwp6iTw
9Yq0BG5gZFZqiQnGqga6PAoVtrLy0mNLhjCXR6Of+eHJaPEdEshTEpK+5iR+LEAoefvMFot1cyH0
is2ERFIzjL0MIY133CCC6tz34i1x5bezRZJVqyEjPkC3ryAUsTay5k7uX9NvrLnPfwB1PLMfMERt
omvCBJDIkPPYftQ+wdNM8snkBoHEaV/hfkPGjZ0HQUPWH+pCmLt1QIqtH2hC7QItOei3GHYbqoy6
o6QbimzSZ/ZMM0WWhKke6PeDYkfp3yCY3pPLKw8zrk/yP05xJou5aBc0n5/CM2S9bLDU8b16MIJ0
N0bk7DTguXL2oYsGsb2teyBYg6PhJlmXD3b2AxhjzTKMOA0SfoBzfA9BIIeoP0CEavDikKVLPj9U
xl716FQqpwpyNiDnqF6j/e37sHjnZmow1lhmwhiODf58jreLuOocN2i45LhL+ZW5DowRdnFZgu1A
wlmhE+h9RRK/t1Xn7rXAuKPdEWk1cIK3xXTEXCI91ZkpTlFZ1mEJiTRFcPQ8wT17ZL/nzsfwNGMc
8piog4zdCZSDBwO5FqTYa/Xp9ida9F5zZRgnrBqXUcqRS6ZRDWbqsF5QJfIrBxgXw8G5FMYND5U0
RSguQ0qFztUJ5oBVvRvffV4HkceDCno7/ri+iNHQUGOaGCFhhOllgRkcTYGwlm4fcCVUBQMAIufk
qGHdEMMm9qzQSlVRUiGG9rocR8e4Vwk6j1G4+qvj+9aITe6dx1wLzcmgGnnbwhk3U2M/2CRGmPs5
/j96tpfRdiaQAaAoljNZi2Q6+oPxouOH4qhOjq7EL55qiy3NxkwSA0GnXMQC2AyniKuEDED8cMbY
+YT2gs2DiLIu8DXZixvI/dRd3kXmGAqb6yvN6mxirze4yZ3wYfLv9uvgS1uZNu/zUX9xy1IYiAJ1
t5VNPeRshrV1XRI8PUr2o4Z2tts2uRyAzE6TgaYkkbNzbeE0XzLkztF85Y2YdbNs3/fvcde+HgMe
9TPXVBiUqvS2HOsMpuI0jnZt+ho9xZFXxYvsrHknuQiJM/0YtFJiOTLjFhfB6emguXJfHgUNKM9t
/uVdbgZD1Emvi9QExotIBPQr4T7fnH/efw3IJ9bc9SK8z6YywU0vSFV6GnGG9bvyipkgVSGtS55d
LKDM8f/QhGKq/iOS34Campu1XXTT34fK9gVXY6omUgPpL2cXKwSje2/b+cqJ1AmZHt/E18cXXlfq
steZiWTwJQRnYyFKFKKPJUDz6Q2o+QX+/Bfuh+TccbZPOD9hjrA+azhal/JiVi0RXPU1+Lx98RYD
KTTZYhmdgn2tInPvELGa5iSbaBf1p/uAP8+3rMX332cuWdaKst7r+Pu164ARl9L/d97FwfDgbT2W
I8+ZIswFSzC+34cWBKEz2Xayp2gdbSfR1jvSbB9RJr/XDiOn1/q/IMi3csxdM/omTyUFMjXQCRPR
xX47VGx/mmQd1+TzkzsKvvSONnQF9iVKODeTOUw1Gy59SE0CG6qFj2J3etbQDN8ib9k+V9hCOrzy
5+SoDn+4AN0yTbRhI1F1pZaaxYwyeslbK0wmOgEPRmOBaEEs2fJqbLDy40IyL3jMbVm0OZ9T5Yhl
7lncTL2VyOmEEBLGL6X267MddJtA4SKmRh31LQ0ZR6602C4ipxDl6O8lUbzCwToF7wmd7a+/UI18
cF/f6ProkDyv12u0CR7pmwOxBUpFn59gwbLv3/DIeQQCcJzisn3Nzp4e0uzsI2THM7PEL9sqgQao
ucfOL3Ac8FY1c+Uwbr4TQVAl0m8M1bblVlZItLIr+0t5KDe6y/myiw5qphSDOIPa67WcQymEhEfs
ccEr/17CAeY2rxd4kU4OS6j+sV3mvoRT3Jv6hYoCf4jpHxWw7EeZG94FlBMlCGzQgrZEHzCdjfls
GrBhVQ568rsNHsrcxNEi1M5+DYtQRhxpuZjhlJ33aaN0nmVf/XL8rEaEO2ZyjQFvmTUDTq1gtJKs
QBwtaU5O7K2eVvHOLGykq5LUCQCKoW3KQQUqAZjxfk136Dy+8ELVRR/9rTWbZBQHJZayBLaFTzC4
79g76oV3io+RaBQD6Waiz79738xE0qh2dm2mc2pe8gs0DzPi1WsxJQKCA99NsH8g0N46bumd82XZ
lGMUxpiRECBwo/qICqQTChRrcZNgpw5IBj55aZ7ld/xMQQax1LRJ5amn8tDbnO4vuyAADSIHfTjA
bzDgk1XJWGoGhKDaeAL5Imqa3MQwB3oNBniQQ5fTro3opsuNZ3maaLtwZGDM5BEZ8CDOYFCnE+A7
hTO0eUGgiC0RI4nALE4nlTnHds3/3rh3BgM6p8Ho0ZMa0jL7YKd3BoZJgDpIpUr3IkiPz6uvR9RY
Qlt3uSEjx2kaDMJoYXcWhQbHmWH9gJM8Kk90WA4zA3YhkP8Nxg0GXlJVj3CxqayGbI5bubDFzwr1
aCxlJJrzd4+1b5Nns6hVUbRGkVEn/X72s+doC+q6PTh3BiLc8dIwy2HWP27DZPAjKeJTNZSArC0w
y/so8BQtNmCHTPbB5i8j5JlmTKSDQcpLJoAShXb8xbsJb12cIG/ah2f/JgMZ42jJZhlRGHayx9FA
wQLdhA4e8jw+fa4kBje6QTblroH9Yy7mmv8Dac0dsvgbLs4vvi1mJ8egh5FFmZKq8YRKDxpNwCdE
6YsRt/AaTHh4azLgIRdVLqQKbH1zPG97UgQVAYmMzB1CXWxRmAUsbIAfqmVRnHqc3cWPS4JgLHEF
17Ds8K5oSXVxqobo5HyHaOlzEyf3Vm/fvtXXzrcb4GUyCCIYVhmmF5gJsjCY69NtZSOAisBJXHBf
rcLaDkET6w3oopQTN7LNAB41QixB3zt8ehuuLTEg00nyKdNr3PrL2vNq27pg2zBYaYUVShfYE3db
+eVc77c9sTtZswlbnhUR9oTM4RYrcFbgxt0+vZoE25is1SdHGjUa9qhNFQsEdMWUsQSesd66k7V+
MnKEg4pTbhVMd/lBsivsz3T7iWcOR9rSXZlLY0x4Qnat7C1IwywIKZzEfr0gOuG+UJcShnMxjPOb
8rJHC8fpGjQIJAOTXnD54BV/Fs1iLoWx0iIukmLQrvEPuuETEG+B1htlJm7lerFbeS6JMcBLnUpZ
H0KfBnW7dsISKwwj27QrEO+HL7xZLCxQ5H2rpRfSTOj1R83i11wrwkus0W91dHqRrnSPKbkdHkif
PCPkiWJcnWZOBXgxIIpmXY+OhfTFQM5H9QRpL5/58X+zQrY935CQvWjohwv9eK9MRD+h4ErLACmP
dGGxlWh+iIzDa8AfHZlnaHbxaww+bTyMg5rYGYDGwIhollOj5dwWN1S8sTLQjxtes7FcUpDFeHD+
Qxh/mMVyH7f05jlbp20JpGPxMv73hZwBMqOfL5wAdLE7xVRNC687DXu7WeLY+CRoiVBhe7uCsVdY
63/ocTjfkv7uP/HrWwxzNSKr7QSzL4BfmEjClDQ4zp5pnYUXjXHksLdBlSapNekVxDskeoyw6CUB
Qx3Bwd1WaNH5zs7t+iFn186IUamPFCgEv+tRepwxGMGgjWwe9TlIC2x4ydfF6cO5SIraM5GVhg1A
Zg6R6AIG/8j7VvFOa23brUSUyBL4Vee2jostpHOBzK1Q+l4wh4HqmO9qENAGjxefI4L3vei/z3Qa
LuqUd10FnY7TXVYT6zFFtESbLJ1P3v4VadmJ/mOE7MxKruqZKPaw9ZcjIMvRUaoHJ02AcXmOVtSa
b1j7ddx4ppVmipEuJzV9PzqivYvtsiZNoB6M9dfeeKObLv8fuy552jHeVNBkHeQ7EDrtXsCET1PM
qVNtsrvsADIMXp/gIn3w3DgYtxq1ZVLkErXGo9fv09BBmIdlRyjWvn5+fXEpz5dDku9vxwCIeI5Q
GlYhjpJIHB3EmoFhDwcugCzGJKYig0vaQrwlMgZ5OZ9GvVFNpJJBOTU8aq62tlPZy33u+3tRo5kk
JqTr5EyNTCiFA9ReU0wbYdJIWGG4nANVS1UoDe2ikmqg/8zE8r3f75gcn4o2bFVcY9U/VB/W0/DW
1Ojn2UQft+1+qcD3myQmQBgbXRAKU4OkzXHnfRza1yfL/fWT4KUP+u/cHojGjYwX7hpmZiRRMi2d
FleYDxaKcVmXkTUddORqXgRS2vVgm2BAdWvneV9tK//fg4+fPPBaivdQA5NAN2MoqogOv98PNrlc
TlKmliLtEQ/XB7qwl7xdnPsf2J/AJWS78oExoPKbNAb+o6rAfvGxE68p2hLLnHDDf1jemXxEJPWe
QD6SX7e1vf1o7k0P83GVDdKMYIOn1u3PvPT00WUoLoM6QDL0qxnM4C3ptaorhlhE9Wyzld1aRYUa
UbUIicGXtaIrbDgSKZgwuv8mkfnIrXhJxhFLDw75Ayq2hgGSTKSD0Yx0eX1EXP3CT7QsxLq/SWRu
56UX0mgKU5GWIreKEx4oXRXSLdx1rUuRxG+SKK7PTrPITxOYWTNYUY/87G6aHPnzNbC7wDp8wg/K
lBXORhsnz0upCw5DlyXZAssJeHlgwr8LbkpZwTMvh0FpZPR6GPF0Bw4UF8u7DQIPmdq0OoqsDNrq
a998M1Gu/8hfLd9OR3vYBFgTAh5jO36pnuzTbu/0vLThUi/6b7+Q+Qh9fBoaLBPCL+zWKEyA5H8L
e5sav3VB8IajsYlt3p1UotEtheYHaPR6XkP6Enz+9iOY71NnanaKRRwTOIg1gklX1CQ8k6TccIue
9x9GPvsejANP08gqG6uAtnh193v57XRwn7/qD97zfqnS9ZtGjOsepgmhXQyNurXjBFYLtmhUa8PH
7UYjCokxBVh52dZCuz8iWh9LabfY8ACDEF6MLLC5VeOlR89vv4fx7XIGT6z39DM7zof6Nn3oTkEk
UBS2pMd8IM0ZbUKLk8BZevPNpbLdKMI5lM+5RKVutpf75FGuweUWOw/qyo/uRqQJsNModi8ElPvo
qztvPiPnsuk+eNC2CDTfX51tS0mNKB4tEz/jgiIisiDYYR96I/ZTYg37JwdGacB+w8JYmrQhKnNL
z2sR/hnXPUyd/ilAYoI7FbaMaTOlmJeD3MVqI3RXQR7S4rlCpAhp8dEWMGeBSQsbykUFd0vT9bBu
KchAWgYGHbHsKyhYkoubrUt7CiLysfPiimjoibnPc1I6CFIrf78effseRDt2l4DDiCIsfdSjZG/a
2evfFK9+szYGyqpzOVmxjjsHPD2ieoWBKGwl4/uthajyNzkMiJSVpfZiiBNAOki0hcRTP9UEDZRT
6fEsl+M/VAZGMB+XF5JBD9uhSw/dCMPld/RB1QWxzwOtZRhWFF20TEnWDJFRzBilEGrBpF48J0wJ
Eggi+l3pJ/ubSzITxKg1KONgxeeGqkV9X7buvLcYQHlbzFJHKCKnb30Y0EMyrdXCEGI6u3W8y72y
CUFWd0d+rgC6BQna7fVRn2+5eYRFE/mWzI5spqoZ9X0HySN2Lb1ii3r0mZJptHPcTe5up0WnNhPG
xMidDk4FyaJIILtnOwGkh7iB2Miy5xa6F55u8xO9WtAskMqrPsa6COilkO1GQvO15r41Pu9tzzs9
Bto0I9Q0tYIUYYfA4w1TtWgFQWcCxz0tZXt+04aFMqsBoyW1d92wHflX6IAfWK0w7dqtBCf4pF0g
ye7x8bZVLjXG/SaVgSlTLup8SOgZ9na+M+86Tz629071/CU4n7HP3Ym7lJ3/TSATXZ3Mk9RUBgRi
uF1yztuuI/uv7gMgwt1lLC0C1swWGQg5nwvRPGlUFjbdvNfEW0UkB3nXnps6WyKU+00tBkTEKUXj
/AmiKqf16OrEpLYxoGoR3c5c4emUbCa7efyanoN94X8ZtKuGA89Uwh+ucKYsgy/YmhJbFrUf+kQr
bf3nC685a+n9O1fy+u+zC2eCzeFUtxDR2de1oniIChNGpL8C8AHanzzKlOWoAikZE49OUZJM5kqc
Mk04D5ivOOjrpiLDtvyVbU/PP+Ng3WbOvtvhObihtT7OSS5fiplc5lKMRpdKVQu58d3m2ByQq1HW
eOPbe/TXcS7gQjZDl2eimOsgRmOTnAWIykh+kO5RCd9/cq74IiLPRDC3IAujpjJNiKic7a5/NVyM
d+2D3Oel0pZfbzNBzB0wazHXOvWCR3sTIGd3ItkXCiaYNaPtdbLbmER6atzOyQ6uW2GW2RMeB7yA
yTOv3XfpKiiSLhoKbAa7VpgEWGLEYqjpE83TVJmt1MThRif00NjbpsgyHioS/qOy1ODnLIvOYmvS
2+Y9hb0bot+18e2vxwH9GRhb5XxDnjjmaBWtTC+XEuIy4ry/T2Tng003J/fPAbeZZvF1NleNARLh
IsCJn6lqeB5uj7uDB/pePwxUMGUgr8yNvxa/1vdRsu+yHDlRU8v/dZS6PZ4QDOEReoj80V0n4JiK
eWmG67Pnxsdjn2C5Ek5pFhm43wlRPrJpLUhuggXQa3Ozdn2MpP0idyG5XxPKVqPr60cHWa5P/Qn0
Wj8isFw4nK+7BAKzE2efabLZCLVET1w8uc154/tPMfhIf77ZF3QJftmt7P3V4Kk+l8mENcJFSbX8
jDPYHI8x8qfk9X4tByF3ofhSkDaXw2CpoehRhHYw3MVDROiqJddK7ZXvE/QrCwjr7fQXULXmMrAs
+X5FRveEJNHMpc7o16Nwhs0EIZ4PArhbyRF0YpiZK0cy1jbqCLxPuBQlzsVREJ65xlMPf3E+QxzC
mv5uTO00sB9DDEOtbtvK8mX5Vos5ztAoy/5MTcV42qObDnOHt//+ou+bK8I4JDnME1ApCVDEGWU7
3ku+flyrH1hvHUQ77ojQYtQ7F8c4p6iV9dSklx+7L3PHqdTg4kW2e/He6tW6fQ+4Q8hLHHow/O8T
ZKD0lA4m+vmhIKqqhYMFI9hyQskA/QfKTm7TUu5ATLcjuss72+W78C2aQdaLnEWymcfS4eXiw0Fi
PVw2EJ1n+hwTYXuqm9I8K2WFI233gwOKA1TDOW+ixbfs7AwNqujM2uvzUF0mLJJASEFJCEGhbNOR
vCfzDhQE2P71Y4+NrJ/cb7dUoJ5/O7aVWumTy4iN2ThAp3MFfDmkmHxeIL1U6fxNCgMdxSRrTV/A
Ql6c9zwlWMcaPYjkWSQo9EcO3b/DCzjpX/zTIf1jGGxNazTHSmksnGfXEImEq+lEGwuQ7kaB8Ivz
8RYTKwqY+VEEUNEGwhK+pFOj16N2kg7dxXbEZ4kWV+7LB9v0eMRsS62R+lwUAyZ928q9buUSdTKO
GK0SjN653W59kVxuX9QiAs/UYpDElPMWDP0FbOPoZG4TKLYDRipOuL4Yh82EMOChD+MgnzsIccya
iD/1YH965QAw9RR/2MJMBAMSvVpNedbg8wywhSByD2dS2+bKeJfsdatzCUSukeoNeexdLgrQ4StI
7B02ZxeTylWP60wHXruIvIQ+OuFJ8fH0hJKjk3oa2IH0Q3LEpNFq7dYrvSTdCgEvt3NjESm/D4G9
6PqpqDrtkkqHyiTZEEyTjazLhXzpJ44/5ZmowVx2q9ZgowJMtJCd2MLwYRA/BuvndV0RLp0Z/XS3
jpoJErS8M07JBUdNUwTb7SoFf1RP/Lu7t/WaS3y31Ok1v3zs+EQiTCdkNSFtOyYEa+xSWz2GrzxW
rsVHuqIZCp7poCbQZfZKdFGrdGkJe7Wje8Wp/XClPBXB+KTSfZoN3neoqiDLrnxmRH++fVmWHdFM
OHNZkrTXQ7WoJYQPYIzd7nR7hzDzqUWap3FHm9ZwA0d9+iu8/hbLciRUuVS3WHQjHbQqKIJ7e4xs
dYPiO90b8FdlwtkBX+taM2c7hlKrhNh7jkrCy7b3SoLNOlbvIBW+4XJXLVqoriLfAsoxtHYw56kp
4A4ILw0FbE92dRtvvyfs1D6v1vsvcE/e/nrLnuhbGnuMiRxW3elylpBnoaWbaD1+0EHGrHJQbebI
WkTumSwmZLFOVjVpCjTbbtPI0QdXldFqWXvP7fs+w8YHn+cqFrsmMDX9n7NkeWTTJiy0qYF2Cum9
Qrbv1mAMdUdXtlDHcD6n/W0NOZ/u2k4yM5O0qcJyUgbp4A1+EajeXuQszuV+Lga+klM2CfkACY3g
XB5aUHZmWI6x2vBmy5YxeXZyzCOniFNV6QqcnIOMVeKilIhhOfRU8/mmKTj9gcgzSUyA0p4x4a6d
Rwl5laNDn4gHiRzq59JemXf+D9vOdsE+d/cI+3jdGMu4ORPNxiudNmTy0ELJzfv23TtcaoIlacTO
g5iI13XlAQ+2eHeAgeopO1Wh2kJbnKsm2WJNkudiQ2fE95eW7NN191F+3LbKxRz8/BYwiBJLRqxU
FmSKPp7GaGIa3GRrNbbg2+dqndv8fNJiIPh9sGw+qVOGwog1mOkLuFdiG13Vk1+vzh8m7z13vVI3
rIfNI6XNf85TK8FdgGS/R9H5pX9D78q28Kwn7enX0wEL47rnMRBitJGUK31AIYf3sKRmeuuH0COZ
3X25bNVmlKgtYfa/2eVeAUa24/WjUtZIVPw5X5Vzb1j6CSNqmjJPcUNb9Hd77+3KImdksDcDIg1v
rX+gYMWRuPhEmn1VBnzypkssZezoTZV22F17uTYqqQesIuc9bxXecTL4I59jSzQnyKrdxqM8+8fi
7mKboLstCUatJB8cXG+j6776KhhhMIGBXZeogliOs+EdNM+YGYDSZFXX4wjXp7ijNvZxtvVdgwvL
fapRnW6ZEANHEhqlT6EFncENrvpgvQNpVvpawUcWrv2/2isDRG0oSdjlDWFpbm833ket2VXlm/cO
ehdTO/kb0mJ9BkIqA0Ilpd7TRZjrBtEhHlQJsWx4yCBEmue2nV7D3RvnyC6/q84XVSsT6lFenHId
784pZoNWq12BJdyCRlrfRpC4ye14C8LEfPvJ7Z28Li249QuYSCc6hamudxe4aW+7wSKN7e5sfyQk
W68oz7abB+uKyN7b8547m8QJQTQGhqLTaBZ9BBjaOujaPL/yHNgSGcf8O17/fYZzYS9hK6PU4zv2
3hYdTYpXeeXzYLmWi/4avNr2w0dh272/RqOg/7O3H54eTn6HvsXnGEwv4HHwJ1/c3fculhnndvAy
Dv74cNsCFlOa2LCo09cQ2r1F5som59YQ6otIkUoIMOaar0bnnDla4gk5GVbWy7rBJuXNIy+xs1ie
nQtmrvDYx1YrRVfB4qNGioRgLOC4FS8Y0V93b2K9xQA2DywXo8K5VOYu11FuSTUoaQ5IyR1329NT
FtnSCT1XKudqLYaFc0nMLT4lrQ4+HSrJQje0ahet3eMs14orbY23219xsVtwJoxtmgEtcqeWGYRt
MKgS1V72Hu/0wyl2upVdGvA5tRtg3dHJuXfvFXtduAEutm4Qnt+jtUr2Ns9/B3ObxRgP77KhSjex
IzzlF2JXa8p1c1vfxZf0XA5zd6WoqMeTNUFfDBvtdrX9hEVCvmG7ZA3fRqd4U5tXRV3Ci7lMJvfS
tWUf1xN0Gzv7w0uRhUdb7/rU2rd145notSdlBhu1mv3bRDftXvHfwBj3aNo8T00DkFsfigkaTukU
6fhYOEBrt91mmNhFX2ds0ebHT375jn6OW9IYkEn7stbjENJCbJ9P7fW6939U60eO9S2FefMPxCCK
lfRt0UaSdJCzlfCE0uwU26HAmwteGiPR52IYCNE6S+4Lk9reC7p0dujSWT2Rh1esEMcw7X7D5xPm
fSsGSaZRSs9pTr/VpnUcDfQAz+jC3dVerKFLk5tVWYpdZ/qx/QjjkOeYE4Y4cO1YXrFBIz1WeKBP
gGPnSzGcrmM2RtdUWdLY2EOatFhSQEB3KKfAoGnc1J4+hth5XqOanSL24GZwliLluUQGnVqpFOJS
UhA1bpqQRAJq93hMIhP2+Cjc3dZu0RZnyrEAVcVT1w3USHCKamFrOMSX2yIW8WgmgsGjRu8FkMXL
0kHoSL3VXsHL0tmJh8bl23KWPdlMELXPGSAVk5inSQ9dBtvJH0q7aQidttxwubt4FsGAUhvFRh8m
+D6bPiSIstf3WNya7R73lGOGW4JZtPOZWgwoCYrQpqOgwlcZP6s3CXz+J8nJRAfJEy67Hs/yGGiK
475Vjas5bLz33URqmANKtxiC574eeGox8FSLpYUxeBxi5YDLZnJK33gW1oAJXmWO3pY/QH12fgws
ieD3Lc1WoxnDbX+Qntay80w9723rW8w8zS6tzrRHlVXSmEkBMUgoq/5x+/6+W6FZH2sc71yUAp/t
TezfFrnYVTAXyeBEnwlFL2awDPAEbhs8ZWU3brz0flOlBI+h//EgdQYrBrPpFEuEuJejQNQVyvpo
lbitEgeO2P6S2KjHVkohIk7J8EtEu4LdyzyLWPaMKNUadPLW0CwGkaLLaZAzELbiRRX68I0rb/Xr
IbF9OEZQ9NjY8cjPny1GnDOZDDhhKZ7axpGOW4whoff+7nIvgKGdF/tdg64/jf1bNQaaxnaU4/pM
xdCN6oM7kcrrFHTQoW2G19VCweCWLAaYTs3Qmye8Hg7gUpeeQrLmPvqWzeFbGwaOErnRpLg2KPTh
bXLc1u52jMHJqmzV42lX+V8BP4pZBvdvmQwuYW1MA/pxaIV047GRSRsTw81/RBXZI1/N8Y3LePst
jMGmSW71uM2hIBW2TVa3b9Nimlj/x+h0diH32A1pminQxfA+0FX89LQqApoNRwtciZVZNkfcYvg8
E8fgUWWqQzhpECcgmjgObrXPN80LGD8cjqAlSDdQHKUUuir6GBm7EIe4yC9og8CwpxO+PZwcULVg
uo0jZclDzaUwljCioT47dZCCUoKFpL5KXMXFijGONoutoXM5jBGkeT0olxpyrmtAQElxWKE1FFOh
P35gSTSvL3KxT3MmjnVUmTyBRf0EcWBocbwI8cTB2xmkQ/PI9vKIZgWD7GhXP3k6v10eKo08uJe7
BnsoMTgaFNvH+hWsOLePejHJMv9NjOWcsGW3js/0g47O9oA5bIINm+jWASKDsvLTuuPcO3UJu+YC
GV+mjUamoMYuI/qQ/exC1HdEB6cvVBgGd7sjyfaptHPvsHp6Ahv6aKcvyPFpNgi2TxZ6Ol3JdQty
b6N2xuNyW0KE+Q9jfFOljYLclPhhLw3aQCw+K90Svs0FMI7oUnRlN1b0qL3t2c5Fovj/4r+T3nje
aDH9MZfFeKPeGouzSO8pukUx3IYMSOGsDqBFFd9+pq861qFXGMp+qUNe7xfvFOm/z54CajuMWk9t
XME+bes+d2/b62I2cq4YA0DyKY/Pl+tX2hzfY+zTfTLcO1hrii3a/LTE8iezLNnCNjEMmTPa9GLX
XgrMbBw24Id7fy8cMJK4ln9yMHXKAb0lj2sY36IYxUAbG49aAVGi/7L9UA+Zx0G7xQaauQQGVSet
xchwDgnVvnfR+k7JADhfZxm4v5VgANWi5OpGBBEOvc3YTLlC2wy/JXQx5J+pwvaEjlOlKqnVUyvz
vMv2EO9+kZ+07whDlV+XIEh93uf5L0D5j2psX9kE/pZRnDr4iuPWA18eEMp/QOBKJ8t4eYjFqstc
PwYkQ9ns9VGCfiA1OJSPEYnWeYxec4IKnY8ddva+qskXSKuFB9rc+8mxxcUM41w+g4V0DCWdZMi/
+OgjAFShdxOxOc8jUnNg49i5GAYRDa01wqmFuWAw40yibUurGByb/C9Q+P3hGCjMTTAFpDV0QXIC
64FJ1oEQMCUnz6n81l5/Yc7r8SsBszvnLizFZHPlGOyoEEE3XQm5MBcgr/nWB+LH+YMnhneGDG5c
xv8A4sYxH48W2XY/2kBt0SuW4quBNdanPS0c3ZbeVHPdGCg5SWOcywl0A2H9FhvUShL/4CnGOz8G
S3Q9zKqKurCS5A8q6hLXySqedSyHI/9YB0u1qzVN1pkKTBB2rnmrj2yNJvrpDkGYZeN6x0/3a7vb
qBt5g5EBzilyNGSpd/VCE4D4gJSNJ22itWXXXuJtQJPHkbPsk791ZNAEBVy5kyac5Ab1xbElg0Bb
GxxkmEB/+HFqUaPmL7lbHEyY2QhLwjtZoyhaHbSjjFfoCLqSzGGhFKYTfj74d29u7F5nE87c5wPn
SrBzlmKlXVAwpuc6To63QsMfGBP2wgNtdwfbMLdGzvuODMJkw3QxSgXni4YJLOVUAiycPttoen+j
PPuRh34rLNu9/VF5/oil6c1lo0LOAUpieBUUfvC1h18+6E7uXMyM8450UZopiaamqBLembrKhHVW
ehLCjKq4nTwkbtADQGrnVfPX0BDNsISj3dKRzuX9caStqeb0WQIWszVSemdyQMO2c1GIZt+L3trG
JJ2F9hReZmUpCsN4riFrCo34NOY5JOdV3F+wvBZG63XvBtrGK961X7LOuQjmNmppnUjKWYJ1Os7u
Y/D2HHBeDI7mAljnPVmRrOUQgEwUDf3RLIFXLcaBXIxgYBcNR94Sgs7FMaYhlH3dCgmOzGxIH6ED
/BdHwGLn6VwCYwydFo+YhoAE1HJRT/sgJxoBgQDuttFx5TAeG1RSfdj1kIP39hGsh7F98I1HhD4Y
sOeIoj+ZjXzmKjFeO04uOZJPV5UcAGPuST4Yz3CVeHmuxQfTXBLjqrumjrGsc6LghB4+6Qx6bbWl
yB+TNVhZHT5T+VJwMJfIOG7T6MsGqQ58rpqoBwR0fI/GuaZsJqVsqzjTBojoaNscYkdE48gjv6Jz
4fHr5fa34tg3uxOoqGolNZIRB3hx48QzJe6WXQ4isLn3srlYxUC1Aa9DCm6fdWD/H2tftts6rkX5
RQI0D6/UYHmOEztx8iIkJxXJGi3JGr++Fw30PTajMi9udxXqoAoFeIvk5uYe1+JB4k+mum4OhTXg
aZ5VJRScJgSOR91W7T2BTVi5p/0GnLNctZvM9N/KY+6s2iSJ2VKr4Bylo/hTkGq+RSNnNlM7e8T0
jb8oJHIoI7J7+ebq/PTr8R8rzobtWj2qYzdQ4U4HAhwKe8e7wFM+1e362Avcl0Mqi7hWmCyon2tQ
tecke9r4IMpEEzBHBXmWSWcucTsEg5xGVEOO6x74dt7edJ5npJ8dvjl+xWSW4HZhzO2tzzk4ORWo
OyCyFb/+o71/P75Pk47hjQQ2eB9b4M6DOReLWeMBVPwTwdDqyzMdzEBVH41ts5cOVJJLXuGTY3PZ
CD7X+nGUYmziabbj9gry7Cw74iUpbVKKDX791dH+LKM50rko1rV7VbPTFJhhyLdwi07/4pb9R9HZ
aa8oDUxNCK/GHQkq8EIATfMrdN+B7vHp2vWc90RybCE72KkAv7k3YupaVE+npxceKC/PSrEzXolk
VCn6WKieF3joEzfza7Imp5AoIVFbgG43CV5j3m3m7iPz8p+TpFcAHkBVEhy+ox85lJb4E1Sq/g6N
Lf+P15llzRHbPtPHM24AHI21Jzn7EmyqGniQ5zBV3zxTxXksWaKcQOu0Mpav903z1h/Rd7hLnpJ9
MYet+v9wERgDctblMCt7Ks6Bt3Zcv4qzo+XFkh0WJHhGvegE6r7HJoV3+dgo3qiCETibV2uMFIi3
fZ6p+5m7WFzn17iYYJznhY3bS/OkDLmBFXboOTmu1wGqsIXrW7G745EIcFwDkwkWyuxyGVXlenbB
U7FCnM4re0wWrm/MMRunt2aBijyNRwC5jagVsNTvKP28IJvOe1sm05q3ophQIcnK86DmuGZoeQKE
FYJk5FFDMEk+mStCVu8gmwDlCQhPKLsKD3SGZ1xMxiVBs20UyhIWCqACL3UqfzazXTQQIZSgjQec
aOIKP/vAxWcD9FaLWy0ZIK6xkTFGjhr8tz3BBOLTjLyt8k/4XS/D20u6O1N4c+5A1iS4wO1mMx5K
mhl6bxiQn5AcDSqqE5zID7xxzjp5DgPLogM0lJMgKNR2ovScuRFa0Xl5Yq6OMjZl0AUDVDVUR+Hr
j74yO6CxwuE+4jzXhCXFkZBzPEkl5FTeEb0VCAD3KQq1gfM8vxDVIag92q7tJ4LNywrw1MViMg8t
UCPHRIHoI21T8b7mYJLCq9D7lJ5z1u8Cb6aTHsQTK3uDuQBSL4XVd9oRbuplqoZzozcWY3KAXpZU
aXvVGySW2jmmdOZ7mu0BrsL7RsOoDlVXjgHnxIxsY5CgSGdLLiA0ml8c57SofhZA/n4shOOyW4z1
6U1djRV6IZyPN//xT08WTG43jbEt0sU4JQHNuXjrfr4N0aKFbqbA5YjhmTCL8VNaQQ5qS4OY17WG
3M62RxD352kF8CE04Dqc/eIlkizGglyCsaoMeihLBHHex7p73s6fMdQpzDYXu58BEYijBtz7x8Q5
g5noSXlNXWF4tZqPDkq8aMkgZ99FK27rKvYB8/cUvYpzfvR2PTDWFmNgRlUcErGiutE67dsIJQeH
OG91j4UYbFNQoP/f1S3TFV5Ab4/bDdCE56c/b4Nn28I798Gd9FQwsg07byJvyzYOmnXfAB5FgFG5
oJJYk+0z0IFmCLTOhHL8AgnsldcdPq2jNzKZ9GMzdHkQxIG8z+fiONsMq3fAFriFU2+pO/byAtwZ
XqPzdHx8I1O9T0+f0q5XrAYynWi+Prf2SNRvaVEAF5YytlFMRY6+TNqrG4HMfQ+6Bps+WtQFDFUi
owIcgMvMfixlMmC9EcLc9jhUgO0kQ4hqi0/B8/8Uhdz8PHO9jULPY1PHz1PUIycZ3Xbffw3ximIp
HuzqQIkJHi9oEorIvBHJ3G+ly4TTRYFIjJ6mpBmPf2w7XxtzQJTY1dnbcbWRruHXvb4RyNzrxGqq
SD6FCuiuv/2f1/+pIf1mQWwuwxiHShVPULwl3IUatIyFPXuXHeRyfYenDtPu89/FsAmMKglFsOjh
Nieks8EWgq6eLRKfOnpon+CXfH5C7IKSRfE64Xl3mk1uREJUK4IEycsj2sRo2838iaxM8h5iBpEH
WDUdjd+sk7EgGFWre03EoQGvFPCQIJQFk9mTvp9dMC0GNsjwi7u1k6b5RiRjQKpKARCdqGOBS8y8
b9uX1KlnkSPHRELECviOhFbyHPSV8B4FziVnUx6VWSgpCm4yQHRe1+voaZ34HlxONM44s5UxW9ng
nwcRpM9LC3BuhsEYlzBJ9CLJcBW/9jQBd1k/vurcQ2Ssi3q6VGlOn541Ogs9D6gBsydCa1DgguN5
KtPu183xMXbFMLNTmHfQmOVHvbPs4gl0j7yR/X+5BPASgTJmqeJ1KOCmtW08xVKsSImCFX0gfhyh
lPMnvKWLGMQxOxDc8Vzx6bBH/SuROSOpBrjFQCUu0/lHO8eUEByvdk3LRLw0wLSzdyOLOa/q1GAs
/wJZmKJwPpCT8p5hWf4A2DJ1MVu9+/5+rCCTQF0YA/jPdjJnFqhSHpZ6DNPsfDXPGHnJGicENljZ
g8diTuQ5WZHe/QSPuf+C+vlPRNIdDT388SkheKM4cSwV9/ul+Ps5zEthdWdVSmqs30n8oSPZPHtx
eNmcf9HT/wi5XpobFbqUeYCOW6y5SPzzm1Z5xMf05iuaEh5vLmcxV1W+kQNOYuMyFliM9gX2NEoy
oHHs1uTM183xXfXpRsRZrcIszCIF+e6tHtNB14XTEb9F2ujxWqYTGX8V5VpqupGUpXk0nnNsGor/
+Bvt7YixpM5xeN7JtLf893TUey+yBe12HJ0haCm8RC9BAxRkP3zZnUTCw/r/l6f8ryjGfzz3qZyc
Yqr862vf92BjWUiJie5HdkiX4R5ZoQ7jAukGPSQxzzbThTzQdZmxK11jZoFYn+jVO3of3hyYLjSS
JOh8X1BkOgoZytOX6Xfu74oZ+9IaYT0aVGZjv+qLGg1dC7grwtPymztJ8i9vz19ZjGkphqaMkzN0
c0n7dj0BTaLzGZDpXASQQMvnLI132RjL0ZVdOcQWpDlRQKTd5dX/4TlgPMPBQotpktnIIYbn90va
EIPmWpC1nZcp0ExUnu3gymIyUVohjn0v0Zu99nS7isGpGnrCnhdD8d5TFlBsuAT6Wb+eEti39dn6
44vsMSb9/t45gKrinRJ3WYxXaQ15FukJVXoJLp6J2BBNRLQ74bG5msQruTGM10TfjblqrCjNxetD
clyf5x9fAkGMD4cOw0wzDFagNAfwjrM9oJ2Wl3Oe9Ok0EzSCoiYCvpBZoqbAHitqoSBAqN0RvR2c
Z4Vq8i+7cfP7jIHUlV7J6iGFY24hAgEkx4WI3wNvLGc6o3wjhjGOKmxwoNFlvMIZNtZIlCO4fnxK
kxOc5o0MxgS25imoEwtLAbmFR2un6KBrl+YJaP7xOpqdHe5I3aQBvJHIGMA+CQOQhef0cOTZxUGd
ykqQ0L3OcvJeMnoQjw6KMYCn5mLEiZUpyGNXDj2pflWloJP0gdLC20m6U49kMebPHMOsU1XsZAM5
jhc5OkqnCNN4byZH+a5ac3OvKOvEqIIidh+fnXr/gt5RHv8nT/GunsiNCO2cG905g4hXlNLLQ0vS
wS5Nj2vNOcdzNVU3cuSk7Mw4hJxhtjzqs49sIfQkR/NIydu0aefpr9Zd3bgbUZZZZUWg4XSAEwmC
SxdeRUdoty837zeZEruRRBd9IykNhDJrTEgq3aOzveJnX4ewXXi49vKVV4Wdfj5u5DFWYqyDUWrP
2ETlyqi7xqzJs2E/XcAk8Y4xArCg8ZJ+k/7hjUTGZiTl2F9AGaPsT6+6gNk0NE7trH32lpD/7W28
EcUYiyIFy0CtYDMT6vEa4PFCCydmaVCFwWQe5Xzm2MNJJ+ZGIGMxyiI4DYIOgeJM/1iutx4KXuOm
/gNG1P+iR+D3TprA85BVC5QmsqyycVAbWIGGsWy4M1nij55B1F1UOq28uGSO+cZZ2m/DcS+M8We6
qlVbKSlxqwHb3TtI7ICvwdqhZoK/OC/kRCb6Xhhd+c0tsIS2zMB8BWEUXW9cVRGJnDk6m+qGloR4
4n4b33txzItf1mrVjh3E1dXq4gy2vCgpg7BjrFcnG93TPWVycTgb+tvNuBfK3LwoP2VpD5As9PYh
ZOks0KLVgwfMKHDnjQLXH/1tWO7FMddOigVL6poKygLwL53knyI6+vzHa+LpCHPf8qo9hV3ewHh1
jgeUTfVJBK+dbT+WMpHQuV8Kc8uGCnD/qoGlYAJYtJPcLUJMRAxbtbEbCZ4ATz3o8d+/zffymLfZ
MOOLLtSQ5yjbdbVPBDKukajimg+OGrLhyTACvKeSr0eU/VMdeAr32zjdLYOFjD7j7R/1EqeDeWGM
34m4WXBp/gAOTnWz6NngyOPoNxuYCJikGc9019avp8/I655ynrXlnMsVifXGSrRhUkvnBgvC2Pcy
3qudowte+npGxM9DQpvwdO83j3mXBe1kZKMJWa9rR0AzXTBvMf52Jf/i7NuE/3QvijEMRgRUBTPA
xgkWActY8xRBDi9NM5E4vJfC2IMoK9RLYULK6/rYvH4MrkXG86JxKp1GdC+urZN30HZshPfleils
10vHLrcUW8R3/geX4P5bGLuhn4oOveFU8U86aWb/JHMlJUDS45UJJtJt94IYy5GIqdmMA15Mymjt
dPHcsC3DznXicFtROLbwSr98o5yNFIf1JWyRPCRL59wSczX8SXhTKryHUqVW/0bKWEuq0nVULTH8
6ZgzC5SG2z2ZzWIdPcCvHMP7O/i62z4W2jivAjCUizinYx+6GqlWwFwM0Xjlars2WvMLEvRSPTC8
LAVWLWMEIiqwh2hxjsrFCmVOw3akJwsDaJxbN5G5v18b4wOIpVyLKd1JPCrBB5qwAGEMBKTnGQhK
5is07XBfS947pjI2xWiCS1h2WJ4Dc7xdk2zdzW2uT8qxwypjTsK6NIPLCCngcV9kA0E26pIRIhy0
GSwlKgA8s8zxNFTGstTDYKWtAi0Zt6/mrkQNqeHmaCYisvvjYkxGFRWXoOtq6mkfnRGpqB5YSOsk
ch+rPG/zGIMx5nJ46SxqJQFzuMw5v84z9SwEcXaOKrFtsYrstdCJuTid7dqcg6q58Kx3y3+8Fp40
FgkwBy+2pVXXPWsd8dXy5O9GJrJf8xm8ODeXnQAEe5dhKQpEUVJo1ME8cV175TteMl62bmIy/U4T
WHzhZqhOGuD6lb2OYv5Rr4C0ZJEtyk81mYcL8aXK3X5W4voCbYnjGfKMBgs9XOZ6rQxnvCcK6g9r
kGOg0eqEUCVbGwC4aNBqL5OD3QC6Kl9zjDHnfdEY4yHnSZNk9ClLL6462nvBTk1HG7lhCu8kGfMh
BXBJmwpyKIjBGDmIi1IPyUS4WJwVSdQwPDD3GmM4pHocMgWkV2ileV1bmBp91jbjB7JgIWpi3EwY
zxlgUZjktkeYSQMwdCusz18meaFSuOVn3qoYE2IaapaJGsR09uvR2HqO7HaNiyrR6Lr+ReMFR/Tn
Hm0iE6xUcjEkOo1lXzUJ/v1yPBNxBtCGHuxalW8Dz8D3DS4/KM8es7OEYapm7SDTzYxacg5sQIgk
zg9GI5zHRmzaIAPzTpGBmyWy3X9J0cdVlwxwjhsK/iPs1Nrm3Op/WctfGUyqo7WkZoguHTVey/7N
Re6B8Effpu/vXyFMiqM0s6ofAwg50vbM2p5nNrqBNmgFWuRg4eXZfnpNf6vFX3GMe2MknSLWA7yA
5RoUg2u7dijdL2/reFIYo6TruaKPgAPbv55FEoAr7PHhT1SfqK3/uwrGGLUX2UykCr+fgPVIcaQN
Rt3Q1MMRc63cPtosxhCVRdsHfX9VgPrT8kaMF+EvdH9evi0735Qn0q3sAZQslB7vJz5wVjntQP1d
JePbDEYWqFUD8d4WLLszkCNz0768g2KM0ikHULSq0RUe8UCjQ3i7B2rbUwh0vXfs6csCvBU/vHs1
Ga+DC0zUZFxfnbURQqJ2l4sxIiSKSLxKNum7+I+6bea5m2Co6SX2eY2FysQy0fJgyhIA91UZbZ64
FTfhkamhXV0uKxmuKGaM0jlSwB9hZW9TFKzCzXYuLZ8FG8RIqzcdvGRnkoYgQWhW9WrjHtrZC28D
Jp4CTVRFURINDTyLGrPraaaJRngJ4S5c7OPoxBGxAHJ5BpkdeK/B9tb5fezom4D3JkxsvCZh1y1V
1kBSwvZ+XPo2DcvCwmlvy4/2LVgJi8WPEhPtiWOdp97UO0mMAcA4eTieI0iqPFB8x3vLTQD2C2zD
hph25T2+KFOuH9r0NUvCjmLmyGDeuiItVTwG0OIEk07rMndbmYwhgmAFrQrPra2i3b0eN8K610k7
O6DOwJ3bmXiP0DYgAsQRtA6qojGfMIR9X6mBAPdoIW++ev9yIicfzpghzrI5YKLBNjluO541py8Q
Y6CwaFMWFWDDiNJ1ku9Gr8UuyQQjkKw9spFuu5Tn5Twi8tuOd4Em2NtNSwLpGzZXFGF4GVOUCbGe
96UCQc4AYtDyU6TV1uo1JVsdszUjEUj22eLflLUU2W/xCVlzZSFSDAbTINITz3BN9D7ffxBzhWLJ
yi+pIFv72g0369Q7LWr7I/QFYmzSlLSb2C0wDc/r06K/+mu/b7aBOeWgiwItFLEN6YlYz8kKGv3C
O9MJ43Cz1brIeB1mY9W1FGrWfhnPG3ew7LbzrI1K6j1wG3OHMtYv4oJnGh6vTGebHfIw0dTyrNMD
lhfdp+J0NYm9zNZ0UJ0rtqsfC4ebSOIJZaxE1KVCPGZYqlPNBTAybiim0GPb8Nu9skR0aZiqrqq4
KSx4QY/5yEtRJsH+KLr7fWQjoXjk9Ttf4R7u1eJeCHM7dLRIWecKQl6P2388b2nadHoPo8hSSzK/
mK09TCajbXc7xwxY6EfbJ3B6Yrbvc7PZKIvsCU7yDlTCZLE4eWBrAJE8L6a6ZtkffSI9ihtLEZ5A
QBFo+EQHHalfX3Sst8XU6LHDVPF+tlmgyWBcLCR7dDGhvQgB8fT4HCZcNuyRZpqWCUOtAa36/gPG
U6jJVRUESNKPXtsSzR/97v08kNQvtsI7r+Y7EUTeyWOBRsJSuRRdawV4gfL5qSaAWRLdclHalh1t
wvcz6V8rW+Zc3gmP0RItIGoaigbaeqz1fpWn8mz2eZGrdMiLUnKpNvBoAAMLcJD3FU77gAIw72wn
GvTwCOBVR/MvWpXgGd8LDes0iOtTp+7h1kgO+qNQbS6dYLv57EjhNq6BV/Hl8/F5TkxY3gtlfGM9
jwIJ+KQqDAaUGnxg4GH8J3Dm3vq4BJjU93fhO13rl2BeWixAu7TTM2Kdye718XdMnfPd4pm7ZwpS
K1xKfIdKAUyLReqcduEueJqT4Zi7+pv6Jewfi/xtte5XzlwlGbheQ1w26h4cSh9nUNPPq9DjuYhU
UZj7ercs5rqEsVynhQYhjrX90P95HlPgkyD1vHu8lt9uy91a2NaBqM6NvpJbdW/Oou3zk7IQvh8L
4Ckn2zw9nM5GIFqQMG7FjwvCJ8VBgyzaY1Vn1S+6YwoYio5jbCYagrEs0LQbsmnJosEiayRDVghj
OmD3MPmIllxKlL3eE4HOviyfQVw0szX7RVwCPiEHAaIy5yx6cltv5DM3UlABX59pPb0cGcXro+P5
pQ1A6Gw9T+ynNzoyuDm8RIvIRa6Jc6YT+A33q2euZhY2+SlOsPr2ePrUF7iZvd+TZ9hc9+ltVcw3
mDuOeMW7KdN3t+fMRURAg/9N95zOUzneVvP3c11AKzQwhSlW++Jn+KI7DuRHbu538rbc7DdzJZWh
1vMGaAi0iBkigf6avszJuHPd7OlTXVEYHNv6X6qI9/vM3FFVMVpjNHDKtevlzh7GD4CyxH03ePo8
Ud6DJEOUVDgyyHWxE2O6dYrz0JRworg+X9JyPgMdB+ZqgeLpn5yB8Gr2E4BT9wJpJHnjLhSn0LhI
IwQCdgRwgXPo0DNAknQHeO7IZeez3EYox82RTprWm3UyDmGBIh96VSEWVdn12ZPUebqRV9/GfrlL
P2gPPy+NOOUX3e0sc1ONMSsMENCqqIoBRT7xy1nr92+FbT3/g5o7ICCJ+3k4VOsEu2zNd9rWmJtu
6qobjsGfvj43S2curXyJwBGR4UMS1InXXjvvQZkEO3larVYKSBkXhYN6vPhfVC+mn9Ab0czNLWM9
k7QEokv3FV0gaBMuZtUAf1QEXg/PTkykBu5Vi7k1MoiAivNZxEJHu81hmsSX90WNfp0dTe9z3H/e
2lgsGy0ColMQjFDkNRxyk7RIFaNnnHaMYyadY3knuijv1sZi2ZgVSDeUCnbIXJcL4AgQMkO/OsYl
KGpq7p4cg/PSTNTy7iUyDmcRJckpuUCihkzohzdL5v7jt4xne1hEm3q8ZGbaQcLZ8TQ/JNKGEtoi
QIAzwsvkTD9df1XRZAzASdEqRctxXK1jLmoi287++mQ/gW5QmKV+5gmO4PBwSqf9hRuxjBWIrCyW
pQRiKQIzRf6Ci+LNTYeQP2TVOQiOwHLoffu8dm/erWdhbVLFMNOhgODXI2UW8DwJl744CMAm/7Ny
EYctXgQnt1M7tnm6+jsZeK85zK2PL2ndqR1EA276SbclCmsK+75Cv48LuLMXpE92Jo8lnlqxX27t
zUYzD3U2mDESdRAq0qZ9nO0eEMbzGeBYNjLaAziqy1siY2riKEkttYGpWS71zgYYkk9LKlygm6nY
9vYRYYFuLlplJpEpq/voPXqRv3UUA4R38CdwAXWvfTwP9o/FtektcNyKiQJ9iVbaNtlgem/dvFYr
yfmaA/bsQp6f8WStNjKGPTc6gYe9co3Ze0CqE50tT77+33aYhbeJw04aG3pfZVcC+BQByg4wkxU7
ctXnx6Imaux3+sqC2lzASaYDoZlacqADiJ/evCeEnGyo6wHQjVDXH94V+V2AuRfJWKMWjQupmGsI
I85eutUuG3GOwpwPhCnL6ZYAg0dF2noXVnVGHi/22vLz6JwZgxTHoValFyw2AYO5QUT7IjjP3l5x
mlkZEDSqoQGPJrvR7oV7tHSWL/6L/f7+Bm9htN/B6MK7SlTgow9i3JNILavoLOIV0MFe9SUgmJhL
sxaEDf5PQ74fr57nlLHZZlM819FQY98TQJ02LlJUHtBW5qeZlBH5zzsdiDFWyC+AYvcTaUMYyscf
wFssY6X0KGnyIVbxqH79Sbj8jhJnKxmrVCuF0oHVQ93HuLYECECATXMfL4Djv4Of/d5/78fLCfwa
sHxauPTA0jAC9T+y0R8toCYikK6ZIS66PIP7urR8keQHztWhO/RLXSzR0EVU3QA9TvfgJn4QgyY8
xZaFy5qvtC/1D3BJOBKmPbsbEUyIIrSBESkjlES0dVt0Z09vbxLA9ijPo8N1WicD+hthjPpXUVwH
UmaqGI85UqgQOuP7fABjNhdul7dzzLMs9pdQrwcsa3nKnXGpOqPpOFw/i7ceRsNz8AamkWRQh+eI
tu8eLGpfvYsR4pPz0/kWAB9eTfuxTk47kpaBMF1XQHd2rTHd6kRswZiqkYb2eSfd4irDlP50S7jh
/je3Hkf93t8K+B9hbA99pbVC0SWxBr/YWTupiXSTSWzM93IlTT4Sf5fFttOXJlAJw/CkXbuV0Ahb
HLlYV9Mx040MutqbrRsqSwXAfnCNiz9acNfMrBlFnxecdPbKOSbezjH3qhgvkjkEkGX5a0dBhd6T
572bvW8a3jidMukN3iyLeV9Rsc1LURZozOusaTniY7tu3PPcqW1v/wzOMguk3yuwWzSrDSZ9Fz8/
QFHitvxOx1A3n8E8tr0VRGFQQTFBv0wn7YK518zlJa+fYwKPDe7EjRzGiCQntWniIMQFWLZOCVOM
xCQmmfMlkgwoSAA6M7d3O4cHRjIxs3AvlzEpUtemgTJgfa/H9dHwmvW42xyo+thc/37KetEqvG7q
oirL7Lh227SlEnSptq8XKIEVRB8Q4Auvp7l6hKsAd+mbR6JIX0v2oisgFNNllFwU0WIOT8vDoDBE
KpGcJQJ+v0/pH5Hjjk0+p7dCmJNrmygVzLbQrvTSH/VnsgEe9TL7WR9PaDJAKsEZVv8FgN/UVbwV
yxycqhZ6cB6p2PXFiU50dBEgr26wv5DamQHOwgXlElSG439NRuG3cpnXQS2aUeiGjJo0gwCeh8I9
ABVr5R6AzMN9W6e8rb/Sfvkql1prA1mmqzyil0t5S1aL9gBYI56gyezMrSDGKWmzRIsaKohy6ACa
0ENmE7CBIPMgaPfR+CAJ9Af/XTfRm3JvtmPVvKgN3Ufwn6S0S83++eaPt07e79t1MRa7ss5tWiNO
gZjKOZozA4VHAx0R52X0HMbEcXg7eR1aebQwxnCPcdhoigyJyJoe1xqShkfBF0syWo7+x3b8VwqC
Nyzwz2yHSaHDYeGO9lueoqnMxtw873sm38fbHWCMgKKUfTso+B7k/73MLWb9M0j5lI7wHsepE1Ux
IKfRXDxKvcyJVgCaafqsgyAhJ2vrKAOnzguRqX3h3cEpD+1WEnOoaiuYVtxA0vgCn1NIbVAHey0M
AFqbYOVo/pJAmTiP/5T9vpXKHKwlD5nRl722jy0yJE42Ey/ImIzgxdtRmA0ZSb9vXuab/iarTKpO
WfDQySvJ7DRR22D+pRo0DVi9EnAcCvQOEYlEnmY5Z7+snICAshRUJHbjZwGAyIbZ40VPWvfbD2C2
Oq56QehTfEBeO+UrKlbiu2WvVg3yfngliTF7s0U0+kS7Mebt99QpG7RdDCuXDImlHBCtHHLHyEAS
DpAZ2/Vr8RzuopQcDt1bhDILR6sm4FQsePV/5THnm2VoymwMyFvGZ3h2kWTrTgtE5sI+v6FPDbm/
wVstOmKtNOCCFW40G9C/7Sv/Q3s6aEAVWVVBC2XJBhvih52YUGgcY5+i+VhUSWTsOk9bXGheefC7
r91OHQklpeKc9YSC38llnrasMqIALeoGAjmgPmLy9QiiYmn/NULhntW5uv+TA1dvMX4sLmtfmP+A
3PzxF0x0rt2vnAn/QZAM8BwZXxD62htmib4wmLJ7PaqL47JefIfe4HMOfSpSpi2fhobmEITk1+z3
bfRwxnBshq6VfZc8nfayg2T2sMw8Ginv6mU0094fL/E6cMvc6DuBzBKHND+FaStAy9ArKGWgftr2
zskXW1c4ZPPPxUuweVm4JHq95tZRw0QF8wI4yATNoY8/ZerNV2WovKVjwEJG7fD+CR5GXerMrBT2
guhUeAi9+FuQXG054m3ybGJubWkt7g8iSsQ7bg/ShGdzJ5y5bWMqWIiGIVyR7Vi2/3ne0jz72e0F
F839gO/1Oaulz8/dxmOZuqKYEnp7JXQ6M2kfszFFQaz6YB+atrcuNucX1Y09wyApkt8b125dVIzt
bMvZ5d9paUYus8vV2Yy1SIbcWppf3qolKFaBuVnbio+YytmvRWSHU4/Mam+2zx1vFs5iOAVxNH9J
XUtHc1A+S23l6fFu/I7rrl8F9jlsBEbm2YSD2V6CPFIV9LwZf5SltdPsxYE3+vU7V3kv5FeioQDs
kSlCCGLXzIdFMchxeXbayNWfkhk6Y80nI3C1gYgYnPZg3pA9/sGgnTzy3pJf2ka/BF2Osi5pioT/
uFd1qxzaVM51LFcJUEnafm0pB3pcO3mAdthF1HNO/XdChxHIXHOx1Kooa7Vg31f+5YLGuva7WRvr
0a02m2w/uiDgRNAu+xy5vx+xe7ksTHDenvMAOx7sl8nP8phsCgKihJwkH4H3lpxoYwTKV9Q/sp52
YIR44VnwyVv2d6MNRtvNtEjBOWgG+0IjYk0uIrm4wi57wpMBK/JYiX93XtPF6qqhSsCtlQy2QtiE
jXUR1UjYL9VZsIuf8lXgDiR2USy31QUQDtFTBDzfcDaiR/g9a2nhB43XLz+Pv+P3I8J8BxOLSuh+
LwpJCDBwNUtKUhiuvLIT5+ScvJ/YvYBAecnjGPk9tsHIZDTajAQQjJihsHfSAmBY/cpL/+y9UwKC
ujXpPlSFfOqeLy8Xw9vO91PX+PwcnM8DXAie20BVmTWshqailUyRqLPGWHIrLMM6GGoBE+jea4jo
f9y32+iYbVQ7WZizbt1JZJG6NZxV1bcWl48Y3CuLUiIOrwVdoqKYT7GA8gNHjX4Lmkzvr/nZ7C5A
Mseto6SaG9g1twdmLlK3EfKoPNdhYt0WEiuSBAJPBatnhF1OcVOVRizQNGr23Hy0CfIP+lb7+ZSd
1G0PPjJWBncs6Xc8ZwEp/a9YtmujTYziUmWJgASEk2CNakxWpad78Bx4KOpTF8ySNSC/K/hDxqN5
v59J31lFXEBWS4tru9b3FL87JB97eq8IqqlA93df1Ldii3Qr6ppfUK9u2di8nqvfQTVd9M2HMDqW
nAexHxN8yOsStHTnb8/7+Fgvl0v/DJCKeptD9XR7O/yzr0vSHNxsL9E4oXzHm5Lzcxf0bv1SM1ge
xPEo4mDG5H5bwCCiRk3T4e4ZJFjnaGM+2WHsdJ4MFKvvgqLg8kD9JnfAUizVRM3I0iw2KIjqJtDE
QI8OQmxH25LER9k2F5GdOh5A3ewUb6iLgm9Onraqk/qJ456fF4n3aXz6xlxzLp7ldyHXh/xd3rcw
XKPQYS0RYarEakiQV7HYKkl+aGbg/jGfgncUL1SnA/NWM08PYsh5yX9vPZWn4tahY17X2I6bPssl
I7Ty/IAJ9hBsHT/d13/Ra/erboFVKZZpADAMuVO0yt4fcHGiHA9lVBzO8+NFJmK81PfCTFxWA+I/
zuOh/FImE7kSFS3qOqL8XxN/cZx1mXTqy0NIOXgw7xbCLUVxqyPtOqht66nxz6rzWOjvqTDrXijz
TBt9J6LAAKHrfi8fvryv+CUdnXQpzUZ7cUH13HNtY4bZixdtbsetzxFPc8L3Fwid+JiyMzTMJ8sS
yxZyutSKXplqdZAX8XwtHLfNLCtJerGRVHFGN42IfiIiGf85AxMcZRY3n1UzMKJyvKUrxAL7HToq
blBgtKZLV2/qJvorWyHCSJFZHZRt92P8KTbl5jKPPAltueE+W3lg2oRVsUcv2YTEWGuzeAOIZjyi
h5S82ZiABOaZCJBDtJqI9ivAwg++NpO90zbm5GF+R8YWaFVuvpR5bMpzryhViC+VtpVXw8uhENUj
GqdNJ/KCeeBJG3WbAqy84Z3VhH7eSmZreF2iByWyFNXB8mX7FNo9ngAkCI4g2ZPJyYMn6SjzYpnb
2ntg14vCLZbKnMarj3VmwgBiBwA1C/unGDq61+/vpD7mVaSYcX0QF2thG+9HT/zconFctzP/QmvO
sH0X2iFmvzVo5M7muLAktXP74n6eSen9pHMfaBMaep1Cj9udO7VLJk3aIMQwoNfM1xV5VwBKtr4c
gOc638cvWkjqd2P2YiLc2xqO/Px4N3535UEfLKitouMmi8o1b3ejuYkU9VpqNJfDAM18wkSs6si5
Xa6HmFiH88ePudlpMPsnT7IP2jxbmm7sNqT2tbnMwfj+nWKnn2LJJpKUoiWB1+r+YDQpA05fXdWH
wc73jU5AplTY46xxhmOyH+aRazkFx+f8XYVhZNLjuFl+1cQFQGevMi10AJ1XDcoWioMXwUXKjs74
rBQKuuzmwKR/vPXXqJUxGhgqVSVJlyxNllTG22+C3jyhJ7I+dIvBVt3mn5KIGjk7jV+6Fyd9CpfK
V09SItmi19on/KnY3bx1xXn/f0j7riXHlR3bL2IEfZKv9JStUkll+oVR3dVF7z2/fhZr7j1HSnHE
2Wdim94RO0JgZiIBJLCwgLLUcIhf1pIpi5+EWAQ5UkzY5hV6zCdTySIjSHV7qYzEHQzOEP8G6DOY
UPCokIA3FTfUU1c5xm4P6pUTGv0AYdaFI0IJU3Qw9UNbeRItRI5Is8CnsQCyoNuZtqxq7ylqmeft
hcu00i4v3G8WQxdMVa+tBlaT6IWWoZQlskBVGNJui2wmsUR92yHbOmjlNlnT0vtoHR8kqEjxwsfK
aDG/1ZiBGyql66r2sk0nbQIG0O2OGEF5Go8jyluTD0eTat3OKDbcvlp7qM5X4FplVPSzI9PGoQEN
ESP+41Z42HEKaUW/v/i90byPJhuZgp3/rTMAn/fIo487HzgWRe8Nh1vNo9PBDPysiDQPgsa5v5/Q
D4ZpyMWpSMrunEfu+wRtaH57R/Se9bv85fHVuIPszqIQBko4ceRSWRqH2Mot101h1aG3R7arnWIr
G2XTvyob3+GMzGBMYobowy5dTlft3C0OrRs4PKbeqGsBzt2Oo9I+5/LRGcILMJSUv5TQTRmH+N/n
4ai+5JVWbwa31ktdPHs7hdEqX+s26W730bvjNtiE3IqRuLPPQBXAaxIFTwQ0psg0WLvNxywePMIC
RISyjQZC2BnBccR8ww7A6d1ba0y4Ai8BMjGrI9HvUo4/whUJzb0cJwJrMIdfV9axjdKwb0jGnfeQ
CkyWaL/zqHxymoWhUejbsO0YyGL3zGmxOWnAkFwEE39/zpneUfterUHe2af//iDoBsqCwDfRAxE7
4kVJKXssht4Bipvr51/7X+Bzi/VJb63eLo3kUNlb5+XlcABnaPz2WC3v0gKz+Lm1llVYkYMRoML5
cWhyolTYD6XSgvdpG9rDQXQ41F1fwDm8onp0qhHCCKgr8HyAR0RoS0UCCHjjhJFqwOHe8RQCIPXv
49XQhoz+fUqzJ9kvMyFsAKj+UkBPgfyK220VyV6J+2YvdmOybpdB527VViijbsQyfnHbwBiNduVQ
VraJDitTMvplyeD3OcMz1D338XiX7giKqG36yU1f3YFGGjFlq8Pvz1Abgn/6g7jpXC0I9XxFFv2a
oUVRwYgq9AUpVIjy9r9DU9pHK+5jbaso11WEniSM8+/z34GlqBq/1nmwJmD+/1d7FY5x20qzSs0c
4ARc0gqmvhrtDrnSeSYZ/npdOZ0VJf5Bv11JnLwg61mCJdVmjS5skNFhGDr+8rU/eFmZozUc1meb
zDfvkUpTgVs0EaFKUywTnSyyznw6yulrZV3zUVMiYGPgbxFjCLJIU0XEjFzHw9zcumf32Qun55sO
5LQRmry3/UoMvHBBb0RRWhGF4UDEDKjz7CPeEhOEiPx2DbO2JoNSDLUjCsbNQAZbgn5LCw7t2obd
BScgnkDplcy5DwEPGeruBAlhGybhZtXDe1LHa8kG2m/U1uQsxAM3cqjdQlsILzIygOU+3kvip+u7
gh0/VZp3WMvMz790pwJXK6L2jIkLr8pCrAjQfG/lEbx4Hle/TTn2cJokzFDHb6e1hkxJv1uloljb
J+qOiLlUFfXc73hOB+OElhXREtCQnZ3W3vMLFuDmQCg3KWcZV00BBG39k/U71gUM9loJwhbu+42I
+ROujIwvIasWMQD6y5u9v/WMzuxddsVNLtj+axk/odiVjAiYORkjaMVzeGrt5FU11mgzFgUgbkKp
FoEToQt6JPJ5jwVz11nQOMNHGuyxxVr7+Vkfrr4fDYxFLqb4+fo7esrtaQQJ1GMJS9GXwl6tgIq+
FI/jGw8GYM6Wzxy0p9Og/d2o9syt91jU2mIoY0LGPOsGsN2cDWm0+lbPz49/fymoAEpEUkURuQ6g
CWZrdrVbSZwGHebxQmlnSrhQ+1sb/Grf9YI3vhFCHUmTjWWX9BASGIWp7v6PS6BOgyWlVI4tfj3H
w4TXLZRIJXSsrkXBd4UBBEU3q6DOwo/CLq4zQOWBdnx9fs1cyeIczNJbmwazaEeujoQy7P0k9DBa
WM8cu6Sg3DoXtrGyZ4tm90oGZdJxHmweRljL6yuBDFZHvAL+pwZMeLvn/8U0zkXDdSVv1vMrNVPl
sAG3ItYUOu6enAALRcPk9v1g7C7fj5e2Joky9/lUVH0YoxeJf04s0d1NwMCs5UbXdm/+hqvViEGc
R0qD1URurYW7zVor4uqtpOz8WE0taG5wPPutf8jc8xl9nmKuPT/eqmVFUwFYAVYKzIyUlClWsqqR
pJk5JPO0/G8bGJd8DaW0JARwAQlsUKiooUngdq+6vCWRkqMdYdQVezQ5vIx8AC2rlThiyVBei6Ev
TdGOMAJoLlHs0PEs1faPjzdrSa+uBVA3xqt9wjQTBCBH+l1e+Pc/0WZcu5ZLscq1EOqaeHnfjAML
IWyiRU+1JjznrnzkNr5RO2ukems7Rl2UqETdXR4gi7e5nefk7lo4vywAFCYEeUpkTSmrjxo8sL4D
WqUmDJkINdGNJsREj0/lLm0+G2XQfKJ6ihcKqvrUKhq5i+LKE+ZZdO+CUb1lW0kf9AIz1F6fBZiY
9j956IFaFLA7AYkoZD4pRZhYf2xyDGc6g699r/mbfLCHTXfQHTadKQi/GKvVh+Paad21E/0s9Eos
pRpj7kUeEykg2X03JFaLXjBAsAAiyfh+Bibn+zsBbUCi146CoogEHMpadHufCZ13+uoDqJ0Gs17Q
kRwfgJ2eLLjA19fGiEF5rj09nU7c4eU7MAPzew3PetcJ/rPwOc+NkvJcK6NudtZ5fcoW0ewOITlK
9fQiA0RaAKu8Oegmh+P2ztFBQgt+q62ueuk195Nl/3/SqdOWOj6MGh7SXzEL4H1rcbHuuSDBtD82
KJq+lHMPZWavlT8WY41rsdRpowWJa+QaYj1AVJSvbAP2krkZ7vHtWbLN11KoIx3CQmT9ClJY2TjO
KE5MsvVdUHo+FnMH8KGPkPKXpG5aJukgp8acYwwg2vendi8lBuoiz18rNvSnWEW/Vq8XRXm1uIkb
RkogTMRkACTJEk1wvCf19BsAm1+9Gb15BsL1GZkwYMXdNpWfcm4GJRd6WKAftsFg3ewvYJu+8fK9
uXxekD9ecbzS7PTuvhHUsRgah3y6RNMVYoiFLMVK/98h3vsPRTFBmkqxZwzn4MxHAWJm8WnkUPvE
sKvU1P78iYHeB01P5RRmg2JcbUSmAvXfOF+AdveaD9bZ78L+/v5atXnLxgdFEAGMt6IET37rxAXe
T/IxRRKoNvnnYjegr/Cc24EVvFWuVdu15rven8wW9E14BCbOyA2grt0VLZqv2t2mXX0EpUXRkObx
lOAjhGOyEwBtSF7SfXxR9yWk+VawLZ+YNZlLDlngBBbREXpuARq7XXjRK7nCdiXaY99rPXMntxe1
sTI2RW+u6MQdHmK+JNeiqCvP94wgpyQXz6imTa70lrmBzpW2+uubgC0UIZOH3KVi+aCKfryxS5HN
tWDqcDsF8FZhKkBftwtN3Av0hUSbNVOzIARYAoEHLhsFJOjR7UZmgzhGXdOx560qmbXt/fHgPo8r
TA4LhkYS5ygTJ4YeAGAJbqUEoVIKUyYNoJjlNW4y0s7U1EqT3Gg/aqJivT7euQXfdCuP9k1yRkJO
EoezaCfNizQZnTOOFi7hTJkGzL8z/sY/Tog2jxH9JYltrOXm7rAKKn6foASjiEDQIaNCaajXyHLb
BgSgp0Bndc+e/6pcwZr/DPShsgbeDjYrRnbBPwHYJSDgQi18zuRQaQNv4AlIotr+3CTWXpbRuK0G
uvJuTpeX2lkRNiv+7b1HzxBUBliMmZKahsDKXMaleSv2ZxWzpzzbIuOKG5xP6YGAn9fY1XOuZIpe
rEcI2Epat+b77q0Wvl6Yn74KckYsfT71kBXRqHj9mR0dJRytrt7m+lBUWvvht3bVHtutAr4OwCtG
jGHLPlfJvO9v3u0HUHalKbioSqRgOANHYXXnNkaWJzZbu9abp6NkCdYvTDY05gm3o3HoEqfRB3tu
zJLzNfrRuxYC6CrCKFGUf2hCkEC7vZ6+N6btSGLoKlAjjZ7UiF9HjQHEo3qPIluOIq0WT+V7Uzea
MOnedFDbU6O33sfKvV088asPoZ4mZZznUxrmw1k6dqgnY/+5Uw3QFdoZODtFcjjBiZxIpHc+OGj6
3RSfuMpqJr2OW6MprQnx9THgfB2wzceftqguuNFEnLuYOJm6znUUAR6FQshZ6HK0m5dfY7MN0s/H
QmaLfqfwEqJ53NwZeUqphCI0o8RFOIds4Bgtz0Jd8djQkNGblnvNTo3WmkcW9xsQFQVQMoD42fn/
X92wbIi7Pm2jASNCs2gj1FP8OQZRtmL+F/fuSgq1d4MqeAnhSuxd3Io7rxf9bSEEgZVLjfryeAfF
+wgOqkwkQWURFQC3RslSWjarwgZbKHdGZ2EM+oa3eZu1vQtjYQT6O7TFGv4YkctugG0cj7nt795i
d7TUX63lu4XZWpzdW9l38CkRvW5d/LszX0JrJn97/K0L2aTbb6WOWxAHQZQLWICID7QcHA2crA3e
3i+eY57XlNLx/FOzX6PwumvI+rntV1tExRVeGQmhDGaiM1PsQ/ZX7r10gqtkRwmM/elTwcHKPF7o
4vlfCaRijDxWOBCzJcOZdOGId/lQmXnbVa6shNKKy/i5IndXiAC6Di4KGfeUWlzFZ03qh9Vwzs1+
01i8nT1xBvNHfplPN/vOd7KV2bXzeIGL9/ZKKLXAjhlktPtmsJ9M720jTwj1osrFXVUHkhbkgq/F
MZrGHwtd8vVQ9X8vlXpQpXlWK1mApfJ9bg6O1GD+w3CsnD63qgzPOJP3tK43mXTNaiyf578E04Ui
rh0kyRNgpVmpOfKY0jLmpsL0K8bwf7ge/xZDOwNgW5K2KYazoj6N+VOsKnrHbkJP48mX/9FlgUa4
F2YtMODnn73TIAynkdGxCOS/St3K1ONjrvUhNmQdP1V10ohaE9p8GRowxq40THrjWS2LICHzDeCH
DZF7qrMPtf4sict8+sw3P2zFnNFlcS1aX4oqgX/998dR6s1VTJfFAq5S6pl+ZNftcxOdFdEYezc1
SasrsZUbUryNWkVrMMdG/cdQAJisK/mUpjOhmvUNg6MvMh89SGm+i4nZFJVOijWGtnmf788BMF+g
2lD4/LH0V76JEbKuEyt4DU9850dHbj9kJtEC+/Et+h+O+99iKBfoyX4GhrYaRpixRPEN/TZ4kLw0
6bGWMKkgMiSEPECfD4qRQNckKIQiAvqN+CMlDpsfBwaDisItF3c6H3Ird3xtDyhvFjJiqfBdM5w7
vCLEONAzz5KY/Lkd1hJqy4YT01z+/3ZTaj+Av6fj2BZeIc6tKNzF6qEso49CfVIjJ/OL7cR+CNMp
ZTdR43hta0RMvWGUXaky/8GiRdB2SwAVsjKhR0iGStAMUj7CvJBy+BTDbpYjDsZQyNyuS1NM0nus
A7PS0pp2LXCOKa40rW5UMQpKvE79Qy0/CWyjxZhdHlphvkn5ZEXYkq8ASBY9THh1c3e9fAqGRPJD
7uEGf/r57zpw2V7R2pLY/e/Hq1oShOfn/LgHOJqI1IF6jNQrfNGP56EsDaQRtIZpLyjCOVMeHhVx
zVrfJ2Qxj0jBxA0U4EVAUSnLMMZJI3qdMJ6nnNhxe+mH1EqnTlfajaBu1YLbCOG3mtXm41Uu+aJr
sZQT9LlGAJ8QGc8h/0zqTVi+x7H1WMSSelyJoAe1TtKAaj8jj+eufu+7Y1UB9h5YYSJqSnyu4jXv
unRugJByQA/M9ROJuvNM6JXg5mbGcxMARhzj2Uee+dZR+tYJqrXK1r0wGahlxMocgmWe0NhFtPkM
URCwSJQgE1JZHf8p/Mp5jcQrfuPekN3Koa+YAqbD0IccBm255NdE3otcH0+PD+r+NXMrhDLlTZdI
yRjxiP1FvtR50WM3TD6yK+qwALiGGEw6YwkwtzPDxq25UGNuZLtIwCN1QJFD+Y3oZwCyfDAnxvBr
jZk6N3/nwy9mfE2lLRm/RmQQioAxJB/dQWLkBM2fIPwrenOTX6YUDi+6fG748DR92+vl2rbc6+/t
91J7n/dhKJF+gsXJn8bpuXFqo5O1nDdk/x9nLG8lUQeQ+lJf9yUkVcQNFDeWSjP231CC1NmItTJ5
BWGykOaDPDgIpOsJNJjujsWimCAeVKwsTvZCFzh1YVbdyyCgr6NvXzLWzhSrr1mtB/Wqin59kdV9
H4kWz25Yt+10LvuMss9A6LUU7UrBSmn63jahZxdpQPTwYOKS+hPAX/mVvlMUeaj58dyOnGcqVQkW
nwJNtV0c/X2s+QtFwNlaYCzc3CWEFnHKDAo5p9QEVIBnsYKLHnRusPzcJOOLKp0m2SzKYycHWsy8
VL6kY2KOlD8XzDMaTuXwO5K2URD9SZUvwj+L2YfcvsuCzrS+lTcrCrJgBq4/k24Q8TmM2B49kT93
YsxbnDyZDSnDjSop8VMwNqHxeFt+MJ23nh3+D0B8dFyycEr0JIAKXimNiQhSO/REMCBkA/XL79+/
Rf330+7t7e3j4+Nw+Nxc5gl5qNUk+tdj+QvHAvnI43DzvYBRn/fjSgOKQJZ7lZukc7BLARqS7cGS
rFpP974d2s1WAOW6cErtyZFdzsyPssnaKCokm+jSOo8/ZeHVr2AC21zyh8liAYC9/ZRQ9RU5URMZ
HAIFaK6a0vR8MzOZj9pZzX3fxwKKgJY1vMF5tAEBaHAriwsiElYtkc/sJvjAxFYHJfEDxkA51Upm
YQFmAEloR0MvIBHRtUk5y5EVIgFj32RgzNA924JN6h0F078iJm9h1hfoGFYB5Qt1TIgUsIG40Ijf
6K4L0pK+KIDFBH/ovno6HzHZCNS2+qirofbbcucWfe1saTArp/rJcRzd2ZimrUVYPEburPjVhQfh
7ddQFz+Y+oxh80I+Ey00886oL2BpCM+Ro+sleOcTZJM2qy3C94btRigNToRGc+owYAvw4HzVf42/
y8QU3oTddMhQuX1tgLB+8V8eK/BCZu9WKJUOYMMIT/CgxL6DSvjX/mgdjyAxOgY6M0+V+z1vOpBy
iqDlbnUwsO8vIFn65FHNcp6lp1b7xwPfVG7+IDTf4JWiYqwhpXtVlsj+ONQymjHa096qdklo7d54
SzXtCQhj7i+QAfH3uCHFyhNiPlPaql0LpqxKACwSx/AQPHEGr+d79aXq7DLG+99qhPfH276QZcIq
QSMLWgywArL0M2JQ2zIP2QY3LEW7Rqde+knz5KfB33tvJNSjU7CNx9fHQu+jUlTNwNk1Q67wN93S
SYaI6cPBV87FPPvSvBT2Gmxn6d7ciJiDpivLnIXqkPWeRzACQ9youDuRFZqM3mlvb74uOqCPWfFF
qxKpmzqxcSskPujYBpCe9jqmpB6qbXzhTryRW1BQJ9uvNRD/mD9KU0QVuADUApFEQU3wdpUyV46A
CNRYJYCk3TbQVbPUfwdGYMw8HoWWWjmYB05om92Udr3vMe1p3oPU9jXWOmGInxMZoDWS7ArMCBHI
JyMgeeavb/FfhY22Z0xzexsNX++3kpvsGbdBy7unB25pgliNWeVRWNSMqwVRqi+nVRoypCLzLAj/
+ZIf14Ddd2xHuNUzQx/QlyBIR+83FS0TVDUbMBOSc2OIurD1nphTYYGjES2lkxP/CozJ8Te1zb3V
VqUp2xz4hkBr7MaOcYjeicc+sKBG8A79ul+dZVPHOYPB0WaJfNhMVXl7nJHShZmShAoQ+iN6mX5V
LrGmHW9qPkbh6t7b41u4kBrDVlyJo+4IxKXJlEXKuTW7XY2qtUVM5IE01fzM0e8f2cHMgbU69mwB
xn8rl7opvlcHYiVgmTK6ehs3P4SABXVaZb6Vbmd3B898vNAFezojaPCEwFsCCQwqNJqqUKmjZFDO
nh0ZgtNscbAW65QrIdiaGMqBCUrJIWsKMQgDncH1n1Xw7xU6+Xi8moVqLrBLV8uh3qeJgndC2ffK
+T1DC3Bgxc+eq578vbybqRIyjcBFIqn5sdoIOf8wrZ6CiroLqCJUFbnEW/WUEcrniTQq52ZXbmTM
PEyMyhQNYo8v8R/p6fEyZ+WjhYFpHNkLEZBPQje6s5FXglI9UM9CaYaiBguFIpqfadMqbc5CNDtz
mv9LErWffiME+eRH6lnFnEhdCnwdM+kFI25fZLPndH4lpJtN2P3CZFAvCTN9u0Jpfw2+sWZKM/Wc
7aIX+YU3pv9o5/4lgK72N/nIjd4sQN4zDmcxJ3/HWuKKsi+9NyQRDw0gmCQVRoSyo7Lvq6STSxVw
P/az3PBf1Xd0ykz+tNpTunQ+iBKARSEKHnk0e2+bemJLmh5DszHr9xT9IY2GLHmi9YE2fZKVzVs0
TtfSqBxHE8tdKHmtivScxrEaX2o5Jt2CyWFLDmysV7+ESONTbe2Fv+D45lDoX4ukPHnUMorHcxCr
Hptj9CJ+cX/bNYL9JQN1LYNyrmpeEC6MOxUBbdBp/ad0UI7Vd241awwZSyqOIdQ/AHRQFtCwAy70
0KGZZuDIjGuMxOkvLv80GhgGW+84E1DF5PLYViwkioBPRN0brGGggsJb/NYyJWyXMUoDgewGtOwA
SE6OtG3hPwNUhQGPBvF8CgyAAFLWQm+3/e+13qGlh+rNF1B7mzWNP4xgzARfRa75zxoxA0v4Xduy
+3bgjRQDrJJLZJf/2JYABzEXz4ApAV8L3TM4KlXKTQQshYSdLI93y4rbTN9M01uPN/j+QNV50C/2
VgGFGWo2t/tbyWVdtwWIGVm12CAO/VNOPnHSDDi/gh/YlVB6/rUbCwnmD5VDFgMvBA5aRIVBoxDL
IVvE/DlhYITjvsqM3JMqkxdaQX+8MPHuTiANL8OQCXjoI4qmi1EYINxG4yRIZ2Y6cOWGLbZK5Baq
RjCy2GPePO8rDB012rOAmfgv0/Akgc2avyBK04lgD1+s/9k6xHspEn26cKhg48+/1WeeO6ry0lc6
Wz6H/nYcQq31LM832tpoMPsESPqqNpNUa9/iRGs6Uy4RmKeogV2GeCv4KwidO2eKVcKFIq4Ef79w
53PEtmrSbH5RZoHimWU9YjIKQRoxKlrGTMKodAK+8M2yHb0VzVmSDLYOAAjRLjJT+91qjigNguSB
VeiMlhfO5ocYJEICX7j1gE0GrUpqkzrOniV1XCv0Lx2tNAMAEfapoGmmQak9U5V+hKwY4DfASXAa
43kaG2+k7CKAHnqfBlabb3ygu6P95G8i5ZipsV6CqLrXWc4JGH0KNOm3Om6nyaorzZefuDbQ5eIX
7zuxYgpdiKkETP6afIflPm08HWnnNvnwU72TtDbWlS3/nm0k8ZlVppmj1+utStkJ+K/HOnwfx/9o
MDjnMJ1elEBqdrvHshhKCCmQjotY/gnvpwpQzQRD7MrCd4q6GY0KlMVGXAmgTJHq5yaRWSMeyxdf
TluD5zxFl1TP6NPsO51XKPp5rjdCSsADIKSCVqqSqHUYYe4+/u57AMiMtVOBTEM8O6O8qXhSCPhe
nnwluYDmN3FVnksPPCO7QZKUmBje6t0AynzBGyy1wF1DSFxYUhrVK9t3H8kAxyuBchaPwTmTTBu3
LhfqIqom71xEaa41XP4c4cqKVa9hgq5W4iRjuXkKyOsqt8998gWiFbzcMW5aBMsRHQuKniyUbMX6
lzS3vR5E3j1ndazdN0Z46ZsN4JiS91fkV+oW93DtWSzWzIFtDfhemsNajnOBRUutf4laVTFZBuWi
3mPBeJx3gV2HIJspu7p2JpD4b/iA6Sw5IFobTYWhCIFnqn3ZrIWTd28LEX3bwKiDUZsXkU2ndFjs
miyUo9q/VLGITFtU65jAKekSUSWrEvLRagEpNOKmVGzVZyc9iurMAnFu5CojxoM81sz7JAG+RoVO
wveA5AuDSG5vlB+xYdEC/nPhXpRAT+P9+M3WmO+ns7kd4Z0FWtLezEJT8I6caNa+BWhOLpYamx6T
/A+/4wVdLJw0MhP0E6I69jV2thRtcskk3FYSDFV9JRdf1Amzto9zeHrrO/HlmN2NWQ/IbyDPcfvl
qSR1fp720KhXT9YCH+9dYZc+t+RQiqpWN+95/3fcRpOdymvU6D9EO3ey8fpEhQr/BsvurexR6PnO
nwr/wisHGA/P8E8jA2icFhSbFp0UnROLT41ksZ4BorjP5Jk99a+iOQ6GFG05HcwjvCY8SedUMXpw
LDAzaf0aLPs+UJuP9uojaYfUlhIJyty/DLArR6a2B8EUyMbfS6gbNkfOFLfp2/Qu+A55ZmD1KwPs
e9LKMf0UhqitQtMAbuEMYp3xG7dbJWSY6dpKin+p+9jMn8fyNSvNwbe9XJe9vw2z6wq7bD8yzEIR
xF0w/qlYQ+ZsAlzQIGlcZiPHABKKaFfiOcIWZtIZImNP40aKDkliRt5TDsKNymRip1U1LjGlZ+EL
FVLvRT01kVvVMTBvesT8FeVndFVrLbdvN1PzQVRt8HU/dMOXeGw1NtugUXnldskLOnqzeMrui0za
iWko+hd5X8vWyJRaPZxCf692oPkOo7ey1DInjd/6vIXT1orwI3uKcieWjCnY+Y0lS2/8YIxfsu/6
zEkEMjzfEPBKwWKr9VH20HlWnWBttGy4+LyJZq5S1MP+iciWIGrklye6pLsksVtmR6AMA5i7cSeD
NHDaZ8U2Aa401DrGxXSHAoXj/DWrjIKY5bAFcyx5Lt79ciXgXfDgKDTJAOgjRENuRaIjXnTq+Swj
+5cmtuRSBza+9F3wb3YGwFqJxoe20ujjPm9sLjZ7cLbomZH4G1nR5XEv1iufs+SWbj5nDuqukudJ
puZ+X3v+ZdynohYTq46NHkX0gNXy4LUBV6VoimxsKHy1Ivo+HL/dCMp8tQk/TKnI+BcMfkpTdF5W
ha7WRJNkq860KgOxYpKtyLx/8iM2RvQPY48ml5mF+na5rT8JYlX5waVhDww8TzQN+8BXtLoAniLT
BqEw43rUQAu34RA0dwquYzC6qrJGSX0P0sOXCD/4bX7Or9EDXdOo4EuxFYJLrki9xqOKcZBafrDL
jnB6P9bZriaJcs65/slv2Gabqf5g5Ok4aHLA8e+53Kr6yCaxwZdc/lUw3hrUe/EL0TkJ5myeBVkM
oVSj9wISpnUQXlpPcKowMlRS6YCy18QuaitoO7Nm3CzqjCA/RcxrUu3UyooJ4Mq/H/vo+3oLit1z
e/LcTQH4lkwZcrkQhVFGa+JFtmNAmrg3Yo17GKtY1HnP5SUHGcOP+IgetMtjyfcAoVmyCuHwsIAw
SlSs0gGLwddqkFzk8pCpVuVviezkMSaQXAT5T0T24FTy0G7BHhrZrJV5NAj7XvDnociNION0xDMA
mr73oDQfE09XinADUZnGNLogfQWK7XfBygPwLr1EfbJ4q+KcmIgM4q74wsupcBlghqyor2ugeBLe
TKso08UhD1YC/PkEKCeHOh8iETSuIolLZyeYDBjfkK2SSwVIxK7OV+7trGqPfp5yIyHfV8Cp4+e5
8UDG1/6LCJvi0Cn6WmJ/IV5GFgL9OgAjzVxsdNcdqVIvFzDm/jIm08aP9uK44Sqy99pdeSkn0ezz
j2J0Oh2xhcGI3vmxvi08UPB2BvgB8zfn3L5CxVUpZre2XuAFl4qb+ysjDCUftaS3umQP0nwtrWx2
rXflXl9uRVKXKxkVxuM6NbhMQaHHfKslAocGrA/Qhv1lkGR6vMJ5AbcnCcg5qC5FwqJdDxM3brUT
DcYDqtMkvAhBnxhBO9Uam7M605NYfyzp56juROGl98NZgVQhtZd5WfsDR6LokmfbUX72u0kfRPSa
8X+R0ZE+u85MMozUAXduv5OVo9pY036A22lrLeO38VoFdyEcnUk6kPiFuQebLz1YlTRFFPFMEl0a
Zt8Pel7wesqcpGfPYiatyNz0qKAkOWr1k3BR5acKTeoF0nyDRrKVrbmvKyGLCPI6pGaB9EXehLpP
BTukVV400aUSv4ri3FXPNfMkpJI+BqYfarLXuG10kQZDQK1Y3HgqorPY4Vte43Pz8TEtqd9sMIC/
RO0HzuZWIeK8HHqO7QGTwtBJvVNbsPYLUQNcbj45ESkTA0HC2vtlSSiIfsGqPMPkQfV7K1SK6wAE
5GF8SQJFccSuZt2+/eCabgsU0oQnXqSuRMILGRCAxmYgBIDcLJZKXbOx9EIMvMGuTuIfcXRHAu7K
FO8NsdbSlwHBeB2aXGsqa7DgpQsnSRgVgWLonB2jwiy+b4sIj/DoQuRu2nPJPo5T9Lo01bRiu2a/
Ql83ws0hDUIs/EktUGh7diRKECPBEWisEMJ4rTiZJePMX4uYj/UqWPVgm5lUiuJLUHMap2DyK/iQ
+y8wkzOvbPYxChqms9bxLkKL/QrccUljrkVTwZDsCyrCoTK+KIVEDiQbGD1KOECSCoLnLkhb9CRK
U/uf3w3MqZp7l0AJDHdwu94pCLiJVev40owRGmbPnlAageDr0VDgPqZrKnrvZZHyR4sOCr/ACd1R
UHh5FwdTjjWiXZWzcvQcaA3GfWwmbjoxYcVobUtiw0es6nBtAWRYhFZdDLUJjYap0DmuTJkZA2Nv
tbX8RaJR2LYhE4I6nefXNGE2UHfKhnITEt3ooPov0r5juXVgWfKLEAFvtt0w9JREQaK0QcjCe4+v
n4QmYg4JYoh374uzYMRZqNCuuroqKxMt8tczU4EIIYsHDssRb2sJaVe06hFVOJQpupo3aE1lSytc
4iSb3X+YInBVjDIkSKddW2VTqRfEXgptLS51ty9XWn5iBhonz8h1C4VZ44XeqduS1dHzy7pLUdB4
VKeDRg/dWBvVWCgJ8NfmK9bhs4HPIJCTNv6eSVW0UKtR9BCInh06PntMhnSwJNWJaZ+1b//xXkT+
AnU3IDRBUPIXo1+cPUlww6zLqsiu/RDdtltB0tvcECGfkb3ft/RHNzQZ55WpiSdhukRzQqGMbH6P
nsv1WYnMyjFe67NPRSBWIhNNmJsspAqI8ONjEJJ+5R7lxWr0aGb6GaMsAm7KP+WGyelrnFgYQj+K
baSnSz3lOdIPIYmU//wCBJz5n5lx1S8mNlfTKA7aMLbjIUCX8kYcdI/fDlCDWsp1zryjgGH+Z2oa
3PK567G1ClPCibcGMFy/qm/QHFF1RoHgCVJgvtmB5eY0nBZWdNyZN1OJqAeN3AqICf6SIhdj9AQm
aAo/i23AzQwk3D96u9wH5k9whGB4oKsAl7R6+SBvXeQ+trg/loKvmcsJYOl/HzA5OlIv+8AQJrFd
sAmEmGUtMtywT8z745zJpmCCL8xM4gpXTIHcz9IYgi6y81C3ek4y3lATkqkmw6/KZ77YyMlqwerM
3XRldeIMZbUsJFHD4JTjd/EF+nirDnXx3FFkgtcFFTbU6D8f7xuduStgEzqcHFD50Eed2GRd3gWH
QRXbTIgXZZe7n7g0EsupR0G7xmesuuU7KibpEqB0JvU8PseBqQGgDTlVbXIsUcFxUSiqIzuqc+8Y
VF3G4Sp2xZq6GcMBjCXlg3oac28vLhv2FemitJB2WZpWKQVrefziuUHzHTJa2XzjvVf2SEU3NQNK
Dk0tPLSP5KDFLjgxK3Q2kJVh70oDeET8osxkFCNa7YsRECubXZiCMNKLwbbDRZ33KXS+6+t1FxTh
vimjLqFpIuNGEKUqafX70z97lAGVGlmwR429KdCNTxtJyrM8spFJqJhGV0vCuaBHcB4VjbY7CQVr
lUK7M/Jaiv5edLbe/4AbrRa83oTLD5g8IYAXSoIItCd2H6xqiQWEtPZlEoeb0iWCQMOcKF8qb3Ym
9AYylEZMryTSlqlB3VP9FszZe8EsR9UT+FBjySdafMrlPaot/8VnAuosoeiIQB/8T9fetUXja58F
Q2QP7I//wa6CHeOJxOcL06/1pjXlgjQqwSOJ5m5NC+nMOIcYSOyGakVEOwTn4dpxDJQpQ54W4brp
1gVkcaBPo0Dh7Xnha+dOsojyOTC+QGviZXb9tTUS5MzQcZGd9qtc3tY5RNWg296iMgDArvBTt75R
IbffBBxpwnMPjVZn4/MdPo7IKGDma1V40Xoqt+hme+2Dpx7whlgvcoa0S0X3OQ+ANxQe8njPj0+3
629lvMJv+0CLbFT1G92t5UzP494hGqbcQDlVJlEUp6uiYJbIhGaeNCNSEDiVsSEHdDfXlqMidfJQ
FjFLMuuuyk4AOZrQDwcpzrOFy3kuBkDhUUG9GKz1uDqvTWVK7krF4MOhC5wIqqe6NwItfUGZZ8OG
+VK5ZPb+QFDLA9GHFBDIaa7NMYgv/Ro8LjYbo82J08ygJlVJnepZ7sGLaPiv4aD33tK1dQO7w1m+
NDu5HR3V850gr2M7l4mcPyjSvma3qokDyoTbrLP6JQLxWxTXaHG8OwAckwECnyxhJ+Ul53lDbPcN
chBAFhGn/OQBVi9Jzb+iGKI+eIiGAoPp9aakisniJgWoXwvW/PDL9RtHXHhrzQTX+CJUy2UF0BlU
qK+nns05xq8ZBrGRpzWbtgdUgaukE8+U0h7Uq96WS3OXskzs0xqI3YXn5Vx6AIqwYLmRka5CYmJS
mAgVxwslHpKYTJkTOTgrPap74opRNoJgJV1lRe5joZaGXy058nFg09gMRkEaNSowQen8euAiFwNF
1MByK5EufyzZRNcGgAQCI2xiWrApLeXXptqhl5+4sSnJkJcc34KZgTb7gUMhzzMj7Zgnh85/USOd
dajyHxNIQB0D22XM1uD1hQTD9TcyfSUFXMwlduVElBHWbtmAE2OvLeFrZupDMIQXtzamJ2WARK4N
5Xktq1koJHa0K07MGjKxdKTsBPnq01dB+JLed/hzOcEre5Nd1w5JU0GhMLHB2OmZ4u/YtPH0Mxwe
wp1MXjMiULsM/ge398yJv7I7uWigo1CqQ8AndvOFd0AobhPvI1EsKc1AmeFbYqESR9qDo4vtTiWz
dfA5mR6FRofWoXqbZka6pLU2c/6uvmj0xBdPBGYQZQfPzsRGkXzsEoDiOxtj13eE837KbpEsZNYe
oGqsBM2tUXXr2l7fR75SZrDXd2ifXI2MoGvwbZ46rDmQ9ZQlNIP6eECMJqd01RL9O946JXm5vwNu
eT/HrX3xHZPjFzdoOfY07IAtaEjAri+gIExKCFKi97F+s0p9lwDSCnkT+9R+Pj4upV/nUsFX9ifX
eJk0Qs7l47wTwFkdjxY7vFrSAIzLqYPhg33X9PVH9/P+uOcqHZd2p8xDfl+DZcLHuGvaSwRN9nhk
08gxvMGCNOh9Y+NaTlzcla3ptSq2fqR6GKOqbBsuJEH14PQvnfuzCIyZSxFdmZpcpbEaimkvYFjC
EZKBGjIx6AxutmWLpy0pxEPw3gKiuHeWMtrznuvfPpoWViTXRVDh4UT33CqFnnVK2T37wg6b8AfI
nCHUGdCupEZ+4uWFfM1MjHQ15IkPw/Zp22jA7LLCo8wBSheYXUf5xeB41meNqWyQVAI4MWXTKFqZ
EWUXmE6J2Y6YR8mMOTQ78JAgYCDWp4y1ndAsPvhXVqopq5pacEB+MkaRUCuWcHXjlrndUv8+ZuKu
kpqLvI7DOgfZvvGMDu8ahoaMiTb4CLidbawzS3mx+V38z+TEY42PXpDLYJ4FaccFZtWHRDwDV8wt
UonMhPZY0X+WJj6J54ci0BLsJTPR0dYIztMjHZzV/UM5V58DTSUqIiOnPKBkkyls2SjjwkxM7Bcz
JcHR08u935EqJnQzup2Rz7VdnWgLDNTCtTsDwoHTvTA9mUqNUVw3Ukanq5v1D6pu6BpNzIGozTpZ
JQOlv9E+/WwzcB6HJdXvD3z+0r+wPpleuW7bMKkw8OKrNDJoq0q4VJ+p8MLqG602CvOxJY9ItOtL
NK/zTgI1euBAkb1Bu/31pecLjAeVRzxnIpA7I1ctpLoMfvUA2gH+k6q+lOBVrCI0Rq3hpYoIDKrB
wsGZQVSoeDKCvwAoWBTYp3A4RYzaPmGL2O4aEqgWwDZVuXcNYLdwfGn/E4dmH+hsaA3iWrPCfXEs
cvD8iqasrpMd9zPEBhJp1TbwV8lSI9qcJwP7APJKcKQoKky2RRu4Dd+GbGxrXIUu0RT5i7xPYDrI
wPRRLQEUZ96xInh9cc5EMLGxU1hLjxxTLmsSMr9dvxriKCHAJj2iSd26v+H+FBqmzgqzjiMNW4DR
Tk6a0CNT1chVYsvoUfxsMpIyD7FLNJQfX7g3JyfsT5l1tGxJlm3CdeGZAJYPPq2+us5iM10JdNzM
Q6xH4sZF8YffhK/8DjSy/APo9Bw4+183NnDHeO3j/U+fvU8vP32yJE4rhFXt1bi6ZR08VDRvqZwC
EbFnC3T3MME6yUm6ao9LYtG3fB+Iy9RxMyhQbYavmNxqftgrjqvABzoyVXYaR1Dj0f1Gf0ipSCVw
fFoVQUor//at0nYC0jcGDww3/YpKUu58cV1LC8s492i++qRJ0I4Y1vOaDp9UmXpvAE37Y67lBytB
Q+1X9iuu0IEam5BjtWrKP91fB2Ec7s0WupiOyRaCVgKgtNyA+24tP4YfZ/H36D8pW3kd73xabEFg
WBm/tNTpJgbDqrQ+cNQ9UoHi/01e9xe8yNxzWYT/0kbtYPRB/GUnL14LLMigqj6PU1v0+jBfB0oN
Rr/KEeJzA+q7l8of+14Ev88L6vB+cqqHmH3pKzU+p4IWuQv3yZzfAHmEBEp0CfCdv4W7+JoeIAIJ
76nUrisPCvNlmtBQjL/KipVOTcF25P5ijHt+shYo5qMOKCJfgXbWSciudUpQS6WS2oqgiGvV5/A+
QP5CVxhNokKuxiQqoqX8yC15PuA6IOkfFcOBi4IXur47+J4LuayuUpuPdFkiBaQRZL1IV8JTgS5N
i+ufRD3fF/JW4FZKRsICsZm6MNFzrxUo2gH2DkgiKM6mrcJC7/W8lNWpzaxkbs8XpAU/zC5Hw34P
kmVa6+y6FI1ENfjaHDKSfSkLT4m5nQcnyivAvKOcBej99TSInssrnpSn9udnCAaG+D19rmhu+p/3
13gGfanCjgZRBGQ+lJvLIUt4YWA9jBSwN4KBlsNz7uWkwm7KkYoWcxLL6GCRaOgiGVO4dBgM6SXU
appL/tK0z9xUoOZC+hzUS4rE3QxaVhpUWBKsPUiX0429OTH6BmB1giDl+2Wh03HO54MoBCAZcBvJ
Cm7H6ykuGg+MIVKf4kmKwAQhwLaIiZxQ6ZA7EKBREsTaZCkom3ldoKcKfTmIRNFfOX1dIAPGcDXL
pnbLZhCcy3uF8DUnrjLJAX96mvREaQTXAGDoudVcxxqaRSTeHxnK5GDjcGGxEXqoEL2eXHYNlwcO
Tj6+wXHYV5STmO+kA3pJT3gHhSSuSD2NIIACT3/b+hnRUlCFHZxQ0jwrd5ow1AHgSIDV6iJ3APtc
XQc7TfAB6Wb7kH9NMkF8VTpojFPWK9uSiJBWwJ2hpNzObSNWIxrfei9OxksvRVI2pRkrjGgLTZKp
xv3tPXeXAUAx6jvxHKC1U47JCCIjhaNlmZ16NJANLsP0DnqKXoUsoUz+yb/hc5gND4KDhxa68zVH
5c/2nJsyULQASAeg4AK75/2vmouP0SaF70FJA2GgOPGsIyK9gC6Qa2tiZikGpM5BbXaQFavzaLVx
163eKg54641BWEgA/+WbrtceIg9omkRwDmZ6lBuuN31eu6Iadolv6+f33kjW+0Gv1uBDAtsZJoIc
Rx36UQXd01VQQXwRQk/QpXqkG4e0+m430mQ1IIJ5Q64K6oKPENs5nRJ6yiAzkECsa7PZ0NPSe+L2
3sOBGWWjUIzBt0/vPTA6x7mgOc4zl78lrYueo3XoPXjdQuBze99dmxGup8ZzUklFacx5rlnJcKND
CSQs2EtpPGyFeEnlbiYhd21t4n3cNMfFE8Ka2+o9zdYKWHLK32y33++hyEPXP18oqnWbjpLd8Bs+
SAsA2ZmTcW1/EuVxSAi37Ghfl63KJ3vzc8xBIzspPjy8ssgEygio0PBCa1Iv+PlbN39tehLkqXyo
KuFoWnFMMfvlwmMoyQs2bgPJaxuTfe66mRvDrTjPANXnNbo/l4gJZ25OWEA7MKrTY7lAmiwg03YO
BD5T5jmGKNUP8pjN5oB2oe89xOokfakYeZsrGa0hMh6L4ehPmMwZm8tuIxQ18wy+B9JVa7CCkp45
KPlnJb+20kLgO7tCY6cirqmxo3YSfTh8IQ5M38CaBLqF0oqVF6FPl9zgbXJLY8cG+bFDBb9TUrh+
aIFBSxgGzPuhEVvqTiUbaHUBULBgac6BYF5ESRm5BvDQuj7Zct6qStk5zHOHylIHertSIGW5z9E3
f9+zz7mQS0OTeRNKyL36GQyB9BxvN4E0IkuEDkx77FcULSZjl8xNPFZZ1mLpFBozyt2ETy0UvRic
YLyvvzgKpka6kbcLD+W5Y4WQFIAYxEsAJ05mshByIRpEDDDSwDDAoJ0d7/b7cziz9xAAcmO9AhoI
KMddL1YWlVXN+7FrR3LxWvjFLkezAvH82LhvZ+ZEoR0KWGUMB0+OvyL5xWtKVYI2aAb0BydluuFd
7uhI4VlL/E8BrKt53Jjg8104VjNZqbEF65/NyYJ1Yud5gopW0b0J0slAdwl+oDj9sybWmuCyhQac
c4jwpj0tRLt/rTGTi//K9MRdcQUqqlUL0+czS19k46WlPUjyJKKb5loz8Amfz6P/R76hcEmyFXWZ
1DqtLGQJy9U20/XfhczszO69+qJxI1wsgMIIWiBVuWv7vraSB8doJHaXd5weFxUty6Ue9VlzcDLj
qwpIyynoIeAy8OHErmuHSOLzhl9LVFZXYbUFkG7BDcxdriAa4YBbAXoJRe/J0HjIS1ediGbcepOr
tHQxoQJJVNKtg2P1kOiSQ0uHVBEuWBeFOAjtOeAjFT/avCDpG8p/97f6DOADaMGL75ncHkDhc3nO
8K6t1wZ33gciDUxh3/2C+sClzkKMOUav0512aWxciIt17dxCCptSQyfyYOVPzY7lth8SEknSvs8W
opgZfBoGxqOHSUIL9ijseW2L6So2zsPIG8ua+4FwnNF/f29fIuSmvtuVsARtnYvaruxNcuqB40kN
68NeG6ybasspdrj1GhO96VDd8p0V8gP+AAB7pEeeoAvitvGPHHuOtTVfbVuDBYCN2SiJoUiM3iW7
0FEW4p6/B+TN7F/MyORt0XvR4IBs3LNBRpgTzUTRA/wyBOHlt7uhB+6dD/SKVMbP8/FoPu0YKzrQ
06N+3m9XJ/HTP0IEla4c41vRRynKVf56fyvOH41/3zflxk8EJRsgu+3ZPEikgfx/LdHxCe1tYB6V
TSCt0w30pJCJWPN69NjL+/wZTRjdR/XEJLRHr7T3cP+DZhJOV1tImtw3yI34fltiSSV1XzlvHAPB
S20lOJneVpotpWZaklZA7okt9AK4w0wXdEX7KdS92rgkchZbdmfuWCBCkLDHGx0dlFOOcraXuzxh
Yw9yoeoGXBDW8Mo/+JQ9t2B9chxoA7MLJ3buKry0OLmW+oTX4spLPVspVmgW70sz0pP+Hal5UNf9
N9ONQoQw0pwrSGden9gaGd5G6jHduWgKMeVjXTwVBw9gR81oDxFJdMU7orVBCazBAOtgNFDteeEb
xjDs5oxAqxV4+xHq85eUv/BQdS8XsZbWWPLKGmRwGrDCJnA/WpfmPPK7SbBGgd3iHYVEbEmlpZLk
THLvD7wNzTHEN7iKJl5LauQmiRLY7y2J5L8pkFgkBRCP0tBcuPdnPSQmG7ketKCNCmfX890Mnovt
1Ht2zMSmW76EgxE7HlAvj7y/DWQRtz31BTBQveUZcRmdVUCR8rIw4XMx3eVHTOLiIdNYr4sHz66V
E3g7NHXFBTu1I2qq94+h99j3pc6lvi6iKrfm8cSX0ZV6/xtmirGgIx65aWRcF6Me0vVEhNnARUOF
b0Ap1IwjnavIm0CTQ3KwbTs2Q3DqeiOn+6JW4uzgx0wy2vEAJp82LXelpIKLQYbHo1BcQh8CQ52V
1RjGh0S/088ldd3ZOwpBzv+zN1lxH7T+eSfBXr3Ru13xnDyERrVTVule1r2PYiUchg1jHcB+kNEI
hOf1pws28qUlnztj6CCCYAHeq2j0mpzzwi1qPo5K32aaU8Tq/qNSGFxKeHejaIc43LnfzEZYgovP
RrmXVie3n+9JQVc0sOoJ1Dy/772vUR4T3R/jPXjGyzxZ91QBF67sGw9AoZIeygb0YB9UNPcXxD71
r9slCa457wqstSSJCDpH2dzrjadlYaXFAF7afmZ51XNRbxP+TRG2XpcuwbxmctojzR0y+VCdBAnW
tPk3hOzSEAks0nut4UPSvt/7BEQf9ACFFoly/83dCccCzuMR1gn2hsnQijgvhJDx7bR2DUn8chUi
8EYGPLummbX8AFSnXxpM+lvlP/kuDnQPYhaySNFgHmlLj+/R2MSrY3Yl5HrRhY2X/mSeUQbLc99F
C6pWWXK04tjHFvS80sIFNvrmGysCMjEwwElgv7secgf5ACHqhcBuqg0j0Aq0rkbvPajD931/Nf6d
iR3AVdAnCcg0tHKnxXReBPy3kpjIDutM78D2h4SPWK/9fSGsfB7ND2Kg37c4M3+gsIb4BQitARVk
p36Dg+BH2AFpz9NjtenNJVWZuc15ZWDigYsy6J2khoH0MGwTnf8BNU5BEO8RTdeelyk05wc08pJB
TQPJ9slS5QlCgEqEPRGtDOUrGmqTYQP1lvvTNlNOQWIaLA7w7SAhQn/X9Y7g4rjgyzyI7ZfSAECs
0hUSgNC42eWE2+FNPZCnBqjyhwQ6A0liVC9Qet+cVve/YjQy3S6XHzF5cXoAOLlNjY8A2YshDh30
5j7vW5iZzZFOCBsDsenYk3M9zJavFa4t0bbLdbi4h7XvgzA3f3QXduHMQEb6OsQqIMeARsL4GRex
WZE4UdanGEjRxC8KW6kmVxRL/RZzEdiVlclgGo0TPbEaEUrasWk2ws7xIdcanyNu36dnYbAABSbl
Uix2W/xDO9PF2CZ3Yl2IhTdkHvouaKhAZPy3HB4DML64z1yJ99B6sZV9xokgwoU8MtIeyENMQ48i
9TWoP6ITE6D7GiIbQfjUd28FBG35mmTe49J7/GaPwCHCEDpYRhpG8OFfL16j8FGeymli+30ARaEI
TB+uhR4bn0Yhv7BRbhzxxNZkCUUw1XaQPk5srlT0oNHAJWXGZWP5TqfX7Nf9zX+zK2EMQfSYltTQ
tKFNXEmaKH2p+MAHNXBWbvPZFOX3fQu3RcHRxAh8QAs+cv3TUmXGRUHDcQ1wigBWeKgJNecz59BA
Mt0HfrtlljbjTVgKhAOOFyAW4FUGPH2yVkKWB34YiRnK33BY60ZngAcHGlwmijXQVkcwfH+Et0//
icXJiqEOL3chI2Q2mn22ny7xrYb69CcwGzL0Bn2syfeKhl/6Ivh8ZvXGpB8uNbCijLyY19sy9R0/
DFw/t/G60d+1rcOA75u4vP5RWVqgfy/VG26OHQYKMIWKxDLAcHhsXNtz/VRWna7NbdFKUewGcbPk
UTR1Zz/dQkb5JracWJq83INYQ5pRgaXa/45k/VSz5NQvcXssDWec3guXLAUMnzSjkZiIPU3ElawR
W3X0x/v7Y8nM9AqTmZAvHA4ESAa0Ut0AiWjNCMGZ/iY9+75539htMDLOHPrtUGRQ4bD+bvWLQSFO
lEIcjxzbX35X3834XSsP9fqjsU7Q9WqM/8LcSDXPQiJEBDntZHAypBmrDLhLG7hXhWz9jzw1S1F/
BUnXydVl0L8vxKm3eS0MEJbgT3gEknAs16vGOmJW+m5b2Kiu9QSsc1lksiDwPCrIWqFRVnyGrluq
Kw4Ypk8V8xT9DEsR5W3eefINk53T+PGAJ2BV2GBYqN09NGCzmFQepRmAAp2k35/kOY92OeLJHGeK
0ji51hV2YbqraBstreGcG7n8+xOPyZaeKqRyWdi5v8a5JvreVHPClm9dqK+EB+W5WNqkY8h9FdVN
5m/iMaUyDPnUrQs70faSbDVnhsfuCeLH3NloJWCzZCkVuLhtJjFKoGRSWAnYNkK65xh9iAE/fUXr
ZGwGXxlPxOaYxjWJIZeZABhIOCakwhugMtLikbmJljB4gInRg4GkDSLryZ1btSEQiExc2pz7FHd6
BH4DBWT0Dq3aVdA+DsZSjf0WMY9bkB2JIwDKxtn/y6Vd+ATE8D1oR5zS7oozSNR5O3qVkJKMR5h6
cFCJsk+2bUuGjWoKSBTd370z8QyaY+GPwJMlojt0clZYthGCSNNKO6vPAbhAdLk5xRlRxQU7M1eG
zIIQFEp0iGhu2H4A9otVLo0rOwieBmEF1uBij40ELs5uoTrzRzY12b5/vPsAGKI6o07vXeRE8ppB
7txmDbCdmZ/AGSmmu/Ht530AxRzyseGRfaHgmyWJ5R4TSo2nU/GzPedED0m7MPC5+AOfg1wUCzwl
PP7k/A55r0lOK1egdKBebDJmnBvJzt8q3S9WdhWR2hq0bVitpWHFQwgQ+XZGFw/qb3QuwgVncpuO
xF67/JjJ0XYHP2jaQq1wqYIlYvvZGg1grmQwQdFFUPEg0N4EVbahEPR06dul1M2ML4PWIvYAAk30
urKTEIUrM7lhsr62C5mBeoAmgF8oExdHOV4y0x0ApCNexSPSEAHe9SVUtLHg1MxoZigIt2J48Heu
fUtrSBkbARiaV9ANURTiDobYWjnA1KBvQMtI86G2rx7olsRtDSJs7+3+Wbtl9wBNA/q7+FHrc/yd
XBV4zAe1EvMdCBCJ/OQwRm81hSF8hbqyitDH5lqgb+gz2ua7gdfb1OCEYwRiRHalJHobbgEGr62e
07Py2wELkwEm7CA1nOE75IeFi/yPqPx6Dq+/dTKHcRSmIeeynV2ieRfntNLfUTUYkQMD+jd94znZ
ZgeJniKKSOL7/kTd8m9MJmqyTZFl9NU0Hzo8Wd8juu8N5CzBGK1/jsnT571G3l998vYhWRy16eH1
Y8H+LRIb9tEujqweCul4fk2SUowmdomaSx3CtDYiIRTVYsAPwwK9s67p6hL0Ox38WzA7Tul0yi+t
Tk5HLGiVKkpaZ1fdoZcQn0VgZtJWMZo678+vcHsOr8c3idJ4aRBFv8T4zJiYR/29p+A1Mwa0ilWA
Xxh0hyz1J48MdmxptCBgOUfP8JbCW5OlPPVtL8pkrsdvvbj+QO3TyTnndGB6T3bCqwi+9WH1FMGU
B3+U0wobzv1GN7z+iLKBbiyyot7e+NeTMTmV0AgVoFiED3Dzbw5cxJDJE3dhLYK3+C0MshH4GblL
t/7s+ULPPxwhsOdgRB2/6mLYjO+mPMsxGDbhvkzv9PC+Zr6qdWDKJPv4EBSgYZ2jcxBIZIFflwE+
7f4euEUFjfMOPiekI0fJgukel1xf4wfV7W2Y7yOyhyDsc7hxydOP+G09raOThV5BifKf4uF79UsL
ulSUv+3cGr8A0CQwUowkNlOeDAZ0oaITx739sj0f9/72UzDzwxGlKp88ZVvLsg7GqSebzUe5Ptib
CPJHAP0+Lumjjst7c+ouvmKy/FxU8anDR5gHnjbFKwhfSFr7Cydu7sBhOcHyMKoAAxd+vdqAHmQK
KJZ62x8Mp1SMiNOM++t5G2CNtfR/FiZHuiidVPaKHNxjMfhxICsmCDi4oeVyii5Bu0DulwTnpNvY
8drk5ORyfdBpYIfsQQj2st+jWJCSbf94Pu/fPXp8zvfPuOJ18EQ/dWQ9kLWzdsmzsF3H1CLEMOyU
I7a3wW1HtIfVKSAbIzmgOdb+Tei3fn9y5jyrIKDHAy2ZaA+dZghFZizQxjhsLSitW+kxGN4z0fBj
dWGZZ+2AvxBvB8BloW9+vcyBMwxBPJ6pDLnwMfWpIrhiZQAoqt/7I5rbtWNhHS00AHqBK+zaUuYI
WdNrYY9+aa0lkoSGQZlvSYMM6P/K0JRUvmwxd9F4SLX4zeG3FQvqmPN9E7Oz9m8sU8Je5HjKrBaD
3lZC6EC6uxgPAy58dbOlWt3CpE0Bxk0tuRpu096uxQ4PrATnMEkHtBx56/sjmjvuF6tzQ8EL7UKm
V2DIafGm0lDnT5cY7OfGAk06hLhwnWNH0fUGqFVeTNmo6O0GPKVcBPCoe4D8yP1x/IGhp87x0sok
EGqVruXzBFaQKoI0PB4n5/2RNY7mQ7ZqyFO3fXpq6FtjvH2IPPlgiY7+jPufMBsLXn7CxHUCO9E4
YoENmOln8EaBTBh0MqZ5fMJVZYFMRnhMyO7DSPXTCjiKiC64jrmlRPpdQxsPrwLfMDnSPY/Owb/9
X3cAiacJUcMFion5lfxnYfTsF5EARJtkN+gwwDIEZsHTZfcl45YQev+flfxnZeowpJhXyghW/GAV
k5d9OqITjusnUGT69lP78CUSEMYRiLHoB0R741yiB2PBPy4M9Y835WKoShtoLKviI6rRP2o/kh25
5v39MmcCRTy8/f4vm/LkXHBNl9eK2+NcoHu7TCTTydV1ri3hxWde0igWAtMDcm+kNdAodL1qURiI
Qs03A/AuFbhlUqBs0Xyur8M9MXY8lKaLjfKR0dVSc9lMdvPK8LS6NtLpyFIFwwIpPEv+8MNt+c4+
5A34bawcguAP6ef9KZ0LLRAksmO3Ji61v0jyYtVYrggqIS0HOwaIqU8MEaCAoH7CO/k9DBayN+O0
TR0O7KCXHy2oLB7J19Oa9HmSly0/2Cr4/+roVHOZngmEPTPBoyZkmzhf6tmZfexdmpysZFAlaRqX
woDH3rYHhSvgQlA9fxf0Z9O1SVyDYpIIS5ihv61+M1DUhmRkKNDTMM0FtHwSQrhaHewhNLXIzDuW
gHNTj4VXH3yG7K6uIee0hNKaqT9wCBn+WR2v4ouldGvIyWu5M9gNmIlkkjQGQMSKSJv6l6Na/OA/
cKAAiM8Ov7q/h2bX9cLwxI0WUZOzfAbDvPbgbzieROEbm755glVsQDh539hcYHo5yskmShUHtIfJ
aMx9bBmXSD9ZakXd4xK2RBiD6ttFHJVhRwkZaVrtCNFY68aCNNj7fUm3JrJIq+Y5txnDQhcj9U1W
tzn61ZvGx2MMF1GvMus3MOrt48IlNTtgsG2M+ns4qNPeWi53BL/VtMFGpl5QzWoleDShi5WV2UW8
MDOd1zKtRa2HmQS8QMc+Jy0cQUI0qmovFb90RGafyOCJZEepe+RilPFqvtisZc35QJZ5rM2R9Zox
nlzj+fj5DuHS9+Pnev20BrmK6TKLuOTbG18BmA0lM+ToUEZVJy+pvK6TugbtrM0OvM1IGZWEJS93
K8yHDYh0O4rvqAeOKkTXQ0uh0pQXddDaiGhwE8tU++S2uIlJclz/JKuvVwiEAz83KieeVrZDvNXH
BjRtj4ruvt4/KzP5l+tPmcwyEAaZErlha78IRDiC/INwJh5wgBDFFpDSa3Ztvb6hR+5QHk+P+RJO
9RbHNJmJ8T6/WGSVUeKkD2Fetc/9L3r/6ZEjIEEHXSZ5kndfr+JRJm+HA7iziff+i2r9/fHPr/a/
lZh4xCEUSzmssBJZ/xpXx1xZqJXP7OLr+Z14vgr8YYorYoCZXuiNeTZFOozdV5VLHgyog613G7pa
fauGtuByZ5z9teXJcVVrtlWKNGoRWJagnmLxItU1V48hDxuByEUBxX9kedyxkB6iZBtni93Gt+7x
+gMmN+tQqezQhphbgZzDwzuKMZ7+f0j7rt3IsW3JLyJAb143XTKtUinKvRCSqkTv3Sa//gY1uKcy
KU4ScwbV3Wi00FrcfplYEU/CxnGIaNgma22L7QU34pqXueCb3dj95WYGI425ye6ug2sGnq/Eevr7
GL2YHtnqgblhHjZolr2/jxaS+7dGZ6FSyihRyucw2utSSwxqvB8+u8tTfH7Kt45jS+ZLguR1Rljr
Dc4habmpBA/mxTXPdOFRuv2QWcA0SH2Whz93S2lOx7k339+bJ41A5xeRk6w/Rcajne1Iut+/Qcnz
iDucAH2A2Mn+s7IF1073zxa9Ot281pZ5nmHzM5vnV/BdlPCtZN1yPKPZBcbjX8Xcmwq6/KF75m7P
mnFeOd2rHzAd/6sPaGk3pGmAVeEPjQEmMnh3eD8wCSFxKLGLzQPkAV5Mc4sZSA7nwF6JoH+/zLeL
MbvehkGV0o6B/QDthV6/UwuXA7WJl+lRuRJH/uacu71Kf3rHr8YaqVpLtekqLc0UJb2DaJ4ck3ce
TG571Hk8JMbapl+d3tnlBr76ooVaSu8ClSBZnOEEF590k1+AuPIRcKf9PjVwcW/R0f/yB9qd8uNa
X/9CGvl2imfXnBJ7TBjy02kHqcFuAioArcBuqz0WOt7hrt1NahoPLy+toYJCwhQGMunZQhf9VBBA
1LH0m83Ksv8waN16hrcfNbv64iwt/aqbPurQmyfkGvG2I/35aH8RXHzhA+58H7t9jQz0J2y4Y/dn
j1ztgVELmDSe7II/8ZASo9kfLAW9tp7x+Egf94Q5YysAZYe4dOWorez0n0v5yrIHZh0vZmFZAFM7
8lXWUOS7sIGgTzxaeceb9+/bBdjEzQzP4W5VVedBWsBeZbyWHwdhD3+Q2L2FEt0DhnjxLWNlURdi
tluTc68NFKRMnMBkYXgHz5ascOttxJO3G9buzd9ZjFtLs2srSf/3BZt6tQ6Hbg8i49MpM1LdJ97e
fkDKLZPJUTAv2Ea7NS2gtaWcXVqNRutcm06UnNpNbXvouE8rPRkdJl57rRbKULcjnflfseoVRaXB
1mAbUUhe8USVxEL5CQN1Hh8U/Uu9vOW4xwz3+wx6g93KthWm6+HXiQEjtgDZIVkC5djtC6EOSR1F
Gbwk8bB7bZHaLHXrMT48qk9hr9sBMjpnJ7CanfCIqgWEL0EZrGfn6bHaqOOE2VsFci5ARjAnV580
W/3SD9WqifBJw1mEDph+wFVOHGUEftSzvsgRKbqLjlhgZSoWl/3K7GzZ0RqYlqmApQA9lSHrhfqW
hoXulTak3O4f3h8U1b1Jn616Dtm+pNPwbkhkOHeQdUGZBM4/r39m6ALF0uNvbvdUYRc4ONXHI2+g
+AvtHNSJeKt63r8IgPGyIAvqyN+qIY+889Jab9FR2pogCTLOaBPgD8xeHtYmaZr7e18+e/H4JOCp
KKY9hGP5YxuzLsMJa/X55ZgMW3ECtEOFZl4RKb2sDDV1cpuQkVImjwXZKA+nXzHHIxBp6Oow0cOy
yVA82/mfm3K1fez3XoCQH6vJCgQE0Wc1ry+NJV93EHVEqYRNjKhpnNZjKp310iM0mEjGKolxf0tw
k398O7E3FueFpjLruD4KssE1GJ7Ef6NIj6BhfmYMbMYVU79v11tTM1d9AE9VDEHQAa46a0un3U7V
dwdwYcFnCYxy5VRNW/nXuFCXxQ0z5b/mCDuuy5uqoxgX6MfDkqDf1Vg5TQvoSYwHl9cEE9VAYzjL
eYc1uv2GEYVY0GtMTffv7/4GtAQjeRlOakuO+nlcU4NauKOAnJ+02sDtCpndef1JQ82ORo0/Yg5b
swdg7PP0OG5ko7aA880doruR2ZPvSF/z9xZeYaDpRTRGgCYIbQvzPmYvRkTBtNLgRu126M1CkUFN
dKwbQLrA+6o0XyBsIFmxllT8/U7cmp25mR3PB3xYwiwypyZ+OwMncx9Bfci5vzt/cylIt4ZmrmNU
VkoXoFvdfUaSLTNOyIfEuyfw5KHnT9vV+mdtn0Kz1jlkGxPwSp+cvcnvtqHhgm7YdnNL3nT2dtvZ
x9K6NDr+2ubWhSUsGdB7uwZkWdreoDhCumzqMgb5yO3zKTfQHyqkYIR68SXblaWrhVbcBytbfCHQ
wKRcmZmu5SvvkhPrUqt6bDd+255LiBzZXwmxTfM4Faq+L4mpbxprc9l8xEZi31+QpasQ+UBcxSKk
wLDfb03zZZEWqZCNru/5eqOdPAF4tGjHCCnaIdUVYwuBA1QbeKiBQwQMJInSLHrXvAhVyBx1gWzP
7AqQ5GELMAgeHhX9EzW6FxWr6BHmgOxJZa9hoaatNb+rro3PFpP36qpqEyR4/WQjPxcynB0FWV7+
u8a1VZVwQJpV4omle//a5mxlIc6sdX6KAXN7ihbeYqMoesiA/7gSyIBq6EupnO8v6NINggYkaNFM
pGYIRWaODtdnSSckXOcqL7jyQWmcW6VoiNqhc73UwZt+397CrN6Ymzk7bZUypU/ZzhW3kYGeOHBu
cqnO1A9+YHvNCqvGwm69MTb9/OqgiMkoNUmNsYm6wlhDZpTVa3lq/JU63eIcwjOYkLwo2aIx+daO
1jVypOZN71IWKp2yFB/UHtIMgTdIZltWjNNHKUdEMFinbaDZkjgwa8/4tDNmuxUHBYoJ4FebELWz
ZxwIVRlKTFrnhhRidrZUTEyWzDZ94R/zz/JT6En6eX8l5QXP4cbkbNRpKHNF58GkyNpF9dZ+Mtyn
GOpFuGMzwpVGGJOQcwL6xmKZqSEVhzI7F+CxzWyqHRLvOR1ODeCUEjhv/8ZaA77XrUp1Ohxy71HE
/w3tRuibsVg86Ty8g7pAplYwGimEiko9VO0ks9uC9JdxK6Aq2fyJwJq7zVi9bF6C5EuWvrL+UW51
oXekGmr1HqRtTKo44baMOnCcNDqIXeVhf39afrMSSqAa4HFZoakJvX3S7N7oaIsaSYWSiVjsxkvN
6YzViqd4mFqq8mDbUhA5m4IKbvaHDC3YLxDivP8FC4/zzQfMLhEkHoZEyEKkPXpDHEj6PQTfKFGn
nd3KKzt/ob8AgxXRiY/mEDhdP3vk6oQJbNHwDR4jly8tiRT7zij2gmFFp86qrMxOnJ0a6IE17lLX
s0bI2B4E3bNShLAX5Z3qFQSd7SOz8m4s+YA3XzW7ZJKCMh034KtAb/kqeeQA2OwEn2XMVwZEfXW4
awNbL9yVu3ThugGnDvT8QFcOHeefLM3VZKRyIYNOOKFuNsrYoqyetXCOkFIu0bYXvd5f5YUDL0Bc
HpBZFb3vkDG4vXNQgFWTvC+pqzRM+NwhOiWiTL2V3bxQPlAFDorU4KwF+BvgjlszkpYHvKcCpq8k
+aSVaSWeodHAAFVT0ZFKcUeUV1Glh4pYnxoh1MCHXk96RReHi1xt6xrcdRWzKQKTE6z7M7B00tBX
pwGMhLOGDpfZBRSpPjfEo0LdCF1Q1KrSvSgV5FwGf3lwYaBYCUZhxNK14TF6Wdo+u3LQFkJTyCFe
fcD8qKdRiAsZ0PH0GQxf1ntvvhr+Z0zO3xtUVjbgdYWSHP/WsSQddvgvazm4hZMOFoAJMA0sFpic
Zu8bX3bQZ68QTlXAriNb5PXGId5Yp5GwJ/nU78OH2om2m/vTvgBCw6ivrM62RNOP4HPiAVzaNVYC
xASJjyURrJP19Jjafxuy7639l6ID1to7W3pw9ZUPWIqObz5gFhRgLuCeilN0jHeAs0Dp0xn0g/cB
0bqsvKtLM4zCN7TSAXuDWN/sWR1ylpH9gYUHiv4zCYUK+pyNT2O6GTRHUdcO28KLCkl2KLYgekB/
1Dw8luEqZDXlRjdIdeG1/YgBo0Dy7YHIxtfLy7Ez0R4L6sS/lyrGSNemdc369POr60sJmFLtFVhv
ygM4OHFvCmj8IRokrAYBZPNmC2KXeKMEOv8UlMfAvL+vFkq0YGYCbBuSNcok0Dh7t5I4luOiGQCt
UqzyEHBE9b8BBNgFiGQTb+9Lp7Hb+A0Z2BXLC4t8Y3g+8KpXwNdEEU9FG57b+jLh1b0idiTn9SBf
id4WYkR00kBrBKBUCTqQs7dJK4uWUSuEFY2w7z5F7buiT9qa1PgCHB2R0ZQWUBUo4kL87nYtS0SI
XKPhdRDI86D3pvQa/ZG/6Z6zwHavS1ZJ3kerM1h93Kt2/8FZhycb0IZRLz7wSpf7zty/oc1ha9r7
vfkxOJwpQrbJeRn1/dt2+31eucmWVkBUQMYPuWcwB801zZSsY/so5wc3Kc6gq9RKQ4vRadNAcAZO
8/19tlAWgpTIlbHZPqvQ1MoqIYztDif5IzFAt+4S5bHZfNm2ia5oEEgy4FznX/rVC3sh+rkxPdtp
nSa0gGByg8vbJdyikHxauz/Ph0kFMHnW7O0H40grN9jSbXljc7bh+rrIvEaCzZSUzwp5jZwDdyye
o5XrYylYF4HAhuw7KJMAVJrZScSmZsYO05ojAZYZuS4j5gClNOsggK3hf3lWY6qvqVGeGEd5+CM9
gfbiaU3OZ6EUhtW9+ozZm9h5kTcEPT4DhPEceHyPDSaX346vpnhi3O4TvZYUzXvgfHUuHPoJpZXt
Ne2eWSAGCDr+yGixAN3AbIlFr84xCzh5Q/63jo61+nh/+/6AaX8bQHDBozv7NwJ1jEYUU2lNXcA5
3jtHMMa9+Kxugd2XASdIDJQL7MqMnbIyFNu9oDSiGd+TSADI1ZiHDg2MDdSDBqRO1k7x8tD/fdns
XUYIXLIpbagbKmy9i31JPUpqcrk//mn+7gz/B9t99Uo1vdYIXFHBiMe/8bzfPpcZvEt0LWWH+5YW
h4N2N0DdJ0noeW7VH9C40JaY6CAKLqWKXnth7cFfMzHdi1eDEaRa6iKvpe5zO+gpBCCwpKfC+sEE
7VMH7YeyoL9tL6hR3x/b4mmVrgY3XyueMiP3Y/mV3x4sAX1muf0Y2nDcjdIw33jsj8235iSoqqxl
1haX8J/tebpczgS1K9uOup0sbXpoV2qfrDya90e49M5eDVCZeW5sw1DwE2Ez+vnfxjMU+sKFVhSk
xn9hBi0nSMJjp/xSkqM1CHw6gVK3KHxdbT59weqKS43Q+76dpWAH/sI/Q7Otko4xeFT4gboqV5tp
hm5tyasIdlBOMjRuBwAOxyGSaRH/LUSKXoB5r+tQnvIk0SoV6vi8+KzRdGUHT1Z/ncarr5ptI0EC
GF5jsZQjiphPfK3GVpBUAEo2wJ8EQRmfh078rBhVWIESLsTamA5UPdBDiL5NaTpZVycnhTSIJzHo
iq6L5tzzoVmW52F8ljJ+Bw3vFZ9tARaP6g5aDXhEwGgPnSeiacYg6i+Rl/VqgGVCQ65IpgExTmqI
6I1/xAatfdvkpQGTC+g66Lec6qMA5sOVfObiWz4RY0z1M7yx85MjSZ0G4RqggMvv1H/1ONFIBDPv
DpHwoYhWRCGiA1WdUXtd2XyTuzhf5onEbCqqqSLqd7ezHQR8x3qdzwLsweo50sQH5liQ9MF7CVZy
KEu5VNBYIm8GFVsUCecUEdlAOz/j09E1uBcOpCafdotid0bql3blDlxwxvCCQogHRUIJfvLMYRFi
eay8DLWMyGlanRo1EHB0IMnjWmQD4ujf8wf0NDpeJbAwiEi0385fG9diExdw+jUolhw0OnqyWTdI
BlugN+ZUkpQNH+jl6InUSniF+Syp6L0OOe0Ym1UzKhN/CgxJHOBI6LkQSKCR7WQm/0uFoImf2gzC
huiRUEWfsD7A73ouQmP+UZH9GqCjqkQeIkzyItmrjRLKplyIWm7mKbK3f+Ik9lgLanKMigSrmoe6
KkrsYFRix2YnGqTSJDmGjmVzainNrKwFkpXwQgPSBQ2iEALx42EIDdr7kez0Y6+dhbRLhFOu5DTZ
iUPO+4cqCCvGkAPGE0jK8QVrjznqKDsQK/DRKc0aqXpVcqXLH7oorDSHNkBL2lWdCAWedjkERnTs
E9HSaCJwkCUfhmrLp7I31RB4Tz7wHFuiOaX3BM7Kktp/wh0Y0Es6hEl9CCQpUPRqYoQmlVSCcDav
wghRniaC9FyTxbB5iNO+iKwRiLHWTnNNrQxxLAa0Zgwp1O9Cj4nBxMMnbGtKHi8EG65SaQhap5KN
3VxMuuxLklIg2UkwIkv2mfIFDy2z2MuZ4Ij6gFic5bTXxI1CQcx/Vso2QE/ZUAkM4Ru+zM2kVpIB
U1/RcNTVPs3T9wyMVbIZImFQfzUq71dfYt2mPtirxprJNm0uav3WZxgpegajTRCZAbpgk6c8jvi4
JFWNTjooGqSRfOw6RQpdyC/4aGNDDQhN9FpMC9R7qk5DUt73W2WS5ZYz7tHP+3Y0Evx72ZBSavHP
QsugGq5Bw9fsC7/zd3WFxMh34nNh0m/rLpGCI9O2svSGX1MAHpEqfffeCE3TQL4u056SMRkGQiFm
yJtlmya54ZUgZDZ5zDS+SIsUemwqJgjMdoh42fbzJIz2La8F0AnjRS+W9kjQMOHOqzw2OzAJEmI2
LhAVvxQd5jthFFuGpF2XU3MI88w32dyry1Svq1yKdbVEPzDor+psqJ58qBsKEZRTtD67FEWhjPtM
KSE4kvA0YXSRQXvURshiXjBlBZPEkQLJit7AtzS+00BfNQNbd5ZxZstUQrorczbD5AV9I0EtFV4N
h9a3JlYpQbOkxpCu7tPSSdOeKx/AQJAogPcO5TBsvJCp2YukUkBmRk2u1He/V5Toc8yrQrL9gZFr
FD7ksDM7L9EGnefDLrA42Y8FLJVAxeMogyUJZ6Mtt1wwyCCtKPiWtZO6SjIwtpSc9sVkKQQRWL/1
JWOE3ttfDSmewIKKpR+cgqoImCNXZVxsJqlfNiajhjS3uJBni4p0LJOMho9mFPW7zzLGBF3L+EJB
7eND9ainf+8/MgtdmVDjnWhG0MbL4z6ZZVOTMkxz2qBTCYmelnieqW6B9Esuyb7bjK9MadfPqiMb
3C5VdflQQ0PDptRQUFzybbXeNugwL8znwEJIF53XHosFRweAFZD1QDROUTlp+vmVv+HnFDCfsGNd
r5Qrve9KZJe5GPwUmELCUw86mCOo/0LKlCuO7FI1AwKR4HuVwBUJWnH+1rQ2lnHWcz2LOITw51F9
pDX6i4dPZVvFtsZZoajTb2r3hY5UfHMMn4Jwxe9Yer4moTwkrcAw/YtDSOTLKo4R1LmJlPTG2KUD
4Uu05RZet9Ytzi2ERJCIQUUDHoDEoyXodrSshKsRkEv2J7xFmgowxPf6tSDbwr6/3xbQlpOQ6z9L
06ivlrRuwQIqsCmLxEgHGhtQXZDp31qTGv5GtiHAqKOWSFDOCjuyBdBMssGF0T4Nxvf9L1lc4esv
mXkiYaJkciPhS5DDnz7igCYv+wFdT7Wx30boXltJty0lSW6GPkuSFA0Oeyb8H4MTW7LRdQR5sGl8
nenrug79w5W8yG8ZBKzo9SBnJyiqfV7wWyws4GWfn9rR3vqGDrLM1STbdE/MnNUbQ7OYJOyVtqW4
ltHxYhnjrrBER0+N7mCsuapLWxV1Po3HuQTPxbzjUYrSQu2AXXVz4of6e1CZ1cv4GKNO7ZGpQ6s1
/kQrl+TSNSRzAGqIKLGgzDFbuCTycr6qKetaEqNzj8yob8/8mqrZmpHZSslw9qUygZHEgQDiXsOp
0FHS14yVbb8Qw4Fw599gZguVKExNeQ53KoRI8pfkDRLHz5F2Dk5ABoKOYgdBDrysSWQ2qhkoRFw7
BUsbRVbw2iAdr6FuO7sA+lzDAz70nItmmMYjMaQ1QTmWWOrr0dXjtXaEpd2iIjkKMlAEANKcpFwu
S1XtPXFwmZxz8nrHpax1f0KXMttow/9nYjagUpFTaWSEwR0vXgyWsI93C/2DTrUDve8jhFyIdoCQ
W0aOKE6e4QT+WbE/vUTzk3dtf3aP5TGjQtQNQ1RdqULfjfH+FJq5rRqhHffbqeELl8uGwd3imdKf
tVa3tQmenQ2Wo32aqMAKFgk9qnK+aRlE6/eHOI3g3ghnR6MucCz7SkEC37fAJws5KUctSqv2yqf/
whBKRDIoCtHEPBeolapAEkchAhIsmMrbWvOdj5YoOvetCEsrhsAemWogOKZ2+Ns3MExCmuaqB3yl
QPAOcK+D/lq9Gq/AWYKxKNU5dC71b6FumgWBwOywu7j1g752ZU/7cj6r118xW7kyVtKoihiQ3hTn
QDow8q5fo+5ZWrhrE7OFS0IOeH5wiAOslJNYGYAKGkjVgltQWEsWTZnFX6NB1Q0oZBBeAwxyO6dN
KPA59H2nvIL0mm64HTD50WfqgEo0AVjzc2UJF3IzUBn5j7lfOaGyVwNouYLkA6EUsNsAZ1ADfZ5O
riObuweHiem+eaeXLzhsULy5nFuyKue09g2zZGufhn4qjgEqqMOhVEBcVJxZ1fBRk+jR2ynVH2Fr
MvGqWvnSA4Lwl0WWCIIIgKfczrQ4djHydvnohg3umUjbdZGLE6mELlCNRJMONHvv1Kcy/gSCn5RB
+E1pYWje3zCFMoT2fX8lFlNXP1y5AjifAZGdHaYqHTNA0ydwrG8xDYHMNWcDgKISTjLU0r5vbWFD
A4eLdwsoM4x+TquUaZzHQKmBdTNZTS2BUZ8lNbQyto2MiB1S6761hbsVSTII38Jfhlc8l2gTqill
34H2ZIik0sia0DeBtH+7b2TJ90dSE4AjQOhB7vjTnnTlkQtNq0ZsAMKThAElFQp4bXHkWkxfAziP
9CSNaN1uCEo1jZn4IOHTKiNXVUNeZbRZyrajhAnHDg81xHfnXQQAyvpxzCHhmx7lZ39CmbRbpdrl
VjQ6YCBAnzDT69o+rsiwBgJeKs1MVDq4PVDBl1Hiu93VSpIkclS2rNv5H5S/5MlL2Ih4AYg4fqQh
9NL6h6COt0EsXpqwcyLGs8uJmfm1BbQtbXQ13JToj2k+yiA3JP9bGoEHWuuvXXg44IACEyZwSJ2i
oeP2I8dRTvhYBGZCPBxeAc1838HjoF/UQiScwAvOwQ96BPgJ6uXo7Xxe2SgL98219Xk+dfAh34ds
zujSets+9gpJlReWsahwDmu02FZrqpMLREOQdsGSSMhNIz/xKyudq13XcTIKAJQMSqRTXzO90DOH
+MgixyMGB6ACt+xTyps8sPArw114H8HAAawIYo2JzGl2sUQyG7ZBw0z8SrX5Si0jH+yEMUHbDJxC
h0ZA877BpYaWG4OzB3kcspGqks+6tASqE+japtfzDldZbNDPNh6JmugVkI1F9+X7dlEcGe7ECIaM
yFm2e9GuQhOJPZFqur9Wi1m482V09iAFDabuSfX7duNB2oRpmBTUe0iHv6ugEfio45Wi1qIJYAjg
SwOJBNmwWxNV40Va1eEApoTRyLjRXPqcuCtTvBBkIW/4z8hsTaGY2jYy0nXo+qsMHgyn4Ta18WTL
umGNVrHPHGlv9bIOjQxsqMbGFVBegi27yw6htZbdWt7f0AJHhx20CsAWdjtkVNQ73lcK1vUV8Stq
Q5OvnaqPTSb5hjCu3FsR87cNLegPkWwVobIQh8m473iwQKO09gsyoeQZjYSxZN2eMoS2ryFhW1Zn
ZRIngEuPBEknEmSclQcjYYrnJHq4vxZL5T1ZBB0purdQRMUzdzv6NhlTNQuwFl50aeXXAsl6u31W
fT0IINIgXgSUhcSahSynXQcQcjCa9iSAS+n+Z0xX5sxvBJITwSh0Ulh0EE1X7tXrB0enkMNEZl1e
JgL7UD5XmhE6dWCIkD0dVpDb0x7+bQyZTEGcyPzmPGaKWo9ijwy+y6mA6eMcCSIS5CsR9rSH7xmZ
PRJDWfI06mBEq20qP4NxnsO73r3en7clvwsT95+xzB/MuCtrXmQY7J9B0RXtreme02gXBGdVOiTU
7OCDcc59m4vTN/l4AtRDUfqfjSynCofkeMC5ENvTjp2/8ut/xEh+zdy/3z8fUhOX6CNgc94VfF8e
SM2K4ZlllYK3fFZOMhL6YzaQLMrGD66v0gsDKQWRoDaTlUaEDAGqDxry90T0Ie1t9UORmJHkgeiz
15DZMbM21vYUPHZ4wSIOvrHXtIiVRyi1SoRVS2hlFx7YJs20Z+I/NE3a9wC1+J7QasSLgGTl6BOV
pupHMwwj4F7+EEckrHsuszmp6xu9QPgKLn0GKRY9K1LpxHbwTcxUSMTnnMtU0RhAGgtSbSlscrsY
xsCK5BFUvZ5UMq9VX1Fq3V+y5W1yNaezO67u8lRDyRXpnqZGYkvZgNMJ+c5RHwKIH9w3tpSKQfr6
PxvkJ/C+OsxsLwwl00WcW+05w6ohJpE4oxVu1L8Wrzen8RHCy8dhr4IWLdi1TxE6I1a+YMlHuv6C
6da9+oKWFdHbW05blH1QGSjsohR1koR9mZjF+IDqGy02aqYaSWWx5asoa0YnZ4bonYfAihtwKqgP
WrLWzb306l1/1BRnXH1UkEsodsq4EZLaxMXDjnrivfCrCKOlF/zazOwFH+oGxdsCZsBVHgl7JTA7
zRaQw0zrlZO66K0DtipOLTegg5vHYdo4KQlzWGiJSBDTQr1gh3YMaBOkuFAjQGnZvbgJCL9JttG5
/4TgaznVMlbT6wtZB2y4f98xm9m4CLIcLemcm3ZG89BAsXKn7rORmKgpv9zfWkup/AndiNLJREz5
S2+RDRLaDnnGuSxkXG30R3IdqmGGdvZft95XfSogZXHZrBhdijiujc7W1BvLdBjknHMDB15ZTTJ5
muIKYBRDPXVuVVjJmnjG4vslQJ1DmYDUv7DavB94UA4uOORT+W2eGW1t8sHKq794Iq5szHwP3y/q
tOBgA1Km7FnOTDZzc4S1ZFjrTFt8syDng9cK8RoalW7PHtYsk2p0gbpqYnvJpyTv2HzFq5ievV/P
lipMArBwnn9hgJt87AWKcNHNc7OEbAF6n/x9IRP2QaJOuMbguWZtNnVD4LeJkMNa5dkUuPaTNyXY
YrR5Fys5vcX75Gpc0yJeXVvs2MQ+38GSmhgNXODgoYzMrvtEx+H9Xb60GwDjU+AOT0ChOeaUrwY/
aOA2ueF37IMLsQmB6HvLWZCAy//Ne3htazaoHDnXPmsr3h1PLJwJLSQM9yWgdUvL9fxUbYu1fN3S
Brw2OK3n1SzKbSgpgwaDMXoromwjSK/J3/vzt7QlrkzMk6HqCIoJwYOJFsyt5rh/73bZs8oZwUr+
YzFgujY0cyaKHmRqkg9DUgkqIF/Vg/HZA+l89TFizcA/TsVLeymDltBQdu4PctGTuTY+ixRUmvtd
kme8G2hQ4zKweJAS51BfOQObsqYoujrUmSPhgQGp7ngMta6spNHzxPGLB6beFvswfxxZqieNFbab
elUidnm/TMwWINWATsT086v9ItZimfJJzbsptBun7I6hgvNT3FTFiT4llpQBJuabamEAhSRb4yrk
dinpqQigE4F2+o8A0K19vs4ZD2cUibhGr5pLBsIIg+qSKeRbLrJZeV+LDhUN7UELVwKnpboM6Gb+
mZ4dFYYfqqZBwOpKX1a8kazRwfGs9tBFAn+jBfn6TC/1GIREjnIWN+ACSrb8jmcJjz+MzdjiftSB
m2zs+ztv6UH891nAod7OSCRBUANlD+geQHwPiX00F9w3sHR+0UECHDWwphPg5NaAz5QF9fqKc3tk
Vu0iMPqCoJHdf0LSdcVBXuo3Q6sZmgWnLAzapGb335CDHMAXKXxRg/v0DLCqblGbPE9iRv/vg8Lj
gbovWDNkZU78SIcqif2e41xgmvq423hablC+NvsuNqqqJIAfgjZkxehiMh2tMJKAmivL/dL5KDyF
7YZCRfANjvsRKMTBrB+kZw+wXTO+7PLdmm+/hE6WUR6A7D3q6aglTrvn6rx2gtCNA3CCE3l4tT/0
dqKQ0tJ9Q3y8P6GLDigKzSALRizLIvd/a6mkVQxwucdB5fi9Z/4yitP7f+TayczCriKdDwyWNatK
D9+ifldyK4/00ia9tj4bJyPWg+blk3V51+a2+FH6L7HqVP5JQlZ4tct44RpCZxzSQujyRvZ3TnJP
wxo/GkIerHDxqPPQRNNIOb4KmYkGDiDQkScyq0MWb9KvujQvYmKC5xZA8I3kQD6S+t+ZPxFgv91f
g4WvmkSL0RiDYgiQv7MHsB5B85RPrWwaovixDEHcvlbQXzqhNzZm71w7pJ3MZ7DB1KLVM6klMuJe
rt2+3dDqEPkHyhhBpepF3lt5eeKq/+8vmL19UPvg2zEGoiIfUPDq7GpEpF6LJoV3xjG7xvN3XQnU
vdeQuqeWqKVOWa+g7xZnGhQLYBVQRMQis+0GHp6atpQd3EHo3qmn6EwUrSzmAjEzJKivbMxcaVXJ
C6UcMdODPdjRPnACpzbfIXCHP3ZD6COSS84P+/T20pK1DPBSvQHmUcYELObnZN2eZwCDIVVOAd2A
XtKnj4Y9Rgfb4ibWbUBG3ImoCTQCm8A+ryl/LTxo14bndb6hAQJI1oBYaSE4Lx+V9qPPXhN5paCw
ZmV2VtR8zPuuwi5q0jDVtbJ9qFN1M0ZIubEtY90/mP+XyQRsndOANYJg2+1kFsH/TmarN8bhcMqs
2g7NkTwSzCbYy1sHXFjnP2vslUvbFIEf8G7ovp8UnW/NRpSVBjB1AbEib2P/kYeu8v2B/Vx0s+gS
MdF/LMyde06gUYWsFoqypB909QA5XvRAnp6wOSGn/KwdtAPVG/KV6hT7FvzxBm9SB/TtKKv8fSHM
trElndORXdcZgfRr+fslYoSb75stM5M0kp+F+D7AOJFfRNYvsSIrt/OD9+BNUl/mEURwsVXZqZWY
SN+it46xMh1Ox/2ZWnqJb75ktgVStdcAqBnRRONvRB2kHO9oyD2MxyH6bzbb9ZrMLkhZqTj0mqMO
nGLI9TTpGLLqBEZHAPcCuzf4tOEl9juQwax4OD/O4L39MO3IK38jxm2SavKP7fenEbbBr0QCJyVw
OwgWnZKHr9YqzI40m7/7F7B2EXRSZnpy8I16t4o/W3yuUMDhuKlwD/LB2feI/0Pad/Y4rxxZ/5UL
f6eXqRkWawNvk1TWjDQzmvSFmMicM3/9e3p87UekCHGfu2tg4euxVexUXV116hy5kCTb7VmndY42
jFVy1Mwmv5Gl+0gQTIAzKo0G4LBcz6z2RKYXGmu/7I6iIUjgVFoZwq64hIDic/Fl6xQtvivz/2iH
ubmz+a69RmqcAHYCWi74jUl6MBs29HPGzJS3VMFZAEJDFXX8MSNZDf0OMVMaHmbIxy3E85YQy+N9
s39EGxhEn+2bmdfW5HE5tzgaWI+OKUloYDFLDzFB24tsNCHSiWjGr3fuXic39hwebeoNryGiQ6OD
iH51lB2Hk8nxspLJLUC2+9pE6u/VgzzhWldohX4Va2ZGpzbIua3RS8dDXlgTgw7PtorunxsNzflq
vzetWcXwCeJ/vDYwIlHDKRAQrQxHpbmdrWeNAPQ+rxnVMlN3Ok6hsInWS3rH5HIXxcL4jvcaKD2W
x6308CjfPOpmUsAVzq0qO25j9wAhGtCogJMNoKDxY7Xo+1iQMeq9/+wcVUPYGOWSyfd+4/DPbFpp
IkOIgf8yNvL9jRrajZOz5dz2i/fXxWu1bJbaZoGte3enGzUNt4eHL+vJesuMp3zZnkJjFVq66dzP
vzen4P0avoVn6tYaIWOMRNNqQahzqAWUtRxvuyAycz3UsOY92g7Rs7EhYuWaet8mtzznMIqXTt0G
sZI8ekrMrwlKc0uf79WbOvFYu1naLNFipd4W+D/qVY4+48EmQxZNA3EPemwJ4paRB+N6z017zmZ5
BdNeqjyVISrMm/7KxN2or4/J+zdnQqdiXVHNmEO7TC2dpgP2gAoO0B5jGD/oAzS3SZCBL3qrF94l
4aHjFi5NSTdzYc0ZYhv2zH9qfiS5NpL9p1o9vcpVanj1McWEpnOU0pPh/PmQRvPpK1KCISGNosYU
SoGIRyqUfq38xdUoQRMfRDJpcNC2qcFx9HP1OONvpk4e495lNRPwoI6XM0JXoRNGMJ/mjhGqeyJ9
yT7Iuz0P/XXfP+TJ6LSrM1QcaZFuBMcK5P7h+kdM7inkB1jbLTD3aBMfznYZp3aoBaVwip0lkz7Q
356KxbKE0gyoUp2Xm83mqL7A6whzWk3CxAUG/nTQRgGTCnc4joS1iJPUPgd4sNoEFILdRWP1HeYb
fDqro3So6Ey4N7Xc0IVSkXZhk4723OFQ20ALZY/N91ZCr3RLn/JvppkERQeKUkhs6Ga2jQ1p/bha
XZ9kFtOPXKyOJB0eGoz0Du1aQ8NZC/8j5SJAqM1Cj18z56NsdiHEddC5IfkmeFBm3gBsJNcMjo4Q
EWM0TCLRdvI/hGSvCrmpaHNgv4ljioe2wIMwEw3NcEjDQUUiOL+SDDaiet/VVm94PRCvM/wFU5ij
gZXR9pSVpEhdD1b6wnA2t94xWPEWeOw+RN2BJJCywp24ippHPrVmtstUZpBlEpCiA25axDUxHKCn
uLKn1/C2WgwhDu1eF3ZJZEVoAo1p1lZmzmW0/QKVdMcZYXGak1CcGDqcA7ieWOcUotYxd4OXykJU
96UI7Kh4VD8YFCOwloJ6wz/bHl0BhVBYttUfru/VCUmYodnRuvayy8VgaRVPcX5UOscUY4Dq9vpC
a1Z5TTWw5KfqQjfxCZH7Ru545DmIKe/qRz0AcexMdHLpI/AxItrSMX4U0sfCarXTFAHesiLCv7VH
3e1MIXbiLTL8/dFBQQpdasIKom2AS1JFXcueayC1aJB+G+f3sgKpuGKv+2bWrZN+X9Zze+zyoA7t
jyYbSYi2jtj4xI4mT+2hIA92YNrRXWC/9W+Bcqs2hvqZgGUG+NXrCz0RWg9tj45Wqna1lBGMPQzR
Ab6oi5RyyaF9yopVDpy0JRdzpQQWQA/dEizKQOihcgEM47gtrxLLLiAg9jpJQRkCrcnXkUrVKkRr
rtoo8n1gi/x9VXi1mdV9T4wmdgnU7HNwulA54wEtrCMidYs207xtHwVpCrrnpn0P+qZ7S/io/0xU
J4us6xN16eiGXz16FvQgRxB1BQihXHZBk6msJOC2A3dL2sLwtXDG2sSOQDsMw+0yrOcFh4gglKmW
oA3v5JEnOVtr/kNULa4P6PI6gpAg1BGBlWbMIeMWuyrUGinuaoaBgbxVERpdVqw5NzDV9FEKzSaM
jCSZS4FcBjtIdwG8ykjK0fAzVmlV9UqvKlkGSCTIffDwhG9t7XIzoeNETAErImoqYEYBnd/P++Ms
dowbOXJszxVPSgF4f7gpcurJ+8qFPERoL+o682mR96ZWLbzoOQ+XVXSMQJ1H/I859qaJ4gs+RZII
KBqRkUY7yPD6cIqgUoI6Ek/2Pn0AeZ5JLHAqp9vCtDTaW7FMpZlYbqIEDZMM8Y1+OFwa45QA52pd
xROU6rpjQkHlDDFG2RRuWuMmMMlfiN+QhUarP+PYF8D7MzoXeDSpqteEABFAUsACjDH95N9EIzLA
zyFAWZhWzwr+w7vmyV9e38ATLzdUIzGzQByB3g0N6MO59TqFszkEHyc3oahjgYpwZa/LrQoWO8jU
ldbmK1sDdn/C03F93fSECzu3PBbLQsNvFDpiKp2EOjC4dMmDva8BdNPqQSk3x4gzN05xFIJwYt8k
HIdx8t+pmd1I5trZRAb6jO3b3JLReGgjgVguA5dmc/W0yaN0Nsc/D4ezo1RqvRzZAWynh7ak1TI2
na2Ebk6Ddy2DAy3LFvNrRE9/IeUzWNxxtFwigq8CFYbV1AzeZCO8Je2OGPwDAoxwTq5+6hZEXgmy
OUgNog1RHW2luERyTdNbIFTabVsbtU4/HbJIdRPY6MZ964s5SMyUgz8zOOYcFXtBhz59jWsXAH4w
s4igbjGVHcgTyKbZvdlPmxBvkLnX+5zV0U5CorstsxZWwW3Gx0ZRgeX8L40MhCQKnnMQOB+7eK4R
qzLwJeBtxMeSk9eS0JslyCOJeMokqnHriNdehfi7sMHetBD9FWevmmLmCmDrNYoxCFocAfHELSqA
kXvoGkI3SFLei6VTY7Tr8L1aOwvM51zsxCoDV6yMFzEFZRNaTWGFKebJr61ZLYXX7DlZo4w/l8Cf
eLfivsfDlREogF95/ETvSlwzIegAMSQzWoFFTYyNFmJjH82H9nESqS5QZSvu+1u0krsLCQznd/Hc
a2/C7w2+gQVJZ96gLXoSJATfEKD9Rjc87yBtbAiFvs8y/068u4bDHd0rXsj7asWGC4Ju5XPpLOkT
lTbfCdRui7li1MSxYKzg8s/UsnTscFhc3tl+y2ztifU5u0umfx1vOEVhQMUfUPTZpFWi4iS6lEgg
Ho8fRGMRrUAdWZj8wkpesE3M61fT1GMGg/lljn3Ombk8UDUAcdka0XxRfDdLAKtxHfK31e6+WtX+
XzoEMsNzAz/DAzA7tEc0IUuDuJKggOLTZlNLlqjt/XfvCHIgKh/q/I7vd0U8q8U1uRehIoW2SjQ1
g3Z0aLeC3I3QBI14MkHK2eOp4hs3Lm1PzT0SR8c5vM4EyIzlqHALQCod1Oby6I1YakHVuWUKYElk
pbwZ6IZdeWbIh+hhDCwn1Ew0GGMOdmnq0SZNqCsdBRUBmNtYdXcSwq3bb0KQZBfJqgQIJN0FInQ1
7hvBkHNDeZUgINaZfP0Zoo4yp0Q0QZqDr0eVQWdlbmS5R5PlpkBNN6QST48gZqP1ah0Y9YqHc8QL
D9y38Z24NQsV+WJQNV3fjxPMQUPTo4PsNxkJIgd3TncUIWafm6VpH2tTp8Sj0hOfW9YLcm+G7NGX
l+VNvYc23RxlwlRIzB4CIipk6JvD02C4V1oHTV26iOtdopCKdBLDFkDsi37QY/MX3vIDU6OZVmwP
OOEeph5N81neZA4NOCrseQRoq5U8g3aZ0KDE5CKrqDMlNbynRtaQfVOdPMDVSp6LN/5R3bZm/SDd
BNaDaix3AsiJQLJ3zE/399LplEOH8ile7aCKvrk/Qub0+kpPZGkG3zJaaLXtpBit9YBjo9EUZF8L
ImO55bmMxdS5B40pSByAnYN62KhSVZNMDTqtl04lufN1GsVLx2oRGsaWF5yuj2gq8gbh5S9bo4uh
41rRBnsfXLeJ5hj9Hgrs796Js7rFLn6DtP1mlRrfxozVqdzbwOrIo9aodhR+I0onVgIAS+3O3iib
+gHCBgdrt8uhY/nW94a7IkbxeX3AU1cVmJKQFVBAlgBI7fCceHYZ91Wg4KWhGXXt0Obeb16um5ja
JSB8QEJTBPSF/DyYz6+n3gNjXoHBhR1AuTpYeaudH23cmZThRE8Ze7aApgV5aZZlGu1GsXQ0NeIw
lAbtZN2j84TW4UMBqo96RaFg/oENiifxB1RAOetdKqjbLYWZ2VSmpvP8G0ZRaEFkF7SPmnRKCKgt
qRgUIVnGUq8/6Zmbncog6UCxSNQvxdaVykwqG93iMueq+9bp0QuoZ3UZWWXTgUAxC7NOoiRAiEGV
NODfxUgGMCepUVSiWcYVxJAcsEKij8SO0Xcr+CHyVA6JP0JFjsKFYkeqlXPVe4+Wk5vOrVKobed9
9QI8frXuhbbKzEjnyEkVC+UBzLjhQUzyGimLUkwzA1SzWWJIsSI5VgFEk4N/73YvfqLmyJUKabri
5AiBWanqAJy7vrYPiBSu0lDtV26qOJ8iQc3XqGQC9v64jAXaR3W50WKRW4cpSCFpKKRqbaRiWMVo
lw/5xopztGFSUAkAOh27+RsfNjlPlaapbAONusF7hKkqKNNqq/9KVPNr6SBmMjwJjVejsRPKGyf/
IdMAcib3Olg5xYRya3drW7qzcNyZhNxkyHtuc+xtNKXoYpRcT+5OMdz7W990jsJSAC9EaIVLMnMQ
J2p+OCGoIKOBGqf9omNAa8JY92Mbu9Nyd2a92EMOJwMwKaHP5Bbcem9JCkZSUwkNg0uW5sxtMT1a
BblN1FQYfcfocBDZszuljeSTXJs1d+yTY/Aoo1Eop/wae0qVQIVV7Kv2ppvDxrFfHj/bpF+WxzeI
k4hR2hNPPunPYmoEVMqXYrJL6mVRH2bCgUkPgNgCTNDwqWQM8UBPKHhu21jGg/tZ7/ZVDdDATPVi
2tOd2ZCHWzVKO9EjPGzki/0W5CJgo3LNuy974exqCAttVvffK3X9qM2+fycHB8ikLABTjbcT+/uZ
K+eknusEp5dPWw9mrl8TLHC5WKOz3x5FbBVSx6rEfrs7WZuTCwDg9d+fDAkZ3vPfHz+KnFTS+qDC
gQHNX9lLF8DC56RGSU9GOU9NaS8dk0qherJrypmg7SfavDa20dWUgRo2SjOYTqz9/vV2AbQWbTLg
fcBjudtl65ubjUjNe9WnkGi/PuzJaPx82KNT1zp+6jsuL7O2g333/Yr3CJUtNAit78LtMv1+eoke
bjYnIEiOK+QQ/tKh/zXrY1QqJ6S81PgYev0s7G7ZA8A2IVDa3d6XQD8u/ZldNOlk8GBD3I/nKUD2
o6luQZwtCB5cagC04x6yEcQsre5hA56dT3uOKXQqMj03NppbvW18p+8I0giyFWxUI7xbCS/X128C
fYdoFBgN0EqBbxU8msMzF9eBU9pVKCNVsUi3/MJYHT9Xc0rJk7kmPOmRr4CcFxH5cQSKc6ERFR7S
yw37e/Ge0djGvfCub2/XL7Xl3oHy+8YAF/OpPgXm/fUxTkWIAPoxAi0o2eILhkMM1SqSINYmn3zl
PeveuuQh4t460bpuZQIQi5k8MzMaIydJcagUErzXM/OarlEffCCmMvr+ADVvnAeZ0h131GizM0pD
CUCL6kEJhoNCDFjhKlQcrn/Q5O4BNgToVAGIivF9mLpixoudKp/4V+42bJZKtU5EEx0Uykxtf9qQ
AuE0Hc9GLO9wflURXNeJ5pJTaWrKQnrn7VUcW3WwSudI3iRpwouD1gHM20x3D5pwQ1Oc43BpFMFU
YhUQOuLu+0UvGeH6dQ85p/QeTbtfDktOhVQ4ht8WVDkeQNIaHdCV7JkgjTxdn+KpagbqzeBBUiWk
hsHNNvweO+J0wXGxtcx9Y+zzXUJR1jfyp3Ab7cjGVaA5PndiJwSosYvPbI6uZ43YLleGsIlAA9kP
0G/RV9wx9wtsM7r8oDurzAxrxch9j+bjzICnFgBNR4CvAO0E+OzIXRSlzJgO4G+5+zTUF1L4rLl3
EmiC2tgC75nfpiB8XyL84rC755Lwk3fsufXRHSt7dZ/IWseGvjfzg/6k8mj9pZpvfINXcTUzVraZ
xtcqogKF4YSRHx9n6HrNbgXOU+RThHaYcg0Ny9yIXdUM/Bp94ZrZ+mbpflw3OnmXnxsdxUCV18VF
ivAWMfvjs70HlIvubwu6/moOh8NTsttJxo2xWhmPc+5iIkACZwDwAYjfwbOmjE5xkPm2rxQROYnf
IClpkOY1wVXTzsnDsu8fTerAzOjEJLITBiXUD5Bt6dNl72uYU87zjc5GBeL6XE5lWwDtRiQLGkEw
HY+f7A4UDUlfZ+SEXCRlXLx3y8PSyKnL9Bu3M0eDHbvBwHC5wRrOBQRUcMmMbpmg57MmJE5zirXQ
Md0KA6sat5q5ZS4Tr8wMJPIgKsGu03E/WoNMPMkdrT61t8GNYEqraI+0+BfoupaeQfZPpSWbhanX
x5nh6RenYWR4dPaIR/wYjDbNyVFu7HzL3ZdrKVp77gKo1rp8U8XPqDNcQ9mh6SZZBO7iXX8LZQt6
0aH+IhYgjzSjO+hS77NTV60D7wn8FKFohDt3mdu0qNGdUZgFwmbLeUhuk9Cod/pJ8J+0yHBNiFDm
4W2bLklmFB7owFbpvZIdcqGkORrUOOqv4jfoFh4LfeGIeOfKqxRtvhsPIFB/FwlmI5qREaBGCekg
hxLNaiTAUcQS8qkt697fZySiaAxCsb3knsBmgryAbLl7+d0vZlvb2VG62Cpna8gu1LN3jm57KEZr
an0iaOh/hIyqVIJoeyeAzA8fox4JZxWuNaddd3FN/ywgalICCuGg9xzfG4Hb1SpbQGHh3qrIVdnQ
bJ3xmXM2Rt6rTlDch65Fc9rKS3S/pVtx7kxPb8NfoxhdQKCQ7bTMwTGDDIIZ30JcrH4MsEVotrXf
ZvzHha8azdhoyzddFpNaYLYomgVJspJCixxvbJpSwcgWzVYw7vXfFvViRgGBwRsYwRu49IebI+qU
rCj5AEbLolpUdhjSTghaK2nWeQTEUVtCBdfl5xirLnGhP3YRv6LHFdBUeTSxUeJHUALF0vn+K9+j
X01EN8xN7AkMT1zwVALjZLtUPj1xl37xt7lmQrCCytXh+qRf5FJGnzGac+Amu5iP/YZV++MFhzJ4
jiHblod6TnYbqXM61j/V0ovDiCLOv8c9Oow+SXq5LTHfcrYoXUp0aFF4/jqXzfIjIVTtIU2RgPLN
UA6Qjo/WgbpKPoSvGgpreGJb/KcAFGHydH0WZldj9PQrXK9KVAj8YOsl4Sqo7ohguO9O+qAbEXSF
1tVz4+0CTAm0uRQz4LZed3f9Ey5f9lgJFewMCPUgCYPi6nAjQgYMgkcpaU6FsvUU5IgP8UGXjBJK
5OkLsWParkhMw3VGoNqBlhGf6neC99RKiw6aWmj+RPMLQS63oZK/lJq9Iq/JLM5mypWye5ARWCII
H2f/O1THZDFW8JE5VTZ+iwVUjrG8Vsql0y5DbxOQ10I/EOn++uxcJgJgFBQIjClDUiEJN1ogCa/K
glOgcOjCcXt3Rd8afQti88w7+NJrq/Cg9Nnk4kKANjsHBS1Ff82rGeTr+CmAJkcoX2jo1YPWKY/n
7WjvBpytFqRCk9WzvHzGDtF8qr3gYblMltHSqwwg1bpVsEAbyN6+A7LKVPYxoCTk51/XJ4S5h7Nj
dPEpo/ngACkDmr/nTzxg7VLQ0IC/AZjbjmbGPH4DjA0JI/8ogYKhDjgYysFw6AmfrX3QspSC284i
OVmUkRFtpQri6OVrV8WL66MceacL46Mgz/H6Wk4Knj+VyUPyZkf3Pb/x6pUnmEK5ULiZ5NroNr2w
NgrJBZ7TSq7D8gYo5igPXtNAkKkyo/w2gsbY9ZHNzuvouEPlim8TgjbMeM1bTrHI+FUMYT4Q7vhG
Ce+/IlY7S6/xs1rjbQO8BYgVBAVcKT8P/rNQSPDyTu1FrCbKobW2hPDPwgedNnRIgL4U3ucYbiZH
ySiN4Cog6QSY59CpVT4PUlRA8U++bJHQIOXKX+vSKusOCCLd8LvQlzluXMH+mJneqbVEjplH2hBs
NMDvDg33QaZCGxntZ1Ll2o9K1TXLVkRFDXppIpUit3vtvDp6hFanvxZ4tVtFXIc2vDB5ifr8OxCi
ZlmocnIMgYW77RMRuCWevKWdn6yuf+nUQUYhHJ1MkqjI+hjr3Ea8m4Q2PtQrFhVuQ1dYJqakxcZ1
M+N02c/mZpEGECQKw0qNwtG6tosG5QwQguYm6kSGfwBL5yE6Kpb/2SxLCChwFrF26sJbk2VjRmt+
kaFUBnLTY2Dqa8hhIF73FtxcgMmO8HhHnn/XeIckgmhLEr5LFb+UKFzVi7LwrBZpHcd5VRs8Y6TY
IP+y+l8f7X87X8nhX79f/PN/8M8f0EfMPRDJjf7xn/+vKsr8LfTe4j9olX+9VX8k33/cl2+lV5Te
R/E/7Mf+8z/+5/Af8Vt/2jLfyrfBP1jQAyi7Y/WVd3dfRRWWP1+Br2L/zf/tH//4+vmVhy79+sff
PpIqLtmvOVDz+9uff1p//uNvDOP0X+c//+ffbt4i/M8Y+5oXjv/7X29F+Y+/caL2dyCu0PTF6j48
SlvwvM3Xz59U6e86mKJ+Ojvw9NXZn+IkL91//I38nYEpgC9gnEc8FFQQLRZJxf6EdOvfccDx7Mdb
GZtNBJTl3582WI9f6/NHXEWHxIvLAr882BUQSsKDCXlHNFWzAiNgT8PjC77p2IcIZEcz8FZJRu+W
Zb6sqlhONk5P/HLmnrk0B1kY0J6BOQoNfqCGGZpLOdWuglIG8WBQdOSzxTnpoX0L1UL53pH1vJ9x
T+yw/dr0bHgMqAyhbXAdAXk/7ocHsjXIuzBracbx8R2QocpD5ilzAPuhFebfZQTayFmgHxTRisr+
fubs0XyjO3wVF1QTOWAoyrRGVVYurbNd9efSnS/V0IH9aYXFQzIQ1kCFjIIiaE+mtiZFBbVjH4xQ
FQegRtyGr07bI/0Q6NxM+e1yVEiwI+mDsjN0E7ETh6MKhV4lOuSucah1eeFpYCJyw3qO9mrKCtLM
aIyAb2bdCUMrQqV54F+B6LQvu+IT72XRukzb3vzduSNQWACcD7sd+0AbRXF5FvIuEBd4cgUyVFtd
vU0qGuSEVDTRuwRZtKxxH67bHO51tl7AQUJcW0MYgBt5XBvSYylLo7rLaZLF4obn8J6oi8Df8xW0
X3/bFFwMDhSACgDtjbeGmEZ8ElXQDUnCOqW1HoPr30MreOFH4Uyl8HIXoh8JmkdgE4W88UUbMkmV
WIP+J4Q8vcJfV1C8XSnwEzs5kfTbJk/UmWt7Yn+c2xsXQjuwvyZKDXsQFO3TVSTYKWf5teLN2JlY
LeTDBZTRkBS/bLgClwU61xICXEeYubXh+73fmaVX9a+SU891O01NIlrJNKBy0cwNfofhptezXNEK
v8uo04mBWdW5eOMqCsAzKAJA70KTZ4KSycFpSIAAfQwFzPGTF0A5WyvBfwKm/EpGKsAXLa8UVQgM
gnH997cikxACVxOyxeq4B0fgCAm4ls9ol/OgtRVD5abwkXPRIyefOWDssvjl3H8OGJDiv0yNnhF1
r6Z5IWBUpE9uXVeFYCukkx9BByHvGjmA1IFWPV8f3dRuPDc58om17HFtEwiYSJdHt1hukwWiHGfm
OE9aQVcaqLAh1HMBySv01M17zs1p6unVAR0avsEBqD7TLD5phVWAUBhBU9oYw2gTW85cXc1oUoCx
XmoTBZKkibK8PmNTWx2NyIzRFPhbSIEMt3quq17uZUpGuRyt44aG0HgTKpH9HaWF+6DDX5V/4SRj
6ljZEr8oj5kNfc4NcyAZMloiMFuGdfUCaNe7mInqzIU8NYGQlEJVBHsdaGl26s6ufVSbXKchcBmu
zalGExWaKYfI3F+fwBGSgW1zyFkicSoxPh9cJKO7y4V8chWSOKeZlEvg5JUa9FtDmBsy084ybhKo
KihkadtBsJRI2XA0q+OK9rw8J5JzOV4FRwePGvCz/4Qjw/HqXsTXdY1bRojLENmoQnaLtStVUTGz
gqPWjH8NGYk53JmMaQaP2qGltnA0V2gTVLQ8N9jwoVgvsiyVHpI63zsK127yIk2sPEgEKsG+0XaB
a2ANSqHU11XHZTOh0KWn0XG54kSy1ma0boy+p+kQH3F1m9GURzMwSN70CELvZeNIZsOjv5F6ea3c
FVUZtTOrfznnsAweDCiRAw10ER51otRGFaS9KXQ1NCNP/MDoJQA/r++xyfGdWRltsa5O9d7J4LQb
V4BWsYP6VZPZHKjwHdrpLwl6E8zrFifHhQXGxAGeDlG04QprahNLiCghbNChoMjprWzUcjkHYLx0
Ppg9IN+hLyeBQPgCBJSIdlCoZUYDR1fuEq3LLCkowLJchf576eX94vqopuYRWxYoWNgCg+nII9hB
gpciwY2k+I2cmnWmcVvR5h1D06JiL9adXoI6FVHgzC6ZszuKJ5TKabMsASIvjOJ86zdJsk7dqt/7
UJPfVkBcGnzgCzPub2pyWbQJPhoE8Ej9DJewTbUoC3O0gweeQJ5LrmorS9Rrf9nEOp9CW4krn65P
L/vF4YX/0yHD8vaIrKFgOrRYSU4DsQEno8ixxCa0b3OoWAG0wMXt74edCKWZ2CYkkwDYJKMTAeag
PgDHAhgTmiq0eMiwL9qS/H4w/QNSQ7MND54qZAeGA4q7IklkJH4ppzI2rAB9IIGvHvksIOBxmFPy
nThzDBL3H2tsF53dV40jKkWrwFvxXmgLIHBUA8WwxbzvZnaGdrlOKsivwSfAMm2oJwwN4Rx7oev2
0Oyr+WLjahwS93HEb5IIBepUVeqHtuE4IA27xp3repk4CjrP0iKIr/EgH6f51KDV+qDE7d9zpX4f
ZkS8hVZ0Bbw8ydZJroBqN4UAx8yIJ3YmYxDADQEwIINMD0eMN4lSSgKwqYSxJ6eSDtoXwXepx9dz
pA1TA/x5K7M+SXSgsE85W0UtLbpCdlIEVG5Sb5Uqq9aRVJKNB4m/VWmrqPWFWTHHWTyxpEhxIO+A
QERDTwrbW2dWczcT+7KEValSRNDseR5YKL2k2JBEqiBLkPg01vTCyLzam3FuF9uWXbpQrBTRn4J6
0LglD+0QcZpl8CiOr6VU5GNpgVxMPVN/uVhBWMH1qrM3GcKtsW/J7VbKmx57tvdKKE8Wld+beOKG
APeq8Qxz79SI4F0QfoLLTINuynAyAxlFX5KWKQ30uE1pVnH9a82JoTpzrU+OSZZQrwbnAwGyZmjH
6/1Ua/gKxGxC0JlF2slbPqxAJt1WxczNN2WK8VrwEtTuoOk6MlU2dpwkEcSISeZAf6vuODPtuxc3
4buZ4HBq8hAL4QhAbEZHn/BwUFmkuV4rpuBdlXkPjTqIdd3GzazrV82EFXbN4GrE5KEEOcqLFo7q
6pnnwYWRvqW8UgCIkURzRNETs4aAmuXzYAN4rpEVNAWkol+wxnBSI7iEo7KSVvOPdub0L9cHNGmK
NazhxkEuelynUcUoczknQLd7VtmLMigLiNHXYAMR9Jnq3tTUIR/6H0vs72euIk66zO47P6W6Uj9q
aixZsWinM/vtIviApiTSk8z/we8ilzw0IpRtFiUCBw0+JeF3md9m95HUJGvdgUQcTZq2XV6fv1GF
DW8SZhHssboE2h1YHe3wPgv9sMlgUXZ0TGAmQBE7jgPD1msRokRAr67itnasziP6MuYz8ZvruE1B
4nThSk1wd/1zpiYZC/kjmPVDfDQcvxOHUaXZ2DmqDkVoLuVQjdfir983AkiyCJYcvD6RixgaUbKm
94qUJFCbyUXP6BpfKc2C11NlxlFNrSYUM5DLATUUUEJs855tGVsOYl7qsDmhPdgavitB3KnhFhD9
W8WoFM9Ym5o7MAti86ATGMDGURxUtQXaqeokpWpJ7G1Qd9k6hRc1f3/ywBCLfjH0bMEnjvyUGqq5
1DnwiH4RAUBduZEFYkNvJh07MRZGlA1idDw7GFnYcOaCOOECHTyniFNV9yZsdNkQPOL+bqoIhSao
byEXBbYS5CzZ+p2tj9bXkMdlez/wpGgfda1opnY8yyjMDu0gvmdmUIgiKmopeLmxwZ6ZiZQ+IXwE
LgC/sr0d12nSQgArVdKgXKvw9Y3WkLuU420rc1V7i3z3Bp1J6cz9chFf4SMAcwWOEPItoBEZXc5Q
jK300gkRCCi1KFhl6xbxQW4JX+9I1TSS0aK8663BRirOpWknjgHicxT9gEoC/GUc2nGJS/gq0sFf
F/lSYLi80kGqxttJsiMbVWHj///2HsXlA2ZLABRQIhvf2pWotlHPw4vIrgsyhkLKF2rUz52Ey6sH
BLwqMmTYQWhwGD8HkHN22lzFsiou4GYhZCHWkIIGe6Ctz1FAXc4gTEHqXcLbGwQw4wcV64Pnc4IZ
TALicWaXhJkGPUhXgFisRD7dJmrsmXPO/P5w06I+K4LGBwBzdMmNmQXcICOtk0mg7oojzpT1jDxm
VdO/Z5UKCSAhFt+RBmm3qSslqygX5wiSLrcrAB8IDPDSQSQJrzY6M3HGO3UDKCMf5iDTUdTPMFdf
SYwEVabHIKyT56LKS5fDLDJSZZRLwV80OqVF4/meKGQJjTkRj9asqlZMrtK6vjWZexxNKxjMofdD
sD9x94zcp+iXEpETBsrzubw3QCrqPWd9F8lmntryIQvq3qOB5iJnBG37Yu6OmNizBFyteMLKqN/h
VTec1rxP1SBWIU7OhXa2IE7QlYZuC+5DUuQADl0f62WKF2UngAQY7x3yKHgTDK1JIhfITcnj4CvF
AX4xeBBs0HfVch4Kply45D4AlAZCuXZTlAvRtm30CBVFdnJzOZ5jqpuYedRjAQbQEF4zdMLwY6CN
VuZ91sDZZy6Oa12V742CeD7mW52GnR3sC+1RyBz3t68yTALK6MicARiAKuPQLh/pIclS7GTSyWFi
lI4t9Uu9FmbbbabWFg8vgB0kPCfRtzc0FMWxbwPikFCnqOxT3fmSanWCbm9LT67U5fW1nTKmI22F
DCR4o6UxnrKURRFtTQEwfcisb1IhqW6aWOVAUp00D9dNTTi/nw51QCcR1iAPMRyXYMukU2OMS/VV
+9MvIbyjlWq9DOIwXKGg6T5dtzcxNOToAW/5/5x9R3PcONvtL0IVmMktye5WtCVZliVvUI4kQAJM
IBF+/Xfa9y5GLZW7/C5maqpmPGiACE84IUFFIH/j29bHhEs4tuJeH7K8Ji0amPPcoKOOP3PmhLwz
FExo0bs8Tg3V4pO9wVM5NosWEJV38QwlY7uuDG0/FV0GoUIt8O8Te+dOhccZJoZbDpTYP+2J/8Qh
wqq0b1YC/oSUomJDu4iSTGj8VSxfwp/azRs9THhrzmRO742LcuORhfsHTHJy8lZtgh6K8hjXKFRw
7MrjD6FDo3FWvP1shni4yaECeia4e29tIYOJ9jCCL/zD8d//Z7ZbtsVSHwX7sU1dzRRO+dhBwyLL
lvRMKeedHQreGYADMOCIwFs62aE+Mmu2GQC9GWwUqqOS8MGlW36xzkzURjXkTKHlvakhrT62T1Av
RrL4emqTgb6tzQuFFmecXobEgy3TJPCXhC7zmR163IEn79UR5oleA/gNWMuTdzhOJyipOKDHacP7
DzF8cmoRJ+ekL94dBe9uEiboBoL89XpCVI6dTCEtV06in0BMpPl1S1rzz7WwAE1HVCTAXaYJZKBe
j7K0aL2lDtJcU5/YrAKyrXcXsUBfrXYwiJjOXJHv7QpUqI55DIIKMEReD0epT+eV494iWn/atL+X
w2SAy0f0kk1iOvOh3hsNNb4jhAplYuR1r0cb1QIjgxGHe3ZTc6X4HO2XrskuKSg419749czs3vlk
QKyiEg0OIsZMTvKJLgth6wr0WWm2cURftqXhVjcD8PNnJvbOZscQx8IYarQxXCFfT8xCAL3VHOfY
blsmawnsQJ11Q85Lztn86e9X5DuriEVEaxKddpAQTwcDg9QqKAcp4P/bBAbvtJh+qDmGDA0jKOSi
8h+fUyp653bEi41qKWIShNynz7YfcmlbG6pSbJxVHYEDZAgk/rKCVhaz2ZbWBucobe+tKYJqWELC
fQZ1puMy/OdubLUAL5vEiDEXeKGim7jrZQSlsjg8V2A/N9Jx9v8ZKR0BCwMqSJXjqvl2iata9zvl
ug2GHt2IT/n37/feYsLYAQVvxCZ4U04mJvWc9+0SqFJbrw8QYyB3HuJK9ZTA7ZHYwl1lE2df/odB
QVz9A0FCtnQy6CwLc1R5ArXHYBE5oCBgu6Wf21TNe5pO0d4sbXxmzHfSM1z8iKrBDwRs4VT9cMmh
bCEiKLRDuDoom1ZdFaPtvzjWih+DjOTXRNK5TgidL0Nj5Zkz+TaWPnaFcIUiogbA9/Tw03jIbNRz
Va6ZDe7XEKbKfTs33wib1lufEwbnnGm5JeNy5uV7e+sctytOCuJoFBROnyOl44Jr1CdLBtnVj2hp
NDsRifD+7x/07S2ArBMmt0C94u1DePZ6026ZgvtKeFSVZmv7tYFQb1vrYRnUPmZ2+KrXpPn29xHf
Lugxz0VJ7eg8hbbsySXXakhZ0RkRhNRcmnLiKrkrYKYJHi3aKvskUqC2qQY6V2xk4hxq4b3R/0Tx
sJfIjhSlk/mSgfIgRhhKx7Ht64zgYKJ2D1sc0MF6UAq5YnCMHi0duwsUi4Nff5/920vi6CcEQDja
EmAx/JFt+O8lgY4EwmRcEqHtokv89a0bY3MI2zzf//NIKJGiMoRWzp8C++uZIncIC9/jlVSsyFSt
fG6g69ehp79P4cfYnrmO3p7SCPsIgNkj3A0Xw8nCLoJ0UFyG33ga9tNPPCB1Z0RXBx1DBU6r4dBI
N72MJhsPwkXx098n+/awYHSU0qEoAjV4FMROJrumabcuGB3IMQHrnpRC4l6F/3wkj6McDanQ7QHE
9CQQwAnJgdI2iBANKa6Eiz9suSWX/8NUQPrEqQfaE+oOr6eyAOtHgErDQho/3gGUzsA3onQ7hwV7
5+SjuB2iVJkVgA6etpPQP00k9DtV2dA4qYsJmPoikM0l8H72Kge9659DUuDg6FEDDe5PyI5Ooral
Cd0wHT8RISLa9Vvef0hQ99rJxsZ3f1/C9/YikJf0/xUsgUt/vYRScIp8C2JqWWaWSyrg24digqxD
Z/rLcZnp1YR++30yi/Glzdpzjqfv3DEI47CkqDoBEH+KDU76bgP0A8E3sw0JobNVTHdx3meoY9ps
fgxDkkD7PObTY8wbN5+Z/Nu4ABEWuBJo9qACDoX315MfiB/DBOWXMvADfcHHAENWhTiMMH5veqg/
Amb40BCb/A8XDgYGvgAfGdfOae1fc75MzYYkwAXTUhH8wsst9+1zkK3dmdj15Ljj5EFkB6hCJAC4
wxHZvZ4jrOqUhDsvr6lZkjrI++UQDNs5B4/Tot7/HwZcWlQRcehPczUQjyTlUcRrgR6FhpF1vTWe
7AYqSDWlC/2AfqK66iJyxyyz4CUGxT1b9T9u5zc/4+RGiEdqNIJbXvN5lqVNsvmAwNAchkxGUGf2
O/BbdYnTjMIbwIy7vx+mkxfrz+gA+BXAVKCSigrO67WeBz5w6JPzOm+a9SqZUrejzbrtB76dazO8
91n/O9TxXP/3cfRR5hK58XotCr7TEZSmQ7sMZx7Gk4vvz4TggoxPimjuyPF7PQrZ2i5puWjh6DRn
5ooCBcuqxY3dfBk5UdBP2ajZP0Zzx0GBpMdpBJkJlOz8eGr/M7XIxdOcDEVTG9Y2twngTfWxcnUm
WH1nake5pxA0CPBx4OX1epQVZBFGUGCqC+tyeb0GfdRd6Ehm4QV4YTBL59mIG//vG+TkwvkzNbQu
j0gtjI1k5PWgA8tYy13Ma2mpYGgAjyv3cIdcTDCXnc1sUem83cyhWSd02/8++Jstg34+9j7QCgDb
4649eZLnTWcxYSqukkk3F3RmrkoBfD0zysmNHoOXC5A4wii0aSP0gk9GgWETCCxDGFQNd81Wuagf
PorJFjuSWiiiOLzWUo1qH4W+OXOdvzl+GDpH8xl4uKMh7CkZtRADZR0cIquADm1wFybjNj1xrUMS
l8C4LPrr3xf0vfFwLvDmI5Y7kmBff83Wx33IyBhWrovhTmo81N5FCD7y6uf6n4dC7R4iDrBFBtT/
tF0wgtE1d4DUVAxZx45NytcW7zKutGk+8wFPIoLjBwQKAi12/JVBueRkj4ounSD7azCrhQ7XLVPj
gTAvqxCi4g96Q4+fmVVUQtroxkSJOfMR35zL4/BojSCoA3IHO/X1ooakKBADtyEUhpv8QOBxV8bp
jMI0ha7xFA/0/u8r+/ZUREd3S/wNewaTP/mIY2M7JhiutbDv4ouuV9tu4q0+s6hvZ/VqlFNroK6I
CjJ1EavQ0c+qJk8hqGSBvAva4n7bouTMPfPecKjOHsHZIFJgfq8XMVGonfI8bWpcYtBh2Y/x7OBe
1yZ91EPNUMFVTu2chrna/t9XE8AhlAEQ+qPwfbKaLUqNwPCHpIryIX1pO7Qxh+Uf4UD4SKDVAhSN
ig6aTDjxr2fXD65v05zGlcN0Xgo6KEjWqfFMf+LtxgABAuanR1oGhAZOnyEBbntjBPz9whBdnyTn
AyRAeHD5rwuGUY41IrREUZg6LU0tQ2TaMSeiHuMQkRkor3tOl3P74e1NBc8vAKgAhQMtFG/r6xVD
qZ65aMpFTTYHDwoove65CcQFtCDsmWV788QdEU2IqSATn/2RUHs91DwcWbacw+8RVLEfvlvlY5I0
034Sia2XfCBXDYqoZ/b7e/MDEgIy2SjPYvyT+c0eC9xMWEXB2wktY0DZl1BlpSWBOXOS3xsKJwrv
C/IV1EVOj1bfbhzUL3RwfKQ/ju0ABbItD15iAAz/+TAd2XvAIKGifizrnexz6ifuxjXv6tH44VAs
/e85Ss9BD95+L+wHtCOA+z8+m6f37RIFoKiD2YoNmLnP6+B97Unc3oD3utzSduxvlSfzud7Y28P1
etSTe4Kl8E+IW8brKNj8xTZyfRiWLbz4++F6G4ugqYkKGp7No8XuaV0wsY53E0FSQvKV38lu9aXL
rKpkPIbXASTxZckNiy7iVp+THXtvgnjEkNkeHUoBtH59DKxfRkKsRT6UprZO17C76TQ9V0l6dxQU
tdHdR7UXhLXXoyRiBeKJJbzOwm3bR+PQAUMWnKvrvt3yyGlwEcIlBSWQ5LTMMmRUqkC3oqarZ+th
MOMS7r2YO3kxyRCimn//asdt/Z/mIqaB4UBIgVIDsihkk68ntTUqnqCDLWrmp/jQdJO/VwnvazEf
a1XFup3TCH3nCKDqVxzRKIg43nyrVscx2TIj6jxDtKF1gJ5VRob8AomK3m/Ald9s2bKc8w59Z1lx
HwN0g1FTvJknH0+TY/A1bdA5xOOzT5Twl4yvKOkORzPu+p8XFcE/vIqP1z+yqpNFLRR1WdFMol60
htPNBpxDVAF9kKcVT4ulvejigct/vpZRaExRxsIDBz2K/CSWizNjlmVdZa3QDK1QW2KPqdHRhY+G
7cff5/fOSUDjCscchWK0c08RVHrN0AVoN1kDR59VW7AlVe+Ln//LIKhEo84BKthpOkyDEfYhg5Y1
ANBm1ypKa2UKf+YFfbMvUD7BM4a+H2o2R6Dr6/1vkbyhuSiGGtzy6b5H2b2my2wOrQvSL3+f0JsL
EvsdluMIPXC+4e5yXNX/pNpqVvMRXD3VYkiiRwZkFrvk3oHkWg9spkWNl9vkbRWbceq+CrMW53zQ
0EJ98+mQPwEqiQD5iAQBw/31j0A614H02U07l9AOPHDioz7s77beL01XpTJeJMzeuPR9UYI/uYi+
pLmk0N4O0Lpj067gNJDBJy8j137jHbAY8aXp85E8tZlCheILc51Q4iIj20J+KikIyyvCKSOi5N2m
OrGjpqEsqlqntonWekO7Vxx0IebocbNjQYYqbVtz/O9bP0UvU9ZK/TvQdDRfIHyVRh9mmc3y59TF
eq3C1fFgJ8jAYSkrAg0jm3UU/IpmIhVojonNPdtWaTTI1drMItuHMYdMFxQiN1OURwPD+Zb2R7UE
EbV9/oTyThhfp+BS0p/FAu7T5w4JYSRK+McMgaqwMjKDPxgRq8KPHyy7GmchdYXOrTKfAkdS0CUH
LRirJZrkXSWcLubPNo5m8XEeEhJd9EXBUCDEXIbkZerdGvk6mozNkot58o2PdnoTlkDjlPZwmr2Y
24VA4UkCalUuiPltuwscz0GmlcVUyNK5kdF6aFnkHobVB+onDF3SkB80JGngI410FlJR8zCSD8DL
DuyD5oUH2HkNFo5EZVvwU1MgS56DtaEgtUZeKf9pTEdgWosG0hE7u9BJV2uW9OJ+OerQyJpEZC2+
JMxly9dxnft2rVBkUuunZRAoupabEj1cRELCiuCijUJtH1IO3UhkEY1fJ/QrBSXxUdJ2Xv2X1GZ9
A6/lfJvIHgoCZusv+3Vb2/vsaJSzlaDN5PG9MdnQQ1Kqb4wT1bErixgbNrR2+DJDeZAi71JjoZ+8
iwyzJd8SDwH5JWr6HzFe7LCpJCF5s9TezCLM0fGnyfppSFua/Aq9j5sORellaqGS3WyZaCueb3Ow
VG6dILBUN8VgGgyPg1w8Qp1MArO+jmnuDw4+P+olhzuQ6ErgJVqHt6VfM/MVd+UWwnxsjTt/N605
YJAHshRuicpQqDlpKhgKRCsMknMfsl/LrMIEW5mlC2gLELML6HMeO7+Asx5bP29VI8jkXsa28MGV
CcfYf47VvDafogLmUY9gt9q+TgpGTAVahIelHNUMpksDd/RW5g0D4R/FeP/UE6BHNDyPUgw+mym7
cU6k8ZMW+er3ORtwA1WA3S0trUElChoC1bcenddSTbFzLyqWOKh7SR1kGsqsox4QESWImul1NMNg
o6iOLfCC1q0m7bLtaJujDFj6sEMv4HqFVZIvqmCTq/+ZtARdLDj3LkABlcHg6BDvARFSORhzAfEu
KAX1yrwAYUlEU4JVztRNGDYEKFXo/ACWXLohb7pvyTTbkVdZQz19SNsR4glg7ThWiNJrQGTWEhds
sv6Qwgl4NZGwKeYV5krdtixXWdBPsf7QDTTp58tZ9+24HmYLavBSbUgKsrQeo5QlNyoSKfzAec5b
1V5q3NYCGOmg0COE/+ScVGFMyNhVfDX5GF76SOL6+sz6xK3rg+qiqSt2iyoyE3ye2YDcB9EdpG3F
sSdJYD6lvbXXOUBDS7gbYcJiSlO4Ndgti4MsUF0QI+Y7KSY3XUzQ8+ACiEI9dFAUTUJT/MxliJ7H
XguX/tYjN9l1QLuFfs14uMDMIQMjH6g/gJUAPASRdPgZRriTy3BDtFAZy7ftmqZjxh4dEuT1ieoB
Ht1936Th9ZJDj6rC9UW/Z1pC4Iivbrycme8PJmEBRCLM1MAItTHNbcrC9mMB5sE+7IvuI/pqI/o9
MiuW5DHniex2KDfNNizR9B7aj+m4GZB3x2iKyXMYofb9A3Pi0bNOxYKywEpIccDPQsshaLvVVcAh
9NEBcGvaX8O4iSV1ahCmV50owuk5WsOc0JJIOY03JOmK/iHseD/dBHiB2d0Uc+tucN+Nzz4OXPvU
qGJiPzLPc3kvOpJn93qiHg5FjE/DfhkIz+o2GDd3QKzqdLlZBdDobiKS/RqKJZjvAFvlcm8bbovv
2LID9hwLAHe5n+FRq34WLBYpiIUz1mE3+G2OfvF4Q3W6JMMcYldjj1B7n0QS7SminE4/Kecnf9US
EYPaH1vWd0+syTVVF7FZ0iXbU2ib2+DCIlFgEFQ1uZh/b7kz9NfWxZMyZauDeCXVAiPg8Hs4W7tG
YNArm/oaDI3t6Dqvh6axZVG0HIaQZmiPqNS5jSa7VKlTk/oFPxBK+3LIpwVs2bYJdfFtigUdn+BQ
IjkihgEbvS2BDPNpWMFULYLQ7RqsUitcpLmdD3m+9eCgo+8x3XKSmKgEUAaSQTkcfE0J6MGyvkjg
QucSHCq+4moMuqDqgAMBxjIYCBpJduCAFdGOx/mTbdA4fWKGyJ+NGkWOamUPI/BkHYOngKBiVkXY
i1GVTc0sfyyrzx8A8MKLXUCt0d6nytiLBueL3XRtdLQeWtvpOQ/Q+MUDu3UvC0A9D70bxM+UJ1pC
G91G96Mx6T2Ip43+8yy8NHkwW/Acl/RKmaldPyFSyFGSbpNCHiYPcYsDBE2Y3tGMxbaKhmJOLvwC
ucgScF/5NAQZPpbz5HKeHQ1q1EZbWrYjFA8qAPEgRwCb817sRZqwG2Q3Tpaj7P03TvB+X446nOLd
2C4GEGwNl7p5Crp9mrsg3sdUNQckH1ANGV03UoDa2NTWo4QVRbUBNF7P6F6sB4Pn7SUCFrOvJoY3
pkq6DR+Fux7KQBtQrbpys1m7y4VvmSvjLQd2DGpxUIQfuTVbzR1Z7FUD2QtXCqGyC7htaQvJGpMH
NSV4hsrgOFS1DmEHzEewsriagyEldWRDGwBk17QPuO7CL0s0qK0MXbF8jkXWfE4ay3636OzcBzPk
T7AihNB9ywf0kWg2U5yHQUArucgXBKsQjhnTm5FJ290Pg1fLIYwXMV7aARyd/Rrp0H7uwDSf6njK
CC9Fshi0gQZszXQpZLxjLqdDJfBnPh6/Ayrhrhu2SjMWQnM/hP5YHXvEIsAlOolHRGRyK1O1ht8K
k8jrJhq8rYFshn84WDk6OnDiobIbei6+Dvg0vOKmJ/sIzO8Ev1YBUpQkowLsT3ZhhWRH7kXc4x9R
hkUM3nQ5PAQjETRPcycEu4gbZsIyQ6QCCIbIiwGef/34sevTvN1noYCmTbGsqd5HkNtFS7/wHYzk
/DLAY2ADsrckSdDGOPqSJjsPneoHk8G84pPsGhFUJiVCl9Jm41J27WTtbZI1I6jWTVQ0lWpMFtQD
vuf4YfI0vBgaIZPLIeotwx8i8I+DunPgywjMoA0OhBqX2eJ53O+V3MjHENCq4XswdDDvyXFnllNq
V1g+NBP+t1GXFd1uKzZEfGnGkwZIcZVdF73I4gNi3JysZV+o7lfnI2tg1Ngtz7If8Z6IlvOoVktR
zHvtG4q5BPBDQLQUQ/rRAO5xxeycPIWJW/IrxcADqNpoax581ihajkDew2qeIbjcjEGQt/mxCOsU
jhu2gvBUAdnF1vI7N4Xh1yUu2hveDzIuNY0ajcuwELxSbMPFaHwA77eQuq9k6FhREsh5BQ/hqiFZ
kADiIJ+7edpQG+sWvaoPOJbOQ2zR4uWDWy0ldy3i2ke/Eki70CHk10OQrEU1QGISAX83dE3dNG0e
XeBTJdvery3s2gXih4cNdBOxY5ZrVjboUbcX3JAphZtEY7pyA40p2zPNUA72hElYUw42eI4NOQKi
wOYUexQhl10RbUCDMtuygw83Ch2ipGnkgSCeHuE6EZlyzLOOV0uz4u5CZyPrZGlAkZQXM/iud6i9
hX2N/tEWXE6Zhr77RJCz4HylnGwHKGla2E3E+TxeI1ZB1tbhswjI+xX4/1CxJvCxsDHo8CCwtF/Q
1pe/wsA3P9txMD8h/9J+M03X36gE2Dw46JDxzou1e1SM9Lam2FDPa6TocqBdpB7njlDcmTLw0T6z
KcycU8oKUicIKKJDGtigu4x6uTyiz540vkK+j+zNaxU9zODYuR0YSGPdwtsFbwHBq1UBxgt9LNbH
OUcwqJCgbn2U3qErD3EK6BS3xR4YfTrvSTZn9rNQRd5d6rhDOKw3mu18DxsJHAiuIr0boVfHy5SQ
9kU0YM6XAK1R+Sigb7zUm5xYdMBVPNwCRMFA8Y18CtrNWkAy3wtoBQBIUfymc2h/U02K30ucILPd
BJtctdIViuZ4WfCeAWDXw/UjkOGOJUjPgXs5CkbaQE7fjDFgujRtJLtyKXz0A80S5EC6CDqEyGT+
nLNs+C6VI9FVBHb6IaBpDh/cNJ/hQpajCrwHc6UbK3iDAnvStlPwtA1sw3EZfPM1VaP5kPqYfSu0
I/drFK73BSlMdxgR8QA+qROwijOJptOOCwFXCNiW8l0R2JyVLex8bs3UW7rvY2O/Z5Ak7cqEOP1D
RNBJgNKLitKa2TA79HTeKAo3jf+20HgDVX7Mlb3YuiX6bky8ZuD0uOEbXJeU32VrLm5DEdLf4SrN
h42gDr6PpiX9tjW9eGwTqGSA0tgvV2vaIERK0EzZSgeMz3bRA4Tr6slw+dtOlHxXixUh7jfnPvEB
XnDlMvi+/Sj4FKNtKjf1K+iX2VXGFV23cyTueyA3+/WaSDvCble56XeTxuyri8bmfsUTfpf2rX5p
dZLLcsOq/cgmPV9bOQWI9RW+eQkNFhtUfUcQB/Z9e6TtxgtgCzR2PURv23b9UMxIw0thO42syrXH
NCFP+F0QSqv2I+UJKvIBFI322+I2uKdNPMkO6FwGL6nukhT6JAv5GM8JjnsI2mWGQhVy+NqC1j6X
cWbhhiiAJMjRbSKugB+MBYWjs3a48uj5xnsTIrHfhZNG21PHWh8ygbUuCy11Wg1ruMI9ZcmwydgW
xx/ZlLdPQF70jyZcUQdC4rcuZTQWE4UG/oA7RKa5fej6Jvm1DUV/axa+NFe2JVG8K3IEMfvZylxX
3XrsqFAWNJfBlPV6b21RPOJNH3i9JVxdCzC89eU89OnXYYvIrRXEJ/sgb9svDQLW9QoG3sVDWzBn
wX3swDFAjSVhlWunaZcHNoPYdhAryFnHY/wznyILEBCs5q9jP/un2KyjruZkSRUkjxwxpcOXOUi0
Is1+21r/zBrr7A1ui0Tui7ALdzLOtakmQCYQzo4NkjuGyWN1XOGekXRHj0kXNZ+6GUTfkuspCcuG
IAaow87R3z0X8hp0v+MVjupVup83PmYVWDT6LtNug3hvEgVYAG/SyoOW9RG6bpGt2tGnqtxykk67
BmF7UpE+ppfJZjDNAiQIaEFKk2UlznP8Ax0+9pmO8fIlBpz+K9oE7rrpV2Er3fbFl9xsw09UAvu7
eR3ld5H46HLANOcKXXKkvxZdIqhlAPMPHJwp2GWklj7HuKvDjiJMmx2j0RaWQcwmrCzuDNRBwmR5
6CHugWQ/BCoCt2c23W3IUk0JIV8RXI+OJF83tyS3WSqO0uBd/CXK0EIrl7jX37sFylOl7VH/rBY5
pBLXnujDcl6X/Bs6zAiS17Zobnwy2bmEtvxwC9VoykGtsuvNuDYIUmiwBrVjWT+A1jWRtHTIO14I
oFkvOazN8LvDEZQQADeGQzwK1pVum2HnloJWiuTf82E6wOXO3LL8qECdohWry6kNs6Za2iFfd4ia
nKrixYtnwPTZXbimZisl8iNfyeYYtU3xNlyoFJqE5Tam2VA1EQj7V/ns5m/h5uLH1Bcx7m7i1f2g
dP4laaLAXRZd0z2OWgw/NCDWt5CPGNyep7yw0Myn0TO1KKSWIV5gkP/5FDz0m8ITwFpIZ+KKTbN7
q2j2ZY1GpHJAEcdP7bbh6TCDA+snnTvbX2kqout+QZKM2DcaVki7B+SZ5wOk6ZAzMCSkeQwxpwVR
y430UA4vx7ifthJHPP1OiOmbXQvbrwtQBhSeqabrPqoI+QTqQOgpH/qJiRt4Yhf6wOAUeJkvXfar
kbG6An4dUUy/IcQIdG4fUVnOphowZGYqm5O8rfNkBIC+R0EMcpngzd9yNJt+mF4X6V7rIdwn6YaI
XmnheRXO8/JCJ1PcpQD3AWuvIElSdons56qA/uM1Wpkws0HjjX9qZKfHatQq7CHKuiH2yiEcFZU6
auSntSCZqaQZI1/pOLA3cd64Ak+h5g85lHjhNjhqnu2jfA32+MajR+QGqrMMF/ICcBHo7iC9h0ud
9Mly04MdZy46dIkeM2Lm9grKkXgcW4TVbYm7iFwULbXbgTZjltVzkoOlnjS4ZGIUy65Y0PuPi+6n
Yudt21075eYECVgC3/KCuOUjNyleNZU1aGP266wueIZG0c4DeficsNF/mwpLpxrfsLtZrQ6DujAL
NnffMflFk278Xsg+hrMPIpQfaDK4W5EZ3dbImdUHbR3p7yikGHTzUIwoAtd2iDQk4NnK55cgcjAl
ww0Qrx9iFjZpnat8ct87T+hSqk7jFMC+A1+BIlRHZrhEXXQ4AgCOtiVz8SNN+AzPxHnx5sWwNfiU
o3F44Tba4uD4bX0epCl+yHXo230eKPUE8fT4yzoQMVcmIvKFcry6JUXG/dkTUUB4KS2GfTCn2KVF
upp+R5a1yHd2ZSO/mFHrXspQxYG/afoCMYtHWvwpjReUFwMbQhkgQgG7r/nY5baEXOlgd3kuhg5l
jkh+6iyEEyCf7hUp7dzaFx0LhKFhFqhsJ3v8mHrYJgxt8ylbauqdvUXwPCGXdb2bKomKHt+BnS8l
amrj9I24Lc2bH70/lhQcnab7XJA834WQ60GwYSbYX3ieKFSmslXTijiY7+JRGWH4NqCn/Tt0GYX0
L74DDy+SwoxfJ7ZC6ZRl6xRVqDEjrXFZtKLSQ9JhvFrikMBLCw8SqkMQ10OVGFZlslLeJ3erMN3N
RolRtdUGqVDjAdurWjtDSL6d9Wj2YYgYAwiYBjBgOcq5Q4PGqgcxryHFf74NH4JIIG5zwlO596j6
xlWqeHove6AGSuvWERW3TmYfIEsXZaUe0/UnCPF2LVEMoTDnwWce4e5C4Iw3j0VztzkI45QolHT0
sAG1a+rEQqETdegin7F1wvi2Z2x5QFNFIrd3gwqO13f/jdt4xTUNqSb8cY5ouiQs2B5DHxcfRwkH
sQPg+uJuUU0Q1gk0Iu51AQFHaHprqL7DTilEuypoV0QCdAkDsl8LlIyeZAs/4tqLZguqYVDc33Zx
h1QNFkRClrleE7sbPYF4J+m96a/5nAcX8zjqrRzR/39ssas0kDV93qJWEQ8NLmMYwJQcWJmmtIB7
IRFNk+bwf5yd127cSraGn6gAFllMtyS7WzlZliXdEJItM+fMpz8f97mx2oIED2YwNxt7KLIrrPWn
NUSGswaEEzPEzwzTPvIcgsdD3xrC+UWVea8dYrrUUzBV47qyJ+t3zED6gXMr6he/YwHZnpnnq7bP
1ihbgzbUx/vJFIXwmN68dGRjqNyGhEnswq+LGsH3QjbW7CC6MNYJmBc9bHY1kaFm+vC0U0O1PzmX
kETt9xCJnAbhDxRCnu20gvrJHiIgmZpVMMeyQz8qE+6mXKr8VcTJCiip3Ow+hKGvd4Ut3MUX9Ac3
7pxSOeEuamNP07oVnHnJs9PQ0PH19jO0jGeSzFAGNpUr4yTh+Ap+ybWiAZiV2fpmWqtvbivpq5la
kt1B+UggjEYOFELDkHl95sBJLXZf3wwJJW9AJnd2WmQxNcYYibEJxikeX/Vw0XLqvam+SLMil6d6
H4r7dlXGLdrftfDMPnRBWLWybXcFbN/lWpkAYHFk9t//Ixk8d3TrN31o52tRhv2DCCumiLptk76Z
RsZ1Wo/z+jotor02ljJ+ayoiPGgOjPC6XkqLIyis9IcxV2T2jqBPJ7Ze6T/DgSOPV2WNwYuuQzDM
ZftslwJgfl1HErcGJ86xJBPlQl5bau6459Q1DFp3R6u61r4RmcsjImnxXMJMcJG58dx5+SBFekli
KXxS1DfjN4YKxgt6/5XRB7Vut2+tRmYL1br1Jghy1HyaUedK16cUpLedu+9iLqis437QLvN0O2nm
OA5vS67P3p96OZ5DjuC+RchsCy9MOiZMzuaqLKiZIr+d5UK9yyPLa30WFtGGI/edY48cVi3jzu4a
p0yb8y609RmCqRjNILJzYEpitB39ZGgUUVkmCStMH5fl8psvtB1WlJqZXwOnPsgpBizNBrotz1TA
HhHRJOYJl6AE1y5CiHB9LarbbEsa2Lulvlxw7DHYJiODaPEsR1S/Q1Eo5Zdz3NAKj0Z1l85uN/nw
5UwGclVJ6Is+J/K2pQTRfAuVz01H+d9yHDgx5BP2kQFn/Ky1FNnRTAJ8WNQjc8EWMD8xJvZyqnAE
vjlmmiqvkIMqfBbJ8jgOqbiPZNomUMFt+1JmIWjtyNSSzBvmsb6xiCf92XLzXIM0yxsyeyv9pkEL
HwLZFRnjNzaGeE5L2f4IQf60Q2osw02hya44D61+Xb2G7WXtMSPC/6ViCz3e8oZ3RddRyxtO4iao
eTqR+Ehs49cyA5vFRNnS0Io2y6CJ6iy+0XHDDru2H9tdFHZQ/DNSPr7volNUtLlm3WYyyxo+dUSt
UKEGfdUyiOld2XEU+0s6s2KdSrN/94a23KllGLvz2rG4chY8N9K3R3N+AQe3ld8hQj5YRN/Gp4lC
Hr9dc2Ri1nVlUP5VEbgdMTR66APrro/pPMqnJcsd6Y16Js4xvVdvlj0BPBP0TOBqCgX8Y8jt0fZy
rYDDNyO7OS06wf9z0Y4NJa2yc9NvMsf8De9hwnagItjI4gLPVak62iyC47WfYCfA4iWH2uhn0If6
xdIW2vdcqEbfCYbjJP6U5M6GI4eQ8XYM/huQJVfdZZOxvM4ouZ54Iaa00Gzk5c7GHWL5qhm7/jCR
n34G4KNNXsUS+ka1VOZBZIRC8ytnFcZhkb3xpJll8oBKNX4ewGafiPOU8QGeunho0sR8a9cqnj2K
Hg3MH27uta4adTm7TjO1O3N05U+E4/Xq6WFKCADTKFR2qmX59KNco9Y80+MybIMeNQgLGWPnb/bj
zBjaqIEnTsZ8ocRDedPsrEzE9a5rE3XekTYB3TSX6i00CpAAWTlhELeTNe3tZEVNmAymJugYKtFF
l5GZFrwzzIDwZ9brsq+Gwcj9gt/urJSVBpeMIfMtq6f+ti4ZNRyIsAtNfwGuNnZmac6pX2u5oZ2v
Yc44XYKJzCehzzBCZeTo/T6lgb2zMyFr3zWFWE6TNtbvkcOSDKDJmNrArshwqXoJOhNtdYAXhWF9
nZdGnXO4T+U30UKPcUsz8cNbZW3fap01RvtJ9MWzXVMd+UkJWO3lIjK5z/S8vu+b2fyF5wJ8psyG
yvbavsR88ahIMpSXxrLo60XWMiyCiYEhaNMYmfY1Wt06Cxzu4RWq3Wk4lIQ5YK8bSYfYRwxwyQ9h
zji1c53jA+Q5bnq5YyhScp9m0QLcY04i2VXokhRwng6sXPfW6uvLgHpYZmv2gK/LYtwveRYR/3q7
Blapr73HFQnHMXDTvHWE6KoAxkeeWVMRZmRYutaZlTliBtCf5m8xn/KhXldMxnPqJkwryzj7/DHW
YyKHy6qp90BC0U0Xb/kc+WTJB6HFww/8Hmy/cggRoCxFPXdBrJxO+ZGokWKo0NFPu5T994JOgANS
2SVEl25w2GaUWWzOUm8ZP5sAMRBugjiS3MSOJjaxmp7ZQIU0DnlP7hu3gR3u1EwT4alscffl2Iv0
wlym0PKcWZsTLxpJJvLzEkD1xFks861mvvOPkiMl5iPYw2klKYkCBw2UuluzfLhYlFYlF1Rn1sVU
a3Z5MMdyZOy0WSCqoXIArZFylG1QjLoAgFkjFk9smtXTyCzGOGiMJLotaLp+zPQEWHxERcDB6tTh
98yJ6gU35WrbPsA/NABUb3te15Qp+wJMPfNzBqsN2GeN9koOU/VT5MJMzmfdMk9wXw8/rTE3d5oe
D80V0D2cV48pcuFQaqzf7lgkvxa41bcc9PVB1RbSibAm0cc3sojqrW8ozYNkrNV1j9wDhRgcLDlK
4zJDOYwq8xedGHJCN6f2xU4rDsEhBi3nJunt1k+zpOOnmGyWfu/UpfLKuFMPLtKjlziX84PW2M7g
FXo5v5SERMsgjUdxSz2xolBp+ONtp/iu1NA+ZHOluR5ntWQquoHuBOWYailalqhOiDyyypXebe16
LyEABqiBBHlgrtpuHU8Os3oxZa++G5o93CpBg+p1ztj91LWopB6hCaqDEFrztOAFKenCwThPKEkt
P0/GrkKzQm41YZ8GwbRjjciCrV/UB+7C+NVWk9kTL72sBjlPTWIFSph2EoR8QOkjy7XZqyHrwE90
I0G2TGYY/HmNYMvbzmRMK/zAymsZK3VROsCdMHJZ/UDAVP4rm8e2QoW/5tdlTuW5W8aohtaC3i0C
Nx3VvJ9TaO1mtorGX+xM8WYhLtHdGnLBwI0783OdadkLDQE+7qQQ670uFw3XimimexUt6Z2+jBLQ
SE6wcFwfVe2j14CZzp2+uh77sLkqlG58b0s6/VtgJ0P5Dcqr5wVn3VNULcW3zsoosVGAp2jCktB4
iM2lwoG/JMaVgOaOT5jo2LzEY7UpEOlBMm8ixq0/DFqZCW8cXO4LsQwpdBJk4r1lIWpJY2Iuvakp
+7cRw8WzRQsaUW8Y7E+DIoFqAo7L3VXWlPR+063Rd9lLxEQ1jM42VSOGrjCrie+cFMRPe8Ogy9vZ
mObbguFk23RUlb6gqKMJWfrx14yyuPDiblvFXaeS6mSts/KxghBmQbv5nPgCYEDz4A5i1wN0Aopa
rSy+jPu6tP1W6S338MS/tG9iNcSM94gBx3NNLPkJM8ARDnXR3N9GXYjEIt2E9p5SE0M9S30Qj/Tm
+bVhAnXz5VNxXbd9dIOdhvDcUDK9V5c9GHC7SZTYcKZJQGRWDU5gA6o9ACrWT1o06ebO1nJw2bFN
5BWaydLy8ZUAXNGvWbDSqbQXn3MW8QalV3m7DIyICURj8IPHPVRywBbA5RGh2HsUsVHPgREv2skk
oN85w6P5xanN8N6kiuE7WWJ4lcYKy0+CZ8KYGWkuNOpiih9kmJjhGZGs03XZkBizZytwsCHN466s
TIbuwcCOTUTlbrTgTUVtcVUsVXshFGeLZ/dRnwV9rprVE9YSXuO3GO9G3elfR9Wr9kSSGXJe5lDx
VG5VCC2pzBdwvInjz26jk8rAYQ8Wm1QHbWpQ9sxK1Oe8aoe0wdbj2F+wXL0lrB+eQIb7vtMK63et
4tzaiXYsX7bjgS4NzoMsbyqJUzucC2IN4UufGmeS+B1iIyq5oYQDPANGcZW3mAuQx1jh1WrnTPRb
AeLQIsRrNQZuWEU1JZFKzlazBMGuQ3TqABioP/aNWLKrzK24PIummHSWT2swqhnOicwbrcrpoazs
Tuvn9OdUrfZzjB4cQWZsaD+6taEpMnNSd9Qco7aJdA2PYTRoIWW5NRo/WIXpBVL8n3PY5Y1vlDXV
np1Qn9uro5MIWebaSarX6JnmFZKTAztt4l3qULJ7o6AT9VLoOsRG7qSfIsqJnR1Jd8xmskphvJSI
4TitDK7htBy1k7hr2BIA/+5Np9fGTQ0CXQbhZExPjc6tyeJT06teMm7IS7PUOh87tF9e6VbJw7RA
l4FJTeYlHuyJFY64Mt4NCPtasqFqRTdvZ7AYViu1M364Fq1GNov7zJ0jhGybALEymTh0GJuRgeBj
WD61mEgfJ6OrrkotmY2TNK+1fSnmXh04XJvMt/uqjxWqCSBBxgGBJ+TjWVbCf8qNSURT53g2jtLx
ZHbNAr6hSKyOE0gH7GVQCkYHsvKht0cjYz/xI4QtOqbetCA+RucymxImmnUG8PglpjLQg3LOLJvZ
Mi36XGAJ0ArujbjfjbWdG3smBQFpp4PRPlapPr1NJXcQiVwwzkHaL803RsiK/AKhb3KecloUvj1t
XRUcM38Ecpkk8mxqr0dySMU5rkVobHud0hcVq+kNjo+ntlmXuQG4Ve5ct6oAEGbC4Uo/QP4trGvp
mO0PfHC1eR6bVfId0UHfU3CN9YBkJhFoRmasLJnf1iiwTiIgte4CO213OSI0H3wHuGs9YUJincTX
cK2zfo/CYn2l8BrRw8+2CruHPsqwguxaIrjsUwGV/0LK9/Q4R8Y8HODknSpw6YrRWAyCdEj6a8Dt
yF7Fk0skGrFdjuVexUPmxqjBYofiuqq+ddD4CKu0RHsVyCPKYE0yM9whDnGRRtGaFoHq0AjBdG8b
QA0LYYV66YyN73CnWFTYNkozmD73vq8a53YdjEmDrFx5TRzKzQGl7XS5jt0K/LZyMgQQI8NdhGh6
gB+SWQOm6WQPCfEIRjBUFWO5NVSAFJlZwUzluTM5clqZ0fQ7CEMkkrG+79GliDiDYhAsG/hbYhyz
erXDkwZsOSGkiALXrzQdyhAKrrT2xI7VZDMRpebsQe4z7iZDh5pTyMjJjGtX2uWyHXVIK4a1fqN4
nMZdTILqGWEyEoRFK4WgOe5YvtOskarQpMUSetnC8Q6PCOBzSio4zTSCExtt15rKFzPTM/zDJTGa
pK2O2RwUxqh+xWvJGSgSptF4wijAaN0UDbA3cFjftXmTf0eYaNQ7uvr5YYziIj4VFN5wG0lt3NqR
TsLWLGtWZG+VvYQ1lPJyorh5adLR+UZcsIv4iGlF4S53Vyydq6H3V62T6M9xpdtmkKazdrqaUVVf
t27V3k5LaWpoNxwU7NVW2hehkbW+0gZUYVTkAud1aXU/yjinz02JBeWQR8QZBiDj6pbjAA4JjxmS
XKPMhUD8JoYbjql19I00Q+NYpyQaTc1/94Dq3dGrtKq/5GiEJ0ZHFD7ixMhPFpJV5wDBA/QgMp/m
acEf1wUNgrfmjLkp2u9oLh3joAkwPh+YQHKVaBYTJDlchLOTk0H7SfB4/6uI9G6ioM6iBzJ2x9sl
bkdumNqKXpp+WX5HNjK7fda62avLJd3uLDYWTESTOg0RNKmNLnSh5PRZ8ZDdKhbsG1wMFH603tlP
MPrypartZPIk0fAPsLhgNFPXL5dVNbkvZL+g5oExNhtYgDVFsmwI51eeFutrQm/FW8kcTdtQ2KPy
0yQ1+43OM0dfS+z8OSHblcE9csVur0DqYD2TzdPRjS5i0bJaC8QnmsaPH0HbnXXToveeZuuTyT5Q
IkZllEbtzqldZNfcLYxUciK1Rj6EbHPF5DFtCWzN0i7MqGTYQCKnvDpQP2Y/mopTmSIO6dGg1xz9
CB6Ln8hN0xt8rT06w0QvGK0NTHDTcz7FPmW+pE1LquGbjlb8ew13c29a8AiK2/GiqHLjLs0NVd42
6TQQteMm43KiO+P8rYu7jhjUtTWIAarzPjwslZHeDbXRgTxNC6aVRVtBG6ldCE1ddSdzdnRJwtol
qqJdnLvGagO9Z9fsoj6ZOR/dqS1PSzXrA3bcSTku2KrJ+WAaPf84xs7zs07WWvhkrVUkGqRySV+d
CuHEgYiMMbwc6XEQdNnheDejm3tTtAb81HILcykjsPZQxcjJFhQwyBt6LX+d2jm8D6n0fxEKtcGs
yzwpDgJqwB1WHOMJPwhKjwJ70FOTzFzkbS/dQ5NPGSwrDqHiZEbfeUevUjPYONU75PMm5qBJro30
uxwnopfpep6jMAEkCcIQmwx1pG3fgE1TbZq4As7TFvldkDBi0oE8GLieENcYD/rSJK+zg7LXz3Ob
Khf3X9v4jeaEN2Wq0BlR+VPkQrvG2b4yCuubKHSEPAOhITedkP3qN044TB72N9RMta1V95mdLM/O
YMlvFoSWtpPhqokgdl3ICWZDRYmftQWlaS6M8lY6vXPH9MbqSROdiWCpqiLd5zwEPmQ6XHmBJU2U
+Jpb44U8eQSfyHGL0xbj1biT5L73Pn+Pdh/ieT5b16lCIwKA+qvLkuhJB01DUdvMRQITyxLzdKMQ
C0rBcdNdInBDHIAE/kdYLrEKUCSt0PC2Ux9Q2PNvGmjrKu492DeKYyT53mCQk7aL2t6+6lNTzBzV
uTTB/tL0sa2z5N4NM/cG2hDEZQrDVWwA11x5jiWwtsyJotxfONleKBpoNXRUll5fYXbwMFaFr1YM
VLHv3CZVwYIWwkXn1S9narUKsi607YZJtSZPdmqMgWVzFB3GThaOfb31nSaHyrCedlUXtX44jGB7
5DfpF924qu9RxinmEXCZMIGItmTvtDXlDOHN7e8Jw99F0hS9HoytBl+eOLgK+NIsSN/smyj3xnUR
jxgQ+Y3nhUh0J1nlvTHbRLU06C51oDFKNG/KKh3jTVa6t30WrqZHsx5TNIRSsiE0XXyfEmP9Hibj
IBGEbzgzYXDDi0o7o/HXCRzGX5lAEW65gguEG5jRTbHUkUA+S1vtLYYtL7GLtVeOGyE4tmVBZR8p
u2dYlFtPMyc99LzeLVC965xN4R6hqIpOctm5t6KMSdFwXRj7c2OcYDOgw7sg5NjvsFhw15/qqXKF
1/XMUu7LVtCL9tDuO5rVMsWGmFbVrb5IZAFoxjpMNKEG34VHbtg1c7zUQavNUvnOigXan7VheBmN
SUy7aWhlundjN2NPxa5FpYUAdUU+F0VpIIEEk19zBDCzG1YhR7+oMMBTmC0Zkgu30ZMz8sfc4nIa
E+fGTLK8CYxxzbFpVWjsrrH8QGoP+BT4GI1R/JJZKbv9Eq/hHCwzkNU+iimMA8lXbIOVQ5zaIoWl
4sPmtZCgQnp4lzQ2tUTD6AuB0HOkCFnYq295OTNQPcH3cVf1Cwkv2xiASwYi9I9oZhUkZNVZl40J
7+wb61IjLXbqlCxGFUqUt5xcnoBIuZKhRPIyg6SixJuQZQc5/qFfVVgv36tcptcKVbq2CQbBjkFj
bRrRqv7thCPNH7guWCHoIRVXakLY9HauPVPxTb1Pi1JSgo6tcy1ro5GHUDnrcyQm7RKL6aidYyYz
fk2mNDZwJkeeySyh6BRgOF7hR7XyGnOBIdHwG0MMzc6AAx8REDvKnlPtNmboQeZXSuMHGzXNvB+6
Flq5GSzo3Uzr3NNFRP10mPi9v63c4POJAs04TUFPbntjBEMi42y4QBDBLVmhPrmiOuC6yLWuGr21
A8Q4OEnTAmDpuAm+gUnmlCDVqKOXKjPn1ioqxLBcN9F1k6Mk9ka+8g8U6uP11ughxdFy/GBCVN0N
PsnwZ1aDIPujMdNhqNnJkYkwUuXJjRc2c1THi40+KweuKFKCdXek4amfOWAbybB6Hd/HquzpfDW3
eSJnyMoB2cr8ZySbFhVEmAEp4ebOazTpZX0vKxQAHLLoL5RJ5rGXdAwlD9jFy7O7WOtIHW+gBZmA
ak1UOJSN6KRVfqcSvAw+LJT1ajqtfcsd1Bn7KozguVm67U7ro5YSv62N2t9O52Wvp4A7u3TugbFN
Z0UYGTvF9aZBXYJ4buZLKpeys04iGO1lFyvpNETLNeKyG7k1T7KqMk4dMBHdcwiYp4Wv5lped5gB
f7Whtl5buEV7b0JYMZz0K/jbDd6zkGxTYVd8m1iZ1Y4pXr19sfZWXj/QF4gH4QKMQgPVGvp8K6XK
7adaPuXlqjRqQNqjn26UjsKj/UKjGEpMU4e6QTX+w2ZqqAvl4pYmh4QBNIbONgKERwCULN9Rl47M
23CxLu2NGi+PVw0Ls2g/d1xvuQ9/hhswPIDoT+IaNELOQCGPzN25XEy3QfgDIaz0ZzFUoTdkzXCw
s2m+ESIn7FWEET9dPwR5NsjD548/Nnxvj2dWK3Z8hxhbWLD3Xms8rG2PbKXwsF7RDuVImYcTDZWg
gbuzvoajcL3VVNF5O+fIgj9/+PFUMQbM8XRd02AdDWvLT3n/dOaEWSbUXellIVfurpUhG6lgLOAu
o6tIkDWBokU4s+HPEzoqPKK7rERtQhED4N1Y/eMXf9Gx9/z4LzqKWEHwHDZtwc8RVYpzGAozSCNX
9ymVHhpKYQ4euPAWN9ou7yeTfC9nOZQlCIA+RUjDFyAH9CTuF1/qOALgvz+LIYZb6q00/koWa2ZO
6EHREpdFBNyKdy5C2JGDRmZdZVXB51/hOHBje9qW8GFv6aZoYo4Sv+pJlYx5RwmCHNh5VYltII/D
LkVZOJvzK4N+9S9CdD5ahkTuScvc1qA0j6IvEEh2VdbBw2MH1G8sZCaUuRItbq/Np6jn3ENd4t2u
DOvfxj9sIw4tlMbWtgJ5vjxagU6FAxH9C3QfQXhYroB/k/p7obgLTkGCoLY//7R/v+j75x2tr8US
GFPqGuNhqU10tNNyufDcc/QYBlrxpg8ap2nuXDOP9p8/+e+VzZMJnzEJNbaZR7X9ZX9EO3SLWclE
sbKZkKSdRWhbuXjr6h+zWv77ngwJZNngyADEef8UHp0YbsOONibZn5mb9M0p5Bmk/PTNRm/9xbr5
e1+Qvs3xAXsMIciv+f5xjnJDtxCs1LbnNuuBhn0Qxx+Ya+TJ55/v7z2hyNmwmUYO3UO+7/Z5//h8
WLnadk64G8JGb06pYPBiYR9OfASeuJJb4Nwvxq5/+ESDICYc8FgTjtMLJR12Uwzs+ToW089wAehy
+3RDEts4uyGt0fkiZ+SjFcLoBAcjhEP803G6+MRECAVzy2ncDvQr7lp3dVDb3Vj+D0uREURkwkul
+NWOvmWCmJyKgm+5NnaD1rl30RzNzRdP+ej7EVcuEU8xBQVN/PtfbLLR6WYxT+lRCFhYC931JI31
djeDscLgg4V9vkQ+Woyu5qIeoCzjNDvaYVbVmtHibEtEju7tVBIM4s9RZIvdkFPUfHGSHIcUbTvN
NWyNr6hIjTgeU1K5Q04NjPO4lVHxkkDooQ/NkK6s9YXTldtIYtGPD5+/4gfHFxcDIWSSs5LBb/r7
b7qGzmqYiEQ9MgVwdEo7PHQLeKtRpPsmDx1QCEMdlIHg8YvX/eDXJAQWtplMJg4XdVSojHpSxU7D
Tu/CwXnSMV6n3MVyPGFY2bCP8EfvPn/VD3bDVpAxmsWQXEnHR0s3uT0auxwuC3loYJJsuR+E8dVU
8g9+RVsn0c2SpBQR/Xz0WsTVRGm57blQz+SM6j3r0oPRdVLby1JDjZyk2nIt0f/GXxxoHz6ZiwAL
G8MCyUt//1OG6P7nnmlgXuoM9NGYYcIg7NgbgCSdfOVsR+w6YeUMv3jwB9uE52lUF4Rdo2/b/rA/
TtIWy7uNw5QPm9XzWVdq444kWHHrgqB8caJ98I7E/xkMMGGrbOPC3z+qyTV9ncwCdz7ev0C0SMtm
s8V4m0Ag3dbIlB8z6X6VV/zBC7pbNjzzg0wQFO3oN8UwTQbzyCZJJAE6WoscCWtLeIg0XAr/vEhd
NB8uUzYYe0MI5vsXTDGdgyfxgiGBQIHbo2OaGvOrvLe/t8I2cUFjyKpJ4pt1HAmojQ5TPBrmwAgC
BK6zKUPPF6fjF6XYB0/ZsvH4D6cnEfpHx+eAX6UoTRcy2kYjWsvSRK0TW/+8rami2XI6GYq6RvrZ
+y82a/E4U74jskA0Uly3hOtUQdWK/qv99cHrcDBL0uw1LjlWwvsHwSipqAQ/9daJZNKk0FsfweIX
icN/n4r/jRQlL4sR8ZQ/R2+jU7BMcwnIyetmZxyeybJLOvQf9Yzrf4fDul6e/nXJEcbLsEYk6uY2
WuXo3EiQdYMfUDEbRk3LFjv1vl7mOfj8KR+8mO1wLiqNy82iz3v/9SbyW6M2a2jF3QbKMI/tC4bJ
dHvHHmK/nqOvhvN8/DxaAAaZUt8dp+KPujbYNrgOEgTRwf8xThR2NYxw2qRaWt0Oc2v8/PwVP1gg
vCJjzLhlyPz/q/UmHx/XCh9yicsE524Fu1D167+vdzJ5AMZMYzt13aP4bbez8LhjOvCGXAtvnBnD
U5dmyxfTK/+uC4CiTK4Sm7sSS/zR3g2tmLipLT7TYLQdSm1SWXDNTN+Q7LsHd3Lw4GbRDIXX9cXh
88/4wS9HuUVeoMmsQgmW8n6ljImWNA0DS7zKUtEjFiDzEWue6vZ5RWyHZ2VIivafP/Lva4XBFHzK
jcnh9jy+tONJL92JKdpeaJTrwUSV9ZwLGMkLodOe34Q4eKVXNTF47ucP/mDJOMR6OmxAh/13nDXL
3EsKWPIGvZG0qqvUVIXX1fX0z3Usr+eSe6ljuCLy++j+quoZL7+D8MvNnfKArzEk5E2UNlshzwvz
iwX60dLhagYN3L4oorn3v99gMBILnSp9qTMnB7K90NbliSCVPrTTS/IIl0sT0O5gUFzf//vntPmM
TBtxWD7mtrT+qETsBOw6skzU/4iZbiSZT7uKTMUvetSPFqit0xNTQ5q0qkc1M5lPtUHiPMpkK7O9
DsHCszGT6on+tjnBJ9Kd/A9vRStN0C1tD0f1+7daiVOpsAiyOlVVJwEu99pC5kVI1her8cMXo8vf
ig/+1znq9UmmQhZKQgMJLiEeAiYDQ5h0lTvnJ1lhat3divPnKyTsg4duQ1Loe/iYXOFHF8OqI1Ou
V3w2CxPb4KiwcC3o4CtybaKiCD7/lH9XciwOOlSTPpVbwTg6W4opw2VLrA6WqB5zkZ+sc5M/4v2y
mxmH+DLpX3V1/81FeY8HbyNT6KwcvivVw9GvNxduHFlQE57Ltit2ydhrl9NMgpib9OVJ6EAdyaTp
DjHKSGYACugpL1psCMGCjLwvlu4H541L8AlHumFxth+Xl/GEMpPpUBXamjbaMUgXCV9EUvznX/nj
d/7jMdvP8Mc+TK0+H7WQ6Tfhus6W1w5buBajIpXpF4bbX5tFLE61CX7NyUmsrXOoaILLHabypNoX
c6o+Wl/84v8/WIGT4Wi3VoTJhbbilSO0475CrfpmtE2GJEyLzsaOHu3zl//oEwN+c5dwc25D3d6/
u7JWZlMQy+jZptGQu4aDyF6K6Yu3+mgh2wwSl4TjG/yW21v/8YVRBqt8HugTiNBrnsI0gkds9OiF
wdtflQIfvhA915ZQjrZXO/qApCMjEJAUHC1DxIOwRREIURN/UXB8+BRMJRw8YB+c3+9fCF9TWOuM
TWVMcJQ4e2KK1BDQaeGA/vz3+ejLMb6HqxXgHfDhqIxvKe4dTK08SPTaXqBMD+xqtG9rHMPf/pdH
EfzsboU1M8Dfv1PRzV3vCn6keu7rayfsYxhOBxkvaqIp/f4/PIxpV0BwlNjyuAsnziYmHZqCd4SA
2Q9Dz+BLFOLB2OfF/vNHffRbUaJxARLHzA1/9F5omJTVFUA3hmEWt0RZOFeWMzpfnFXb/8vxwUlI
sr3BQ9wQx1nMZT5aS7Ky7soO3aQ3oBU95XCcHmIQqn094Pb5/LU+WhmAfUgUUSvBYR1df0aPabyw
oM7I0yr9dMUe16YMCaOuj7/4sf5+N9ASxaLg4gPJOH63SUk379BUb27q9hCHzW3ltGdI5awTrU3G
L17sg6c55C4zPoGZL5vc7P06nAZDMG0cet2chHUWFa64Z7QT1h05rDdE9IVf1Jt/rw+QdcngHOoI
Hafr0V5ONAvBvqgwtcOxP9VyXcDc9Onu85/rw6cw5ZBtDJQB5/n+rYQYrXklnQlFGwmsaozaKySc
X81U+uDbbbUQRAvNAaDz9s//OGiB63FHOejqy3EZb6QMN8kErt8zVUzWD70J89///FosQUAmnbR6
GJ6j1zKsvE2imJaAhDGK9UL/lZT2P86oBligH1AcSxzoXB7HJaUuCJso15H2rjJI0e3IjgFdVqWP
FAODmsZv9sVu/vvX4lw3Gb9JT0mJeUwINmONA2d00fPlzXBhr2l4qQ2TMf3z6Y6lQrOZXG5zuuvO
0enuFOh9EIBkJGP01a7Iird1k5q1VvrVGKy/XsgyJB24rdEi60wvP9pUJP22YtAwIspmSZ6KStS7
rI//GZ/nKbSmlBPbsARe6P3yQwiK2tsmbrjFhtt4WekQhTMtU2ZcjkONbC/tXER0+OTZ/CRdNl/y
ZB+953Zs0JFzgsA4vv8LcjqdzfCLeqnN0cokrRFfqMQs/vX+5zrZZmxxMXMzczS+f4xGPPygNhgP
W5gTuMb0ViIyPvl8b2219rsrBcRzGxeyceHu9t/3D2mTsmv7znoe8AjXlbi1kpNCs/eV1D0m3lDg
YPpiXsMXa/IvdGF7KmYjYF21BQYd/YZoCUnrna3neThzY+eiGHd6Ffq5lQbr+vj5Cx4/CuxYg31g
SA6IKw7oo8MjIVfi/0g7syW3kWRNv0pb3/MM9mXsdF8AIEjmKmWm1huYSlKB2Pf16eeLrJ7TSZBG
TPaorKRcSDoiwsPDw5f/nykNpSvYGMMH0E4Ctxuy/nYD3vpWMuhTI7J33F4XutSQV6Hk+MlpKrgY
y9BeDOqQPhTj0QG/I/lIf0C6na3J8q5LWZ7Of0mx8HlVVRDrLfYbSegQOGCGdqTNaaCoZCNCsaAo
ufSVrxVMXBAmyELoQyPjDUXGwurXRQFNmS6qEY8BsobSeuJA48Qc2+Cdis+4TkQtFF83gsCcK0TR
mzjQxJAFO8BV3uuyCSlEfuDGIK6GJVnYxa6Tj1Teg86IkdF3A1ljkm2z6V9fo3NNIDtLFwR2imgT
8ZHT/UXHwRzrBs2JQVSW3GKbIwiL6XstL5mfEymLXcyFBEyAkcsjgKCBA27WNymRv10fybkCEI4A
mhVyDpFtMherMqabVglnoNQgLTJ+ySN4DikNugJXwlyjSnpV3bdmCQcDYYQIyJaQX1oy1A1gJGhT
TxaLLDooMviMG5q1zeau3mTVA8W3hd8aXbcH/FVxxyhWDqDkpiu28WztuCPDeSJTvWWJHs7FiLMK
hPXsaH61IzoAKmAW3dFI1rypi0Ko8GBOydgY0lIIsC/ACIffkqnK7K1aqfpNDledvXvX6omKGI2L
ECkUBMF/srAVXZqO9tEYBwcyvCOVy6X1CdwUWki1+Lhyx1uM6C9ReLlQtZLDhs7wVOXVwIySHOfW
MTKavxsG6HXpRl4zEtKpHBK6JLeYNk1lgTgll8kFfiRv5KP88fbw6D/uPd93HP/23vc9z793+f7e
42/Pc509X3n3t/7BOfCa+3u+vfE8frf3bvjd9oYvebV/ODx6e357z5sPvNR1D3yav3P4SD5evMQv
eP/hxX88HPg0h49ztuLX/sF3v/MSHsFxxU/4mm+2juPu3T1yeS2f+GH3yMffeh4f9Z2fHLbOdssn
fvXuncPhxTlsXd6z3W7dreu64mVb3s/niQ9z7/jinpHwRE9C/G7v3nze3oiXbm8OztZ9cD2+ZtT7
XcHgXZ7O3+7vXNc/3PviQXm2He98cn/wqXteevPwvN8/i2liosS7vfv7zBFin11+fF0HXwOX/97V
Zyu2TNRkcd1olC19vPcfvx/8Fwa1dX+4+xv3eUXSa7DnmqSFcW+bOlVadMP3Pn794zF0Hp3ttwdX
clbkqGLbXJOz8C6aqinpX0YOS/T18PTEOrvMN0uyv733bl13Jdu/iCOeT+HiRh7IbRWDpP7x3vv+
grawTtfXiAqXlSGJbffmekd9Nv1HoCPdf7z1b4VC+/ev//Hv43efvfGIrt5/v/e/3z9WDhvn/vt3
1tK526FYh6fdYbfbbXe7O+cBDbtxb/eo87e7u1d1vHPchz3rzc5jW3jux1vXYX9ubz66t7do381+
xYSvKoI41d6MRpOgtIyZL++r98K+YcbWtPrV3b+mAwt7B9QOTYyIuPW/P4ZbtiXb/VFseKbtiT8H
Z8dXYleHDiO8+XMPlqfzp7ff7/8cnI/PayrymhG/9kDLI6W11DgTSvl4eHn03T/3h8jxd76Y9Hsf
G+c93wszycKwEFsHG+iKb71H/8V7OTzde18LbNvO+Xr7h88HMJTHnbN7+dAzfR5W5OmwQ++2N+h5
6WwffsTOzTNL7XmK431EIb7bzqftA5bE95y9t/2IHbq5Fwbmuqq+XpCvjXPhWyXFZlRlNBWDfe98
xeb2Ds/9bec7T39ZZoaHEb11vVufh9hid68/gfrqh1x7hIXjNQNtOA1iqr9i3u+ZhXth1+6fvUfP
vT0csNb77+wWjDUWn1Nit91WmFffZ845evbiFPC+sjj+d+/w+IjBRm8en0LH+YIW+awJp8T2hl34
Fat947zassPu8Hh4+n0Ind9P4kP/eHn8Hjkvs/NH6Bwwdtihxye+/f0bbcTm792HZ2ws/37cP2+f
93+6mPz9s/PCKTI6Tujs2Kpf7h4evjzc7LefDjf7X88fOSncjxwH7nb77Dk/7jiI9h9vvWe2qLO9
ubnDZt/smXqPWX2dZkb+J9PN4YpEzpb9Pefy/a273z6w1V9f+PmZHwuj8Ozdfvz6FUV0f62syHXr
hed2ut+hVSo2JkcMp+Qt/6O7u3uPI4+t77jezV+HnLuiB1DVXTWakNmdik160+wLxCKT6bh/ZP+z
1YRUcXpXDrvI+UOc9ZhL9sXB4YVYB/9JnMosNAvPV0+84eA84BD4fCXeezjsHvh3/8ykeTfux1fH
hmn1xanJjnpg5x5e3YX9zQ0bUqi6L3Tw0Rfm9OjsUSGmH2vte9jjW7GM3v7rPZ6Ot3/0eM/1BRCn
w783hPHq/FGR8+pjwky+LBCdiwJ0z/xIA/RRARgXoJo7VZrX6qiWXRV/iaHoQ3Aik0XQF8sMnGFP
WdOG7sZer/fxWE13gPt2D3oX6rsjeQwa7kcdfAza6ocEbjvwa7rwoAOn5+Jpr92/Fnej18cxqNAQ
NyPilGdpYitXQDYGwauYxtRptCS9HUGZ8iMgB+6vT/Bruf5yhuleUPDnqakkZHmqapqWwcgx4V4f
4/qlo+caRFN1NwfJHiaJvV7U37to+N7JsBpqwXOud19HCgMngnFVmxygC1pLHwkzu3gg4isWcRZb
obthWcRN5ytgKRbMRZJc2+rvDFj+5CZvKD77AKR5nvhJNGfKE1C90c85giRkpYj8wuQbhqFKVJBT
xwom8umEBPWsdKCy9w4V+1ArGEXh0dZVetUxTlc2+gXtPhG18CYqeVKOk1C7Y2tsDgkKcUeMsFvx
wS5Lsbk60WAgQhSnA6pBGwnylD3UzeHRV+xx45cKEKDXFemiFKLdMpVZ1IYYCz2yIb9KQcRFj4o4
/g5YTfOw6TfG03Upl5SDCly2BGkrSuoWzhF1sGHZZ4DdJJEc7/oMd5lGXTnchlrY3kklYFtKV5Y3
ah/3n94v2lJQCOq4lfONAuJNLg8ZiA8qOdP7UdaHH9BVbQ4g8OgfMsB+QbQ1jA9cyddaNs6nln5G
wuBUkRPjxCScLuBmoOJmU8fAqlladR8nebE/2s1aEcz51FoUZrF0kiURd1+WURylqjekMpsc0BKe
JEP/0WvWSzAbNz3AekDpt3tTq1ecS+E6nu51EsUKIE5kvxU6pxauJW3hA9mQfAIQBAypr3YJX8u+
lNXIcEH+L49AaTchtTEgp8efry/n6ckuThZLJpxAmSlVMVQ6L0RT00yPf4Joy6BPTh2DeFuUx2oL
BSU9qG29lhC6NFSNOhUapiimJZxxuoiTPAdaqABT2AygUCljFn9JwzDwaX+LwZwwyz0UEWu0zOe2
TFRpUTlOtw+asyxiOEIBDV4NsNfgTG7cRCo2XqI1tl8Ce+pdn8+LokilgM0BxDQn9un4wM+dodEG
+w9A50HhAJESaRvYUZ75cjzLxv66uLM9ARUyNa6GhsqKEsrFib0ZgbSxdBpj9RFItU0N7GiZwGd7
XcqZkogGQkSIygwdpnqxZ95c9+yAG/QMNCj4xZnVbPHN49xLjaP+i5Z9C4jaMtb86yLP5nEhcjmP
KbgMFkRTLggcpSdrye/YlFsvq9J+ZXBnU/jaHUnlKd4V5YTG4lw4ztNRAqkycsOp6g5AyGUuLdv5
il6cSyHdRHEk9WccqVDqnE4hYO99bFaAx9hJo2+rYz8DpGnMu+uzttxd+C7sKvYVWq5YAMSfSqFh
XoaKkwLkLgikp9Hu4bIMu8Okmr0DL+T41BfTSsTwTCQzRjxZdNOJZrplKD6VTXVUG/pbo6aWvRFa
Gd21i3bzQQbw8tG2WgEjPLXb6wMVy//WYpKrJDxJk83rniYmeTrQdBy6Xkrg52z9yOncYVvs1HvF
W8s4LQJDBkbjVM7izMFb7IwqRU7pff+ce1CiOb9uPvy4PpjXMPG10ainoxmN5gggA1KUHXWeDhRr
W/kB9D0PWjpX31IR5dzWzg2sRs705brsZU7gbIRCcd/u7TpJtVownW72mju49CY6P8178+a95+py
JsWGfyNnTHNgunLkaB+DXQXa0Wf6zG6CFb1Ynt5LKYvjBZSkON2I0cw+lG0ueM5u7pYre/nsnrSU
IvbEm7GoUS1rsViv+2r7R+K+/NZ3Pz4/rxGay2LZr6nFwuzSX5ZOcoSYaks3kAsslPMZDPTH2TU/
Aat+WNEEocvXxC1Mrg2ROOYDcYP7B1j8zs/cufnTff68IuaCwXi7dZc5k6zJGxOEdjEqgEldcngu
VI6u5Rnej923xvsEhOPagq2Yi2VfOqG70j4Kmb3HxY4NFm2/zM7PTw9H50Pj/eBO4BydeOVgWVu/
Zc+jCnaakor1m9w/Zl/aQVS6bfzjQ3QInHTXOSsTexo1P7NVysKKJBrQFqA+iEEe3Yz/NAcgdsLz
a/q/PJsX6r+spNY2MEQeKShzRKOh0wd0qBZ1d9Mn5tqY1nRlYTQsM26sXGw0S//aBfsICotSgYM2
T0CIW6sDXIQdzydwYTxia6Po4MD+NYHpI/RZnulDzet+irzII6o8YYgl58+1US7C6eeCF/ZkCDMo
nioEq8/KTfO5eKhu1D+CD2SBYUMpf0wv+U30qH7QX1Y0Zm16FwYmbMfIKITGqOgMgFjoZ7/Hy3MD
x3TLbb4NPcu1XGPFSJ8FW5YKtLA0k5InaSM2BnVhfrSXvZfMJbAaOCXTW/iKs3qOXzIA1GnRWylA
DGivO7XYTWJluSRUttpCgcn+UD0bz0Fz7dvMhVn5Y/MBopFdvdPu7MPKLF+yq29lL2YZmL8ppW4F
X8Ubtsbn1D/6gz95id8clP1azOzSklLmQS0JvQ7UKi4uBDH8IfFUl41TQ8ojyYCigBqqTb+7vPbi
+eP1oS0NgUic0cekUBhJ7yW1pKezarSREhxTbXY3aqv6wFZCdiHXEdS307xiwrXF4YQoGm6ov6Q1
3DKBKz0VlVqKMSo9hKYB4EG3hZ3ntGmp6YoNXc6ekKJRWMRtQICYLOMqmjzBx9SAQtkClvIIFrh5
U/dp40qTkj3GZZZ9osNc/vDuWSSCw7UKp53aNEPozxtvogC/qm5KKLThAS+3wOVjU7U2+wiLULqm
i8KEvT3jGSB3OAI39EfqdMUv9gEkifVsm5vJNfM+t10gyZpPYPICbVnrhZq8pHLfgsOfmeXgUHDQ
bBwgq7MPaTwFn/U2bwtwnfq+P1SZoXykyLeC+rGOSsspJegsr8/LmfNNKRwlS9QgUGVuq5QUnU6M
BrdZ3pom3OJy30MFt0nDCWsIlcDRGxsjoIHF0Psx9iGe73/UFIT9DBs7tDyZoq3Zj0vVWAMeWvqX
4pFU9IOqIxD4oZc8faQN2JmRJJejC/NVAv+DqjhwhGXfqMfQAZIte+tmKhWO3agfV6zm+WZTWTS6
BogHE6F/zTC/URMA9jfDRNOuW7fW94qa2k8tmJCPAKGvNe9ckCQanA2qI4kqUGJ9OsiwEUzEtjKD
chwbVLjSgu4VUwyIO+VDv68v8vm+JoRJzAs0J1popWWlZGhKY1aAMOqaIBRu23qEd7MKV+6oZ5cc
lg2wC5VOGer6OALEiN/MXUhyQo3nrneDzTFwRojenTgLVQeFym6ibi62ZhqkW0WKtXuKLNPfejbJ
KxbsfOvxDJRDiyZyqv+XkbZp7oewqNhdFhQbxjYsgs2zlki0atgtEIUHWCVA2Hv37Ao7Rt81Fdgy
kfrTcWf6MVOLNAD/qCkAJpy0xM8yU92/Xwo9ZyJZQCkoACanUsKhJzc1xT3oe9CsA1AJ+UMxSe+e
P01SGYhMZE2UJy22XjKpidlSr+tGQ5nfp1oje9EGUMABUHcv68bAf++oRCktjS5kQNAcbaEzyiQ1
6ay00PbMUXgTF5v5EECVt3JJODcolqIDpcGgSLmd9YIAxkJKb7Ia19xEuSdJwBKmcOfsJUvfbK1M
HwDsH5v+EGyaf1XK/6+f4/8Ofxcf/jL7zT//m+9/FmBwimr+xbf/vI9+1qz9n+1/i7f9z8tO3/TP
x/533Xb177/d/yibv/ld/utHGxX58j0nH4Gkfz2J96P9cfLNNm+jdvrY/a6np99Nl7av4nhm8cr/
11/+7ffrp7xM5e9//P1n0eWt+LSQx/r7v351+PWPv9PY/WbVxef/65cPPzLed8h/FfnvJiJg89fH
/c97fv9oWt6uyf9FPSvrbwGRgGeA2zH8Fr+xdX4BNJBhAdHAkSAQ6PKibo//+Lv+X9RxEs0XrT2G
RPcj+4HtJX61kfk8yuv4pajSBr7P+vv/HfzJgv17Af+Wd9mHIoJLFqFsrH+f5sIPwiOinlOkKlDV
ZbhPry0t0DtbZ1O3LRdoGQZ72MWgMbsFyrDMfFhapPGBMuYo21eEOTfA0aU4UW/m7F+P9fYxFub1
r+cQFef0YYMpwphPDcDRlOKxDDrN79XUVHbHpBjyB8kAENixo0r6c8oF3msVtOnPWbV5IH2KCk9K
q7UiyVMby4PQ7wEFIvW0NJ7SXbWwd3C32E01NpqvVPAB4R3/BHZ5+AaBh7ztbOidrw/8bP4RJ/oy
QIkhgYM7cDruQLE2bZuMmg9qvvKQxKZ2e1QqOF6hP1EfNlDZ2sAXbOY/zFzW90AEWisOuLCsJwog
HgDDQZex6HlZ+quNAl9HpQ2arzWp7dtpBzxn2KwBJVyUIpqZSTeSfVvad1PNO3ADZWY1rYsvhZEG
2xAKmJUUvJisxVjAcQRRUlWYTa5pp5NZoLxhOABmVwxNczNIMNB2Umq449iuXbjPB0TzIp009BKQ
8udSeCqqsaEsKmhq8CGUS271ujFuQUuKXq5rx/mAmCvOK2LjpBPVZV0mUOOl3deb3h/MuN0a8Prd
gJUJU1+XpN+uizobEO4xdyKwVVTRpbvsEarCMNlAsLzxE1x3VyqgXJLG0lzxJs4GRHsOiXpbZLY0
eoUWF1nYMCe4u8zAb6ZoU4DgUgF3Dg5uAZ1MZMm/3jsmmueBrKZXR+S4l1GmMI4suzfkACqQXAOV
vgqLwVWHtv30fjk61pi+O64b7KdTZQDUp6DmvQ58QoTZR0uCUZ02bunL/5+UxdzVpg5GXtkEQIGR
ZYJmZPJ7GCfeuUKcAxQ2gMiKMQJpcAk7QG2GqvRJDqlgVk73YZ/0wEtr+efwWJeH6wNaKgOiRK+n
LhKQRFWWCFlxDm84KFKDT0+fAjz0Jq2cWuqkr8DwQ/R5XdgrMMpb4yCkkU2l6oAlollCbIA3DjxO
K02z8P/4+axGsBVRXQFmqqkHt4nad/lnzajprxZ/aTdUaQbKLaC8ev8A7XWdueqxk1XPamaoTKJA
6kZI8ubyi6b1XAkMUJK7zxHYF9VzY0GnAv2SiGRmcJlMYCODTL5VzbT8WGSbyPIgOSrbQ1uZ0Tdg
2Jthp7UgI7pd3dWjP9DAnt/Sk2IHhww+xN181O1uV5qDnB0GY9N2lGz0oPXvQY7PPytSX98ZMoyp
Ttqqm3GlrOB8iRQcSlohqXfhzrMMenVdoMRhJg0+BK+qU40QsmgVPe9jTLru+gKJTXK6PogCl42E
HDg5CDxdnwmG+jyE18hPKnlz29P7tgv6avZz0Ng/SKUF4zxdIU/XhV4YHx4YpwUeusEOXigFQalq
LGjS9mHalLZR2AHLLYFevje7MjuujPCSMI3ziT82EpddwE3Y5EemePTh2OzcMRjGg5gHR+3i93Wg
mZZolrV06r6EpRUH7ulkNgkFYWEVTj4sPMcdYafkmzGM2X5IG/X79Sk8vX68iiLkhBDODADnlgeH
FIS92pfj6G/0ePDsKbVvysGc99QrKHeFtBm/2J3VgRI2xZt3GxD6+CxDt1h40Qa/cBpjCqXgOMxH
v85iKfHUIi5T12qqCQR0O4Ot5/pIz9dP9OhwIDNeMHWW4irLrpWCpLGft6UCM4DxsZ6Pqge6QLYi
aXkYE3mlgJIIm06lCQ3QC1NvWFGUGPBj+0qn/2pa+M1a+M3evbcRwkAwwaL4Y6mOOOEGHO2F5BdR
eXSq2mj3dgfQcQgc2TudzNfxvBG12NuwBJQhhR+SX/agakM8Uu5G4CHerQ4MCO+CLnuir5SInSo9
53JmSa01+7AUVI6qt90uPdLcB/lXsTJ3FxZIBNIolqC0Uejgqaim3FCJU0UAZdIDus07gySLVune
dYVb3kWYNnrDbAoyRHWV/Nrk8ubIskEGlBrsJej3MQg1vTEQLMxLKfqjhu57q0JeEK2IvKDjBOFt
GkYJQ1PZJQb+RiSnCdiblSH5VqN8Av28vTXT43fFbOr3LxbXTrxAysbofltiGhMdg+cs7yTfyKPp
pZ9Csn9ze9xN5nFa2U0XxoSDIVpj2bPUMi12k6YOcTLPyuRrYRzY+/AItzBYnG1tOkAKBOP++qpd
0A3ucQKrQMD/SssAb9ZBdZ4V+oyfZo9uVVff2qF4H7CXsLo0ar8RsjR9HACRaoF3p8iCecguKpm6
WnhpoLB7UetkrfjotTP69HgWAgH65GIlSkYXk0jZ8FzV1HD5tUoPF+Rf6TBsA72HMK+iYbdzVQA0
LXdKO4W9V9KE6EbQxMMNaFbpcyBLya0WdcWwpafTCL5PWl1+e++84yXRA0uIm1sZ5bmnqjupgPGU
OFt+Ew/HHUiUXw3qilbu6+eLy6eLyAAgYEDmLt3jehMSnNST0dcsqfqeQYf0wo+iFSnnGx/TgjsE
thArTbrldCiQE+JLgrztTyZ90OM8PkBD9CvI5j/No7Ryfi/6yoQqIQy/Q6RUAfhbZgXkSauIIYeD
X+dW2MNOBZ+qm2RxMT/AmKVBfXLMimFXlk1W7IupNIq7Meur+1qCwPFDWCRl+pCZtW20cDmqdX8b
AgRRw4kZ2I0LRNKUOUYNXCAclDr7wM6scjzEaMu0B8Jw1KGskyJlV6t6+ZxIWvsoERqQM3dTHu2X
BLp4RXKOA1w0NzFRbvgIpSTqfym1Ab8bOL5V/ZMLRglxOpa0d3B64ie6DRLl3VaEbnGgOizMIyWM
SyShsJm6IjU1XCogSLdqGMRuF2m2SwR4TdS5kuH3cekXSVHgdZfBhbIyNxwu1eDbRT7upqlXvIq6
3hV39CzmRmKGYj+g5RAB3MNr8ckbW68UWhyWndr7jRn/kQ3z+EsZmsw3Qhu0OfD578JuKu6atiA7
q4zKYy7lqw9xbpsN6hm5b4pefKJgC00fTLVLwrLqffCfIKiJ7e7LsQffojWCaKUd4XxWCXNiNsHq
hFXtPPpv2FVG6VDvG4JtBE5PC3pZe/KuW6ELA+Lc5NgHO5aE42vh15tJ1dR6A+QOA+LmBL61PitP
88zdSYkrZSUndVkUEKCYIupqlykpaZPA7VM2iIr79CmEbdsRN1kY1Yb4PxkVXf9YCNLMrNepQSK9
OmzKqOz9qokaQB+m7GsJntyDEcrZGtr6+UVQFEyS5rIMnGCwK09lSWNsBbbeIcu2t5Ec+V1iPdtt
8KiDP+qYKQy2718yYfgAPhHeli3m+c2SwQ/fTbYhBBYSOLhNkW5zSRv3OZe5d88j8TWihQSYOUIA
lT8VVUVaNeWy0vvtMYhfEQUdMmyQTJbj7F8flc1HnR7YFDQI3GwR3BeEB6ei7Bq04rIaFV9qBNvX
oNdVtR3xiitH6sgEO5xvherEyhQ9UFNvKS5IGfP0zpCshR9JiwCbnLweV4rFU8ytplFmxVOoFcB8
TrCZZxhk2vYA/3K/MrlCMZYjJppNBwIbnOvDQnGMMQ3bAbRz32wZTaZCfiVtjsn2+rye7zpQwkBq
IGLFaUBFyem85k2aNpuoVHx7ql8gQqj3FD0CVqLb4e66pEvjAQoXS0Iwjia2xSV+0ttjWUNZ549y
2n1IjUZ3w9SKVvTkghTyh2SfyCGSDlqiQsi5am30qN74NNHlbljqyk5Eit99AxTkCUwZbFPc1peY
WpFZqPNmaMIdiZ4MAmvOf8UJN8VQrEza+fKAuYJjjMrR7UlQ+3R59Ay2lKMeHnfQUEQ3Rq3BrMdf
t8YcrIGhnBsqRHGHESiGHGLqQhO0pFJhRpnDnQpxkOaWU4d3sGlSYpdkL+XP3SB30W4CfW1tkOdr
JpJ/4tQGvoZ0xyKRvRmTgCx6BGQxPhtNLzkUolwMAV95pwbiheJ/ooAsGVGyxQiTI0dcQo+gXzSb
cTvNEsR4gfW+9gkcUA5kIrLUpAhfieDf6ZL1Sh9EZkO0Ix8Ny201ClQG7vcrV/Yze0gil/uBSbZL
pNqWySFcSup3qeDzm4a+UxcOU9lyDKmVcnfI4j45ENy0N79bRYMPtUyVDkZlaFuO74PYeh0t8Qnh
HdDEQZfYcrRlWwd9kvIcWnZHmlf3Bt24T235w5CnnWfY4O++dxXZr8THwM4DLAlfazG/RBfaySBY
oY6w4vWTNfjtqIYrMK9nOgk0uEyxD6FAsSWWDcZG3ss5HHzGrssq+M/Nih0xDGv0PWJ2Tmw8UlAS
dh0DAa9xcZ5ERV+2mT3ru7IDX6uOQHcflPoXFb4b7/qsXZJEg6IIKL3W8i0MyZBVcpZP5KJNcA1B
Agq+FGZTgLUZWiuaKeZ/OSbsuyxgV2Vur+I2+Mb/qDbHWrEbYJaPUE066VhE3qib5N+yeHrOoDO/
VaWpuhvL4t2REQHnLu4apLwFxOdiNsuuiftRdCkrjZFysQmtfT+B69TFbbAynWIQZ4M0gXojAcwQ
l117o6XMaich6jjIyf1kD5JbkFP6dNxU6Y0x98nP68t3QR252ApgdXqLkLdYvnYeci3WK/g11Q3c
8H2TbdVRL1Yu6q+B9MWwMMBEM8idksVfgm814dgHiko8qQ1oLHWNMjGl7WRVHRWYeTZBXDvkR7yv
tLRTXwor/WHWp+rLDFd1djCBzLQcLCxc6TKlAD8LULVCd9IkwAVHJdG7Rz1t+rWagwuaLVwYzKHo
vqVs7lTfdDXoNdKwyg6ov3ZXBulxewyk8FZvNOu9poertwqiOLtVJJWXl+bJjlHAmS5GWNJTqgum
dm9sEulwfa0vDYhQpahIFWUMkno6IFNJGur2Ko2gjwzZBKixTq4TpIr6KN7/B6JeoX6pwgNTeGFL
G27EWSSX2s6mYs1L1aSkUFPd7AZ7eO91laljm4iYGw40sabTQR17ON8CJdN2aWHMN5UWUVtPc82K
X3Zp6ihAIgqAA4jfvJASJ9kRKws3kTYNvZNAXOaAJRh49jHdrJi5RTMLJ58YkW3imnMvhgJn4bVM
TdcMdhNru7gwWn8YDHvbzpO81UIZCkt5zG83iVrcGc0cv8RFPT2Wx6HwzA1mb6PqM/D+qfZ+q0Si
gIOYOcbFWYJQWht7CgPcLGjcm+hR00fjW7qpxj3HTOjm86ZdOSQvWEGRmGCiqeEk3LGYgpzuyioJ
I30nJ7bkwnP+0Jkbr4vkwouj6Nd1Xb1kAmkZZf3IHlCssjCBdmd3AAcI3A3ybyTZj+pTG9vBypAu
aZCoJyaWD2Lj2bkfJZDNhQQRd5FeZw/9rDdeSYR4v+lDeUXUhQHZ4GsAJgFTE18tjqvQznvAKxBl
pq2xyzYpupOrxsoN4sythwWUvCKhIpi7dJTidOPB6Z7C8I41yROz9sB4HbfaMcpeZjUrDsVRK29j
o1jLLV7wAUTORUR7cYC5JZ0K1WOYmIs6MXZjMselF3dd+UfHo4AXAP9BfYhTK+kpv1WCH5IZz9+u
a8qFNeRKBmY+bqng0VlMbKGPVjxmGr6b0hLVL4/lc2ZstB0QatX2uijxUYsD06bckVoZgAPYeQtn
ZyzoHihbBspqWvq2qebMcJOW1P9tQamO4sCUro1OHSvdB0sbmnFXlX2yRkh6cbottJUbB/ebJYT/
scgLYGFkY2dMZZJAiB50qQf39vFekoOBFgWz6p5w0kvPHHPVvz4Fl2ab5VRRYLLmRLhO15oixire
mKW561ul2TV1OeyljWH4G3WOV2b70o55K2qhyw1ND8TqGnNH847hSvOoODJEm971AV2SQp0/9Ipk
kvlHDPiNAxsNcw+kx9HYmUE87TU5tQ9KrNjufyAFH4I/utCcxVgie8gbCM2NnZ1p06FR468ibLWy
+S8O5Y2QxVAGdTbrqRyNnX5UNV/Sx2dptsKVVblkYUD25hQQpbe0vZ/OlzpRY6qJ2p5kaO+w3wF8
PNUdUTHAkIfoh9Yl3YrKXRoWiPAW0Nzg0XKVP5WoxFZU1zmXM+qAoy/E9pO7gWzZGkeUmJ3l5rap
daaAlmThWYg93xwjNY5SxETmeGNwi3aqOdj4R6lQVkZ0LorTk+poEeYBkGepc2GuZuYkoXN5hDMh
Knq9jLiVM8/Zr+t6d1ES/grJGNyxMwix8diOY5Zs9F2kDNXWgEPJm+TK9NoqX0seiGU4nT8GRcsM
teIcQlwIT5cpVeU5HjnJd9NgNJ9G9pp7nOXA6zpZ8QOa5Q7/wdCQhCEECfms+jstamvmKMUYJ1L7
JDKEHlGL4aGnInhF58818DWTJVGPRDkDdBynQ4NXJoeHtkA14vS4B4weRuG0WOvwuChFgOBwEwOE
a7mzzLmU6mZmQDENO/sOVI572J/TlcTL+RlGjIMWErB2ROnTMsMfx5LaiIjtTp5V1bGOpuS2Q9jv
8jga/HToVXcYm9pt6kHZDzLBpuurdklLSMX8VaVBBE5Mwhtza7YbIrXmgI1KB9nNKSd0pKar7oMo
qHYWxFgrjvv5YQlPIIFAmkE5S6wlPkcBtkPBZUjf6VZNudBYSEVKVX6Y/KKz0ZY9Siusj1QEBg8N
WYc1m3JuLIV0CuYoaYChfZlxl+mYsOx2YPvZsDIcEtuoh8M4VFq2g+BHT722s41f5tRwFbs+zxeU
SaT4afzigkRhweKcprERIgBuHjtFycH5N8rAk8ZkLdd/wbxA7E3sjNuHqCla7HktTmi8SI/6rmGo
KA41I0quya7StvmK4lwSJahU6TVha9A0dKo4/bGopRQeqJ0SD3CDmHAlHOzZnp+PU5nurk/eRVnC
xSOCKaolFrIiumBBlMsMGGPUGQq/JL2LBo68MhrXmkcuiqL4kBIfqonR0NNh5ZtS1EaXxq6qpdEr
dIWLbIV7ZRLfWFGJS1tBpR2OeKpArFl24NVmbDeKWuPptOZ0r4SD4ilBqLo9MPWfNC0v91Wmzk5U
rtqcS8pItBhvgHgkd6DFfE5SECj9hN88w2ixrYsqg69QqlbGd0kK3jCllISLBYbZ6VSmpZlFE5mO
ndzPw7YaGssbhmQt4XpRCshzADKSXiC4cSqFW0V3rFJd36V1HD3WICfew4WiPl/XwEtSRNcmsRNS
W2c0XYN11DRMtbYLNyEtGtIQeUYirQGvXVA+sIOEOpA6xqlbGIm8K1W7kPR4pyTm0eUGE7kmVb6o
wPzuaeNIw/2AZgX/l2K2hQqQRo3ILsPRbdOQ6dhAaPlqPq4Fas+mDSl0CNOSj7OD6V1IwcVXONDM
4w6jVO0Hc4o9e7aSlejW2bQhRTiiIpVKPdmyzSpsFCmvzem4w/HqU2dMg/bnUNF4nUZS8+7EsBBG
pxyXTsENt4y69EPS0GZFUVgVRMXPrBNR9v44rmV2zgNcVEYwa+QDBS8Xvv2pXheBAWtQm0S7UUSF
P1UWgGOQ0UTVFH/eqHZYe9mmjas/S/C1dEeeijF3bb2Fe68qjHHc62C9bfx47I3ocdLtsvp6fUcs
2uGJwBHlw73EfnDOkAtaKKs0ZC0UwyhrNWb5NlPjIf+tTmYNlIU59nLtAr3VS59mtlTtl+Vmip+n
XIrUpzYf+8HtZSNvjyuH0nllIRAQWAJUmhJ84UeczloVx3ZmW3G0o0w3Gj3Y4FLwJoogmJ4IGFrG
U2Q1/c86yHT5S7qJ++prqZugq4ZKZEZ3lI/G4XZzlAPjZo7wC29lsyjXitzPPD6ekScTzcm02FIC
efqMm8rqjoUuRbuwhuZoGwWhTBe23tPGn1O6AYFrnum6Q6Ai6mkjYLY88zhItreygELOyQWByzXh
WswMZQ7UoC/ss0LLR1VnfbIrkqKtvTxCqx1LDYL0Gyhto/kCmGsxAOOnRPExdZRc1dMfRSFVf1Q5
VaHy9vrznHmiPA7RXMwBQGoY2cW0JJG0UROrSHaKPmXkoW05d+c5kB/lCOrctg3+D2dn1uO2EWzh
X0SA+/IqSkPN4rHjLY5fCMdOuO9kc/n192tfXNwRRYhQkLwZdqmb1d21nHOq3nGW68uJ5q18eYko
5Mgs+Z3ehL6APga3dnn7PMWK3he9lv/E0++uZ8gWMQw1qfRCW2ENjAMNSf85zgsKp3p/0L0CAbBU
7R9ub97vuHn1MZ3f04c5iBT91uLEVbqYTl+qaUAMSFUxtxNnZtSNKOblYCatHp2t2Rld38pDzXqm
FFbnjyYH5edQ1kv5fip0YzlXrvBqP3IcBUqSHg/FUe8N0ZxSRTP59GOqFuZBGL3T7sUK12eCbi97
BKCD8i8Z9uW3mJ0htC0GbgaJHVWe72kRI6miIrRUP3RreC0UUR1xUvQ8kvMdO932NWMylR2XuH5J
yFtBFtH5oZRHg//yZ3iUns2ZuDYYrLk9j233s/Gi9Ami1l4msuHtgJlkx5SJdIzJXF3vvSqWFD5B
FjDusfgC2zM+1mqRfcn02T4uQ6nsOMiGs7u6FNGWp4sIRv75G2dHUqWp2yXKglSN4w/9HFrLyU41
ZlbddsSNdVEbkl17qJ9woFbrov+M2nBqFYEFjuQ0M9MFJTPmtL9Mab98F3m2V5W8/mR8Kkbd0JsF
qE3X4HJhSm+UemguVdAMWv46GbNysnJaBqXX9Xd7Bz1BOcmMBgh4mXU0M+oeTrqkVTDYSXyyZ9eC
b1pZEP1EWu7kyVvLAl1B9QFtFQPK7uWymqgVkVskVbC4JYpt9pCcegtmY08iebz9yfZMre7BQlEY
J8Z86KBZSscvdWQ/nFGvOXKqtbOD197BDsLR4IQTsCN9crmqaSJdqOy2CjIrb/zByp8yTbQwHBXt
kGXOvGPu2umlOaQSoLsQQ63HjZpdQQ2nqasg7dPlOe1gE5Chdjvh5zX2GRTJWzOrWwOJXfrqSEHA
Q2rjYzem4Q93msVxMaPmkNOU8w0iNnQE7XR+8kTZfx+L3N1Z69ZXpA9CcixnQKK2erm1c6YNCj1H
HGZJhvf5DAp+VlRxbk2tPt3vMAD4UKOg6QD41FiZiiuAmmEmk8b0A4TXNtBaYNZicr2H25a2/AXQ
InMm2WI58vnSUqOSFVM0y4OlsREgdcPMz5fuSVGB9Kth/eu2ta0tBG1NBkH7GourLfR6mkg2qlqB
Iiz9qCazdlaRwzj3jH3e2cItz3xrauUyWc/cZ7uK5Xs3cPXPwFCLo+hEbu/cI1s7CIwV+V3KTkzU
XD2sjtZ6esGw9QCub/SZQkP7b488x4OudNOzlgp754vJe+kyDkHJC9kECUumvbrew0VJIygf7GGd
q9VRASb/6JRh+6Hz1OgfQrzlvTEI8VQnvbVTSN3cUjoSADdwP2BWl74yGUk6DQpe2XqD82JMCYIj
04ih//DppMoKFFUw1/TdL+0spWLFFsoiwRx3BtrMITjUPp139lE6wHofic0plZL6SRrTpZW2rijA
Fg5WCJqPRmfZn2dO/kdNQ9bYzjrtuajdITncPgFbewj0iCiVGIi+9eq8GdZswVq280BTgFC2NDJP
LSn059tWts4ZDQka/XLCxRV8K89MdAEy1lamovthjfmU/4gjgEofqLYne+Ott04A0F0qXahBg/Nb
PW+cALVJYjcPRlvPv6BKgXK9Z7UPYVh1f+pFqge3V7dxAqCB0+6XRW5a/6sTpxVDobRRmgfgudXi
U1PMVf2nknopOU3eLsWhEMpiPnZiKeMffZ3We4/sxkcEe0NpHUoOufk6iCUgolQ2D3lQubP9pKZd
/WqW1d4yt6yA+iJ3JLHBW1Z1NxQ+MjNhWHgAsuCHCUsWtR3lbjw5EAJJlJL4eKDea0yhkaGsY1U6
N3KdGbVvhK7+RJoVVjtnesMjsYMVqpUUNNZIrMqgxBIDrg4yVLb8SZ/15yzRvUOXNNnjbffY3DcT
ARY5AV3K2V0ebJJcxYm7sQgixwBWllYV/H0UU6q9ob+bhgBkcgnDaoPye2lomsvaNVNOWVc14UmJ
yugdNEDxx/3LgSZJ5E04gN7SajkEsPkM4JRbFziN38dp/VAazl4vc2stklcAF4NLkcjxci2UDTrG
IvOqJKKIX60IrDzQvHHsdu6/jbtCll81SKlMhaCkeGmngcqipYpaBlTeu2Ohmo04JqZZx3401WQy
s0m/bCdw21qb1HSDDAWU+4q1ZnaNO2Y10WOn6Cocx2Q8ZUm2N8Bg0wpdIQI2Wt1oAF2ubLISkGSk
sYEqqPUoOqnEWGp7/aeNoiBEQxrOJp17Hsn1aIvFQGtriPoygDH0MjvF7CumByBu/KRH/Wel754H
YT5VhnVe5jnzWyO9b+KNLEvyC3g38Xw5CGDd0Ey7qTOKdCkDwyj6k1jIM/pYqc+33X7rwiD8pUYL
5Zw2tPzzN+l0sbiD6uV5GeQs+KEe6u61bujoV3a6hxLd+nIcLboPxPak1atzbOlTSgGhLYN0rO3D
0NrOYYqju9t5bJsJihARBzmCZV2UbPVhTmfR4PmIE1t+bIRJ/1pF8xA+K7NV/nN7+zbX5BJnc+Vi
bj3Vdc7UjFprSWJGfHaoRdK+1KUx77zEmx/p/62sIzWQK3WnmaR/jVmJh0XTp1NuTYlvD9Pem7sR
riEKywtCACrlIFfHC746xT9mJgS6cLRX5OX6iYnuYXjo6tA9VNTRP3Es9pqVW1ZBpdNI96AMISJ2
6YU5GpRLkillUBtQJ0/91Kfd50rky1d7KbzvM8U2ZmUNqtb8h1ufrEyyvKgoEWRcGsZMpvDR+H5p
PvgJMAlxGCyn32NFbfkJOBlDFk8h/a2/oBdnSz85UJ7aJpmPeRZ1J8g0ewKzm7cW14VB0sI7RqP5
cjkgjDPFMUQVKGmhfRjMrDyFhdH4jdfZn5Uimpk+PaqPea2Mf5kxtYpqEXPQu/3eTKnND/rmh6zd
KFYbMNQUs4pZfEN+jrnbnvIxU9o/+2ysD1Myfb3/IFI481zUxhCYXusccBmIFAeqArNu4uPYQXq3
umYPGb31GYHRSM4meSixz+X+hknc2LWGn1Jfn+BDMbk895L/cNrfGln5pA240kYGrAosPQlPozl3
vkYadW4drbk/1YQRymQs1gRyZk2yAbefJLbGxWLYiveF8k92MPQw3bkkN1qAKLa8MSO95c0jE5lN
WGtoHAZiGH9oi+2Xrv7JU5PvjtqdGiV66bvhfTz1h1DvX3NjPJbKv5W9l1dv3aLUqOVjLjtr66fO
VmbdVrSK+GQew+fUE9WjJrL6aQAOurOv0r1XSS/zeYjmQF150EdXT506VJZCg6gIcqP/VzWEckhV
8aiV09cULbmduGvTmBxLRG4oFWpWu6vZk1vGbVwGi9N06cGbKqV5HBVnQXk/TXRxTjPisv8QNxBf
AqO3yUZtfRUuOy1az209y7rPwtwUyMx+V8wMyhvVcec8bB06+ZpD1WMqEUphl94T97lem4KWSjHV
CKePSzW0vuWUY/xw+w7ZchCAur/HLgFEXa9pZhajkVtpGUzEDH905mic8r6q/NmY251vtrkm4Iwg
NSXeen1Rh42jx/AeyqDvnehglJHyYC25tVMz21oQbxsPOjxpKv2rLKCNvV5MelcGaOOVgZim2E/E
0J66Qll2Eo5tU+AJwDZRm7hC/1Vzn1dLXQK/a0rzEDXg1f1INHRi9cmkE3b7U23sH5smSy9SDIaN
vPQJNWvi2HCHMjCzkDt/1mffHc1lJ8XdWBQZIYpxIOJhP6yvR21coP4Ax6HXZHvJwRrGqn7shsrQ
fbWdsr2DLH/06tagmQD4gzIxRYI1NWUSsVUki0iDJYty5R3FeDc6xFHW1r7dhEb+WtWenZ+bzLHb
sxHGbrdz0rbWS5VCUi5Au9BtuNzVyII+mupGGqjFPHzo23l6TBTHPetEXve/1yQCvysVUpV2rQ5a
apOiK5BKgsbSivixKa3qT+6OeA9VvrEkMC7ojFPCQhFvDe4Yra4wnEzLg36GGONQeQ/c1jaYMxDt
SXRs+CSmpBSIZFfSEr3cvVyb7TzJzTyYdIsVCZQFK2+6G4sPmg9/JMCTOO8rnmKh25U5tVhJ87rw
RWZYPvDS/nj3+ZJiURDtqABei6yZw9TK3itWgF3+hPNV+FYWOv/etrL1cdAo5AFBR5Nce+Vv6WAP
aq9QpQ0LL/1EZ9xldIDeDo+5Mkc7kb7c/dXhImgjNsQOjeN1n3omnhvGMckDYXX1S1y25LgVXxJB
FRGeeo3UEKr7rsLqxhJtyZkiFvckO2v1eI2/YT6MAwmWPGUKXFqnfmmMQCeMadz5ZlvtOxQe5Bej
KUnjQgYKb8KsxijLTqRhTpKh/a1oMbCT2v4hyvabOxbOYaGH96r55s4js+H2EgINmQ4KCkSU1Uf0
hiZJBwZJoy0hnIfFVvSTbbTO/RGVVNKUyk9ovOOYl2vzUJpV6bDmQeIs2UFdqvIwestjMlJAM4rw
P5xlgFegMOnW4TXrorAzOAIMr54FauxWH5zCZmJmQaltb/jI1ubhk7+BNcgvrauOI8go14TCSYsz
Gg6ADKtHgCH9zr2+Z2VVdVTQ7YlAaueBWlfG2Q3D7Nmws/FeIiJNMlkr+w0qBJ2++kRF3NVFZ5Vc
tTW5dNbN9SGxhm7Hy7cO1Fsrq5df2BM/Xcu5M4YQkeEE8bR0GouTHi3mTkxzvW1cFdRAaBHTdady
f+lzYi4T1cltA2ruROU+apyvJWoRP29fgltWPKJbSf+DT7OWvqhFz1insdODqMAF0sXoTkma7Ck9
b1wO9Pkgz0gtBTAmzmoxZTuM2agkWhCp5qFU5g92Xj7MfcuAUbUOMj19hzr3ubOLAJjmTrQmL57L
u9cGoCYVLcHDkTSs/S+KK6DT8KlzxXWGh6w3sq8Gqs8mag4mwyqLLNrTlNrYVYlppajJG8kMnJWb
6OZA+hVh0h28/lwU2XQqlrjfCRB/a8pcroyaFS8yCwOye+XzrpdGg6cnTeA1KehQT0Zlfh4NXRbE
UVHGR4BMeRtMQDrSoIfA2h6NbAiZMjkaeXoY60iZD2o85f1TlWuGco5FlakHs9ez9myOM/EQBIGO
wYpOJtrnNFGbH0k1V/8Kba6LY6RM/P3C1EJG+Y1mO/txW8ZMC6N0kflFqOfdg1emLfMRmUL1s7aA
/L6/7b7XYg8UW0Es8W0JRwDtrV6dgdBtoHxHqYduXerHlV1Fj0pj9RBS+j6KjhnA0NFvljF53xt1
1fvjuCyfwwyx0CNhQQQqVBvz9JgaZdYfu2YYjAMlyEh7DkXlJL5eGL2545HXt4j80XSIiQbgnK5R
ZKZSGUkUelRUZ9V57uIxOZRCxA+qNuwNeb72REzhHkQAkkOwLv1ZPQDmsjeqwDGa+pgPy+C3omh3
3sdtK/Qq6EJLAfmVv+cVUnRTq1SBnfd1QGehf43DWr37RmQtBuMkpIw2VfbVt/aEIJlL3CrIkZN4
mZkAjZ5rFt4rjyY9iqFO1GqAjPGNLu9dI61Vr11YS5lRsayqkikFS7kgCif2JPyuo0JMwRbjgifd
of1waSp3m7JhTFUdJH3evhOTqn3q2nQ4RdY4B60WGn6SdOVOKCr/0dWlIeEdsnvFuwJ8+tJoXTSz
DiKiDsQ46Z9sHudz11UReqGRd4hUpXsYmDvkM0/OOu8cVhmMrU3LZhKldsB/wEMvTTee0ykhhLVA
D/O8PmddlTGOPkEb9mHsm+6baYXWX0XMiTmPQu0TpGvD1D5Ni9o4fkcLYm9m5fXTQA4PFwqIAYEd
9fHLH9SbTjzRiKtAXk0QYwsvBOeulf0XCmX5w1jn0/fbW7BncBWuqhpDDNIS51Kd7I9BlNb7KBzF
R9XK5tco3OONbFqT0EcUE/CztS4eI+usth1YXpyV/Udg9MMfJnJQn4U6nMJ8HHa+79YtgOQE/iw7
2Vf8Mm0x47KMudZcUYV/dkCl/BFd2J2IZevyJCiSKtycUrr/l99MTWfDDVWuGY0u4SmZMuVTNhnd
u3lSom/3fy049CphJVqeJKSXpsKkNsFUuphCEOCX17rlmdFL3oENdwN3ioodCOTW0ujloUNCUZPX
bHU+PARm5yZqqqAu7PxdHTq6j4qWcdLUdG8u9JZrSGwNxVOCMhjEl0tTklAolkvtPaarMYCxXLwJ
mTDHmw7Mt3GiJ7VSvHTntd5yEOrRhCsSsY3cwqXROFT0rC9o7xWG6BhmikRx/Tyq6lx+vv/DEWRw
pRoWKPg1m00p5nFmqGMduErIJFg7ij5bscrscDRgToqWLzsL29pNNPN4ziGK02Rbfbh0WZpQ6By0
llqqX9AlavxSs6tjARTxCbXgeY/YdG2R1xy/hD6EggDzB1dbOS/TjFoHrsmMsUPYeDNjHKEh2POX
AX7QTsCyZc2gMYtzoo+HItqltXZq4t4YO5TqFr1MfadFIlp4s/PLUjL3y5Qq9ofbH/D6JOAdsmEJ
SgXxk/XJq8OqZifTNjA6xTyZndp97OqxPcZwur/cNrW1NrgrcuQNbWf4gpdrs43O5Eq26qAGHfUp
zKc+O4ShajIegxfxkanm7d5An+tzAMUSbJskpIFJWKsrNu3iqEnDx0N4KzlZk5kdl2nZmzS/tYfU
tajVgXunKCj//E1BhkgeyiAj3III1rwIlHGafxSN4i7H0DDSnQ+2tSTkeomdJO6RNvqlsdIqciHo
fgZxGTp+GFfTsUX18+44E6jXGyurc+bYSHClStUEBsIcx9JMjGM6ZffNC5bYF6xAquQT6QZOsTpb
k7kkbTNNeLvRpI/ZrGt/Dlpinkarrf6YFa0dAf2E084dsrmDMI7ohWpAINZAs3iEH67kZRNEzCxq
DpqwUPC3Imhux9sOv+UXktr0f4ZWV39lREbGJOImKPowf6o6RlIOiDh+9fpdrbnrWJOdJCMgwmI4
C4Jvl17hDJltWcKuA2vW4uKELr3mT1pnHktNoTdjuoP7MORmFjiiWHaikevgWtoGnSL7XBIDfGnb
FqCJjShtUCOxHgtD/SdiQghyTX3QtOlDEo0/bm/r5vd7Y291AobB8RamgjeBHdbD0XST+ZAxSHvn
Jt60Ql3BgSzKtOD1yyZKZJJKh48nRFsiNNEMIPgM7eH2WrZcBBQDHwysFJ1d+SveXB1OsuhGXpt1
UJZDdKZbyFUFvfJTS/Xt021TWwt6a2p1SzGeoJoLGxcZiii1fAPkxuAXjRl+/g92mM35W+ubz7Sq
D2pW64BjGpogJzH/C4BlZvvKGMZ7gwK2nhNCD8lwkq1pd/VUKsMk0sLkilKrZv7J7I+c2l3uUmex
GydQ2nl3vPnWxyKioMsEXRehn9V1FWn2mAsdlwDIHjO/obXOZhVNz3qnWx9vb+LG4qQ+JTEx48e4
QVaLc5LQgC8ytUFl1j10aVV0L/WAQs6RPnP/s6nC/v5eqxwlhZQd82KkgszqChnUJKdHBG6vKCb7
RzkzveLgmkq5Nwlso0RJOAViT8aMcgLOypCjDtxE5lQGSjZ4H7XaTk6tmzTPptqEL2AN3K9Z1zCV
fLLdANid99WaleTeYYw8PZQCyI2pcJBHrZObyDBm8K3ALu0cSGc8KNXDLKI4OSihM92dbVzYWgvz
lKGdOlWisbOjofizl9nEkX3lLy2kxtt+s+GiMoWicyJRx4DNL+8To0TvLIu7KmAUWX9urb571KMk
/BLGdbqzqo37BKaHbGNzPxKSrzJso1qGfEln2IUJPDXdCauPEzMg7+42SG3T/7eyelwSiK1OUgyS
Lpna58mppm+lItyd47a5FnyRVhCofchxl9s2LU5mmBlrsRwxHho3NE6DU487T8qW5zOjWmpSynQC
5780YxZ8mlrH6Zic+Hm2lPYPneYuvYf4MNjjU9OOD6MGl1mzFX8x2n7nod5YJebBKhHmg0xfPzZt
V7Rzj0psoOQi6aRQi3c086Fudta5cXkR0UG2kDmFBnTocpljz5wctwPZBv4rDjx3aU55p7oHkOPG
Y9jm9zOcmGtCCoN0GHtKuL+yJygyo2NUgtvWsh9T6qkf1XlxjreP1tbuvbWy+nhqCI28tcMyiEVY
n4axFn5ftP/ebwQGlSaVg8FCrbEhQz4pVhU5ZaA3of5SqsI+4Qx7Gl5bS5FUMChvCIVh7nLDGsYD
pnnJVa+BRHkWeR+/WMNk7wQc8h6/LEIC56LRJZMvislrxdJwWeyEgiLYeogSf2dpKr5peu59F33U
tB8ZiqC0KIpn7jPR5egFtzdyywfR7Ic6TseCrHPlE6EpHGtMC0rYnvFcLmHk1+X0quvDt6ojUrht
bGs/GUMD/xlL0NBWl5RjlSnQPFCpSZHVz0Vkm09lp6V7WvYblzvVa0Ir4gIqqetmF8wpUccCPrdW
xvP3sVVMv1Hz7BiriXd/jkTZSOqlUCWj6LF6oz1PDFmn4uzVEhXfof9ojwVc09PtfdtakBQPAu7H
qshcLv1QKay8SHMDP+x15SUcW+YBFMJ4ZYxctHMnbX0iSkbwUoGTSSmTS1NNrVFGNDBlNlVxLJg0
e1yy3QhRljDWLs/XgeVFKIW0z6rEEYdMbo9Dr4Rk5o7HyUt8YTgH5ha/t532H7Lq9ED31zgwKfR+
KAOFPlwAKTVN1o5We+nB0NXimi9Wd8jvtZrQvyuoge+c6c1tfGNltY3RosRL3rLAfLJSBmcmZvJs
pkW0U73f3EfCQ2Ca8npaT3cqGyTarRqKf1zWI/ACdW6ljHz0kMTD9MFU4viVCSDdU+4J4kbTHtwd
z9y4u2Q5n+o6O2pQk750l94etDmOIXCheee9qyItPQlVUf+Y29F+VyaoxrtO5QT8ZS863H0owKRQ
2IbOahGbrkL/OGHoZKcAT+09p33VIY19K7TJ+l5Bvb7/3uJ2BMEMKpze7hrK1ipW0/RKAmbUs5kA
POjVq5rq9pfbC9rwmQsrq7uEUZcxk1QAwS51mz1HahNZZ9ur2z1d4007XL7cV1Is7vcQ7De5tDck
ossaVlOMVn8wIH20h2yO5z1d/41bi9SMkdoqnwiw1+qk1bVauRONnmDoq1M+1+bJHdM/66a6HzVE
m/e3uDgSCQxYWG2cpi8azoChJC6957hr3oea5+wE2FurYToskh0wgSQc+tLTXcKAZFigrBoqR6mv
h/f2YsfHYkjnX7f9QAZIq8sRTjP8aVkEJvlbXY6VYJZf1WlYaoQfDrCNfKNSjVM29P3g55pbMh0X
RanH22a33ILarMQxyuGF6xowE8IG7pJEqj9M9sHV6uxoIjFw//tik1JyX0mSHa2sy23MFy8rFAf0
upUWqd8Y+viQOLsRwNZaKEeBp9VR/KEUsbIygE0xmr4IXPQYDk4zVB9GI8p2Cmwbty/lFGqj8OqZ
8rReS2/ndQ2mAyteLl6UuVetEwmn+y3KhsqP4sb9ggJV5ltxpBQHt0m1nc3c8EkK24yYAGgGznZ9
+yrtopGRA2hfFrgGxQAHDtmO6XluGAB/t3dcmFrFiZXlpUYaQwCF++cc3db5YfCC/ycjYJR0njN5
315+tqEw67ynW4SKct6AZe9+CDWyz/9hJQ5lKZBKjLRYBwC11unFyPjRoFRjgEojr4VGlH+6bWXr
0zAYSMrRyrHx6yaOURioc6TsV5dHjGX2kl7xhZX3L0xRG7/ctrXh7XLeAZ1nOTDiKk1JjMbsRo10
ue8b+oqepJepUf3pP1ihiY5kNwBe0BqXH6dR5rYGjIGzjQxsOWhmkwfZrC5/3zazcagA/pF9AwGE
vLOmxaq9OdVpIoh1037+sMyxPTSHNhshrJpIDHWHQo2H+egNHaMKszgensUQjsm0c7S29pSbkK4H
w9VBlq9ukJpRxnE1hkWwTNHfc5por66WFDvdo6210jHlGoSxCVputaVFp4JvNHi4vMGIDwgCuoi0
ia+W1f8R68aLkYp3okddLtOWHZTylnvyknHQWB+om9WTOUKiFlpRcJxryzmSjqmnqK/AgDfZnnLY
5iJ/A77puYCLXi0Sgv9SazZ8rNDqfzU54rud0z44XvhtcZYHJZlQjjH+Ksx851TIJaye0d89CRoG
5LeUoi/9tR/CqMkySGdh2TWF31jR8pfR6N0nt1Va51Pcq6n9kEDSaU8UE+Zl53HY3GGeUVDQ1Fuu
RMUQA1GSOPMK1PRdmymGhiJ8VcvFyQKBoh9uH5qNLF4O+oaxSG+L4GR1cTIoKmscg1hYS1TryIQ1
o4VzJIxDZJLaO5ll7VWnt86HPB6ycCDn16++6hya+pKPuO5USbmGWbHEsQhVo99Z2aYdkjXUlOWD
vtZmg4I2KLPiFoHQvJKBI2LxXbCK99doHTBgZEBk2Sjmr1ZjDrXBcgD7Vgn0PcWq65confaUMLfW
Is8cwTDvNanvpUeaSxdXeo9LVIqaIWJbR4FrZs7H276w5Xhvrchf8Sa8z+yONrswkL/svPRXVSM+
4XlR9D0PR/X+vAixdcpH0Eg0Rk2uTFmFMtTUcfk4Q+cdx6aOjguA3YfbC9rcNqI4/Jps9orFrYZu
XpUW20ZHN/uFkFd4sCvX+Oe2la0jRCcDpj//U41bfRyqHjFDfrkuAM58r03xUROd5+etIg7ptIeE
2Ajx0WukFGbJoOpKtQNGgOrm6FkEs+heY7cO3ymFPf/Bg2h/gikAyMPYGwiw5RbUPdA+YeoAFfyV
ixdj7SiIlpcBHa3GR0bIOtSxtvgScbxzZrdWR0UCNBxzioiwVmXTWMtEEyk6j0syDJ8SrS3zQ69b
0akLl/DPnolzJ9RE7j5duCB0H4/UAsvwfS79fknFFI9OV54dt6vfG1nh+Mxib0+33eTKGbFC1oxW
JPVLiZG9tEJJqVWZ4VqcB9eY8le9Hvvlg2OH+d7UwKvvhSGAHxwrMhj4YKtNVAQY8C7J8zMkuhae
qhkzMNarDmnW7b0eG2uS0AvIEGBhiXZWrt8lij6mtpuf03DwXOZEqOlDOxn6vSeMIulvtjkKzsjw
rQkxdJPAuzdxdsZ14qdytMK/EA/t/MhiEJ+faXZ9vP2trreQypQU25bZHvfQagvjoZusaWjSsxXH
7UdPUcefYTMOj7AfvB2M9rXUBM1nYE1SXI2YlbT90i9Ka+5FnLbpWZtg+jJFcnwWjM1+L2Z1+Kut
DPekKoP37Imxey6ZbXWuujL5EAFT2ln09cfkqpQy5ijl8C3XPQtRWF1oFQWLRsj7SUWJ+iFJU23H
ytURl8LgsHx5ShDmZnr35XIRRrdEX7vJuVV1BYmQyf04emL2o2QZ/m4ndf5QjYt6d+1WWqWPClac
guHV5AEXKRJqB3NyVoe5/TQY6vSxpcr84bbbbO0gdphxBgL7uv6ioPPp5paZnBvE0Pys6YdDQ9Fi
Zwev3hvWIuMnpOQ44LDsL3fQtYtai0YrOTNPsfjQGjETnkovNnMg7834j2UCEb29rt/Dry4iYkxK
CUcEt9DCxFEvTSaFGFDArdPzomda8tVT2kwcbK01jPcKlePl7C61UfgGMr+LPzjC/TGZdhse6aeo
4Umts7Z/1un7K4HBJzb9tuiH7LCEYsoPA7eiPlCwT6vivTq4KWMnRn0ulU+h6fXhq8bwy/E5R5zP
ftL6TElOaZiI9vH2Eq9PPBEcLRK5n5QC1zcZ6Xi7qEasBIrNWEgfdZnsh9eUEZBbJ+3+um3sKsGQ
cQ8HTObCTOhap/jxaNQRqU2KEkldPzhLXz8vpdu+d6tOvJh5qP6aAYJRM/ZEcNvytYdaQE8YUI1x
cNlrPKA9agz9s9XkrCm5e7K7EgAIU77vfcZplPCkIqXBTko666W7WJnb2Fpnc8Yjb+mfSRL17AF2
U9ccAPczcQpcxZCdGzsHSXfnAsmZaGtwBjl/8sxfmi6MiH87VKKzp9ihesiEoh9ztIv3kAZX/oJI
PhhbGYFB74a5dmknmZTEttolORsicz9QLmLaWZ+4+kMvejBEtxd1deJ/K/JD7+eVoGi4ds5GqvnV
xpCclUn7ydhQaF2z9jp6yvtFaXd8c2thjA0nlyGAMLB2ubDWW4ZKqez4XOlhe+rz0D5zNTfPIejH
nfD86img9ClJUFI0kv71GtYYVsiGMzKCi2xOtfRdNyaW9XHMdPdH6Yg49ttBiZZD2TvFTu91Y43U
L+BekRoCGF4bBrGsFxNTN8+iE5pvt9zTonczf3KnPSmKqwPHGuUUGr4b+H2IHqvtnMaY1gNHwU2R
vmOKVHsItTHc8fqtBeH3ZPC0eWUF7NIKanOmi5R7eoabGp/ySGEthpqelqzaQ+tfL4hNg6dO7kbg
RyP20tSoLEvlzWZ0rotJnJbZ1T7mXrsHcbxeENG/A3SCa4q65LoDVNhNtLRurAd5n2V/5y55u2fU
6ZeopeN7+3BdeyGmkE6Qch20lH/TMt9kvSVxXq0ipM7TZH0u2uipHpKPZal9b+bytWvru8+XKQFd
8vbnerxi/qkJ1V1YDVpQx717DgfmVaWWXj/liM/uXBsbm4hDAMwhUMDNbfkp36ysBfgXA//XArV0
PjNkZ3kEa54dNKWPd56VDUvwDWjLyCyAa3HlFAPMLHjJmhbkc2EwYbwefLu21YApB3sDGa7vQhIO
PBAtXT4ZVLDLRZXtnI+2i3htFYneHyDBaHn2002VY0sXYMc3Npyd61bSG4iJNVj5l8ZsI9LVDkBZ
0KmO8V5NRPrSqwyMvu2Bm1ZI0KH8yumFayC0Bo62htOjBX1nz68JGjknNU73stzNbwQCmtBRqtKs
ASdoQzNUHH5R4JXwhw5wdin1NV6Y/Gwau9vrrG5bk4JoQKx4T1Y7F7sR5K/a0VBaHB1fG7X2YWHm
0ENe368lRwpKzEZgg7AtleKVm3eGWSoJsJTAjVvrOWnK9FzO7d3qxtKKTIwQTIVUsRaY6BLPzbzU
YvuENj52pTk8hEvT7mQQ15cRbgY+GFIrYAGyz0uHi8NmcqM402EnSZFDtVCL7mFxrOJFD6dSO4gC
1tkhZEjzvOPq1x/MkpNVKbNTDEO/eVXXRwNJSdLWRMQwjbznApGGQz957lO81HeL//FGATmROC7Q
HzyQl4tUpil0BnOCF9zS39fc3vI1d96beX19qiS8BYeAw0MxaY3yAPKpUsf25qCI8vHgJH19yIt5
T5V9ywptEPmpdCaCrq3UcbGgkB4v0Hji0SfB14917+7Vjq4SBgjgwC0QfNXkiKg13lOpFdfr8mmC
KmEaz25Y2v+aA1McSrdK/mqXxT12sVd+y6t+jwNw7RbcGPDUgZoSL5EfXX4rlaFesQHvJeiiqT0X
IloIy5zmVNTp3YggeTnxVnFDoRNChnRpKg9bZ4yhwgedCyUWbq7lHuiP549z1zU+MyycB/ljCr+f
Uu3bvVcwCDmidIJR/uP/S9umXi1ovyU2D5gW/krgTTEArG9+3W2FwhzRE6YkcHN1Uzlq6oiwHCwk
p2IbRTK3EF/6tDb3Wh8bHw1wE8AqWVoCrbaK4XOvSOOmiIyg7GL1BPtVHNt5Lo4J2J7TXUvidZRo
PJDW8vaQL8vlxilDNUeqGaOT6MThcpgNEUV+qc57RejVOftfO4wMZMCIPAvrGm3WcvVWgKkejdlV
fC2OzVMMi2LnElxdv/9rxYPzQpmRUYhXEjLVskxxipW2TIef8LocxiOFkWiP6v9wdma7jhtJt34i
ApyHW0qitrhrck12+YawT9uc5zH59P+Xuxo4JUoQoQYaRgOGdyiTkZkxrFir1MW/U+nmxiUVrlXu
GL67vF8Mb67EmOcFTJDdXBrY3L4UlEK+DjSRd/Lye1YQX2RxUmWU6d7rj1UPTF8vyDBdKodkrhpK
7yXpFPHX8y7xq5XNWhQHfZ2+LNuLZY7r+6R2vU8ZFBp7AmGbQPDtW4ERo4YCgIsLamNGn6N6HVA2
v2TJ9M4e5i8VKztY47j6SwPf3/OL4mWkDU2EC2RmY82Ni2jNhnK4MPFoLkfwaA0CeGJV9wZq77kg
0S03IbaoYmzOLvitwXDqfIDktAdIVSnwRtD2qxfxWzK2U/VejZK4OaFxZYqXx2u8s6MWEC5ABbRf
gD9tLuDanHKTKtx46QfgSYdJBRoSOEsJvXI3RIb1d14WMwivx1bvLBhnZGYCdiHa0Fsm/9rW2tXi
SbkUWZz5uWVHZ4cIIfWJFNF609rs1VXM/kn5Zek+QLAQK6Z3KyURNon5unRxPhcrZnVlRkWr9tLX
Mln1z49Xd+fIUWjDO2kv8UnVjRkPMb3cS5PuYkV9NPprT0zyLUlFvMeFctcQIFIK+FBWU264PtsQ
P1XmlNqc7clJ/SWGGk+ZlidlF+Su0SqjvcStzy1pyF/xa0opGrR8INK8GHr9blGc8cXS1uj8eM82
0Q5GGM+XNwingHL99mTno6NHrejby2IN+avT9H+PbUu9GfmzV7fQ1+ZTFEdWciwqvd7j1r89A4Dy
SNCpbDAjwjt9vcDa0/uBqlNzyZq5/9w0BVprijYLKP8cB30CK+7rJ7ueb+uVeE0J+SC62+bpll2q
zmywXrMmEDm0FPM/NyWjL6emmMXFdKbhSO9z+PvxNt9bKhqXhMiA2Rhe3oR2nTKkjJTo3UWjcd2d
1UWAHC1NwjAIH4pU98eqNsXOebg97QBaSHF4fmTJZbtWBkc1N4b7+yKypfvQeOOo/VZBTFC8Vzz4
rXymxJT0palXr/v98XJvD4gs2YJ1lO5L5WpzQMCj2Es/lfUlHqLyNUKRig5G8+SklPyWDK6CGaKN
TfaxlfBmPLCzxTzXl7Fd8rOit+2neWj3WnV3Pp0cj+V5QKiU+2Xz6cAZu1VWFPVFhS/s1S4r71+U
AacjaWWFDppWPqmM+nNZwBtUanGk89uKqWsW4PJ1vb508ZzDjTaip5uiOPz4E23i1v9aIdOhJsvR
2+agDKZY5pBDJ17boj7UsT36egRkz6ijvTLSXW9gXEUizLlltvdyp0aawWAMOzhbY+COc3UximUv
ari7IFo1zBmDKL7xdh7URAM8UV+ijHgoTrv1OJnT/Hnu0j54vHd3XYLvI8fcKcVtS1VtZjk9IzH1
RU/mdfbLqNMDBIQhXtCE5bzTokZ/ror+82tR1aaQCSc9WP3rq1KPa+JUxJgui5E7f1qQcPu16qSf
S8/ZU+y697W4H/ELRup44DZBESoPCFepAsfQtekE05V9TAB0+Y+38N7XYhqAEX6iL6mAcL2gXg6L
LGbcXJj+Hb9lRWd/nmKvD+NW3Zs+v2cKXDwHiqMKhHNTHpuUwW67AlMJKfch7vPxJIbKOoqxSnai
unt796sp+e9/ebLJzdaWll998YysrY9Uuu3s2BAI7jwn9+yAAOFI8YJSDNl8I63SVm3R4vpil8YS
5IllnzsTttfnvxFoCaBG9FRkMfN6NXULkLltMxQHqqaJ3jFTXJkHjQGH6HWuUDX8H1wCwkGJpMHJ
nTfayl82L1Pnwa2cFccTY3M0Yy95yfS29IWeFzsH+N7+ESP+nD6UvcXrlTG5AZlHz53Orq3H2ihX
v2uG9vj0/smuKM+gLOvA1XxtZagHDzsth3ZQZgsVk3H4DnmvPr2noqPFO9buvPZAkAiwqZ3CpbPV
LMwyK670yuNujRz1JSuh34x14YvY9XOk4g+5Gec77n5zD9KQZfpagsjk1OO2kpMqTExADFddnFJR
P9nZh6Y5NOo6HGeI0k+PN/OuLdpTvCM0qihlXm/mZOqN0rm4vLsmRE1KMXZNUFcdX62PM+NTpzjz
zqV74yUkESSGhKe0CyRe4dpkU1iJGdHAuagiFe8LKsOHAtGP3x4v7OZ6IlCQ7RzaiRRCsHNtRYkW
s3CHAiu1FR/0bjA/1LWoXjKvFTvXxj1TcpSduSowJkxXXJtK51qt3Arm+mWJa5/idxc08mofsjR+
Drr+RhUpQQGIFHGeeSOvTanVpFeIxcaXtiysl0hRvQ/66BTvusFWnw02ZQGfV1/2dGj7bjfQaNSk
doQVX+LMQcxVab9XudjTQrxxP6nkQSgLFB90K7W76/UUVRE5aT85L7q1fig1LUyj2fWRLvk6KdGT
/QHudJpDNKjIlVF9oRNybSwC71EZqHhcMsL7kz1ESeG7URYdW/6zJ2eG3oxJSQpi6J+4o2tjpjbE
UlumumRWph+rZPX81aj2gJJvxflfYE3SDO8VySxAAFn+3TwmzDHPtQe+9eLqQzT5RTX2zSEZ09J8
KSy3r8MB/pLlFYBvcewaXje/mtPkQ5tog7WDI7/5ljLZ5cJCPBmsMJfX9YqtVerRuC7bKyoPIezI
U1/A/Vk/3Kxb3vcQx4idp+3WIpcyVVsZMd6RxWtUJxqqdigu6WB3f/SOFr1j/rfMQ3fMnfIIfCbV
dkzeXF6QFTHXKcuPHnRx22lYbxhcq2vM4tIxQe2Xaakd3MXcGxS8uVGgT2YGHTQXeFuQThtPTXqc
eIms6TILujFEKqMPKUd3qFdrj5L47TW59iBydnilyMJkWrRdkVtwGuK+HS7JGC/vTU2g49MmfYxF
NXvnFQgAupo1+gZqoudGr6p35G3OX3NsOX4amemTwxV4NLU0GLQhugJfeTOhyzAHANK27C5VNXQ/
wBHqfucN+Y6z3n5HcmjAGW9hhA4A6tpZ1V6L1sWL+8s4mWNyWmxDQfwJOoNngz2ZRpObSUJb+u/b
kHKNUoRRk364uIo2fCxrqwiE0ec/EM3VdyKV2yXRwgNfRTWQhdFNvl4SYwFzMStTdakzyJJ9e1Ws
z72uLl+ffFhl5AqegBayg4jKFlgsitYg0FsxM9jmgQgGjvqRDDddIQd+bOrmfFMaYCWSkBl8MYn7
9YrE6rbMQdbrpY3n1k+aKfbzzMiPNCs7NOfrH4/N3Zw60GKgeXn36JyAVNvEQr3ZAuLyjPGSr+ga
F82gwXAJ7Q6P+x6E+I4pAjxGOuStDSH4xv3aMVZdYYnpUo+xODqs9MNYau1r3URPF40kGpr+MZV4
0gCS3etNTPrKhgwv0y9jCSMB9G4NU1h2uROYyB98dYvQ12IQih6aDXLxBpqx2o3XtFqhkw0OcZDM
kYMYap7+NZlIj1lVo78rW27UndMlv8iNVQpxNJUlLdM2tzEWw1OEt+gXdTKiU5d03Wkd3DTw2mL+
oK3D9OpUZvmhs4voP/B67BUsbk4cBR6QcZKdnI6eum33mnWTMXThiYvS2eoRQv8FksH+6QQOK+Qf
8MqCg8JnNjk9iEy3yDVOQV8t1VFM9r9W3+rH2db2anLb9RAekShKGnwoySXI9tpVIgb7i3zp1ZDJ
HOXjzDkPG8Pca+FtXeXNCpVFaIUks9D2wVkIa0svddcwUt1Gwlu/dub8mw68wR8S609QzMHjc729
RqRBonOKtQTNvKebw4YkQyYcqPfDorQXP3YS+yiWxPFNo/jeV8mXx9bubKIcutDJ31DwuqEc7Fqr
sZ28XcKR0f6j2SnRYUiHdudqlJ/iV88n3IHeh0Y8BVou421/XJERNfC7OYzzqv6PVWvmsV7W6by0
UfEStb3xR5FlVTDUuyH7PcsIaFFJki0OvP/aSQYjakvLyebQ1LL2uPRrf9Tbvj/yc0Tglk79qV/g
s4nazvv2eGe3l6ZcM3ERjRu4ouRg+bXlrlia1ZjnKcyHSj0BxVcOCDeofhWtz97PaGrRVkPyiveL
dHU76bSkwFD0sRrCsVntr1AdMPndasnXxln2Jvze/tb1p6TkRAFcUvDLBHJzQXtDoSbppI3hYtiZ
ih7qWiZhpvT29I3HsUiPiTmX2Vd37uL4RUxGsvr9UmbuB23yEu3gqaCEQoKqWDmJQl3io2WiUbRz
097uvUGVWSLUeLRuR3xm05xnfVnGkDkqcB9IBzYfp8ytA28s9qBC92yRFwKTwInp4242xJrqNOtR
xA3T0q4PI6W0d3M5J5ylZvn22KVuDyuODCQdOXne/hsKzTxOtIqJc1wqb/ovnjvo30SRPanTRrsI
+CryIrCzyAGULWhBjcq6d2O7D6fRiw5pYReH2DaHnU90kwu+mQHhRNKHFeqy1+dDr/QIgDHyMatp
1H+p6Jn+u8RQaA5DNpzyxhavCYogAf1o9dQObnKxktl9ebyhd74dY25vTEG0xpjuv/4NZWStS+aq
fZhnavXBiprsfacPC6WsctkhELhjioCGcI15RK72bR0ptcuscWvhhcW05qGeAaVpLWU828PT2BZm
JHB9yTJBkYcNlm70Sw1VX8uhn6LSDdWi0fy467Mgjpto553aRjPSCs87N5xsUHPJbaw4JsAgwvgw
ccY4QKfZBZKU1S+QakdB30/5N5OAJ/TKMg0aYefnx5/u9mKnpMpgm8wFydO3fc21rCak7yInbMED
vhej/a4l4r6Q26wB0UIbrJOmfTSYczg+Nnz7PvPx5HivpJliOHfjM3o09Ja1Zm5oOsUfSQtHOhy2
OeSWhfD7WN2LP27PPIcdenluMdn+3z6dEPx0OdmnEyppDoVnPM5hz4NzeryoN62762ud6gBeI5nx
KBlsq4LU9luAPIoe6gbqdKANE2sKiVPV8eiAYubi9pbkn942ag3q49atP1buYHSXsuzqFJQkLw8t
80HXPuZl56QXEOrR73Pa2rov3GVUXvqujt6vRQ0XtM+UhBX7BbiA2Gfgpd8jur71DVDDxDLQsPNU
kdNeuyYVSUEWZGkhHR+mTEQ0qAaCXUsxf9SouMxBpfQWAINWoeTk2qLRdmZMb32EHJ3mBf6JSg85
7vUPmKN1gO461sNCQ6baR4J1cL/FlSt+dxfHWQ8J+zLuXDA3joItqQvFJJgt0Zyb+1QhMGCqdcjC
bi2Wc+4ladADgnh57Cj3rJDdSkwlKe4NYaMwo9qiA5SHZqMk0cWM2rE5QJUgip334Y4hJoKZrcH5
Wc4WgcsA2KDl65yHhdswPadWw6mNu+Tr08uRxD+AoPAWOeV//aG6tBuUJUmLEFwGI7GWaA9ZCs/h
Yys3dz81P4aRKBnzZ8CdyLX+ciE3XWqZyxylYT3DyGRnjf6+1qHHMPTiSSlDYhBpisKYxHcxmLRp
avVFjgq5nWUhaKL1qLRLdECExnmyrvhmReI6wFtQWNzSuPVVl9R0adIQYy2piVbU7SFfknrv9rvJ
vlgOL7RE8FLl4Dtd71zlTkXllVUaTnPn/jbkq3kqstY6L6Yav58dpT3TGtWerA7I1dGWBtolyX5J
WK6NUgFvlwzRtzBB4/UvxjjEX4U7Je8SZ8q+tIY9f8psyDYf+4j0gasLmPRLVo/4aBLysS2iqtYk
TC03s7DUlTKI2lQF1cvt+bwVxv8YAAQBCAbJuF6at7oUZc00D50sNU5mDNdlpJl74No7/o6fE0aC
76aPu30ikyTJR1E6edjq85ydkQgz18DI+yQ+lF65C1+7Z47qHrV1BG14uzbHy4EOxDWUuQnbLo7C
eeHJd3stCQAbVTuX7M3LQpmXS5avBASW5HxzydZiavqhbdow8oy5OXoAMYqPDETY5QHsso5Ubeo1
OuHWOk7n2GggAHz8AW/XirAIwDVqVjLK2zZ4p0a3Rpc5mNCYrPXITv9H5ek+JNO6d8Zvjx6W2NA3
8kk6F5urMY67Cv7CoQ0hV4neN4piIsbuOL8RixvHfLG8F8tZ0+eoG2UKBZcG7zajlbBBbEtkyQSS
2UqHmsRtXc4MPPaHdgELOLV5tXPg7uwkyGEYjpngpGNmbk55lKuRp0V2HbYa4uHUWPQ1O8z63Pcn
bVAjZSdevbOddFwJlRmM4txtnRSEAOp1HvGGbSRzoEWDeAfARnxymHr8ZK+F9gnNpz29s5sYnYyU
20wqExCo0wC6Pu5I5055FfVZ6JASfICtzTg501JfGLHTYr9qkjH7spatF39oCsXqz0NZOjvbfHuv
kUSiOcLMtmxkbn+CYOTdmCdXucCZliJe7rg+j8deZ/GOFZ48rmpP6t1TrLteaCt0mi5pF13WNk4+
MV33nTnW7Mvjs3fPiOw8yVo4j6y6MZLr62C1VhFdqrQsgkoUw8HIIWd9bOXWLw0mIYCISsQBic3m
m+VcKYluVnEoNDgtVlgrw7pkqjOxlD1uo1tTXJqUjWS6T8K4hb57TMVUljHXYclI2HKw0S2CyNlS
rBQ+nhka7scru/VGUhhcHzkpmNrBw1x/JKVoJ2F3bhE2eaEfy8IwwiJfgdbHy/I+RTgu0JzEOTZ9
PJ/meH6SmpuDQLbKE8H0NxcylZRr82Uh311lXEP0sgrlWJsGsBGTasfkIzwh9sj0br0FcxRrmI+U
kpXb/Lhgvj0dnHoNy0KYL0njuUekR9LT4z29/YSMANEGAipKTYgg9npRAzHDXIhkDePIpl/SGU7v
e0NJHyiC42uv+nfXGmLZcgeped0U94cFxW/FEaGmtv3ZsidUflq8tEej6fvjhd1uH28c+mYIIIOL
oVN/vTAvrWaI9JeJMrjRxtTBs4z5IBNE+GM7t0uSb6npETbz3MATtbFTgdEjU5tCI5pUHxHF+qWA
nyAYRnVPVerekkjRyEzf6vtbJh6vR+NpBT8SOspYvqheNQaxAunt4wXJjbkOJOXfJwE0pYrJzbvW
LMpiML2ihY4KmB7mMKNCpCtBmRtu83mZAoJ19cnpY86WBEUTK4PsIJnadgidKtGWyG20MAepccwQ
yz7EXeocRi9/Utv8zRQ9XUoUlF8Ap248vivLVV3LVAuNhT6umIoySJDl3jlXt99K3oeErm9rAmJ+
7RaW3gi4gA01nKiUnrpYg9OrEXtyanetAEFE+VQGc9viTpJqUPXErho6eTQGorVW3xi6PS6m2+KO
3CrJsSNxGvQdN4sR6woHzLSo4ep08RLg32b671KUevVaLfpgnB0qMuanQRFTe+g6C46cSYHy58TV
k8wfC3Vsk5emakb3Jc4tcJmJFSWK4qtl21vMbZaF+10TVV6eVGjX+Q+mCq2SrE+ITK2+8fZE9u5t
mxyb1pDigk95S6qTLXrXERoKSu7Z8l1nzv5V4vP3TtLt1cAEEdU3gFg8GlRvr30gJkgtBjGK0ImU
KlArT7aNcvdgxO2TJK84tRxWInABBM2Q9jb747NEKWKcXKxmDZa8mRk+g3XKN9qu//T4frizedSh
8TXZxgHPu7lYzUZPnbLPRKgSBB6EaHXfmdz4+NjKnb0DLUA9Eb1W5ve25yctRAzXi1jCoe7aF9FB
WJI2ZXKoxbAn4HBrCpYA9o/uIpHTDbW2ZSreWGdRG3I16B+KQtX+zLzFeGXWRtnB4dwzRamZ+AUG
nTsBk0gXz1mMLuwJ219QY6kPw2TBSt24O4DQ23QBuhemH7FFu4cQ4tr3kL5I9Gzs2lDXgVb5eVwq
tq90k9L6oBDrMpgWLakDIMeZ9/SLKBU/yY1oJIIt33JC1kPtWiNHPmxroV3AJw6nXtGcoExpBz32
ktu3Co1R8EayEsGo3nYmMEaMzUwauwu7SilfeqfwXgatqg7lWE6HaVTtnfT91vfpM/HeE/1RlaVr
er2rVHqteazNMkxmr7yA/TZPsTJ9fbyoWyfBCN+M3iKtUl7hayNzXpZmW61lWAk1+eHFs3MUTKpc
qCfMp+dNkZDI1j30kzcAW/DPqUpuVYY0rcZDUrSWX3RRfKzqJPkfTIHxZtqRLJaK32ZVueSRm6O5
DEfb+sdYO/2FqbL4GDeDuZMA3ToFwRggb1rZ9M5vyLc8odcFesRtONMJ/bt0zKoOkfAYRaBqfZbQ
oaBSuHNd3bOJw5M7SsQFCN/rbwbwzWwyNBXCeE3GrzCt9cesNNIgzpr0T9SYvR17d3xEZga4Pf0B
SGg2ZdrYqlV1VaomXDyzUPxSb5zVN1u1zcm81Obfx25yZ3VwtFM24n/0xLcx7rTMdMtpDoRk+bBc
m3rht672PVqUy7IuTfDY2p21gc6XtxcLu8XB2elsNgakZvSpkMoKmrHSuhNyAV38Agxz2NMbvXOm
gRDSjiNbptKwbay6Y796TZGCLXGL5asak8LOTVd9ebyoO1tIQxxykzf9ypt0ZBYmNC1DNNLtrL1A
s9OEIKixzgMY5kuO/ujTrzRgHElaBRYTtYBtN8esUqpDYzyFgAtcPzYsEVpN3O+8Z3f2TlLkAp9i
cAP44sbtnbmqDZ0hzXDJJnBwpddfMppVL4/37vYtY9SAv84FJeOoLQYno1Ggp0o+hQoo1u/qKqaj
ueb2eYic+oiYe/9eEYb27FWPT8iRZraRKwROqesTXalpZqfQO4ZzpxlfUt1IPnWt8+Pxym72DyOM
fktRNuJQvte1kVi46VAlyhTGAmyCyLLyUOXJHjnuPSvkwcS7VBKIEjdNkFI3hKcQm4duXhfHoTQn
3/TWvRLazbGVhwieNHr58EjScrteC2w6zljDKkbHXjgf0Q1FBsBps49zVcbPfxvqISCMKYfK139j
KkuUsS3zbg6VWen1UPXKYTkm6Bo9O9bA9UO+Q3mX708xZlsWHExl5stXc8gxM784ytT6Biq73572
grfRHaIlcgVKMdc7x0QDEvcdrmYtsRgoWI/jZbBtK93J7G/8QGps0nYFx0wrDOrzazvjGE0DT8kS
pvj2keRxeVcmTffs9Y0Vbrk3FDNtV3ezGmaZvYnOvhpqokgP69wnfj15xakZdqkNb1xOmuKQErSD
6ecAXS8oi41RCK1QQxv6sNIv3WgiyOUDEfAmFGFOj7/TTf3RYpaGdhT/JLyl7nltbllRv7ZSVgbK
MQvUflT+nObR/DqUaRIkBCXAOrXlaBjRPx1UuJfH1u8slviCOrhU7COZlF/31ybwolQLuBQ1TBPN
fLVrx0M4rEoPqZG2O4/HzYXLQi26l5KcAizXdvI+s61sdJgOCFUqgwdRjR9n1zwpej6fHKd8t5b1
HkXyrWvKYUMOtJzjBZq2SZVToy4NARoi7LpxaX1b0f4fY3res+BiKR/qAUkzJOchg45b3xRGlnEM
1FAxGpCGk8PJrtXppDVOv/No3X4uqKnkoA5gLdnC3CRgGUwJOarOWqhWVfTPPCzzqWqc+mA0o7rT
b75jiiRZMpKzexIjcO0ZXjWtSul2URgtddr6qbpYJ5WBdT+KPfEsDQtbKDNyGjESHUPN7toYYo5c
/14WkZgr6b92ZZShobdPyvDR/eW950wDXQInRl312kpXMNBYRrkT5ulcncZGl+TTXb2TKdz6OWMC
ACokhg8v36qXu6BOk0jN7VBp0zrI0zgffHvO3RMTJeklGuflQMHg6TIuWgI06JmFINzk/298vYrj
IefZcUKjYQ4P76nPitmInbXdBJy8I3SBpAFqqmzo9Q5OpgZeOtKN0GgN/WQbbfJbltA7iQ3FeefG
Rv3smywr7YC0JRiSZGFLZ5PIPiRRQf9qtAiXMztZQ0oSFb8/eQnyPkqkMqh53hgGuK5XFUXVrKCy
iZU8jv4chFn5XtnN75ZxnXc28PpK4jxx9YFQIseSbLM3wDnajRF8StoYNO5SYgYkneEv2qzsTYVe
H9+fhgih33QN5UzO5kvNVUR2sM5T0HlaFcTLBBZgatN3CBbtNVPvmyILoVUh0fqbw2vEWUIvQ0zB
PBinxTD6j7U2TJ/HdQ9AfW/zeCFBeEsYNa2R6+8U98x45L3Lmgaq+LOXDX4pjD2SE/m+//9Wxc+d
IzVgDpNYkGd5s5wEKR9kl7DSD2b8Gi+mFSip0R8AhdmHAtjBb3atLK+DOu5kc9eRwJth8mEeKtwD
eODWDVu0gzIdDZIg1gzlDKI6ITAcGvWs2kt3zLJWfQEzqAUI0HpHuzD3RIzufEcZAMsOGg/aTXeh
RdgzW1fsD5VS+eqc54c+rURYVk22E3ZsAPv/XStdV1qfsmm95VFtFLMz0qKZA1HBUBJFundWqm46
G2bcH2344v1RW8Wr1BiXYpXOKdVQUBDu4PiWttQvYwl1SrXmztfHV8EdF2NmlAKj7HPLvPDaxZK8
YzxiytiDodJOa+zW/jRV0fGxlbcWysbHMEPpg9IO5FbbT60luZ271TgHZgcaqAL28cFkVhyZ7j46
5rOR+3HR2+fF6oeD0qMwFnt6dsqcbvj8+JdcX+g/vwO3AxUtoC0SDXG93iVXhj4uqzlwosT2C89V
XlsmpcDoRUMwNcpz8+M/7dkQupMrwG5rbzF6MTyD+UzBOrDTDKRSTCNu1OqGlly1R8tw685ytIzg
jxK8Cwhjc477ddUgyjdYmjWvH40i976VdZGfMsi9xp0k6L4tGo3MulAZ3zZRIaUUWbK4c5CZLblW
D+ODDwoDFTBnmL49/mSbaWO5hyxMaglDfUolftsrmWkCa3HBpJDdr1HzWkxdPH4QjOPOQZI4g/G7
yF37k7pGXupbM1Bjq9Ks9hAr3tocjCSGLs3X85o4ZWcXbg8PYDICAwjoXV7rLXLDBBHSGMKZg8gq
8t/cArG6xPOe4774uXwQYOALwCTShN9818IslW7wsLJW5RgadqX7jeoNO0f07looAshXAFjvlo8w
d+LJBlC/BKvw/oXmuTh45pLtRANvSN7re4A3E4oDOZco56Q2x6/jTWkUrRWBN2djA2NllLQHE96z
wV+M3lMO0N4xb1f3s9ucTDXKy3PRGHF3juAU6181IfTyOKpJbn4iFm3FIUdmurv0NiV4X2hTv1db
uuPoUPvIKYO34bxtmDmtq550Dcw+5eL+LlZ4181k/gFsc09Z487+E7RA08ZwIyHgtl9hzOAETDda
CF1qxW/KPj+U0bJn5fb6k4pSlLwhpmFWaoucnLV2sfu8E8Esz0m3AvFTy1cjhsPWGowd/L0MTzYf
m/APeCYBrYS6bgoLMWITjWCEKCiVojw4o6tXfu8a68myRPaaI3AW5P2U/nh8Xbzl1ddmyavIR6CO
oHXBdPH1FT9lXj6MdPGDdqijfyOGi/uzaWZT5tdeq3k/eHzm7xDmFM5rnc5j7ENPnGuB12upd0rt
2PyPAgzdPIyFqKR2RWFEH7LOcTMUqcx+OGn9ase+JpWE/3FHfX1Hg6n4PqxtPoRmncXwRVsVWhet
Wrqveoniut90ilGf00i3v69ZpPT+Ms+J/rFsmrWnvb8yJSBliJoXfRQ2qo1RM9vhuDQi1k7Gkpf/
qNCnReeoNJqG02Glots5mbfu54IIo1Tx1lAloLretExfJ5uRSIOpnbV6SYAjHkiGn4NXy6uMRIBJ
IeRuSHrtbS8/MfNscXThBFqp5h9qZofCWm32piNuA1qCZoaudLp+QIpMudZfajxD22mFMzhOUCtN
+cksFyWYlVh8SBBtP3bdlPyImOI5mszL7FTt7lhmpp0yJNm2zKs2lZEakovanWw3MLXpxV7M1BeN
8TcCYxcIuz4skd34UfRkRRKaVSZcJJBcqvJQ299qQ2iVqy+V3VnBXHT6cZ0XEaStpu48dtubECty
4FGOz1G/Y2D/eldjrq6YPqcVaB3lECVO3b+HsfRoSFvJU1nw24JQC7FNrMl/2Ju8RzRdnU3UXwI1
R1IDgsLpD5G565+PL4rtXciCKPZQYieEgXlmGy/FI6KvcgYhyPrOsg/junZfo3rOZ7/tF+8v12rU
PTrvO3sopX8gEaFWQlFrczXNBdOewi5sAgbICse0y4KZa+YEwGUPOnXPFONqDI9S2AUNtqmPTHbV
aY7A1OQYo5+t+nTIVCa9kmzdQ5Te20jpelAiygH9bUyNTjDonXWwg2RZioMb5/qfcdMjpGAv0ad5
rZ3D0x+OHjg3iJSEpSojf88v53utCqvRJBYiN+f4ELcQydtaLs7QufZHg2zxf7BH4EVTmrCaIuTG
ns4sQxEBHQvaLHXeYaUKRLk2Z9sZxanUlOrr4/Xd+XSk49CySGIRCV69Xp+Z2YTs0h55a/V73RZQ
U2uV+NG5SNE9NnWTl3IIJMuHZMIFFYwa+rUtDUrOaWiLKHCWqfsDRaWoruD8Hcvhj9FtCvfzYLqd
BeVVVOsvidZDBtUwPztfLC0WrzVPxgTPXJGoR73KzE7WTbt650du3ybqYGSo+BCNMY8q8OY+Nykc
Na2pOEFqrcXRHMVwLOf+n8c7cc8I7SkGHwiQSKM2DyCcerTIINwMzAzdACYkFV/Yw16tRf6VX2MT
uRRZa6HhIgumWysibooMvlcvKMTcX+aiRy8xGdXTYo3TJ1FH8cVcHfXkjHr8xZm0/vTsInkTqU29
KSNJfPv1186zppmKMYvP2UwOmseGFthN/vdjI3d8Cu+ULy/ND+6f7fvbrIVb194Sn1OUqIl1GEJi
zpRuZ3rsxtX7S4s61TxP8+BpnyNzVaOMdNgaxJEhcHin49pVqEfMmTe8W1p9/McZjfk5gTL5xCCo
IDHU4DAZBdneWUiNR9loxsm5X2b7bGSldR67snmKtvC/VtgJRtg4q5Qlr/e7jczaSNciOSdD2h7U
vkgohSf101+VtTA+Q8TBsCbl4WsrNPCFI+o6ORtubfj2klWHmbrhzi14e0BAFBPOS7Io+My24OIS
gHsDFUxyLimI84/WPSzGUO10YW6sUCthMsdm1JDvckPfNC1eFJt1hxXNS089+N9DhvbPs2vhL4Mn
RdwZjJhsY13vmGtESZNlSnJWCjuC+c1T/mwHUf/1+CBs9EP5/G9maJVRaSfrUjcPx6oY9jL2CBmo
U2n/u3qLtX7TnaSxfAKO+FMbeUUXKpOyqu+yxnT/UUXe2zORCLLTfjGkc3ocFpCUf081YohB7Gn5
lyYzGXObSmd6H8fLOoRGUs2Zv1qrlZwnMNjpQTRZ3PuqUcFkp6rx+FvvjkxBP17czSPF2mBDkzO7
jHffEC/LyqQdkTKxthaCQNOsX/MqW0OlzvfGJe+ZouUuBYnRqgZmd/211DxD0o1xmLNV2OgjlEga
pbRR/MxL9+YQtimrZFtDrkA+vZL3Z/vUVJljz3PvMUvfli+DVKuxJutvruPPorI/jYhBPL2Lb7VX
SbqPPNQ2IVLgVGxcs8/OVma3/oo2NqSHEQJAtG2Dx6bunCwCTgn8IfYkCt3sYubBMZrlbXZucr04
e2o3H63ceE6P4c3lZdRJHwEBSEmcdP2tOtMkI9aH7KwwRnuAF746Olof7Tjf3bWQ71DGYKaN2tu1
FWMZxKRklKdSsr/TPGvzIbPhUX28Y9tsDmeQrQkiMTJWymKb2MiCUrBNUy07Tw7XUGtW5mtXlBqj
PabSD75u9dM/QrOKiwn9/Y/Htu+tELtUnqjVQLC4uTrqco5zp8M22U979GZdHBVYoJ9Cnv38WmRA
JCRkdhiTO/BLJF23c92qioPSCsTVx//j7Lx64zbaNvyLCLCXU3JXXBXLclMcnxC2Y3PYhsNefv13
0d+JlytooRcIAiRGMjvDKU+5Sy3gBq4rrlP/w1w2ZUrQNjQZ9ulcWVrpOlZ6HheVo0fe6sFZWPXg
ra8gUSxtJIggFIsJsnZ3etEO/WiIsojNVROnoBrIwLvyy+tT2Zb9LH6D0kMznb/A7dNA2A0yZba1
jGtTxn0zoAG7Uo3pLadaQlBB2Y2nWuO/1we8vPuoyiDtjF8cvRO6VedfyKvGBEIIxSNH9OP7dVis
g9Ly5j+3KK9cRRdTIwiiYAKIjlYjiK1tR/61FybUhSa9NYvYmLVOv7enwchDmSI6f7JN+sUPsxzh
mbw+vZcGpYFAfERLBunq3fTSQYeRJ7iU/CadD4s+TbGPHST0ZqiQYc9X+Pn6gBfrySxBI24ezegZ
kLKez9KqSy9JINzG5Wyq4JgID+RRLTw/7m1pXXONfWl6xL/sR94uLpDd9Ahk08zTF0ZD6CxExL//
orrE/8EVbb1LNPeNDhkcaKb3p1PM5Utsu+8V9C7slRSRtbhq5+adlhjGBw0Y+nfVkpQbaXXNUvil
CUKLIAunabApfZ0vZ08FuVjBA8VyWfIG7qo2Woe+T/NTNXnJh7mZytu3fkBKQ+QWRKIcCNCE5yOm
SVlqBrpKcSJXusKI+d4Vfpa915alvnl9qMvJMVQAURWBFUrl+8Z4l0LjKmdLxh4fCgqGrp4dL6Nt
UYxpIk/GotRby7DQIjZmIt0uSl+wPvazo/KU2VUP6HNYUmonwRfgct2VrOTyDFCWBw3kb88n89r+
/K+TXvitOWf0keLZIKEONZVkTyOP3efVTtffr6/hxTvGhMDowD/i0rw0+YEU1JRLVtUxjR07agsu
70PbBNo1HYE/otVnN/M20AbTBqfNbtyvnK2J0WT3qTgNyvzT5GZdFyWrn80nwmHE4JYpKMLaz5ru
TvpZlz5y1aVflJf5C+CXpnk/uIU1/BjdnPpsUqYObuM6VKawLh0nea9yCU+rFO38DCrHqSNInOl6
ByVvte4WkN0uGv9j6xyHxjC+1f4wCBlSAJgDFXr2VL+1kr5tFJI+fHOJ6TZzwPNvGMh1XcrOr2Jt
pms2FonxTuXZ+uX1r3cRAe1G2U7IXzsFqJNpysKq+HpBjuSs40d1NeCwUlXF0c/7knUV6rNsVBm/
PvJ2cew/Jxc1qCFYclsZ4XxkBZSiS8sN/YzL7QmO+HxMzKGJjFm5H9EVWU6NkWaffTjD79LRYBv/
D+NDmCMAxEnyQvhI2emkoU0rNy/JCq2tKv8mtGKOKqWVj6ozReTgGveu18bgOePZf2saTIECXg0P
B6R1StO7h2MAQeKusuCIJoV/61rj+n4oCDNen+SOkro9FwBwNho+4KIN2b77vl1Q0oDDDgjH6kD1
t/pa9k6YZUtn3dJoVUvoFqY2/hSDpaWhXntrdUtW2hh3yuxcPayNyYdhqrlCodpUaDnOFuZcRUpC
hA07z5vRlS8bPYum0ob53AVycW/R25P5/WAVrXtlu26b/nzTbK8s7zq3G3n9vofKCmGpAMqGSvBY
h0tZelGpDZ+RpVmPr6/c5dOwFbu3+4wLx0Ty63x7tsXU2oi61zFaxY4RBtmiPdTSlnGjEhVag1G+
zaXnz6eijACSk7NADXQfniEw4K8zMgnxUqflcc2zz0GrBVFgimt4i8srmxCXF5baM3Roy9slijOU
qYHkrY5TSPnHcbL1G12N17DKl1cLRSRiIwBgPrtv304yV+Wvg7BU3AfJv7z0Y2SPxpF7VI8QtjIj
s9aelsa+Ej288N22rY4UBCQ6Ksm771Z0qVITmrDxai9ZbOfIjbXNWEf2WqXHcbXU8+v75IW1PBtv
d43hkiwAD08qLrxOv12tES9r8tro9VFe2PfIgRMTQUcgiN7vxsEnAMqnZZOBaILs0LWlt2DtqFsH
9Bq8KzfzC0tIB5dLCdnFTZ10+zF/vQm1kHVvVbWK69oCtTZPv2crfc6k/LX2yY/XJ/bC8nH507zi
KoTut4+fUQXVkkISZUmlt1GKH+ihsoNrscPlKBDlqI1sMDif3b3L8zGusX38J4a4DLxu08nttTBx
x/qtcCHWa3MsATAKbIpoZZdtj3lV+J5inNHsjLBxV+PkpqV1eH3NLjcDFZE/wN5NtO1CgbATiYt5
09rHmbmYaZTMPJvH0TFzO3bXyr9GBrjcDjR+t+oVe4921R5R0g9tPnT2PMSegKMU+q3fyRMxQ5k9
Yn5b1E+qM9q3MW63y3Br7tMCY57ILO77GJrulW5n6JicG648+G2mReVqGdS+h2tv5OVybtiuTfuT
TjQFyF2GQ/9M6Y2h6XHSj1Mkkiw7qMrvbnsIWVdkty72IcEcFW8yOBs9oAu2ecFmlzNV8Thtm/nQ
p01zs2Emrzz6fyBLZ68k/3vSGRASfwQk95ourZEMBS4JeLdPsv3HcLngY0OmWReJYkrt4yDt9uuS
2GafRUneTstDbdTdcrIK8KvplV9zOWcaI8Q3JD00Li7sKe2qmTRrSO04GBD9T3pPjycfu4bXz8Qf
8tf5nAGdsTnZozbX/l57w1tE7erAt+Kxcor12PVe2j7m9prJAz0qzQ8zV5R9OEz5rN2DBw1swnll
FA8dRbeVjG82BuOLnrXS1eN18ZoRbki/aP/0gw5d3qdoa3+SLiCFI+IyU3AvVA1BpmzA16um7maS
gTrt10PhmY35LchW77kFLVpmYTuUyovEalTLPQV0BJArXEyeKz+HIDy6k1Khkm7nHZVSjXFqdJCM
94OeG8VxHJU7PFaBAlnf1GOeImZsF+NhbYSp/qurrn+2ys7uwjF1RBs3eWeMod9oMMaVMsAERAGN
wDsstfrukFK+kzCTbOWffG9Jyg9rKnqXMD9Z3GNitEn/ZUCZxzuQSWXTuw7kQXADoQaHiNXx+vYo
ZZkHh9mbtJVSzrxMp9E20dhJSmF+sYJ11Tk1m1x/gzvkb1UD6f5a6UjBfk+spNQfSr/Ny2ObDDL5
7/Xvf7nLNm4b0TyBBriwPfp6Vsbc5bQB4y7o1MHtjTTCpEadXh9leyf2mwzpInYyFFtaS7ugvR2a
RHBTuPEyCfULIXL5kLeuQvZHlQ+rsIxjIZv8+PqgF/cTyB/iqE0o3CaQ32uW5IFYNFXb9DBRJDxN
bm3EFQTVaFzkNdXDF1eR8JrQCUbbRbVY2PYIQ4BDhA7P+CCBtqF/qOv/w4S2thywFfA5SIqcxxeL
KkWTFYkbB2O6CWy45bECqX8ju2X8+PravTShjToEG3CT/dyXv+ei7wwlfTf2cCB8bNCSvEucQL31
WvcJX6in0sKiuGrtkbWN3paDVk9aPJalCbVCSw5A/Yy3LhvIPSjWcGw2dOdFXUz4KyyOyfDi3q+9
f2hpJoescYKb2W6uGVVfbDmGYhsgZURkRn9iCwn+igD1seOhDGqfd2pKfphJteQo5BkZHgtIOFx5
IC4Hg1PG1GjUU/IDm3w+mK/WCj9vLYgldJF4dDX/J9qsdSR6vCKvjHWxH0BGUMbbqu0U/Mh5z8dq
3VRzu8wNYna/ApHcUUmqm+AaCvrlYYAu8RrBJt/rTSnl54BPrSCuqgm+rZvXSJYn/ps3BJPh+gXT
uZEM9zzlTAu4j40kiCe710EEbDpd+dgPB1U07TUv7xemxL1KnZTtDdxhf5JgJmU6hW2mJBoVgjIe
kKMurj3jL44C0IGGAeqvF41gYRUoAtVpEo+1nRSHtJbpT2qz6zVXhMs9x6fZ0ikqP+y4fXhZzm6D
cm7uxkme2WFuwlGRdt+fZr2wr2CkXxiKaB34FfUX9t1e/xRvgAnxQzuIuzafjsTZS2RkiYtDx9C+
eXe7LBr+OUCAIKjvh4KmixRU2gWx6vog1Ec7iFLjKjjvonBHOAfrGRD7ph8DZu78DDWeP6DwIJPY
7/w0+Zp3ta+/V7aV6kBf6SmF2Tqq6gBsv/hPaFsXbfVM7Vrj5XJZgRfDTuZC3JCde3k6Z6k1y8jn
AHt3rluVDXaE83UQDflVpv7lpiQdpli30RtJ6/bqE9KReaGRncdG1en9UUyFXuENXVvXnt8X5oQ0
GQORe8MQ3WdaSeukrafXSewMVReVPtWmSlX0A91lPrz+ML4wFHc7eQLNVGrMexxzx8VuD7auxZi2
oRvWmP9OOoDOCkzW20faSo+k91tzE3bL+XYpyqLF6atJT92AzYgRKO+IyLB3M+Xam5NGriX4wpxo
xvOx5DgfakzGRg6GmZ4Ku/u38MH5zt2iHbf/6kqJ5IUtsdW0SBgZDvbI7s0SmgT2nS3pKbXbLmqd
dYjsYEqPr3+ki8ybX0bwAo6QoBNw5O4ZzueMdGwy0pOq6xsNIF4YCPe/uh9JWuTb1E/IuGkWAanf
lg8uKhvjfPEcS/ZQOQZxEsngh+BuqcIPc3Cl7P1nD5+F0MTO3E30M2gqkq7tvpFmis7R6laLbc2y
qykcgzkr3i86osxPq4kFcDjk7ehSkF/zJqzxPvqYt8Egw6JDPHcD0MgyroWL+7He4032fSilZwCf
FX5yJXi8OCM8EEQkhN0bGg5tm/MVMaYU5ag0rU4Iiv2jZE4GJat/JXZhV6p7F7uJhedOpf4Ac5Ta
zu47J/UI/6tQ8jQHhTh4deceg96qrxzEi920jQKjnnYSO5eW5/l02sVYZe3A/bAms50jpB3qPlxH
xPdDBIPG8m7lR15TEb1cQ0IgXloA8bxNCMKdDzq4qqQ9kflkTOgERW4wUbNEDnxebzK7T6+JqlzQ
UGmYcavpm7w5wmaUgc/HC2YjENJdPfhA1fouq+b0rk2M6re+IDB6hGiXDej2jgGWz7UU3ikIsnqK
LE0T3Y3VQO65kjFePJY8TqRs3HyEgQh37ALOKsmwVgBoEi9Z8r1f1tiU2p2Tpv+mc/GQte4/VuM9
VNa1LvNlCYhxuTMI4mHibK3t83XwO0sGdZoGrIMyjNBIpRX6WeJHQ6cbp2oQwb0RdNl9WZvzB2PQ
zK+JXTmfX7+/LtLl7UfQ3gKLBtAKOOb5jxD1aNt4TQVECirTb6iL+O0RoyLLOVUlusmhL+ruqRAV
XKjXR748UZSaKAShy771b/aKFRjsNLCQliAujEZVoaO8hZ7v6oz/yzhcliTMiFWgy7KfoVsjH9kH
cNtb70darMMH3eqqKyHkS7MhJqBkSFxHX3R3Z9IfzYyOvRXXyvMeaMRjzF5my+Hta0aRgaNDlMqt
txuFQLX0zZTcaCVms46TLIzpUBvzdK3zenknkOnBlqY6SSKB3+P5os1OSnNhJsgna84iMHLqPvCG
5pCXzTUt8pdWbnO2QXmNgg1R1flQdlBoQ1YWCd2ZNvvqwrmMnaI2b96+cpB9Nh9ChEApu56PIrs2
wS9OJLE1Fssxs3L9NGi5e+WVuLy/Wba/RtktmwLv05EQJfHkZfK9XJ36TgnbvOkzzXxHn907vj6r
l07vpvtM3LFR2/cu7Bg+BTPVICJswx1u3dX/XjTjHIFWgUu/3OU1OJnXR3zha22KLxt34U8ZZXdp
wQFAh8KokjgVSxf7epsfxBysH14f5YXtB9uEgVy6C9TxdnuibBLkYHKVxFrSpTH3X3CaKqEf2R3X
zM9fHIqGEMWaTUl7L7w19RNhgzUksVc4XxY5U1n28paYR5ZX3pkXl84B17whFyH57LagrRV0NtAG
jzFqbcPB1Kyjbg/O2zc6Eg9beAiRhvt195qXresuaS61OCiHxo0SN00ebGtjCL35E22qlgSJ3Kyb
S+v5geKJn2QgRXoCglG91/Jqus81FUTL0Mlvrw/1wqmiSQL5i2AeQMGeJmKVamVBe3EapKnf98ni
30pN6z76pdt/c7y2vVYr3I7pWQCM2TIx8J/5bQX03SZveSeRJC3ECV/kWYVTY/niYLbChizvau1P
otnEv6knR8gvVtF7bYgQQtf+N3hDK490tvUmD1XSVe/hgljT04DoB0pgMAecULb1JCPpeX0arr4a
bdBOQ/I9wXurP/LYztTXkM5Thy430zzUi9X1f7iNl2wsaEMXj8lkcsEYqhv6OO1L7WeANIHPw9bK
+sboehEc86LTYfSnkGvgvY62HhbTpBWR1c/8gsmauiFKpzT/KhEPx5k40LMy9rUSGPfrX+6FLQ/W
GAwNRMuNiLT9+V9FyhZoro3WEEjgSdQfkUDNb6Dp/A+v4haaAxIiSyRo3m3FYfRqkHoLuuy1cI5U
V6qoWSl1/A9z+WuU3d0Ofcq1SF3FKTHy7/YwzAdFHePw+iAv3EYUMpAzAh5BhcHejsJfC4bcZCso
7rPVi3HaSOmKdmplHEW9vlU9hGLkBsOldctlTp1oNxSWRotdlSWGcniQnHKHHGNUuRFvjbsrS3c5
K3rgRHrb36ie7RNKCcqlzFwzO+UizY4e8i/HZA7mG2sF1/zWBaRtC/Jwa1v80bg4X8AS8rfrl+i2
IhZrRXPjOccg9ZwPvW1nV27Ay83NUDRxNxwL+P0Ltn5SdlbjgLIVdA9DXugmNIbgGqL+pbXbOLbw
9ima0P0+n1DT56O0MjiniczoGObBEJlL9g9CSdd485cjbbUMpGI3SS1a7btHF2ZqgZSgXp8abzLy
CDQICp5CGtN40KtAv5ZR74fj+2zvO3QbuvoEgLvzRJO7kG4ZJHHlLyiP+GZpFqcsLVNsMvVBrFfK
QftQaRsO/h8pLm0TmGC7O91RZqN7LdU0FCFAN1WZujdGqzx0dTbErQ/dtNNL/Uocs3+5/gzKYf6z
roDVdmdMo1aHUiq6Wt1iiE+aN3bHxWntWwWB4R1R7jX9mG0Sfz9cjPeHSLIViWymursJE8QVVojg
Gs3BDA0p1f2SpvFcdu3T5JcoWhjqpsqnW7sqriRZL3xMcp+tSLkB/y7kPpIGqEJar+lJmFYZ4NqQ
Vh8XANvdcVpdde0qfmFZN9wT0TzWOwSjuxinGeykNXorPRkpnnqTL4nosw5zqLSYb6YxWOYrF9j+
qG/rCvCJfQMu5FI13PWE0FrJgGnjz2Hgtxh9ltU1O92XR/kjRUkpkUzi/Kj7fiMrRNDTk71gD4iT
WXvA2/GtbA/m8gfWynRgDFCEOR/FsMjrHCmyk4vnM/w9W7b32JClD8J1KjfE1cR5++qhukU8Cg15
w37sPpe+YJPa2B0j9n31Hi/TAS1M45qI2gtbcGt5UP2H0U2Jfrd6ZRbM/oJG/Ukri/qoi9R5XDTT
jM2huFb0feEuoUFJKsldSXdjT1DUWiC3RaHznjWq+SgEYA3FBXm0RJuU4YIpcjw4jXOFMXB5uPly
KC3QFt0C4f3hdpY1MGt9zU+Lr9djnPWjOd7bqWNkNxPK4d3d5A7lzz7J8BErjHbwDnMPs/aNrx5G
2uCvtpoNSB6qobvtM2Waa/SiKk69k9WfJuEvn4ahVx9ff8b/v/96fpVRrAmAinAO9K3ufb5NB3O2
7MYi0SxmKdvH1SnH5CbQMjV+Vljg/tIoKWj3fVPnt3PSmsGpcZRcb/MVOieZSJ9aR60HjP8wdbbX
fKiGxSzbkOcczn3muq17FJjIB/E2jDoueTaVBCVj8HOskdGNTKmmJoQ44Tex2bWtHenjitJ9XaSN
/KonvWkfUsR63E+JM3EnAIFvvEO/Avq8TS1zbB+MVSD/mwyrEB9RPnKLH6nEVT1MB9vQqnCsNLO7
N63VE+ggJcAF0CTwlzjvfK3/BNvBsA5OoytkQ5Km178lZrosx9aclu4oqswrQeqgqhMVcCI+jIGR
wb40tQFhSjA/JC15UtueoBg/DyYsSZUaSyjKdspOsvYa/1eeKms8zMJojQdkAlYn6pQ7ysNUWaLb
TMQXPS7KutI/CB/Hi4MMZn26F1IPyrhg/3mHUdZIfQSaU1mfCzeog9AVuW1HVMlTEU49ljdD2OUY
AjxuUkT6gwO0HaGKwMS5DIUX+QOx82p4X4zKN8Np1msn6mWrfs0eRfA7Y9WW6kPr++h70GDB2UNT
2G4cgnyGlVa5sAEOczGv3rH384z9aCedfNdolTfcaJqrmSdizKn6tKTU1G+TNnHL23YtnOkwbcIh
n2aY4+YDIK0SG6iuKIx/EUDzJrjNAF+WR0ZBoUsH3t3+1OjHuN8Rdk64lsdUyiPyKpkMscety+OC
erYQYTATW6Ugi41hevQd2h9HhcoFFoxlkGJV03IRCbryjps/Gf1i6Yj1uT1CH92yQGQtwU72h6kz
Ou9dvgAehsSSKvNAKlpMT6VTp8EvSJVp8KFplKE+BNY4lqHujVbhhmulddWpcDXb+9kJt2+Os2/1
7X+t5tTWEiaVmHMjUpah1Z96rw/4AL7qp/mu7geruyvzfjEeWqgOdVxqQZYeEzXkibgteNXNZziY
pvnfNFu59+ji625hgGWYw5fZpHZ302o5yiWinI3p6wJ4rL8t6etlnDV9mPPjJoWhbtE3n0W0IqOS
m2GfCg5TOIq8ptFgtvX8mxLDZB4a3pDuU60lvnVDHVWKD9pWNbypOkBwR0HnNY/SYLIIgafFyG/q
uR+fW2W09bEPBuFG7JmxDXEzzTH9WxVfZezqrrgpmsGS30Dh4iKs7NnTbk2t7D+srkQcPLTL1U+m
0PS7MXi/1p30P8oBYbQnvZlM+JeBnPRsDdvVdykMQTsgoMlG6TzqI62xU+2KyXyunHJaDib68EGI
cN/2f+qRijgYWS76uxkThuxG2b2jh723dH48WpkXHCmeJPKT4ik2w66zsm+qHnoLq7Ch660bhBjF
D7IqrBJXoyuS02qsgzqOKp2nr5rTi/zo66XtgPxpB7uPKjFO1dEYzM6DWz4V6kaAO8nf22ajWSKk
FZM2BwRe3Ty0Sr+ffkzYHs23ZoW8WmR7siVHkqPZGocsy2rjOCVQ7BB8wcf+eRwCo/zuL3o2R+Mq
AsTq6OR6v4yqxaEonCt/ymKZ9UY0Wt2tY05gNvxm8Y+W0zVPVg7KI5K926SH2nXH4JAXIu0idDm7
5kOOrfU9NZKpOJoosYz4RLp59pAs7ZqFq+YVOaCZYOg/+Csc2HCq5KjB+knSb1uRS2Sh207tGlES
S7rfuZYnnwejzea7VQ5JOQDj8EdZHrysEnZE4Wf02zClm9ij+7LMxD/hMGZ9VYTcZbn+zshKe7k1
7BKPEXcxM/1Lm6iZDZBU5bgeXFloKNUGEIBHGRp2obtPrKy53tYBHOFPqAY404+5Gdz+IEcf2GnY
d6IZQjTJpBu3QeVakRz6ScLFcVfLK2E/IBR6sOqsyx/yNZkV3GzVbte3KV0IPUAXi6esbDMReo0s
f6CPNaYFvOC2bw+Z16OUuzqK39aNlUJir5sb17hvEk0Mt6tduqyi6lqp52zbpPdDD209/05fzdq4
C4qq/hwAfBnvhLF0MsyCVdxVzaxrp5xVdW7UPDRuOOUMcyikZXztArsYohkbGxp1thiyw4rSvfuu
4NHVHrOUHTGHjQ4n7p1vt4551zT9mMbSy33vR14k+fqIxfDY8WI1Ztud5nzxFYLUI7CZD4kbJO17
+Cjmx6AuSKzlavf/+KNt/EyQrMWql5cpiTC4mR66dKi+EkOIJzUOdhW2iv7ESct09yuUq/G5kXKe
IyqYq/2Ao4vn3NFZGbMwm+fxd96szq9kmsf8ZOdDU5wkjtZcS0p0OslT4CCs8lh49rw8t8YIgwPg
Uerf+NWacoossboey+Qmw8fSWazs3u+NDHvmhve4wilEze470Fhj8V8JY9u2kNO02urZAFteAXRu
F6/Gyky65hhy4tYqVgDfqo9CF34fFn2y2vGAxpa5PjXbPzyXdV6gTqGVyh4E+xYkx00g22GMdIRF
fko3cTALG4EYh3mX99o7rbH6J6OjgnmneVmTbuGQU4R5k5oDkYWU+sFaB+eHNvcZgj95ljs/bezU
igiLC6E+aomjytBxwZK9GxKRdebBwWzjtzHlxmfOk5Y8y7GtsuNimFn+uyA4nSMJFPatvSgiTpJa
aiBk70DO9oF9M2a6WdW2OM2VXX4by7Tt0F6dff2wrLp2JfC8zCJohNIF4O2HzYO763nYaUJytNYl
EScf0r/Gh7LSzzVR2hIpwA7XsI4vjUb6ALbSp9EBSOV8tAbBYycz7OykN91wj4TMGiH9ZT5mifSu
FMYuk0syFS5ZtK83Qbp9KbZD4KqvTS87zXL+jxC3OdR0QeMrYTu/dxe0A+3ezC82ojHVnfP56E6f
a23KfFCtlE+ap/HcunL9/vool+k/uDmqDVvBYVO92WV6RASNDVgAertysie9TL1nzdlcvFNh4NJn
puuVzOulAcEIgOPEmo+0ZFcZs1u3mK1pKaiMOfmDWabGXUOoe4fBXH8jvaW5fX2CL3wrqgCoVW8i
ZSi57LZFukC7SbW+PJHStDfmNIhbMzOmK8v44ihgfDbNB/BlezRRrs+GVeEifFL+SE6UVwRN+tQW
X1+fzAt7PKDRT9OQghTulNuf/1XSJgHQiWcXeTIJag/K0dyIJhl4wNJyD68P9cKMzobarZthZcZC
bVOeKu6+d7Mo5Tfdn641NS6zf4oLaE6DauTcUgI+nxCGwrmal7E6ZfCIbitnoNdjrM7HxZfNc+b2
+iGfC/vDW6dGW3nTIuBgbTyv3Z5Xg96OXi7lqTXmXBw6c0i2jE2/RsO7+FobLBW4skuZBsWAPXJU
rorUzlD1afZ47lPNL3/w8ljIZFbrp9endHGqWEJqd/AK0VXZ0NHn61goJKepO/WnISEStDW9iLJg
ekaiH6lg680cDXQL4QhDpXWpn+CUu6tCuSpr5ykwGQ739UjMa7dJqiA/74CHfX1mF4vInc5FQXmN
WiH6kbvahb50OW4KDhCDYvGOZODu52Aqs7t6Kftfbx6KFAiUnkXZHlXT3b4IYBx5w8pQfcAbVQx+
Fg5lkcV1rq7JVr8wq61mCMQchRra8rtZaXM9DqLpjZNhJ/gjGISs2UZ6Gp3smkyWz6c/e0csugv4
5gBN2hQ/9+xnw5i9VNIQOA2LbbS34IjN71LvPBWaaZo/W8JMPoiUiR7Ltc6q4+trenGNbKPTJAAT
ABwFYYfzjVkZaZ9ZgtFTKjw3lJk8wi73GuzspVGAK1OyZAw8dLY1+OteJM9WDmUR86SXNAMQ7BwO
OqogV+6N/SGjHsoTgg43qFEekj2ImHtDbRxX/zRKw7+trWa9Le3h1wAt/8Ye5LWl2+8RSClbm4XN
yGDIt+0m1aOg5s2ySk7AYOqbevWXg261bSwCcU0lbr9+DAVE9U9r2aIaulcYz+YBvNBC6ZX414lK
EKm3Q9uKK+XOy/XbJAwIPDfFYDKFbcJ/faUAEeRAm13/NAv3314YD13l1iHlkQ+Tu6ZXBruYEvbn
283LRcWtyD+cD5ZJ9JYTc7VOIAvUdOiXljyrzsr8++sb/P+rp38fsE19FL4ncfUGm0fE53wksy9J
JgI/vS1NydV+Q/426fmt7lTZVk5aGn/8x7HVsH7umnW2v87KlEYW8m8y65FubuEcXAfC4GNW0v5/
B1tQzJGTzKm8xVJkNZ4qkZfFaaDUQy0qwEHsWOc4HIcTyDb5cywBLkQAnPXuPXROMd/WgsbU0fDy
JotGsxHJgSKR0D73pvJxklRLXRyXxNLGY00IkLthUOrT74GQ2T7UpVmRKheN75zGCYvXqE4tY0Je
YOjyd+tcyuyhVg0CSbUTcPf7xWqJSC0gfiADFip99FIEAI/OkExtmJW6tdw7JdQGdJQzOpHvvc7z
q/eiqyz3ycQJEt+4tE2qyJiWFLyzT/Z+LyrZaB8XJ8jsO/aMV9/beZ5W4WpZy3cycKUfxejJ+dFA
qd6/pc8JuCQ0WjiqJweCffu7WGdKEZQ1bRTwpZe0UVIURXUj4ALnh5XUyjimcrNpEaXv/QZQx6wn
ZFyHWz2vmuFmrZYyiDCOSX6IskT0zxIYnoSLrzllOC0uZknZYE5+3CWm8Z0tLyvskTPZnvTVwcoe
Ah2e2k1X9vrHqV7cz9o0LuVTXyaOdsySov4Oa0r/nfVm+nHJ9RbBNaRIqS5rm5efU8xTh+pGn33J
qIcGB891m4+5t85Pba0NENWcWXvol96ZbiQukQKNE56v0ByXRkVeJWHOlg5m31FljmXwUJSe81Ov
qFIfiUxL4x8qLfbykKog+YF4Yp4cjNrO+igoArEKRFK81Y+K0ek+S1dB2Ebcv20jva2C5mAY00Rt
FspZNsb4XQToRutCV5+FHizyHhHNCf/mdKnGeGpg8N2LxLa+Ta29lj/cVPjVidKa0k6OvVjlxzHg
YsM2Qze1sGu84Kl119Fao9HQhPEF8qf5uaoWO78pEcqRaVhzLSbffNX4+S8qqtWXPBP5EOt1MTnv
l5RW0UG3FV1pueZ8kmVFrfujbPMujSrNwaBnzGZjJRfVa7QeNKXRXjLL3n8nhSyGxzrX9G/VCnLk
ZIraz8cIrT9veArm1lM/p0DmzzbOP+n7cZbNp8lfDOOThHXe0sgsFkpN+by6t37bKAjMujeVz05Q
LM5h6QIDIz7qsL9nWm5juJgDNnK4hFt6GPwfZee1G7nRbeEnKoA53JIdRMVRGGnmvyEmmTmnYj39
+ehzY3UP1JCBAQwbNpvFCrvWXkETmrxtrKHqbgt3zl6wd9EyGtvM/MDM19h5kUvlj/9kRgxvVK6l
lgb9HNevi5W1430yzrpzcLRJ045eVzj2ddPBN72FWlhbj3kT93em1dpYLzroke+aOB2ynT6gPgMQ
6sDfTLoI6kuL7rF4AeBnNZagy3rA9EpdTgJKzjs78doHnNFpbtg4B/Rhasa6H+h4AFf7UhQouQks
wxYKOLqJloQo1r0Rg8buXQ3VXphZdWUGo6nl3Q4MHZQ+dTPvlyZsVdwAzKX2YeVwTcOx8o1HXJhK
e6fSaiwxQjBGvNc9bwRQWpKhD81l44kBu3gP0irpYDju6swEy60t3O/JbOYwMwb6Q9Ykhjmwxwqc
qE2c3tx5kH4JZXG9Io8Wo6u8TWKBTV7nOOOV68VZGWapINdjKjIbLxfXyNOwp+3x21hIYQh6BOO0
BEHc8tDOE/WccXale9PstYdE5wa4N/Wsu0e6zOjOxdhHJDR1v5wBLuHeMjPrC/rwpsBVXFVluEpN
/epUSiPSxj8mMkyM4Pbp6HvAR7qqArGSmbF387bdY02u3pIpKY0bczVi8+iCWf8pRF9hJDI3s81e
bMbOTqTSfZPwmLtw5VjSg7IpxjvKvOr71Bqk7qRGPgPDGt2jTjvsN37p6udYz+k3YwTfD3s/7cxw
cEeHkdOLstotBscDNzUXgDTT7F9FnyXf88Jb/HAckSKTWWPMSyAUOswdmIWX3ixxuf5h8zTbANbK
ogeNJXU6aOjWpl02a+2bPSnPJy5FKfQAdfrmuSKudpnEc2OfT14Ou28mfhuLpQpcIrW6R6ur/B+L
2TdGKO22uhnoGCpY/ml3nfnGpO9kifE76QqGGgLdj5ds7+e98RPrIlz8uQQxnqkvEj0oct9fA7sH
+ISQSCP9uIDwxxTErrnsjT7z/JDOiKKDbzhzuyuhiN/EJDb8qhY1c1fN8jlgVFGvrOTX/i4zrbKi
wtGnIhydBjZiQwn1YBcQqPdmidQszDLX++0arfHVtVZNBAlTmEaawYV3UtXQw9mZZzbgLhPwCf3Y
tndZvMxDMJKgTG4tm/f/4sl1TWBjrfjjj4vxPV6IndmXwzi9zXNPE3VuXf9rmazus1tPJeGzsypv
YzVBdvK6aepD5NS5vE6Hhs6OgKXxnZwrg79dMKjeqYFoqV2X6PIOwehY7ibo3Vei8RkZFGycv57b
8xtx06iz3ZTYHBiAhoPOedZIL2CGaI+d5bS/h4SzG/ZDblRhXHP47DtPrI98ueVtHGpbBHret88G
CTNd0LvgsEHfJ+ZdnkhX7v1uyOudBillChq4scTtoDV7a0iWm4N8QWO5ba20ZWmcdGwMc96We5hy
6X2/jJhuqrRPnzQrH9MjgjI7MjjcTUSobmcHwxI76cGppvq5bHsX3+m1BP2fDfJL8dca2WhkDkL5
1FdVtYcQEJe70qvt586lKxiM/WCWoVxW+ykbxIIVMObK3kEJq3FxTC3Nb0KxQnj1qc1Cb9Ca13J1
RqzlcK783ayN14eIjmcaGLFCdKBPdGFv+mGtfghsyGwWi+6zbmMv0/arO5iMsJDrD7PS9DhInaaJ
93BAC+1IKxI7BCkN+nJFlvZFQJ4Yx3LXWtWENYejilDv6vaaTsFaBP1SpriRzMA4ISZ0wxPm4CsN
aui4d1g2TwXgtN15ATk0WrEbVOdlYTu59nBUE2O2L5SV96FvEeIXSjGu/2CPbX/t8ZT7VtEC/lJb
/jzQ75r7Meh9RzVB3cwrp+1cdH/AdqY/GviAz549mK9tB0HgWtNqzTim89zemoOCnos+ilNT9Rat
ICd2Mvq4bV09U3i1X6uiHr7bsYGsx9TL+ZHEz64+cFt3n8tu0d88zNXdYF6AQQKEA5S5ebWKZxfK
wNNMQDIWx32BRYEutZTstNSUYg9ibd6qzHKHXWUrLMebWdUjPSnFIPV9RwMitp1Ybj3N7rqgPp4e
Mr32EwIjyuIp10YPx2lZGfqVasql2s2LkB3Lg7MvNGfH+G2sbIG7tlfLd8fv4xfsW/2GPZ2aKhiV
QRaqhdvaHOiD3hlHNfiLSENH2mt1lZvemB0nUbMa4Z5m01U728Xya8LNZL2jALfELjfTWX+JV4nZ
K2/bx1ddV0zqwCiV1VFWicMHJTsP+vJk9fF3KBrp+kDhkDdvli16sa89afXh5Pe5vG3hAw2PaDud
budosx5HnWGVVhMQ6MjmHUxNPnr7RjOyKkz7IU3eZJt3NMQ5T345sa/iV7TEC22XOhb1ftS0BT3D
XPQjIjCOkTtoS1a3S4ze9V7jzXTrYLbGWO8rb+yK6ylxUmO/YBugDk5cGN6tRZNu/GGP3iD2mlcY
/oEUtcH5hWBoYgh0sYJS1+1Uksvbj1GcQwf/btdEjt37SSJUpNZ1MSJCE9e3nvnTf7VcpbdJUCDl
aO8qxIHOPcwO64VrtiH2DFLupEEi43oKRU/sVoQJsj/cOEPHTQfH6nqK+kWvi5tF6KWHH+BSe7e9
TfJh6M657RyygjYtx3VDuQm7PclDLZ9aeUUR4S4AMG1b73SuVstPEHlhvmJJtEKAMOLcu3UpQL92
DTz8rVNZc1g2OreP3GpqLm2CJN1v5LSWycsktlyYUHB9acKqaYbm1UYlqoegrB1nXEIK6YzX5zgt
+1bOovmxVhOSOxJlWv/G4rZq3pPsJ8pjuxqppLNm1eIecx5S65iKlsGUTz0t8fcya2QZ1WyX870u
K0o/U3SLd0Mi8uKrnVdBcv26kOe17jqyxsrAiO3GvoETk/WHvPJtdYVcwsZzkjt4/bsyMuKGCb+e
VJDYc6yHUPmt6lBDys133sIV9rm02mHFd2N1nfuiaN1pp+RINh1sBLX+aTtJiyeQ9YrtlxxqK93D
8PK863qWebdvEq1/6gfRmEc6ii03Ga8YyIFvU6hW90BrOj9U1b1/EOaap0tAjIHfXjt14zcX4Icz
rGOTMDPgyIlg68Nrfg8KzHgg6dqkikilnfFicO9/pevX/vTElD8ToXkpLfgc7gDo1zYDRyAPH9XK
++e1cdebMW2OaBmEGTqt6z23dV1fADvOICmMtjTOIBiVAImcve+f4tRxo2hml1EGa4tzYiXhLzDH
NoVEhAXuJdOD85eiVbl5Q8KgdhFXngyi7KQPgaXMIjNWRNml/tT/z8Px7bOqXQBzjB1g4m26xk1O
+/61rBaMhoZyjpsT3rNJOjAbDQDRqi8uEd3P5wUqAWLpcDhiUkCsf/+oNo7HUScKJhJV0+0Ky59e
dL0bdrOTma+x712iGJ5/sX/Nl7d3AyWHPv3+eaOzWqNKpjxyeraDUi1LjRVgrd2OVS2+fwyF/fVZ
+MeBJMLhOutOpcB6fuzoedSvfUIXPG+qcJP/vKRzaj9/9lm0K4HpQZdRvILAvX8v25sqp2qtMsKP
0rwe6CrfU0CJm4WS78JS3vC79/je1hnFCxA1DGi9djLpC2NdCuZFGXVjlen7ucgM52fWxRDYFAjW
l77FIePBmOMiv53TpnzSxnaerz79vpuXPSITAHX2k5PvqDapZcKNMDKHNiXUMZ1e9RGhWJDbHJsf
P+t82ZFAjwU6JgnQ7CFWvR9bGDl4LqTAj62ak4McHHvnysw5fPyUM4Nr2vQUlcjhyUjd9JYnj4n5
CY5RGVXULPCSQM9oUuzWSpvzEF6d9zL6JMVH3MOyLmiWXq63HrZv6oGrZW5RlCVKu1Kr53zVl3TE
7LQguXY34nOU7WJOVHlNte51r7HIFw1XoqTwi52fuqV8qd3W7fZ2J9fmqpXaKDEKn7rlhegSe771
KcTivdU3n41e/f8XRn7CyOpQabb181/820TIivdTFWVTPe3rJI5DirmvgP9D9PHYnq9ErOvZX1gZ
yCBZJu+fZGaeNoHBV9GiN+md7qrvys14s359+/yDsOdiY6HDg/XtSTc/s7xG1yjbI2gxSxjHmrev
OevCFCnhhfmy/eb3y5Dt0jV4L5oHbKEnO6eUBchJXTaRX/v2HRIrPyzK4RWbZxlRZZp7yHv/fPx2
5wsBDca2TeNJwiF+RsHgkt0AXlYRRj/ubjKTiWpyNj/9scDPaEgDhNAjgynz/mMVmsD+JnfriBiO
jLCjZSyvU5bEujOx47iwmZ2P4ta8QtFqUU1Ro5zMwcRGX5XUIHTbpuXthNPgftLr03CVqCEBCuxt
vcT0yl8/G1G1pYZh5csf+O7MyZOGjNXzYoWcmsilxs2DqqcZE4ydZ8gL29fZ5N/4RqwxfNy2lXZm
w6BbjtJgPkZrvK6BFUPP82K/DgU79IVHnZ3mbJCoJLfYDbhAZ00me4XN4jraGq2yMf6RsnLCamoc
kgb1jiq5nR8/OSF5DtJPlDq4fXDtO5kqidljfSEmFU1Wtuw1vxY716qsC3PkbNpv2mn07ixr3Bf0
U0PkFIwk0zUuUDOOiL/auFi/4VQzuRc6+2dTERNaFBgQCTDjwXL3ZO+wZZ0ZS2NrUbyglclHv4um
Eo1rUNWFCnKaXkmwZIn689kx3OwrWHIc59Az7JN56BfgHIQp9NE6+v1hS78N27bMPv2lti2DEYTi
BMfkdAz5huZUwvmk/se+fZAAw4MoLpEjzr/UdpQwgMxyCDSnq7nOwGUKrx4iyxLTbp1GN4RQMOw+
HrHzD7UtIx4D5Y22zuldpiq7Aui7GyKtl26Y91iaLsVNkhQ3HgTysOytS7vU+bpiyLY6Ut9SDZkm
77dEJ7PojkmORZFP61PVd+PRT2R/aNzYjMaiWS5swefj6FLmwBLbpj03nJOzBZHbqCtNn6N88JPQ
Jds6gC47fXocKcO5DUJUYM+gAnj/VgyeieeCO0a4VyT/uJlJ+YZzS9KF00zw8xWtRP9RrxvrkkPy
9j9+d3Rue/22XXDIIDk6tdqfh3hqZlkiVlTN+o9mzu1+TGt1o616dbVSBeKzW+T2q841+fjx3Dkf
2e3ReFAy45E5/VsE/qfmGZsqz9WQLZHmc4SW9bRGRk5X4OOnnG/5PMX/N/WV2yLd5PcjmxZpb4zV
vERZr9Nyx5/t1uzoEvuDunQn/duj8KaB+AkHivDIk6mpe6RIcNFYIqM1rUCTst+vXuaGfexdqpDP
Lh58Nu7bTEiE5UzQbZX8Z+ww7mioeXJEBXqZf0dLmLS0bx0hQ3ymSLuJOxU/6O5k/5hTOZehlozN
Bf+y84XIfQdGFAQihheayPufMPZkFS7YKUdLiu7lYMwYav8oNfBqt7LH9WGhc9ld0L/+bcp4/7/V
oNKG/vr+meaYGeNEJyzyLHBBbULsSMCG++klDxEFf3fkxJiun0EZK5BfPJU8RaAA2TdNT8++HJ8/
npdn9m8UIPCsqeq2k8BC4vf+XVz63zW+FXOUuinC7FoM7GKxvS7qHpTWmoLKHPUv2LOsOhurVsbB
6jh43ZVuIoaDTgOoP8ZlD5s0bdplDEbZp8UePYCeXzLq4Jec7hGE2QMSEDiEx9/JvFYi6yykK3PE
RF6eUt0Z/pTNnF0Y9b9MaVYpmwFsRQjAp0UgUXyFk5LSh6GTXTsPTOnECQtNVtkOx2wnu+ostf5a
DHwhDsSRDFrY2F586Xr0lxkGG8xmH7bAD9gw3n8VPe+kO9JqpK6vvUPhaN0NtqX9heLw/NjcEp4x
E+LaYnFnOTlUEtI8iTfJZES9UQ18WC3TQ9mXhh+kHW4ed2ksRH4HW6NYP13B4YRm8o5c/6g/TwX6
RQzzaY0LGbl+P96Avj/6edV/fp1S3QBlWdsVE9zx/SjWppEsS877lcOKsX+qV/tOsPN+vITO91tc
ZDmc2QI3bPMMJZCwRJJmRY06UgzuEJe5eeDi+W/vXaLnP+uUi0EX5GCwj41jvZF337+URZa1LIih
iPR6rnFsK7kzZKthXccIYC/5nJ2dyzwMJjzXMKYIBiInI1jUMbG3ielGeee1/2T0W+rjNA6euNJm
NvsdsjvhPo2NXryamOaZYYpLfhlWJCm0NGrt4nsKWR8YcU3S6oHjwG2/rHPRfhWG1Y9hVxXpE1lO
vgxWmCAdMsFxbscbYyyKOsy4z36f1ZJ5O3oR1W/64GUVlX5ZvpmpTUt2IUFB7DDFQt1im+vSRD1W
KzasDq3IXmggWSRi0AStD70j/eSbQtz2x1JjafwiCbAqo6lek/nRqD3O+w6h90Tip8isJ0VqZncz
ccuASmVQvu4nFQ9jaOn0EoJZuvOlPJmzpchAW9TjW4j3hrycLMVqmpY0z0w7EqP2FR9Oi+10Poqi
RdpYEuvqtv2Fje5s2vJEdlKgFz7vpqJ/P4/szPbUPHZORGd91Q+DW2AknqAMy0JTJfOnyyxY5pSI
mEjDTDVZlu8fl1lLX64Qm6LS9jBwaKGxjFX86+OleFYM8BCqSIJe2Lq3U/P9QzgYxnQmMzsS5EuG
U60PGf1mY7y1irT7olWFc2Htn+3TPNDahpG7Gmvx1DsK/wa/9dKZG6JPjIQVQzjBk9u48Kn++hSk
L2hgtpaNdfKplrTwEVz6WuTNxfxFwon8ui7JJeXV356C1wB21eC3NhDM+8Gjw502JsroKDWN7irX
ahVAYLnUXjifdmiFOHDIe96K7VP/UcNPFuZbakfoyY29oM0alnoNIcAyLx1v5y+kYxi7gUmAOtCU
T6acCyWBxW/YUS+3xqBE7pdj3HvhJDt/IZAxoFIuglw9z/oXm9lnYozKi6xYZuWL5hfErtl63ha/
Mdaxnj6e4efvxOZvs2ZtDgBOm5OpMNPUWGTfedFmlv4GmTd7LYv1kuXKX5/Cjdo0TZc/p86T9dQN
bRsvXjTp3vTazel0o4tMvn78Lv+u+XcVHaAAEDpbMo6+RCuebHpE3GoW6ns/AvZFTojWfswOK9Ks
LkSOaJrXrrl6f0apF/+LRTfnxzTRxp91hvDsANtH6dCSy1g/fPyz/vJBEQJshpibxTB/3q+DpSoT
r4srMgALPXW+yEXNw1VlV4X6usKc+vPx0/4y1DCz8ZZiWwQiOdPFDMncdovkaU5mh6wX++Dgc7P7
+Cl/eydUMETZAbijAtv+/X8ualM6NVoRD360kMQLJTLXIomrAUTXaQw+ftT5SUbgBpgU8gOSvLmG
vn/UVi9AR+Gj2lZeHT0KsEDhl3Kd9VodiMTW/pjZxUX4l1G0AJnAlzCd2QQC7x/atGWjIciKowmq
adhqZRVq03LJvPT8eCECawt9g6yDSckpjz6FgzjqZhxHKRLm+ybLil/Ys2OQPeOH2IH/XDjO/jKU
lJOb/7dOWwEt2Pu3ahcZWzZ2IdGYTH4gNOwntMTJXzQwx52v98ZNs8z9pdjDv40lvouEX5NigYDu
5ANq9jCn8ZLHUV1yUnveoh19Q10S/fz1KSjlcZByaa2des6u+IJY1jrEkanKX3jKLPu08z59hSaT
mVwUDhuOABoy24/4z7SvtN4tqM1FNEvP2CnLEIeydIoLVfJfFhcVFL7wm+AW3fLJgKUdemUONRFJ
y8jC3rCrQ+Uo9Jyq/vnptfXuSScnmmZjEpLEPMlvMTNzcbS4STSbJTw1XgXZbCCvtIzFsP/4sX99
QWY8PqPgEQCe74fRqEmbTXWGsZyz+CdggT6Ey9R3KnSWrv/x6YchOSOlZWtB0kg+KUOogom2A46P
LEqQLyY5aIFer9VuGjT7Anb0lzlIn4fKAqyM3f5UuacyU8EccuMok32MLUyHp4J0PuvjzzkK8A3K
wmGKUvAUUch8YrAGaYkI83o4s1oOA92Z5NWnh83nTXB0p7za4Mz332gUReMka5Zcx+ZQbkm5/r5q
evO2oWHx5eNHnW+DsA3YY7lAoNZn3r9/1DRlMyRatUaTTP9nyfiPn5tPSmsINymL48fPOp96PItM
h80PVtuoFO+fZXSkeyXzskYo+Eya0XjG4w3vYXvkL7uPH3U+G3jU5oDNtRqd9GmXc82czCtsAySx
dJawhwu4y9T4WXfMf7tWGugSFgAAtKct9qRtqKzWxYoqoY+7xk1/jcp34D/K5sJBfP4+oDpAoi5/
gZad+ZYtDaIVnbsJdjTqC8F7xXXhD/ICxnL+gTjn6cBxNQFBwt3g/Qcq3DhLyUMzonhMrUM7kB/r
K68OSl1dSpL9ywuRu4aclw9Ez9vd/v1/dnMa27Vb9dKMsJDYrGs8CMSycD9dz6MB3JS8DB3VhHty
hyydeSbT0nEiIldhPU3ej7R07lRuzRd21fPXofblGoQWGtUcveD3r4OlkzIbN3ejIdX/Ge0ku7IK
aV0oZs9LCB6yvQYqQ0r50z5VnCy4ybSDG+GuU8+B2QoEUIWj3rgmC0jeWKFgIQLH87M2gJv1OtGr
tNKRHnIrOqldllHoRd9DRZD90F2l7vSkTW184e3OhxCGFRU6IB+YAiSo90MYeyWWBu1IqdJyZ+il
jAPRadOFPegvT+HCupn0wm13gdbeP4WdKa2Al+LIWu16N9tNHSYDEoqPtx9gCv4/769Dm6ibLRyS
NUiicbKUNARBXdpmcVSO0vV3Ip9d/WqY9fQnFgTja9JJ63dtNZo4mOm4ab9x7e+8LcnMX6Ga2LDT
Q7eYjfLOyACOnvqyFfPL1qwXhziPJ/POoONb7wu3rONHLques1+0WB8PCWZQAuWRZk53sPFa++DR
A0tRUFaAarrRILBI6mJYbtCsLesRi5sJ7aFf+cVetYlr7bSxt+GnZ800XOPVWeq39mqPThnkTTsU
e+SD03qcsKdRV86sl/GehErL+moJsbxmS1/ZyPWwkHtsMYyzrmpTpMvO7WOY4dpqVqXcTXJ21FWp
9NKOTAnoEtpD1dPaWtNueFoJkzZRbXXDP30lh/6uaXJ6hkY/Jl8XgUv2btZilTyMi0nCQYXwtN8p
dmKFZAH28M7tevuFdd8mV44pDGB/7MrCgprS2tcuSoIH6Rr142DwxnfJYpjFwcEiuruaXEstez8r
JZZCRmn50WxhdJbv8M0v16CpBcZQer7iMeRW4/R1zub1f3k74hMl1FTa4ZzrdvkkTZo8BIqaC7o5
6TiQE0s4N6RaYe0qCfU0OYg4uaBlupkinBE52NwhSMOrrXpEqJj6dyly14puhC7kPdBl6v5eO6GV
P4ZWyvRGH3ECPVokV2nfDFeh/RqJqxPXq+G4XYBqGGUZ+lI7Tw/Lki3yio5vd92Bj77ZQzPk13Vn
YyqI2FBUsEIt6e3UuOjTIa/JLsFlry/lUbcmtCpVR+vkOrdJmr12G2jMOxt/pC5sJjmKKyvDtWGX
wtGtj3lJsXctDF1yAlp8lluu3uufabUn496VOqI4AW/0R6/ZvQc+YDv9lWr7ety79ZBgU2Xk7YzB
iKkeszh2vBAifJrdWzOAw62tBn26piaf8qOT45K1S+Ga4oe1EJRqI0+U2BmsrVVjbrgK2eJ/1xXD
jaxkEYdrZY34RjSGqsJ+ikUSTIOZy510chvJky3GOVDdgC1T65Bju/ljTeX1EItZBllbmP2V2cNP
3hXYKg97zpRyZa60WhdStI/oRwTZsfOT60s+bwIXSYZr5nnyxu+d1TxMmkosnAGnZdwv6ZzMxyax
0RcFtT8Y8xefhhDhREusiT3G3637LSbsdLj158L7lo659ozVoO+HWdym9W0y468QaCV+pcFoohIM
C9UznzbfxCr0nFnEgUoQ6oRzk+pdKLi1xYDAjszDDDRkDZ0SmQzFipXJAOKsT1AjoMxDvYr82dBb
8Wzgi5J/SQgT07/2i6rkF535grk0IezrtdMV0g3qohuq72jRh2k3QwYXO2spobV3TuJNE+piu1z7
UBL33ARZZZBvnZqL981246U5ZtLqTERZdLx/jinxnugKkCz24IaL9VSOafm/yW719jj35lqiJNDm
V2j5efG0urDMH1w0M8vVAOjRv2DyxffPBr957cSc6Dt0cz6yCn0hj7gj5eAhH0nOPfjYBv4Y7LWM
73TSI9N9zjqWP9dZXwhmq1nuNzOesei6EcYOt9O4Tkgc4Os1IbqXcj5uKaXOfhxsfQlYJQwhWrXU
/842HBdHFJlTH4xbYOTV6sbWeBWnrj8c/JJs+bBzCSr/h85G64XjMiUG/pwKU1Sx+Do2jACB6tYd
CfR9zDoHCWSzLr3x6IglUccpmbXlYBbG8KZid1weEsRm3T7T2rLdzXxKIte7Ve/31dwqeZ8VSYz0
thekU+NSNg4aeSKTsHbTImqcKe2+sW45amPkXBVtyUNqL4W8JkrBam9KOYxLVGEyJx78qS2soE8X
17gtpgWZ12D6cog8FRvrLUW3bf6KDVu+ltKczSe763z3a9F6on6LwTS1Z71MpyIqJy0bglRJWx0r
ox7uc4VVwcHJEYp/JehtsLtw7FZb7Jx4XhfOfBmj1Wea4GuJQ6qHCA+nmXanIZqrUOx4vdhs26bk
ULc4Ex+qLi6WUA5iNO4JNlHq4C1t24Rjm6xMLIWG9+i1k0PeZbkOzjd2rLH5qbDtEm7YaGWN+q6N
6/lAV2x8ccVqreHUerF7PQjaBWwPiUojFrj+6Cin0faT7Efjyu8JYf6Blq7sD2kOBnmgq1DqZrAU
Ikm/ZCseuwg+Wruk0WQJdZA2N20sFbn0Y7SXqO+pjV3AEBhrLIqd3bNvoqWpm+7Bp387XDvshA/o
rtr6pyb7JN6hxuNim1FH/KF9xbVpLDzVXEEI68gbGzOYlUhPa/u3lSU03/DfaPpdyd5MyxRnB3tg
nJVZ/uH06eY7X3jCD9a+IlBCVLmehZjOjuJmyHOH/3ilv7K3G+wdA2x3xzig/2cDihBKSYlpC+WG
frMaL61d9fgbDg1iR6U89z7RBiePVlfl+V6VlsCcvdKGdq9xdmpHx1+pa/JGI1Q74SstETJe0w75
j7zyi8D/az14Ekhz53SpT3CdSltWktSno5Uv4rXPCMb44q6FrgVrpsxvY5KM2WMuvI5lqTBmYTcT
nTn86ATedmnAHKnnZzUL13/2YbSjpqN7aO69sqdZgY08noLYujrNUaF6fiMMykJeyI+MOe5T1ySz
MREEia+r2DK+6lJ+xesRAg77r7rFIcvSorXNM7EbUVEOv7MlawjH7uf6BxrBGFsuaFg/JQLAnwv6
LbVX+UYSWtzJYD9OUMchhzX64pBhF/6bfNFM7g1EZvmTnfpZfVslVWdQHM6t0QTlglJpt13+yJao
1yZ7zWVe9K81FrHIxo0ZLrrElwZ7gMVcvtBrJA+8XqUSz6tjoDoKUs6xrzaE3O5JcuHvdhU92hzp
aL/eF246lvupWIfmbpnnZLpzhTbLK2S92i3sbtLbUnfMS4ZZ9E+DNll0iHNkccdmGGI39GAWaCHa
dcRSVJf8IkwU6scEQ9HmUSNG2Tl6lrR/YWHObJuGtE4f4rSRJLYJvLpugcJmdUN1rPqrNjYyeV96
eV+H+Gav7jHWJn366eLQ+KVSmxcrcUnOcmyUns1fzHms/vEGb9Cj3hr1VzH71vTLj+PO2NfEu6zP
Hv+oC5Y+T9a3tRJYX5Bfnh07itNIx+XEDpFi2Au1W85e2U7tJA9jpWDmD0YDSBJ0Y9uT/dN6OMFe
mxjXQq7okH2F6JFiDlszbrL9oAnzJfHAFw+SpHaoA6qzCLnBeNRzg0pYKJwny8vZsn3RjKHpJWP6
3UwXz3z2UntsX4eRyYCiZUszsvnnYpcMm+dJAMdlrm6dvqxazDPzCmySyWo/Jtbk6vcNE6578ZLW
mPZdXAvrWLPbQ8NwVvvArdDEcqNAAnBTV4i2ybCxsvmmsPrCu0VKNzdXm96u/VM6XVzuh9ETDvO5
REk8uxVe3SXWseMRcSrUS5IfZBkMk2HUB5i9rvFgiE7E+zpLYxwxsRDVptsWHzStCKSWVJi5yCQT
/5ReXIyHapSK5pBAQnzIIYNb2ElnitWTaJuDJy0mHLA6trQmlLmM76e2s56TbkARaveZHO7Iva2d
KBGk/oaJJqo3bOmYcGXvN9ohjpEMBzO89+a4tPEkH8o0cSv8X0H0EK/M1lA+2q5ENxqMjtwc32uo
27d+VfTqcbWdkekmpDG/VVqNc2qO7jcN4yRXfoAQtdCCpnEJ5ko5Cp0tNzT50S5LXIfUbdCHY+Wn
u8VkGwpWfaTs4nBzLkXmbPjs+4ulD6DP9ZW7Jffl0957XFe5XcW+DwJpJsfMxypYjo55t5pY0+AN
8th0KWYuoloH7JStz8bc0CpBHQemApiyqT1OgI5kHOemNfs4gjJSBY0nsnuY9kTmkZZ+//El+l/s
8eRV8TeiYUKHGceoU/tQ4eWL2wk/jnrcmvNAenL8mSB0fG4QrLvBaLTFj6ZI1RJUnDFPfpFofqgK
kf36+If8ZcjBxHQwJMfeGm7/x9l59cZttG34FxFgL6fcIpGSZcdVyQnhxAl7GXby13/X6DvxchdL
6EWQIIABz85wylPuspkzuq1qDTBQCZBTrv3ZycWZj96fIfS0Z+QEhsBLSrwf0i45woj+fH90+bdv
VgF0MiUY1OJwqNvSBZH2FjysRRxywlZx7tvVgYlMSPNjRTsX9lIJRWWvfrEdk3QGTLRkNIBQuMLk
q8o0m9y7UYC2AhmfE4nz6vbmi7kgdtKr2rJTlZG1nYs5Mh6VdUBJOBaqYC/489+rgaT/nHZ2VZXS
mdCsxvynL7hQs3nujtjWRR8I0Mc/M7vfY59dlTzlyK5GZ19KDFIBvxw5w4Kro2BCnSar80OeKMtH
xB0QK0fa7c/7H/KqfCeHokdBG5VGIA25y6E6esZTNdEBBJG5vKJTUZ7H1hbnEiGhh6QnfQMghj7O
/VFvLS1fkEYqZXeaCZvN2xIq9e5MmynW8h+FR38pS+YnbRj+MWqSWcjjfm4jEXN/1BvLCrGVijh+
TohRbsts3aAWCpmVEgin10591BAHFs7sR8ij/i9D0UOiLiq1FLft4imD1d5YkxI4TeSeUGnq/QXR
AeoJ8Z7E5lVRzwFNSjnZU0FscP1uioe24piFogxo0IsRhfYRfwNjVaudw3BrFIrJVMah+FAH2uwT
pVbLimPCF6MkcqygWR/AIu11FG7sRmkECToNX2Tpj3O5G1H8ymbdxcE3rZTsWw+R9fPMShpha+Id
q0yTS0kGlWr98f7OuLEfJU2FpokLjodL7XJcbW1WQHxxFqqYv8GpE0WYDTMqQ5aJAGbVZ6d41qbP
edKLnfN3vSepLUtcD0Y2lJi3HUJwC3a7UAcJEW6fD22ezN8Gcu8DBaM9kNc1GoYzTkfItgBgGfJq
u5xlpCywd+e8Cg3hYYuKhWk+/4znLk5fcrXtqbr2vWaFCTh361GjVvx1IeHpzsKNelRsbAMVFTai
2n+/v/o31kB3OJjsKk4mgJjL32UbslOFcHrYqqgg09UaY7+jFUmeS9h4vj/Y9RbjogPtQMdK4h6u
jks3GSr99DxcJwNhpG5sPX9A6+dphvKPKJGhJuVLk5XRsrPHrk+QTqUTshwdWlB7272dkC63LbaJ
YdUIRWrakBcQtbz74mEUj5KlTkMYPp6c/m+PlpFnSAy5WREiHaJ8y6s0OhnLOuAqEu1dPNeHRuL4
OPSmpKBzfi6H6jAPhpxJUdKqGzXMqsx8aFBi4oZYBXpYKRzkAoYqJYx330UMTIkQQzK6TuzkzcCF
3sGyLYtQz5ThhIrb5DfFEr237+gwCnRz4KSEHfiLX47ijBZSNghwhUio2L+MEia/a6ziNXKH/r0g
z7ehkGCQhC8iWP1yKJW8hYPLUJHX6gQ1dBpcN/91f+PLVbkMZ7hYEQJ1UeRAnnsLuXNRWGtbd+Vz
5YX7CRVhfT0CXKAsnOdAchu3tvZEJW5teZIBwDHgVrhY5Z//thm7TrO7ZSqKsJzX8s9pKNYnJ0My
6v0TA8che5C08L1ttERDSxN1lRZhM6rOGbsdUp9l4T8dkbc55ur7x2NPgMakigW4aHuQl9Zt3DJN
yjBNcTFc1+J7R6/T7/Mx8LTsv/uTu3HIAJyp7HUeRek1fbmE1mAPPaKSbA33WDpz/VCbxRc9Ic1p
DD06jW6zUFUTO7fIjQ8HaBtgK+0n6ADG5qVYvLivcjTFwlwp3ddm5DJkV857YeD1xS9zNrhBsGFA
emwjbKF1WS5VAEMjhwM7Uss/J5WRP3XOukvolY/IZvsTIxNTuBLD4m5JFOtKWUddoiYUiEitfolS
R++rFtrqVPgdnHgm2gxf1bboPoHBbH9OohnnQI1iXEm4ubPuCAVk+VLliOr56RR7xuMyeEbx1Oad
oT+61qrgn0TUqRwxWSmHk5P2+XQcVtoKIe9oI0XCOWLnnATacX0VHeX1gddIWnmPQ9//nbhen6Gw
wQc55GBFlhN1BURdc0PUcVhXfewcaA+WWBSmWrKcoOWTZ6NkjEQm1fQof1RAnmgHC2avC8ZzJaBA
Sq2tnyAC1zt58I0d4nE7qCTcSI8gYXG5LyO3M9kjWRVa9GleUcac/8CSac+t9C2b3nw1+vv03SXi
CL6+PB6/3SAaO88thr4KUWkzmif46673A0seurP5SqndV3VEeUMagrTp+kRM/bOeGnF5RFFmSY+1
PRr/otnaTg9u1DaC+uwyJ6c1bsq/FZi0ViAyIP1/9qOa9IeBAmwc3D+/N7Y4gjqwd+QrAsBtc35L
NHojam9VqCi58lqwB0cwbap2WmzFejftHxIfaRXoFP7FHXHzZGHYZi8a2WqIAePw2M9ZfEodoznT
EVN25nX9/bmOEEghdyNtBEV3+WGcDq0rg0IcN8RqGyeESwYDua5ySs73F/D62aKyRHWHwUhQr2Ae
TuZlmptyFa3Exf2hKQqMWlLD8PMIOzJqnzQw7o94/cm43onHCWzenspNOFojodnmi12ENefsgIJZ
zbGjkYZduHa4P9T17S6h2cDPAH6A3duuIuLJZRuZSxlqomyP+vKhaqoDhlIUB2U5GSvSUsrkRjvX
+6019SQvTgXkREwqV+C3U1XgSBRjl1GGcZpnfjK6x9QuzIMmzB8j9/zOe3ljq+jA75Eid0ggrzSR
KokorlK3DAkVkmPZGcmTmRTvpn1QfLRtOQRRNgSdzUFbEavT0OdrQoRE8FjTqbYCb0FZmM+589Vu
TEhqA0kIOrw8su/L5RvGGIlwZWjCsZznT/iuxY9Rjg/J/b1x4yOBf+RvB46Gx/UWWOWidQS9rGzC
rjn32siiVdnkmzNtHUPZ2RA3ZsQrrzoS5yRhdpusYU4I1WpkKMOYatBZgLc4J0uxfLk/o+vUS1Kn
SLlYNgKoLRtjMnhXo8xm3RYyXEL7nFaWVsB9s2rc/GZ1ag45nlzrzkreONAQ/3kHgQ/CaNni4DpH
DBW6yk3YFq16noEF+1apeEdMBd4NOuepgnYEmkVmlyDcL7eGkanx4HZRHSbZtB4bS/THTIx7wcyN
CXFuCXhJJinCbquvawLcYm31Jlx7MEhlLNwvJQD6B2PI7HdnQTy8Gug+EnP4QFuv9RGBarxHGhEi
+t6diGi8Qyky87Bo2Ife3x43NiHSXhQBkKFDOWRbM5MY6iEbaxEaSH6aINw9xTsthhj2qky3BuJx
lFJDuHKggXL5keY5HTME/UWIy2mG1MUETUxR9jLxW6N4oJh5t2DAA8W9HKUoFnP0erQVUUpWPybK
qrvongJp21m263sCfiAkS/CJ8k7a8nvqrkTYeNaH0Iuy2Hk05gUl9FTt4+m0KB7Kk+niiL2w5npy
BH28IEjdoXlF2nU5OSxq6a4u9RB2nVeEI7ECjZ66TvOdMON6p0vLKgx9yMCBtm+Pbuv2bVfO6hAi
GC/OFOkHH05Zd4A8vlcdvjUl4mPb8fgHXIT8Kb89ip1uD1TC7QGQQ5KdR0Of0VpR9rgvNydky/ce
sggP1WbhYKM5wB/jMSy0qfygOCANUGS2DOTXFLjd90/U9YVLDmdJ6yUk81Di2dxGo2FlXQuYKBzt
rsqPUzx5ztnoFJIHyymGNKT8rnsPS1HGn94/MpkBzHu6gTySctP+tpiraWNDI1blMRdGZR8q9Jmr
B7P2wLEsC1in57bH6/Co2/NYne8PfR1TyTIKG47mAkovWxUHzewT103zNkB4ovWdyli/aYmF0PSq
xo8rDfpPrW20B/B+0c5yX+8gXk6TljzgGWhwWxZLa4hOzGXeBYMizIes6XjZ9HQP93x93llTbi75
pMkcfXOvzLPW9CA7uyBX0y9jVuLNXDavblL/a1td9Hh/Ma+3K4wSCUKVPvXUjjaDaakJnEm1UQVq
U6Tp13g55+QVqHhoezj/N7LZZa4nx5K4eOqJMLY2eyZO9SoyzQSJHhF3zlEkYEKOqKYP6nFuUjOX
UE8wAxLSsx4xG1WfaUCMwxfpcYnFLRBCrffNZDYi/GHnvkdgHmjdOVUmGqRjbEh/2EmM4LIyJ/55
f53eLrztjwc/QEGZFIVa9uZcT7GeTZpomqArsjUBa9qWxifTQEDhVBSV26Q+5fYiOUxzXThhBPMz
OxSdMXbHVMw5sOpsJPBem6Ubzxj0xfEp76maFP4cl5r71KitYTZ/lCiz6z/MBKTDg9K62d8WX2f1
84TbE3lHMvBjViSa5oN0yqwXgBBYlU5Us4s/dIxYxmMMtxdJMfBuGcY4cdG83l+HW/uFIN/iQ6r0
2LYuSt1YqYBLzBymGjAXdSl+EC1YvtM074+BHFl/w9eQqJ8i1eYRR1M6NSYAzsEoizf9ZI4PmGhP
2L7G6+n+pK7PtYN6AXJpCBMyt21NXXSex9sWVUHNQ/wBdFB5LHSnePftQUgnW/oI25EvbYnXJCtd
47h4iw+zWhzRXYwe9abUdmrnNz4QFFa69pQvSV+2omylArjKSgYRCCspXltNX7Mjuqr5g6XXdbET
eN9YODqSsssiGxKoi12+AuOqVcaiJQJZR/dVQiiDkVd+5+tc34cwnuQbQ0pBb3dbpwdFXlugTtoA
7djpEZHPdUXGvuvTQI1z81dkK4PYofVdLyLSzzwuRMVExleEOxiSCKU3PDFJkSVf59ackIBWvAGz
eiLLaeeT3ZigfFXQ7EAqkIxws9ONSQhiR6kEB6pk9HPLFi24QRwGzlh7JibY84VW9v09f2uKLi1y
QB4ERVcka11ZPNFj3RQ0VdN8grgxfi5qVzxn+NvsxArXuwRSHW8MvBcq3Fwbl7ukMMsG75u1D0zM
4DW/LXMXilzbLvn5/pyuB8JFEWI1wArUqK5gQoqGyVuJPzGch17zZyMHfRob7+Zww98muKN4RBRC
3WPzErhlTIHZMvsAO6WfsSUetHJ+mZoevs2gvr9QL+NignAqHoSu20tDYAmtWonSwyXri9cBbPUJ
bPC0k7hfbwZGoUlNQx4ZR2qMl18IfScgqaoYgqmaqyf00Bzfje1ZQhL3cvUb34hCKXMiDuc0b7tU
jooxFnWCKZiaXDkAz8DIXoLx370T6IJzoQOcoB6xBU/NSkXvw6S+j94ZtkJ4hX5UtHXdCZ6u5iLb
efJyQiBEfqLNsmVQmZwxAbxe45nx0qt54mtd7e5cRlfXA8RUDg0wIdoUkmB6+XHMIvVSfZimIDcc
6ieDpp7w4MPhRynSh8mMdf/+2t0cD90FUgo6YMY2vlZVRL0M1GIC7Pm8z1TYp1M9zc2vUU/yB0WL
YM3cH/AqoGeCWAtKwpoMEJ3N/dcqBQ4enjEFlljMUxonj/Oavs6T9kAK+lGL9Oe1NPfCi9uDcrJ0
tqIc/HJV8WMQarPafDtVffWc9UCDsfW7BtOkJEkr3+m7j1O556GsyblchJFyrhQNyB5ADxEJXA6L
qWDW6W09B20MeH/U1OM6gu3sSj1/inpF+Yxp0Ph1rqoUZGfZmp9tYZq/5sj6dn/NrzJHfgdZ4/9X
+KWZwuXvKLJFgM225yCuTBuB3UGUfyi0l+NDH2mVpDhVyh/Qcsk+7g98a3ch7vFGzKdI6GzOjDYP
lId0bw6GYVxwqrP/FoBvWyT1/b6O/7o/2NW9xiw9YkdqTtyfJG6Xs6Tmbk9DirRjQhn+44DzCrh+
xX6NIuvXu0ciFwVABWOVe2erHztFPULvK8qfM74mIV5TUNkGrQjmUbdP94e6vnUYCYUU3h6Ekqk/
XU5qRS62aHLI8x7A9h/O4OQ/81ZYOzfojaWji0pJjitaKghvli7R9EwsVaYG2KVmn6qmcJ7KUok+
6WNX7sQH10PpZJ5gbaHI0kfbVjtJPAuj6tQ5cDNnOmVROx1nHYZRktbvZkxTvH0TsCGf4AHfZnGU
pzVnhj8U1KMYvzhFNP4g1Et3Arrrw8VjyjeiNoMuIQX3yy/UTGqaijxeAm0Vy0EXbvYtTqXs22go
Z21IQXEDgdp5jG6tIlhPLlKwrBRyN2EJfD53mc1yCdIY8KMHE+n7yKr7Sh2v3967A+kIIrwoO/rg
nbbFnzhf2k6DAxektMAfix7MLBYc8/H+KDcn5BIsEDMiQruV1dWGN7EebQmQf/66IP93AtUG6RUn
nZ2Rrk8UiEdUUoGnEWdzM19+r1QvHCdZjCXI53bFmc6LfKOHFXZ/Ptc3H58GdB6WEMT4V6DfFduM
2faqNaDl/aXum6Cn8+lXi/ivQcvwfxmMoytRv0xry2tvC612I4hpgTe4C2IXzup8NYEAw3eCKxp6
BHv6Tifh5vx4SmWs4kp9+stVlGxKuxqnNZhdKH6Hxm7ng1ChughP74ByVcvOHK83iKnRzAIyzkdj
vM2A2My4ywLaI3Cjqg00dMLPg+dhytd6yw6A6+ZQYMQAVqFmSbH/cm5Thz+xuy5WIGn8D2Qu/2G0
OZ+4odqdSV3vRSaF2osjOQ+yiXE5UlcvUeQKZBx1R0nPaTWYaDdRYb2/F2/MR8IHZJ2AVh3aRpej
pEs1aoNZuyS4uIKNZav8NEt4RxjBWj/uD3W9LVg0sj/wRi5ds622UV4MnVVWqNs1pgUWbSghjheG
EZ80XNVwbvWUb/cHvLGCiEZIUxcE0Wg5byKM1ljx7qG1FqxK5nyIVzAM/WpOO7v91igulwa3u/P2
vS5X0GqhFmKy5gRG71bcsl5V/aXmebFzq98YhmKp3HRy7eirXg6Ttm5ONGq6wVKk8UkZClxe6EW/
f9PJi1aKrlExAh1xOUpWeT0Or3kUaCnm9XkpvNNACLez6W7MhftV+oxQQGeczYepKy2RnpEuqd+S
/LLK1f2o5nG+c1Rvj8Lm1rn3eDY2B0hkSav1Vu5iEb70H5yi9o4xOtg7n//GAZIhBPgREmfKbJvX
Np6z3oGT6QYqAmrI4QntA4KkmP/O+Z6w69tDd5kzUF7jGaTsoBJcbmWF7CprlLhEGEIjE4q7Z8Qv
/V44QEjAaw+u9r1wIEWXvop39JjVR9blgN4DJlgZApzLlwT3R2X5vrhf1aU7lMmHXoH/YZdfE+VH
JLJHx8PYURjzX63y6/5RvD77BI7y0qSCQPq6fYUGJ84GnBUivgVISqNo0nBq9PhgNCZa4NG456lw
/e0Zj731Vk3j+G8CL9JUZVwyGES14c7Yv1T1kc7UHqhH7tPL7wHInsIgdQUqaJSML08LRmo99J0V
qcCuGQMiMjoOKbx2H6az9wnsWR4afSueMYysfpBlTTtqcTdWlZE5rJReJTtrs8OBvdY2VgBxSHch
CdDXwMgba9Ij8VrKk5Tt6fxeU+KoWlvsPxgbsnGzFYxWu1R30ISLw9xNlvk/zcWu+zmuQMUeLIxI
h4dcIhYeV14a5bjA1PxlWaUEtiRm4Z7evaWAhcs6MNkjb/9m8umQwbGuiyTELVg9juakh1qmwBpB
aRafUO94f7jrUJ4QSnYa6b/TeN5CCVoU8ujcJG0A5z499VprBvM86U+eyMQjwNDs0bXX6fv9Qa8/
MHrmUO9IVmiAUBa+3GCYcDpZb3t9gENvy7FPESOGiOikToDFEEp2eb12e41rbuKrfU0OZkiOjESs
XVkRRonURqaLGsTd4CqHFLHs8dC23dSd3sgIz+NYr99czRDOoZxUkb2uXj/YJxue4Md+pG6NGpSK
t26VYLSQcx8lUV5yAwFzoXjVwD3OU1SqD1DtSutbujZR7Q8xAc+Lpo9G69sDvKFAdIOZ/9EuRa28
VgqtC3rZszVIf/oah6qyytrjZKVD/U8xD7FDMyDpYjK6ZijrYxLBqv2y6IqV4CKsUI91im4sT+rk
JgO2yyhxny3YU9+UqXfbVytN8vyEE4HjnWwxqO6DPUslD+QE2l8t9N30LGIIi095NI4ZP9OBSaaO
ngPdK5p13EoN7Qd0EOxEUbwZPqf5NAwYedYdrtJjVmj5AXzPWj/oaa+qfyqmNimPWrOuHZKmSjN+
100yxdyP4sJTT00X5dqPbPLc+SUR5BG/sDzPkQ8o42XO/5uMqE2e9Q6lmKd4HZBFLbSinQ56aiPT
kY5F/D3Ls0R7yMu1TA5uIYAnUcmxc/UpUWuXjumcLdnM2DkKTs5pdovUODu54zTBMDpz8iVX6zhO
MBJ2czwLsA1uIZMTPPlg77Tpo+cVOkfBm3NxmMcUBmFLNVd/8LLGcR6Zdj4cjF5Nm0/R2ue6lBmt
uh+DKBQPKQp9bR7xC4r+FUq/lj+g7Mf/2miS4PWHgnv8oWk0N2oORhXB9Z66AmJ/MdRoWXQUqpCG
GupO+GM6WOopohmMaXvdGyaKKJ2qfusIcvuvwEli7ctCbTn9DFq4HwPDWjqElRC7jpCDr5GASbLS
GU4p2FDxaSzy8a/VQEP6A2/Y6B0SVIHiY6YW3kpDd0LrCjvpqD0OBWIcp86qsvQBI9phflrQJrDQ
faiW5synZo8ZOnffo7HWrX1s89lOwtzJ8umssvaOn8Ibd/6ile3F/4pZG7KjNlmegN5StHBAK7Ws
P4ouTerj6k6ifBSN0+XPaqLqf6ZJZucvrY53eVD3s4A90iU41Q8J4sgvIhHw9pGLKfpDHSna59Fc
3PY5zVAeORSTPlovOp+dNmCPGsOzo2f2B/ShcGUXmNx2zzG9T+2MhODofF6g4SXf0joqi4+pB8jl
CDZI9K8iXsoXFNgRKylZqP6hdrRYCZMxg+uNqoqtfa/c1v0rR24ETeUSibMXRQUmcU5ojCwPeWsv
aKrobqSrfpUZ5XQyTF5PLRgw3jW+tUObpF8nS1m0j1bUIEKawwLEo7hBqC9VfDyRFh2vXqxozrM3
0xKnLCWicHYQjTqsKVrZH2plEj9SalSR4UdGmX1ocq17nqd6RCC8xMP6wWl7w1J8F6rfK638aK7h
kBTeWPhIlnHlHdFXSuLPJGBxikd2mjfe0YwVpzt3uA93tXT0VZi1EufR2QBlpr4sBbezH0XlEAUL
tfEfoOXdFFkqz/pOoI3KP4DHCd2hZNTtAzxjhTpnIlzvOFOvFMdZQUoLLZSyXTiO+TBji+LVKLI5
Cy5hGr7QGKa7Fmb0vZicwMXG2nua1KT510jY5k856mP1T0EJzw0UA7fiV2vJs196YqbZK7yfqH3q
tHn8B0aci684wlGeP6mN6h4UNx7N42rFi/sw8ugrYTpjY/SienNsBIng2362RvwOHpTMcEq/0mKR
/Ihni8oc/oftfGzRxBAI5Ri9Gai5GxlA7Zyq/KDyYC54gUzWComlT9FETep+OkxN3KxHZ5hd82Oy
ptM/YCjHH+PUd+rLWLq5ixQbEo1+lVbL+N/9J/VGDIP6vSwts2kBDW3BhyJjmyf1asCaz9QTfKz5
qKxm9QFvoCQwUFd9QEPKxF9obD+MpkD6xUWi7f6PeJPmvIwcoVNYYOq5XKgFbSN5UHStqBPTCPI+
xkdvXuO8PBHPwJ2aRvy3Fz6n/SSGDvrPVJJBfTU04TTftVJZPnEZVeJYpeuAxIextpPlK5GW41Yv
dKfKkhN26oXh+BzMaghdtxuQkQAJ0/3Sc87qNFfucI66blROIGlmjOohb5lndoD3fRFGy6PuZIC5
/Hno+vrQDEi3nVtYDXqFshV9tNbXZ3NaSt+OR+efctKi9aNJa37aCfGuYi7ABCQ7srQNUohI9zL8
mUa88kynNolDdIsHDAoHTuB68WxlShcSc3kBn2rPtucqd3gbVeLZUMCnZ7jJ6EaPtBqpKTMQ6JjV
iN9gFeLDE5h3suBbs4OgR5WWDhsF/E2OkhtUPLAUsQJwDMN44jkY0s8jJqbGQW/qBXiIUfTj0ygM
pd8JZq/iSnQAED9kiqQN7J7NFC2ByBaxFEoma/rPUE7PbTv+7eXOf0kS7dn23R5LVhUgKKFgIf/8
N4CgqBarGeidBi20KzSAoqh7SFfVw0DBgMBOofX1/uG68f1w7QAuxBTpXG7xQmiaLZauMLmp7JuD
J+3sUc4TO0fYvDGMpATgesRRlvyoy3lNbepEdaV7QW1DTD3BVzJ1v9LBRR0sC621w4KsYPtkIRZZ
HN26W3mSigVGGZ5QypNIUz157FIrNo9JkVgp7C8Pw/mTtYp5PEZOWy1Ppi1SFJoyZ3QDS1p42Qc9
KtEDU4rOTb/3CAXYZx2lxW9ol02wVtW4Ww88tkb3TUMVqv/mpXMcPTR0OIcgysa4C6w6T3vU+Wwn
P5ZAIwn4yFuQUcHABWW/NnbVA4ihsuf3FMoSNtoKZ7SYhdI8WlGarSek36Ifja0Uo+8N3py+twQF
XEniHOh1g98AeHO5rlmSmFlSqKhfotmTHmzkzSCjoxi5002//n6MQ+osq11gK7dglHjW9EHoiINr
dpcFXm8VTwiG1XvbhF97cdHL2dDLpmrHM47o+eVsDCJY8PPo5aAwOj8WiZseTGPYO88y170aBYVc
WYakPrT1jhdtm5CyshcB1FQ/BBqzJzON+j9qw0uC954u+WxKaiXFSImDvJzQzJr1iI8lYWNUxTdd
H8V8dlJEZHfufrkwl1NiHPjtkH2krOy20K4gmJquY5WGFXYTxkFeV61P7Ja4D0vfoHo52HOh/g+T
k+Rs6DjMjdb85eRioNUrCnxp2MXaeFoVsWCWR9T6/iV0QUzDz+aE0iG8HEU0S7WujpGGTpFMz25L
Gyu3OmtnLvKcbBaQfY16ETooKuguuf9/u3cXcxr0elKycKVLg1+iBtniSNgIjbhrzXXxW7huuGQ5
ymD7RV72O7zR6w/4RtmXAEROF23Cy/ENC+fjqqXkhyvgfEA5F71jJ310jeGbW4x7a3p9AjDMpkKi
ElVRKdmWxyGFdtVQIeETCfFTU4vpXMES8lcLNPp7v550iWRb0naXYlSbr2fHWATTySXKL1JKbWX5
r1VN74Yt8TfDuKXYT38CINvmgXbsOtXbVFEo6qWkNeNMAC3Gd9PbGOWtmozLik0hbXPVDpnjCqdY
4jCu5uJv4AR1OFvFnsbR9UVLsZ9ikOOhQ00JZDNKBs6ChN2JQzUvqFNXdeQFSWfvOWne2AFSn5z7
nPYSIfVmmHhphy5fyiRUqsT8w1oNI8Bsaw7dMdWP97fAraFQ4qLySjVQAiMut3bWF8NadW4SIi86
HVRa7GeEbLMXJGeand32tnEvj7ErmfOmPMgQo95wRL8d49bo0HHUYMVOWW2Ox8Ezm9Fvq4Y3q7AG
itvAldviZ1tpmWb7moYioz8XPcRBK1lQ810tNymee1AHxZNY41Q722sF17zCA0YPjCkfk52q9I3v
zc/lNEqvLPKbTWAE0Lju+0bLwsGkhvioUZc2Hoe1Je28/xmuB5JhHgAHHZgNT/nmi9tmubZtHhdh
63Y170SZf7K8dM/A6voek8tPx42niMbL9k3IcxPXDbQYwqFQ4xcEI6VfcjcibKvBrEXDNBI7T9+t
eYEmREoDnCzNks3hNzFRzbBQhbQ7rMhyIcGbntIoM99/yXhgLyXOmE0M2n2zfm2G96yROjD7qc+H
VP8CaAVi5xm4Piv0RaCvkHCQ6xCjXJ6V1hOOVptDHeozyfWhdecMya9BH/5Qwc/u+bTJk3d5WqSq
CncMsb9De0u/HC131mVIe7jBbr2YLw1shJVK+aCUqIW0CC5qoKmLv5OprGbQfTOlKO5ztA3evTFl
xkqShZ20hDRd/gpHiTqSLgr2TmfHvrUWyjMam8rXd4/CSwQ6ALyUTEPkyv92M8x1KsrItqJAxLn2
AdJJ7+MsUO58P3laf19R2WtEkgbiOg8ScITNikZuo5bRBIMcYYtBPHjwqpbHuFTH3Edxdp0eExdZ
VL+2Irx6709QLtNmaLlzKNSQXkFl2Gwd1Y4dbNMcKLZO5iITO2vU3DV96lHjd5LWT3isNH9KB5Us
hX7rzvDbY8jMLcjYUAQJByHwbe6x2Z3GpSzLOuzLWjn0+jQfdHWJd7rUN9aXG0yVF8sbjk/+it++
ItWFGCuVtQ6LRWv+RCG5qg5V342n2SIPRN9ZOyxZav/53qUF9Syxg8RmXDVbsYp5QWha06o2hGr+
b9YuzWetLOeTKrvA0epkD4CDpkPf2e6X+wNfLyoakqAI2VJofNDbupzupGLogHpGG6aGh+sPxMEX
0df6zqbd3tlyWjTpMDf0qONQdLgcpVHm1anMpgtxcuuDxKUxN/TadM70YjosppE9vHdWBu0yj4QI
BAgCPptZDQXyZSDDq7BTKa9b/QhinnLszqyuzwMEXLhQMvxkZltwBhrVrpuorgjjro96X7co4h6E
bc/10Sm0w6g+puvStkE7qHtOWm+v3OVZlPxzmoHk5ECntqI6TWNlAwIgbRgNqx4/839/O3ERn00p
KH/UwGUjAtYJWdxtK73z7dxbmsesj2c7zNamzw9UFjTdB4qBLwUzJIPMPAh+J2Vx1+zs2ctQfFhl
FTr24W+OybkcULl50dJm+W/tF/Mfov+xpoDvZuj8xtGcBa1RWM5BtRQKuQjAtt2pxXa0gEqupdFD
NIsB64a4V7/11Mgprjcl2kpgNfvZR7S6ng6K6kaxP2NN7BymqDTspyUqvOjDOvV2deZGXaxDZ01L
4XNJZd3jkPWWhgp8paPsDO+7/Tqjxu29eBHmO3466HT2+jb9zzBmJ/m3NtZ+/W4oZpI9ghtrBM06
vChRTEvGL01ptFU4K4jCH8u48cynqZ7V6GiIeI4C1RwxEHDxmh6faUUY3+bIY93qkhLPEekFg06G
UqAEqzS29QrSterCuavGV7Mzml+6UFPr2CJfXR7yblmWp6RwwXJnFnWCsAJK915ZRV4g/JoIT3Ho
AeK1fYvsuvNiLRJUmwtvCfMcS16767VvYu3VAK+B+pNogVD4lLz3jHu2AQYptLS8ZEx5MMD0Xp71
3Km5voelDQlrM5c1a5efemM3gqfBW8Z1j4hzfbcQKSESR/ZOY5648HK83qWza0eiCwVaZPZDMylW
+2yspZ0fUiHsL0mVD/1OqfjGHBEWQEyQR1Dae27mGIOVwsluhRyv8RQh29j6ikG2lhvrezXWWE5m
B+JQ40qDCLR5dPWoXnjQIccXFu+D7IeJR4GU0o+68RpcGLx8ON+/PG8sKCrLFnAdhCElcv5yQUvo
retKvSVMVICIIEWh3B2spK2MUxSbncfTW1t7GgA3VvRNqYb1RBwHQtrloAuNVD3pnDHMXGzc/VRT
o5Pa90go5ZDsdjKi6xnab48R20U6FW8FXqwqcUnj5ikk7i3+IA3GkBzmwwNcuOnTkGd7kcuN8aRW
E8RPRFxZ2038GeUzImi6voajqYvYT0uMfPxBhbPur0k50jTqymgPr3q9ovhiwuvjH2JSWF2XK0oX
UcH5Z1TDybLrl2KuiofKjpOfLbf0TuJ3ayiSMrSbAOPAuto873qn9ybmDHqInnz6V610M4LqNPDD
1qqGnYDleixHsmelSgndQrDul9NKhDYO1GiMcDWmISCs0Z6SESunyUFq7L0HgXCF4IeCD9ERii+X
Q5liQWEkTWxkUYqItGFYnqtWzz+vep+ckLHr3z0eSFJuMilgIDUbN3lmvSTomJuKHWJrkvlKgtBG
mevnRtc/g2Ppdu6wN23LyxBCxg7kRBTpJIltk0kM1pRoChCVMBvR3jugKzAWhyJqCuVzNBbRDCYo
6lQK/jmdhVmL0YmeTbOOHxQVF73vyazW85niufP3/WWXy7r5XTrKOtAXqPbT79tsXEpwuTZUqA7M
PbYEJQ41Z11x4p12A/2u63Hoa9BVpD4JE2kr8IjCQsdb1Sfs2gR0Uy3FCB//j7Pz2nEc59r1FQlQ
DqeybFepQud4IvR0zyhHikpX/z+qDWy0ZaOE+jCD6TlqmhJFLr7rDTYxCMYn2WYCeLvrbZI7KhLA
+/McQboKBFK7mTaR3Ta/RscolmPeNNIJME8w1A997xKUmFTu+LleClf/krt5YQSsrZb0F1WbrNNo
Fy5tXlo8yoEGnN08NLKKkDRMadX+7EehNk+FkUTxiT0qr4NY7933ZAJn3jFag5K+2HSiH+kKs3fo
uJWr5DZgTv5Ig6omqg2DvvEh98y2eKBAqcMaKhf9ZAp/5UAelfuldMbpHy5ncGnmhnZ+kOvuaPoA
46l9gJsRGz5hJKR4dJNh/RFF1Lp3MGdLuFPVMpIMEXfITzu3UJYgIa6z+FOYBEz8yeNhkfdDYuRR
QGPcMMMyggx4WmTCHq7KrFz+rRvyjN6hYIRanGDXWJ4MuBTtP6JIyvQs1bLknInYnPG2jwjn6ulo
pBx5iHOG+wKtd0zKu95kY+xjSFb0d1zqzSbItNJ859SZ7N+NqWd/M5yqm09kjdPIzzElUE7W5GG8
ksDlcLEqaCKauLYTRUFnlMkHYvAq7wH2Dqk8bYcHNslG8cT9a3G+gkAVzaGg1BFHLp9Oee9EuTBJ
Ihzr9hjJUVMf+0KNrCP6ZqhnCQ4UKDuctiQm0xGGg1dkm/TRqfJU8UyMH/aDUNcU7TSg1vqNx6ky
HloqWvWRrosVIx31SO+qxExSjuoqy3JUEhqNwZoM8o81tlp7VvWi/ToTt+OFJTjkdy/JzZa7f6Yn
Z6P0Cu1oE0HVfVkmZEc7H82NT5M2DJUWZmLgVFvszZn7Jbasug6NtCzh+FTdO5vspp171Y0Pkyau
tbLruepDsb7cdzURDbndxU3Ym5Bn7aVLjlHTdmej2lXjvNzRNpsNeoQVNrYhfrAPXI4Va1Otawt3
uCw1sMgp9bT+lWprnLqFn/OfycUy+hgTZfJbT7LhwUhZry2xM3Ywx/T/DoaV1+5pkKr30cyNOIMq
QJ1/MAtT++pIBXy9iTB4uXerka8f750+OntCm/c8LG49M97MeolfsZHtDbsonQSp7tyE1jxWRFM5
0/sl17Q/nmK7OwjJjUXgvPhdUSCu0N5mf26zjnrD9tqw80bzCU8S7STG2rl76ylAewITPnzxEONy
0F6+GPaxgTDAog1NJ6oeJ7cuzym16psrl3UU1hn17oqprY/1b7RHMS0xG1kbNlM6v4vjToFWWcAh
xCs2ePuEDJClFcNiXzI2j62Me8XSk6QLG6mVR7e0RUBJuFeKXb8cWsBc+QzY0WCd28xeT8EpKNem
Nlym2uHUptcyRGayUztcF7SM4tIzpb3DctsqXRUASLMTKagRjctHHIvn86whnJw7fXhIwHR3KqNb
s2LDAfOnq8Cfm2cXWdBSoNB1YWaTu1XUsXFs1KHbmdXNUTAqNix1FaFuF3Y/F5WEdrG+oTQ7trKE
5dk4e33g6y91DRzAI55lp3IZWH/FX0uOowTqepl1nM3SDlRHeneVpw0HudTRzoSuASqGAjFlWwA8
ZTO9HMroDaqfdOQ10bM/lEPyzR2y8zJqhq8u6kRJUhnEr2kfX1/pt2aIBSP41Crhx0Pucti+sPMq
svUOXCzLDpicqiRUks1KWbu3EG8NRWOL6yrDrcLey6EUuQzkCJBmaikWiWiYONMeCpxyGoPX53Rr
xa/76nqjQgVvbTYK20sUcxrLLiT7+snBywoyXiox0SxLdoxo7zp81WbkssgZiMcvuvXVVXiz/ZV9
pqRCZbwxzrNHLe2Ld7HryDvFIyPYnCsvKCRlpsKt+dsILf95TGryNkmo/R7FfXmSEEMOsYEAzmtz
6VtRrOxs0C+ZxZdHJ+0qzCnXOh3K1ZYNOIlJL5SMbMKo7Ovl5Fk5NamXq1564JpYQVZXuyw6WS1s
dt9tu0QJus7yviRinH+5S26PfqI4neVno1mPR+Bve/Kd2GNjTHULs6yKidi+0JZx8ick8b1vkxv5
Ie25wQbOmFkZrj99ney86nXNbOflrfA/VBDA421WM+Vh1KuQacMWP6eDm4zy2JeEMr55Qa1sNVyM
sPdkTW0wgTRxFae2ahHOkd4HRpWkH1useAht6Oof2JxyhX77gGw4LmOSGAGwc/mpQOZdLDG5IoxJ
cIBeTPBk1kzmB50073+1LIp2asWrT1OjX0OkCPca5gkWeDley60STtc8hJaL8N039Iate+mIozzY
g2N8en12L6aeF2+NUVb8D2++FwXW5gOtaxHZLUm5OHBrnfrc0n4e0RK0pQdBzqwazU/GWXcPKXpy
59jbrVX+Q/RjjUd7NNvaPYfq5DzMvZtpxzbJcvv7UGPi5s91W+JlLOyOVKRWc6IlqPto8MIliQim
4ypgpzosCpj87cMgigmtbo9v9pPWKSP3mXjUCE2UifTOTVlq8p4ysk8CMcceyPoMTVh9P01NJH4n
ClfGPxWhkt6Xyqi5DJkqPsSPemLn8sPY9c4fS4urn0Dya/8Lmjxuc2mRyx8Z5yZ59q2Re35B1G50
zOzCeZ5gqBSfjNTM/kEC4H42V1HQe29eLOtRLn0xPTYTsONbd3+0NnBXaLjy9vmO1s/rr/NtQr8C
72fQwhauwNHz+sEvUsiQ+PHvacCulxhD4fmLYcqLz+ZmSSOacgkYtrWwzIrsc1spIgDCQ2UgjazY
qXqvDoAVSqdCxO0J/SKXhctpxdNMOHXVa6EymdZ/3tgnSDx71/yEx2FyrrTG3FvR/IWXC5rDBkI6
1nerN+/WfEMxewV64mKEKdtHe5zmRaTHZRHZe5GU2lsN7NntKEWQEXIHolO/xZ6qlKXR1sIK8zRW
A9xCXb9Th8Q31Omf179UyInXM+NBkl/jcsLhArzZ+txk8jwMoZeQClJJfun95A0fbHUelyOgGJqM
aB6M5CC0vhWfOuQ23xYMPoewTNEHHUYWOPoHUC2CSmXqPYrKHEALKlc03bMOU8tzfaFUw/JeQ8+y
+DGWINUHwi3T+lBNrf3Ygt/nsPHxHgwWbcxsX3G0GcHmkiOVyMeegKA4xTbBb8y4mZClFHF2gvgy
54HgoVQntphZ/7jMdeIErja77gdptg3uDXlvGegVShea/lAQDNvzhYlH/q8qTpNiT9MH9vxoOQzS
Qhuktp2IfiSGm/zEmZD2VZwsVnaKvGFUzzoG6vbPUk09AzKIVysfyT10raNC2Gt8sqwF7i9RlLl3
aOnYkx28kCf/WBeu/ascZBkdxnHycj9bJmQJFvfS/9Seth77RNXbZ1KCqjHwUivV7jUjHnqoBHNG
DVFCA9WCzCmLjOS0fmX7po2uRP8ictBMP62tyQ5EhcfVqTSyNCX+ek4+E4xOmDL6Nu+/dlyU5amo
m+K5wVX0I1UMecDlMhfJsZCK83MA/UP+F2FX4o/WwO1E9muHKk1S93e+qDPYicyW1F9mtdFPgqVP
dG+kJL/xxYpKv4V7RJp1nabaj1gZh/qoJ4W0z1knF/fg9amaHGq3KBBjEzuC2nqy1W+UH733rtAx
/XwaZ5nXJ7fIZHbv4g9UnNQEn3ci47kojr4+aMJ+ZyV60h9NpfLIbE65UqH0nDNkIa9/DluGzPrh
0eDjHwhl9Mu2YAcC8wYJos2lo/EWDhK3J2DYSFwVDkBR2TR6uPvMpFb0enqeDFIYDkM7d3vcw5f7
52a/wdjCInSRHY49dfNDUL7RVUJSGWqWNNwPhKon3l2+UEscTGmozVmB/6E9uM2Q1hSfHRGcQEHW
gMF2HGfHPqum4R3J6255LqwqKs+tohKqvFrSdAFNOCvxB71psNTyKuVHGTWzAeg55N6pIfR1OBRu
X35L5TB843Am9cyRojSDofLy6aAOiqp/aOum1T/0ZW78smPcjU/KnFTWoS6asb/jqzXSJ7Ph+CHI
fhaz6vdVJaGt11qb7dQ21y+Npqqq04CAlMyfm4PHLQdcirqCrOI6d3J/tqrc+eTRdIzuJ9QpC7E6
dLyDtFSVnND0DkMZX8rS6r+/vniuSlWOV1TfEB3g26GM2dRYDTq9ODV7L5xILDj0AHZ0dM09O5f1
b7lcGVT3L1pr/PSgY2+Ovskjla4WihcO+aDPJ+ijJEUuKhG3rrDyR8OsjPIYD5FwdkrW68fMFZKC
lbJu1XlvpWEVzf+pq9T8oWuHga58euo1RyCu7e8ZdCFcXVRBraZnq+m/vf5kX1q4l5NexwYzo0J3
V/LY5XnvJZMrIRfmD6qMBhBffWh/K66af7SzGIuHOFXFl6xW0m/wCZrhbnKTpDkoCl4TRBfV1uNM
1/QH+gyvgi5cjXrgQucVR4w2p/EpkWqfnl7/xddrgSbG6oGzUqMg3W7WJOTngoDipHjAJVcSsN5O
5xx8fme7ul4L3Fc8Wu3Yy0Jy29JfwSzMJVba8mERSjSFHjrGLxqYU3qyU5Ww6froTdP8/vWpXdde
QLRc8SG8IL2nzXj5LuymV5tRr/IHsgKcYz3Z+nfHqBT2wTb7atpN/VYvTKJ86LsbCAJXWaJxxXTL
LSMdkSc/aFjVNL7JDk1Cq7Knp7vxyl78Q1bT9FVXtymVuQgn1eyO+UNjYbI2S/h8dTztkRWuXxlw
PQgCOALuDBSvl0/PK2Y3XuAorOD1fKc18fxuEE7zfhZSfMiLdPjHUvvpy1tfGQ+QZjC4E2RBTNkv
BwU3N6UexeWDW+TdOW1i7ZuL79VvT2m1oB4abac8v36UmNRhSK2tnGD0ButV4a9bR0/1JCTN9AcY
X42fLoCflJnl4fVZrX/L5aZwOcq6UP8aJddMekOQEB/U1Eze2XDcsUYnF13A+Xr3+lBXklToh4S+
8h+M48BYtwhQMmZ9vthz8TCWovvPzqTHkZr0jUV/bZH5XUdcfHSyGzpUxyUzk/Zo2yJVPgEs5e4h
qnQWUpV6E3lNRQkVvYyd4YtlN83PtPeKf9nSDewjZtqBhjBFd6xU2c6Q2LAMeAY/G6HSDJrSHeai
lbHfC7MsDmUVxQ7kNnpLQa0pwjiSsV3/Uhq5iA9yGLP4d0yCeuRHSiG/EIQ2Zc+A9rspeVfvAWDR
Wi38wNHxnb7yGtFGEwpZkoQdJUlgJfheCNnpx6axs7e+8pehXhIOUbPQIrp85fR+S/LW4iQUdurg
smpSf0bJr5L6+fz6G7+6Fq0jcZjDmqJzBDp8OVKeWpnp1QgmBAlHPlze5JvtxNadmelaMLWzRAwy
jg/u7HU7++vVx/MyMjA+aA1VhL2ZY4lnvTs2PM7J6t07vjD13MPz3TnNb41CwwATK5Ip1m7b5fyI
zEOzu5TKvRu3/XPjTsNTVGfOW49B5gK4jgHwehry7+UoC/xHBfaxco/fdPrc1lPzUPTWHivrxlws
OgTsM+spCOHtchQkVJTHucTph9gA55zWbfNeh89j372+Jq72boi5aOJpUWm01NA4XY6Dd8aII0cW
h4qtDj+x3nd/kGzQk2kgp9n5NNalGM6LlUd75/yNLwyWDWMiWeWPLb+UG+kq6okUFIzdSjNLk4aY
+bIDEug8L93Z7G49Th1QktqSj5nL6maaOffYCZZpKHrHG060yvQ6sGqbLef153lrIMAN7NpwKFKv
VIxNlCdlEUUM5BGmjfGJuKMzm315+yiAxy8alRVO2UwHvSyOweUYh9JR/vVaPTvmerSnRLqxXdCz
/P+DuJvPif0dBR7sXLYLe/5RegKgzYrkcIduPPnVpr1xaDU7Z4s0ucm/fYIryYqCAlXoVbdZpTMx
SLeGMtwI7+RwIvot6eA7t6xbi58NAzkFLkaoYjYbYoy1x9AmXRJqzixO9VDLoG0+Wu0zvvXmqaAQ
3pnWjUVv40C4anYJekGxcrkMaS8ReGmpaahHpvnLMzpyV6fJXvQjDY55LxDixgukngW2Xnnq4PHr
Wv2rmOimGGGW56bhnIJ8jQvWH+RgNsFQePRv1Ey7i4Btv2ZZksU7E73xGbBp4RNL1gvs/yttXqW0
Qsvx6kLkMN6h5OXqYtXxzld943ES50TBSc8b9cK2hd9iw9hnKcIzhJXaWbWm3wbEsWPTpe7b5wNV
D4tYBDFAKVvGSJtocpSzk4WTJ9vnvKnUn/CRsp3N+OUHX5R/5Divsr+1+Q1pa3tOTj175VxnGWom
RyEPAr3ZmByFtXY2JtfBKYk9nMbXEhuKFR+GXpknKido7/Q+J2Ui47wdRSB1G+htSUZsN43MBVjS
8RVTg85sPO2hbpK+DyLZ0wFS4f18rV2v+k+W7YDkxkvNLwvkKPMp65TU9BdiiJfuEA+ZZX/CDIAq
sMwHSz/ZntX1d3ZpFO37Kl+Mb0msQut/fRu4updxwKJBgAJNg4HIgE05DK2fkzgeiVgljxSvHDEH
gpxBf1bU51SWe/rC6/VE6UH4EsUDeATi+ssPpknomGTYqoSiQiugZvjSEGpY+Jge7PFCrj8QhsJt
ja4iCUzcOS+HQsgYtV2DymrAq/XUWUV8burqz+uP73p/o3nhYYkBz5G1uzVg7czajgoFF9S5dNOj
6Y3ix6i7xWNd1lqAD+z4nCfDnvPjS5jT5SJm/QLvrcwADsKtyLg387kF10DrIPLCtv18VGLxrK/0
lHslrUSW+Lk5et6zNulJ+R6HrMaEamgJLCgqVY2SzySVDupXJdPz5UdVD8pTly+V7k+s3vQA3N19
Ns1hfqwntIWIpVwcu2JRVcIfm0jH2cisUPuptci/5zU2t77AkXg4J7FS7l19r7dYfBFWHwbQMZhE
W+Cg6UaKRLvrQmtwGstP3Lp/mPVE/SDjfv6qDo089322jA9lMgtjZ7u4JthSifJpEDgHZqGxd1wu
Ik3P58LIBlq8JmZsweiYgnaRsSj2xybzZP5FpkUjHtu8deuPPPo5vtdkXv0LoTsxvtmtmPWDmgLB
fnx93V0v7jXpC4k59Q/o5bY88ahYvd4VZSgN8Bp9Fss7DWOM/14f5fprRVXmwZym4UznbBtdkjpD
Cn8LLaczQ+H3Gyij6WGKudTeIT9d9rIqrveilZuB1zQa3VW5t3nYGOboxhLxMREd3FRH01Vo91jQ
Z5vDktjTNys3rN+vz/DmkLxWm8XFrrTl3LlN0U0eHtBhR6rXoR9V+9gKdzjVVeMe2yzfCz+6Od5q
UwF3iEN1KxK0iUoosQNjU5rGqDllYxJ91fOq/EDjlyMm7Wij7BysN4YEuyG7HWU9H9C2yKw7VeOe
kzYhDGlxpyRdd9CNLrkjTr0LclyLdurzG4sGhTqmRNQNsF+3ZjMYmTWidZMmNOe8O2laMT+Neec8
CIzs9j7P9SZ4uRGuYlY2dz4FisttbjGdOXNSbQnDUI9hmGTSmh1UBa79ZcY8VYaZaNz3vTnW76Hl
0/PIS5btwep7szylhoHHouWIfib4TozV8fWldX008AzoDME4Ag5A5ne5dZRC5DlQaxW6bSmx5TWO
oszafwG4ysPUAcYEchTNTr196+H/Pei6b/xVkOIMK5Y+QgWnkm11EkXpBVoV47ypavX/8J4pPt0X
J1UgwvWn/DXUjLG+gVYGqbtZaaeK8yLU1VIGxKfv+Z68QNLb90xND5gLroLcYTstml2wW7QqjHBX
T31HVbCNjI1ofOb75eF2RO7Uvi696L95qN3pUV/m+Af4pdn5UVFkb/VC9lZHDDp9FDBry2ZbrCrJ
6LVahMy/wSvSV3pQtKVP35qHzCiwhFZDO5TicDU3FUyvGGOCXXgVLiInaNQyBWRNpz2/vk5vLBlK
CHV9vBQw7IKX79EezUUZlRZCeCyUO3yuFza+agllxL77+lA3Tq0VkaCkpGZRKTsvh6IrvAyJaSP/
pq0PTaEhkrsprDdaBayPDTUvuA5eRyuD8XIUxFFC4GKBYcHYYsKvNMazXHIRvD4XVHT8PZtFCThO
SwvmCu3uLT5eeoMTQQkeQ8KpiuVHCiN8+WkgdxCPRhlXRX1YFI7v74XIlZKOb9q04ugOiz4cqplI
0E/qohGgRqjNNBztNOkUOq0ETd53ozLr/5V5Y3yFBFBnZ9A2Eub1LFe1gyGtNj4sWWJ8Vs2CW4uA
SeI+cZnPcHO1p1Zzj53VQibqyVSw75Jq0rqHzuJu7wOYVOKANWbevrOVbqlT38q01Il90UL3zHxR
ZUpynh091oJixls1qN3BrBGyVMXiO4PVFfAARd8PP9V6mJ07afVlFaZKoaYHHcfs5mxa48AWGw29
RIyXtOVhHmI4EFEBZbUZdC35OFSlUx97CknPNzRhxc8aZ5M8VFk2Fx/jGIpW5Q9Tqqd+purTcMJb
1h7IDonM6q5qC8f+XTX6LFGNuXNzj4NmZX4scWuDLU2j1/mdWWpsh05Wq+URHUYa/WG2nXUwhBvZ
8EUiQwWBrwaMtlPp4bm2YJV7anhbT+Yci/i729rNj2hcBKB03mJC2gGbt2diU8efM9BuE1ietE1/
GjvyyZ3UVNq7xFRk+sGZcXLF0pE8yM43iOQrzthB6t/iYUJl7dtpk80ywDi31/8gI2bXwtgOS1Yx
FM5nKRfPwnO3g8NSdfij5GlFHp1bSocsjMQWJLAT/1aUT0vPnf0cqVGp+1q9TO3JiNRWCXIZpc7X
aeRs90fbEMsHuJ+tw5PCwOkAm3PWfrQGKK4/mFb6czHSSkccNJjNEQse1/k265X8WKgF/jJ93onl
yVMTUZx7vD+mI+mrnJS+Izu00/7U9ll/n8W10t9NWjNg7ex47FTIPVl0fgOdoPQNarnxRNSd/mc0
7CX++vpXuMJwm29wjfIF/yAXipvYBkHTes3rbHOGPGw2+ur0jIVPFru0dCyIxEquYuZZ2vBH1MRA
hmQp9p/Xf8DL/WP7C7j/wWqnaoW7uNltLIjt8+oaHyLLt61gWrzmXSSUrPSLLiI1Vya5px5mvbEe
XVvJlgdZLU0XGMOsa36dlzR3HFfpDC5PcZUdbKWP5LE0M2EfcBlrk7OMuvSnbKflXQldeM/d5cYm
Zhv4prIr4wwIIeJysyxUko3GgWptgjPit/UQ1FhCHWLRPVKtWDtnzY2aCLCdDRrBgca4m7Mmx11V
wywXZyFn6XwLVkTQ4EG+AL2by/IAsrzTFlmvDNu3wwkNdxWKDqDDOv2/ihSqu6ROZd6EOIypT7oh
K7RmosemvGjvSItSwzlfXJhNvX3/+sK4cdYRy4JlBgb3tP+2sL8y2DFmY0XDVMGLCuwEgzbq9/QO
Nw5vm44w0ZK42tOP2TQX2sqYcIKOmtCoq+GgCDL+lqpTAlfNJv/tEyKrAGCVsBmA1c2jFNKMwW8Z
KnajsfWNLNLOVW4OO2/s1nPDXoRGydp0vuLlmBxEZZUrvLE0I3NDLAPe7XHdejvTufnkVmuRVb9B
p26z8D28sSsCZ9uwmHI8DjDkx/R8lsj/fFDPZo8rfmNa8BDAvNDpQhPbwhho4UadZNM2RHzaBmrS
Rl90JGk7qvirJG0+LXB2gFqufGRmbvUvZhPZU2Lj5AsBy4s+wHjrfyAY0T4WUOX7XzE99uUdm1i5
3M1NRYZrnXkth9BQSde6b4zMyp/m2c3ag9dAEQk76tv+oPSO/g1nU1089/M4Z4e4I/06sFOzbIE3
oujfNB4K8gZaxcg+W/2iJu84w4z+KVsWW953KRRsf7IGpOWq0uNyjPWHmwY1qqNy57u7saFxF8S4
BKchA0Bu07iZkOLi2GY1oUyiJwQa1Xdpuv8aeJrdm1MeB2/9KBDHAB7ofONcsbeQhZs1GQ58juA+
3xX3BVzVp0kX807dfD2ntcsAPA6LiQbbVrnSxibEPFxXwmrKo39Wm3IoNHbRPGuRGakHI/Lkz9fn
dX2urrsz2zQiTqCvLa45aLiEj/kkQ3Uo2+kozVaOd1U3lOZxyIs49uELOO1d7TgcsZZwDXnIFRlF
n1//GdfnBTA9c+ZaAi3K2ib0dqo+q7Ha9eFQZaSJFqr5DLtYP4DFvbjTpT+SyJ7fvIJsyFF8DxAE
cUTY8qhjTx+iWGo94pExm8M2UyU8NS9TYp+81jG+g0Ha7AUfv+w3lyfVqpZfJfNkXsEY38AFLTQm
mSOiCfnuEuWjl8pO+YIhhZTvERIN8efaW5IZCloFRoUimXT7RZOK2iNvgZN5KDRTLqAMZfMT4rOX
fU/1DsJyR7pr/H6Uve2euU6aP9Woj1NUO4DCX1JzULzAGptielaiOe128JnrTY/lg34Nm0oiBkFD
Lk/fqFW8ZSC3InQtoi3ssVjeV6AXO9/g9Rm/Qk2w6yFHsVJe0PK/zvgeiTaJQVKGLVevoGJ/aQ8R
2+Tgq8JIv1nlVJxijJ4eZOLkb2+jMjiXQNLeQNewYric4mCPvZwUIcMFIvy5AvTxbQcPqde/gxsP
ku4plAjoK9w5t2XMkiq0ihJGsQvFDI1JK7+pjTR3To/rI3GF0ldnW1y+IBBvtk538uK6SiweZJXN
Xw17mJ64Hep3Rk0+xP8wIZvP64Uuw4X98rEl7BWjLkwZDuhNsTVAcNYahX76H0YBglyhT3S0WyhS
4GiXlEYyhBxaQxA3xoh7bb2HBNx8OXAp4fHC/QavuZyLzuLTs6QZQvzLvVOmzeJM1sDy4/W53Ho5
a5PO5WSDYLQ1b246rcuS3h3CpezEh37QU2o+p4Y9Zik7AMr1UMBNKNroB8L/Q5V5OaFI1o5YspHN
X2rVfWm6+e9I6EgmaN/tVHs3h4IdTNbU2mncOv+iLo0HT8CLooj449AC9hOrBRsYlL2E0Ou3hOYT
KO1lxUGx3bwliFNzX5vpahiEM8es1IXv4VFyfP0tXZ/U/4/5BaGcC9WVu0KsT1FGhsoYSqnLJShp
rJzRWdTqhzTm1VJVtWYWvD7m9SHJjQxF9drBXanOmzswfHtEBwVjukLY72d7mH1ZtWtwip6HtmGn
J8Wt9z6tGxOFNYVjEDbs3Ai2fXRSPHDzQOEfqkYPnTHBtLcg1eND4trtY1Tre/mGNxYKxTO+tKtp
JlbEm0nazoygY3DHUJEoWKRNtpIX1fEp6wbvzacWdTp1NH4ywPfsiJfLP8d1BKFVOYXC1es7NAzT
PQrSPe7PrQeIVMOm645XkLpFKS1zQP+QJ1PY1r1dkxeSk55TSz2dw1R35JdyKfS3cyxW7RtIJnI7
islt970aaPfaWYuBcw7DNkJNiWlNXpj5znF162VBvuGzxueJyW1e1mTWGQEA/RRGRt2FeWzr58og
DADHoHZn8d94jFRNXKrM1bSKhtPly7JnGh5R46mhaDTrLpmHPEiE2xxSNsfTYFRyZ7wbU1vtYbH5
XLtbXPAvx5NWrdodRp+hSlDFfzMpWFgIRlb1wAXA2jmPb80NiyzLXHVFQPPrb/mrsBG1iFtWhRZO
ba0c3Yrs7tIsynf1QgRBG+2aJF9vJDQAuA/DCEPVp2/JPkVS9K1S0jbTc9d6VsE8A41643uVl/V9
BOn0YzHjH/T67nW9L6/NUOIpwErM1Z79cpL1BPeNOKgxpOhWj1qmKn5MCMjpzaMAAK20V+poasVN
JYr8JVvykqBas126+Y7uENYTGIa0ww6scD0d2CA4gDEGhBDA2Mvp9DbRJGXHZ90ZEg2YZkfvF0Xp
3mqvA0uKp0bjn8aiSrP1chRyucysJCgtbFxqGhAgM4gwavbr2nyrMTtnChR2QAV4xQgYtzUUmKaW
oDOewh76uo8qsiK4RysOjp00/8Ozg+Phsv2uTt3bbm5Rg0BPvTqFC+pyX0ZKjheEs3dcXn/BK+LD
IBTuFNRbhmAlVG0RMy72LHeFfMtR85V0mM42ERzH11fdraFQ6yNnp/YAztqsutG1CtNp2iVsHJeu
L5VHIn3EG2N+HuA//nnzaCZUDbyAVztLpCKXi8LTiQ/jcalgnR5WY7NdBmIc3RNxjW+1U2dRQKvC
IZ7tAn7IViAumrwVYz6qYdfFXqATG3nA3ap+++ODuMw3xDnJzWpLvukxi54aco2gOFbNgT473rhl
tJyNXNmzd7z6bOnlcj9YkRxuC/pWqa0biELILnNCF1Drn2lK+6AZ0/zj62/oehRUIGytsIo58Dn2
L99QPJp50nQ4ZHaT6M6ghMuT2zeoD18f5mrZGSTSsZUiZ17J39uiepSFW4xKDpSw8lnK1CMb1GhJ
GbLmvYVwdUTxKTncvGmE83+wpC5nJI1y6gbLG0KZieizPeQy6ItFO89q0Z+EqPfI9NdT49PFXpTm
O7wnPGMux0Pbj/1EoY0hDWblzpj1zB9lk5wmTex8Tbdmxn2Ea8nqq813dTnS3CIDzC11DDPCqI+0
tGgTplN9arS6+WYm9d6N+AUpuACA1l2JYmm1nqcdv52aI9UldmgWhFGfxIcENfiDU2JUJ+uofnTh
ev3I5Ww94GnnoarWvTOd0PG8QJkLM50MwdmozEdDnfe+wquqgKdMUgaOlhrv2nI2wFSSOrKWhjKF
hVPP/mIaSzDVff2cNOV46LCO++Tk/Z4691o6BRLGCWrAHyIVhN7e5eOfGqttEYPpoaS3432MMjmX
nwsDae6nukYC9SN2F7M4waw29SdwixmHl751xcOY4P98FFFvRUTwdBTVXmdq7zy828wDfCtzoZtd
kik76k0c/e6BW10flLNQ/rWV2CpyIkUnFSl9mZXdIRlF6t31ae62R0lGcPUoCWbxvs1R3WQBNXAt
fK57hfJPg3V14qctX1uAw08S+yROzMYQtKBT0aEGJO3eCgnwdOBrwM9bv4QrCRU9mnKgnDFCFwtQ
FfKAzn0oJTp4MqpM7Gwq18uAwWCCI9jits615fKFRIUjjHxxVq9rz/5l9G4bf2y70awCPbaM6tyZ
VlSE9DjmPaHOFb7HNLknweSgAgH+2pT4rVV5cTYTp5F1rukbXi7uSMqFyiZl9yQkHpgHq23Esc7t
6OPrO+n1hs1E4dlytUbTxdQvJ40RcDm5ZmOENZYhB1Szw31p1/OO8PF6q2EU3KJIQ4Fnz2iXo+jN
MhV6lJphEutz5nu1nXefQTwbj9HQqWNdU47TTgl5432SgQTpl3APwIotpGgp+JHOI4NyFZzlYbHx
/KJZrVTmodEnpT8UmNnEsPbYf+5ff6rX82X3JuwcaOkly2PzQhvILIs1mmYIX8s2gq7O6pkOObkC
x6RKysg3u7jtgtcHvT45oAStikNA4jX9Z/MqPVdCzEAGDq/Jc+9FbDIMmv77rHT3jByvF+zag+M+
w03bhKW/OaQMa0q7lm4GhpSkHhv/x9mZLMltK2v4iRjBediypm6WWlJrsCVvGJZ8zHkmweHp7wct
bqhYjGK07RP2wieEAggkEpn/oIcfmrz+Oi5o+Jsi/topODlXwtzZRfd7lTK7VH8gAeQZt3ZTlxIe
Y2qAe5ltoB4pHkdHMSTdWwGGFEToLkpxTykStObz42mmwlpDYmJ03O4w1UZ06c3I8mukSne+2D1/
n1cUaQy2UL+S2jXMvTN10G916waFGhXNv/3M++CQAbkCsgJWwrkAfg7DcxEViXMM28jQ0DinHYEm
i1VYlymNhvrFNkIdL/KBKstTaYRkqkTxrsqRVqmxAOuttsz2qAdyL91e5bKyQ7ykggSMed09m1Iv
zoum9AJwXt0UZOpowa2AHZod89HWkmvp1lp7wDEXLxtXwXjq1A1l9PXxjr/fEERMFF5RIJJ8zfWn
GhE4cqB0hUGqVsMfUVaj4Qcj5cvjUe4h8hKZCAgSDAJbnsv6Nnpp7hhKiHYYoMLKoQI6huW2ZeU4
ExWCcugT/hEI4maWbBaPJcafH93BQL1nBuElnpWhFc96myl7laGN6buUe7FjsgDnwZW4/V1Vge/H
grxDUMwRiBbezF7tj00xvrm1LzkYUtoAJLIsl6+Oez9XSVRjrXhF2zY7aFM3XJQGoZfH63wXNDkD
8JYkUofSDBWG2+lEY15hVVJTWKAV/MFr4u6phsD8XnOK/orbfb9nynAXxRgQbRJwGHSCeE+spkWe
qyylQjnSHAfvJe7x9LmgWlVX/pz0qF1XTpn9a7bLjA4Qm2snztx9PVrqQNa58fl+ktF3O10EeLNQ
qcDnYPZO+l3SlUWjxcvKnbRmY1m5ichrpRQMQrWru7cqi4zuak49r48X5ZzrZtj5eiqqF/TmYuNs
GfG0dz/cw5lNSpY8mgifspu3rsOiF4pl94yu/zSmkzi0Zdpkp1LE3qurTY7mu+4Q/ZvjuQdMD8zd
EVhk7fpYUKd/xvTjw+PjrbWx1pL5hWUytqAaNnO3a511dewUZJqBYXdwECwRP4exVT89HkXul5ug
yKTRZJVIY2Iw9nK3o0yKgIfZlVrQhV321NeIf7RJ6AUa229n82xsXYrqkrUCKpc7ZHX0w3LpCjr1
WjBOqjgmduogpmKh4KxMxcEsHeMYaur8obWjPYL81iTBFMEGhd3B0KssI7VHI/LaFok5ZJVegP3O
HyQL7Wdpj+Kt9z2EKB6LpDOAXaRizO16Fv3cgfDVtKAFw/oEfsB50vMy3yGAbuwNOut0iSg/SyL7
qqikIJnS8IzhfKR1fUla/YfVhcbOBtz4Xuw64oysv9CgW32vpIucKlF47EW20E9Rp9dXkK1gJ43e
7vw5053POY5BpzLqpp2wujk0KbDUAJBGBau9j+1MoYRGpEuAYP6xLpB0t7NC+7oMtvhTxR0JcyMv
BDls7ykfbkQe/J+kZgzIPSrgq/MQtlafjOGiBWVoipco6eKz6PvkOwLUeLsuzVtdA7mdecaDtKAK
DlVx7ScEiFDTpG49yvyO9loozXBUlybFeVGANX181rd2jayCs2PoSCIXcbs3mz5SKb3iJhJhWnJM
iyw+VzHZz+NRfinCrEIK9TqD+ir8QG751RXVzaENlNnUAzusrhMiKnmtPBux8k5Vo6+FYp1U4fyv
McyPQ+z9rbWuj0HGabAM6K2l7hxiew/fujVvcGDUEelU8qpa/yBtwh2tTHU6Nn15sPswuxZQeZ8e
z3sjyHAtysIIL3HKfKtUQKnTeFjqBlnJtCg+D1mUBVGaWKelXfbgLVubVFLxQM2z0HcubKraDE3q
MJQKi/8HFSoRGPFifw3jMH3OQq9/69OQTh4wHpJJ4ichZ3Uc81BRzcXNzKArhuIDBfrs6KFAeKgU
NTyrduO8PYjK4hZlLXRGoZ+v4rWWtlqEtZ0e4Ny84P5q6MdENd8sQMOsAIiAUqJhyNt39cFae1gS
OA8UahylQ9lUS4+Lji4ymk57ItcbOxBxelCtKv+T5/325NW6EUIzw1sn7srm0+hE0VPtjtVO1NTk
5bI6eTQ1QHQRM3mf3XU2RDOaeaQaQbT03oV+RAh5sgw/zMUsfcTNpm+RvzFiX6ngb2RiCE+jjg/H
44OwsTs5AOQT3LhEr7Wq3dJSM8VM3ADDy1OISmkXBgosDmA+o4czqZnuybFvLS+KuCYxB83yu27Y
NButViExCiownI9W6uqHsu6X8+N5yeR2vbpgVWSRm7fbnfq6cNo6NfTIDCxr/MeulS/NbL3Qk3jl
uv/sJvPr4+F+vUdX4/1CcfCQASzPY+520zhFoRtzVFtgEZCrvCA4JZJn3k/LeOwpZsTHfEnRmnem
rH7m5RaplzHCt++QLW1d/rTitLCfFXdoX+tIWOZnAHeJewwnkSgHrVYM9+Ioo/Ohh/Mks9hkwm2i
tHM96BU11/8SeYpQEcnykLx0c5J5eC4a3hfLXub6UMc5mVOH82v/HC66ml3muLMAEyvCLZ7g/Yve
h7qeiG9GM5v433RCUYjz4VId46kzv9VjnrunSVd792i0iglsEkYTbFjEx92j3vI08FMFlVjfdGId
ja3JCf/gy/c/tSKfomPWFGl8MsIUdUYSW9S0xpq61TkHcZP7c5gVn10n1P+ZqUGPB6Gbc3GcMKjh
6aCGyje7hp76wVLrSH+p4qIL9Mipy8PQmO0f8RyG9cGI1cH10ew18qeGd8r3WlGpSNh9Ycb+TJyE
/6Qp2T+5KkR2GZNJ/ylCOGMHGEOtR+AaUV8tCi/7K8o9WJ6NXhTqEQu2wdk5bhub34YjQrICOBbE
1up2o2eLtU2BnHEvQJaWtQPwZ7SX4+PduDWKRLCzxtRE75LBqqS6741s/kjRLV+doUUr5rynE7M1
Cjc1mRdvdh4mq5AsgE84C1CioO2G+GiIyTlNodjzNtgaBdwhjyqySymicnuwRm4Wz1VC5mKp4sui
ZuO3QmTR6fGK/dIqXZ9fyT7CZpDPchcvJsqLLR5D1DZLE3nlWTbHXipeKRSuETLRj3ieAYzp7JhU
dhlQsTymeB3+g4FmZxy11Mm7r06tD/+o1GjSvV+3cVfAjyRqyj6uCkjndhHiuQJSFYJbtdGm/bO0
Wu3TnCqOg9qIZeBnmnaqL4WKfsztmJ3pyc0BrYa9h/7Wp0ACDhy91BW7oxD3dkEug9htoLeF9h7y
ffwXWgPWTjlBftDVl6A3iaIdWhEULtYo7sU1FUomJICEnZ9zGkYXwdk/5IMYdpZ1Yz4IqFBxglsk
UXGrzAXSAQCTJtSDeBqhr1ileygUp9u5ibZGcTmJnBPIYRyW228nLCsrCbh6kAwaOMICpsxYEa4e
b+CN+w5Y6/+Pcg/uG1H+bUc9KKpRvNRZYX+Gj6L7xZgsV63p6i+5qPYenZtTM6HukS95ZBCrN8oQ
ZUsRdwVTq9zBVzpvempKx9pZwI0NARAUqJjMGCh6rOJMpMS9qVeTEaShpR/HyPumqrNxTKos3llE
eYxWWw+1SQoCjs1Lnd13+6lwaUvtFuAabHHAmEqT2/Opn92sO4uuzD7YjfK5jJf2mrah+efj77ex
lAzN7Njx7JH1LjFcHrM5XcCg5QF9ygnhJ+wS9gqS91RLWRxgcgh1kIFRk7ydYaPM6VR5uRnkUfsx
tLR/ReEq0CyHs6tYP7wkOabKn06jvCcYfl5oh6Jko7+6oEV8kqwjDdjKj4bxU9LNr31rLwdt2Tv/
WyvBBQkaAqUCyQq9/YkGrRBHn1kJ2ll4E8+Le45S7Mcer/dWAZF6Pn+UJQWzmMXtMOSMtJ+8wQxC
6PSABcyqQb9YLOaHZMQY+oysZzS8K+yxzF/0JaN2qukI2ZxNeo0ayVDm7D3ctibO8wkiBJEeiLpM
1X/DKoKtRyYZzldQDBg/4+JRnNTU3RMD2hxFyk9SRcQfcA03mahE9czPDBpr6s+VLsxzIpr2P2xn
CvmAIRG55N0rw9Vvc0mWcY5RjTApz+bi1Kh2ebExd985r/eRATKHRNgD1WE+66fuKBp6SFVtBuag
RmfhwsLzEq0/11X/9mWTQwEtoRRKq2LNaJqRyc+NruIGViMLUn2bjN+ceJcLszUj0DlgtahuS5Lv
7boJkQ+JYhDrDMtMUelIqchEmeWRv4bVzptlayyIqLQIwMxo1H5ux4KkDP7cZr+h5B29mxqjO5ij
qwRzW3k7p+3+diJPJH9z6USalMlXh20YUO2fFMsKqhH/dSsyqw+l2ZcXAErujwQUtd+IXt3Zg78q
D7fhnFGhYaCGRM2ATvLtBJOiLzWnUy1SR15mHxZK9P9LE6+s7WMV17iQNzwcYt5nev2qI9KwnMK8
7b6NwITFYe500foqzjmvIeoQKSjvcUQRAHMHWIpCMuJ5RA312aqr4WPoxdXfaYt0xGEwzXw5ZLCE
Ft8ovOi1rark1Yot7StF1Lb19S4Nv9QD3p6+rohUuexENrmY62njo8B3hQ8iW9mraSNNkVidZwew
REOfPq7x1BL3D1lIRDF7jQdZan/qRGo85SF2PnhWYI0xJUnxDuO86vj459zHG34FGYK83IANr9M5
BatIeygnG3eaNjriT+rALJvdnXfV1gYjZ4RyQONc89ZlTH3AMSRrdTswE2X6Po16d8AZo3gKuyQJ
FqjpvhC1t8Pw3Jga3TUaw1ACgH+sOxVC0wfDGhLkkrrou4YNyGsrSvvb4/XbuLIJ1hDTwTvKJHUN
RbQ6YbpLJ8KgjCKr/a46io5Mg4f8fOrnDrYAyyQQsIuixNUvXNlmFLQ5hrc+orh51x2aQs8S34vo
MX/BRr366FaNnj07aZiPiDrYVhokyVJGQTqUueMjv1gYO1tyI9JwBVAVgYfKlbNGIUzTWPJX5CBZ
OFZHpOfwJOnhKFXoaLz9SmC5pNWWbMfdtQSWpVwyTqFDtp3b5yb0uqNSVMolq4d+Z6iNzw9OnUkB
vCdOre0vGpELrBBmZgXqC/WZluZu5eylbFujUFGS9TnmQ1pwe5p7VXh6NJVuoCwWSBgDzxehL+FO
gN4YhcoVtyUPInpVv4qVv93XetHldR9L/BSNqnNvJ9MF3NYeK25rFLomOgIIdIpoZN7OZa49M0kT
UEulO2ADi0zpU11NexYQ91m8hFtyU/NZuEbXfo+zmVHc5eBSZi8opKrZVzOenxxjgUwWJ8cktE/0
qf99fExlUF0FXZBR9GnAESKUsYbE146NnLyXWYFDZOd4KvFrxln+5ralhi5JzGd7PODGWpIfgO2B
twNNYk2ZFKIAn5QKJUAtPTnUppEek84udk7u/ShI1kr0ANR5MBNrZSsIJSC6h8UJDAQNzl40FFBn
KZy9dS7QIyyqG2QhNC/WX6y1OqcnufaCiOLpa1hN+jmBNPH2UaBjkjhJxh30tNW9KFox6XNIvc+R
9ckB/OPfdkZz9M1zgSfLlwFwAdh3DQpMUjTNOhAoAXCA6HUanOmcL1n29T+Mgi28BFXKGa2iwtha
M3pPaRj03VA/LS62QjEP1Te3dui6ENkoHPMgI5W/Pa9kBFGNjHYYLFCr/WkBtzxG5Z7NyP3RAWMA
bRoQCSw0eCu3o9hz33vN4HgQLRMzCdSxNT7WUWS8zKBrtLM5e97nN68eqAb5wKfKxDt49QpGcgUr
NSqxAbg19zlUM3G0G2NvV9/fegBUaI3BJAAlqq7RU1hEDSLJizCIl0ohZZzTs5jrLBj1dM9lcuOY
kmXxBIJBLVmD6+6DZzSVa2ZhEGLv9g/txuR9XTXuDt51cxSaxNDU2Nk87m4/lBd61TI6TYhIYdPj
fBE3TyriJl8ef5zNZaNWJuvWtLjXnb7UjXEFrRkFJ7vwpOpRfLaSJX8ZZf317UMBIAB9J48SYeF2
QrHuFZXR9yGfpOkOmi7cQxk6WCv3+R5UYWvtCAs8HH8VAdelJavvxr5Waa6VeNa/d5cxOS96sqel
srV29LwolXOS+OdqH2SN1sejQq4Yh079FFUed09sY1Q2lsPz47XbmhCxAYACqRa6tqvNICxdgSQ7
h0GGOB8A9sQ6O7kY3h6zMevhupZ0cxwYVhFIjbBkdBODnmS8ZH9k5fQVdLO+k2JvBSDkkuTtw7Lx
WrndBkIxiyRvkjBoakO50KfL3mtVnPiJUIvPjrqUT29fOgov3GDsb/qFcml/S7ZiRAfrDnAeCkNp
9Vk4sfFCmNhz6dn6QPB7QJbCMZfA0ttRbLC8IsUFNaCcMZ0WHHsC01y8T4/nsrXjHHozNMtRiwSw
dTsKHt70JbsxDAyhJccIh+uXyEQEs8F49vx4qM0JIYMim8a/Gta3Q5lthRKux1AAw/W/q6qdrwm4
pr1125zRb8OsgkKLTVVa9AtBoer1FzWxPiiVF19qBSvpxxPa2nccINkIJC9hj99OKNJCZI86PQyG
rv8qDCe9RMo0+m0l+hNirLn/eLitiSEZyiGiKYgKxmpDzDMeKlZhcptnpvOlG7LmzwqOT34MccTa
mZpcpNt0WNqoovDKawINsjUTq0ewD5qZiK6LY7WnmYrmz84awh9FOpWmnCEP00k4yHA+nuPGHkFY
DUIlIR04yhrRJ8YF+pEQKFeiTXYqCV4f+8kxfr55FKro3Bkga6FcrxGvltIXuQYiOojjBV80ChKn
pK/0t89FFsug2kp9YGqPt9tjbNqQygxz0dCpksFofIkaNdkBem6sGOATB9QgVj6UNo3bUZwpqt0O
y54gXFKB7emknuzW6d9+drHPAaFIjEA/YS0VZ811k1XUBgJ006arG2OHEaJsuqO6sjUXukTALKFW
8PdqxZIljZJea5ygWEzhV6MbnnprF9V9f44QC+QdwYFlwdT1m8hDHM7WsMYGrb/gx1hW3gv9WfeU
x7365kuWPx+ONeggMlW+0+3HweElzxW1xhbVmYyj2iHZwe1f7Szb1oRgyhJZUbTgFlylw12tW7ln
MAouu64fo4Zy8ATOoRVm1Tt7+j4uMBWZ1HFwfglm3k5ImZRR12P29Dy4fw6ZEoi4+Sdyhpdi5iQV
c7dTotucmhQ/o0NJnWa9u5UeI5JlYmpxqeqHyR3FZ7fRrXe50TvHx0Fhbyi5OX+71WsNXbEskwdJ
Uecvkz5ivF645aXL42RnVvcXB5sb+xUoEwDu7pD9WtMsRZE5Nir/1qvltP+gO/0t6tzOB0z0z+Np
3Z8pORYID8mC5pJfxYfCzh2vlbW7RPEaH0RRexq6ZS9ubywefSKZRYDGIXldbcFhmDzFMycnqCDB
Lwf0gq2DGKdKP1LFdHdO1dZgxGSyBDJK/LZWOQuCwm7aRbYTRNGU+wrgJj/Pl584VRtvDnv0kdnw
fCf2O7WN2z2BnrLXjrHuBjMl6YOaO+Lc0rveOVQbnwiUsFw5ClC80ldRom2wLmrixQ1A7XuHGS23
o9JW/3vzPqAhxWUkBR941K72AZf9mOQ6tQCt7RW/r/riKa/0PeeDX5zw28SBV59UBKdrQxV3nfCP
OJcrI+ZkAS7RSxuUo0g/tUDYv4yY5Nl+o88o4XjOkL5XMk7WMVvyKT7UCOhDEzYaW+fQFfxftBxj
72/muNT6oXXCpfPtsdedgB1Yv2resCx/R8Td8GeO2J3S+2piKFXo490YJ9/iqtW6A8hy5KYer6Lc
Wo+mt8rBkESSQl4uT2hy8SKYRFedEmMSz+NsL69ZEX6FYDdRlk+yD12X5D8eD7+x86EkUUiWlVEw
yasYZZZuOJhWh2OzB32vber0HCPIfY1y++fbR5KNN3BukPd4897ufOGGxhzLh5tq4pLpClU5UbV2
qIxC63481Mb2JxGjsYjUADCUdZ4UumlvqkmpBEpURKcQ87ALa/BmmWDKESDk0TGQ6we27nZCYasv
Sl0mSmDU7Xx2hxqeWhN9N3t1T4xxaz7cVVRbbTrbZLK3IwmjKPJitpWAaqt7FGhoWCCGIN/vrNvW
ZuDDSDVUiIcUeG/HoSMT130VR1fHqarjUnTlH44bVU/L4oyXx59oA23BlqMnyWOXhJnS/+1YRqMs
1GRbxGJQRCT2fmqN6utc65ip5vC1bSdWfbssPyllf0FR82s8zXu1ke3fwDxpRHEAeEbe/gYyjqbV
wLYERm53/1ph33wfZnU5uijDnvPQ9nwt7MJLVrTOcXT19tUdeu2QEsF33v+/ep6rKECzUnJWKDbI
a/X2lzi9lapI2TfXBeGP/GCiCeB9hb6Zxud5UlPzbzWfwh+1OSvLc99FaIPUZDhYT2ppqYRHkkKE
q7AU1lHpnEWufOmSWUFWNoaBc1ygjmgB4EzlK7QYr/+Ac22TfB7tQRmOdm9CEc8atWoOeV84neU7
s9MMAIBbNaiBG+jvodgTS9UwaU+Wl3j5t9Gsp69pa7TpoXcxUvC1fgqboxEmeEPbPGONszKpvxpT
trM8q0M7KV9gu1IH8BulaZd3GKrGxZekqEvxsR6X6LUUfWQFWhHa8WEuSu9LnOaTdgj1KPOuBr5b
9R/5PKvlASiTMvq5EXt14Xc8OrOvFmym8iLIGaojD5cYv5Qwq/tDWMUeOFRtGodz5fal8mKMTp5f
3Lqzs2B2rH7yJ6vQNN9SdF4FpjvgmIvYgjH7I70T5wkyRR+5PjXA9p9U1QrvTOuw90irtCnk103a
lJaHyi3oluZq2c0fnTnPmle9rcryD2VqJwNBh96Zf2ZmGuWnXNNb7cME8cnxU5D0tXacUycsT0A8
4sp3o8SZLp1V4E15tOvIMq/obxX5i5t4SX2M9MXiIbvYuban3L0RYrBJp7BPYkJxf50BRWWB6USo
hYG0Nb5iPBMBVYiGnezn1z5e7XOwptCzqOAhuLkWDIDYquRxVyvgA3Xtqudm/zWNtfGQhBLiDVpC
PCNTqb0m8+J9WGp1+IIZZPbxcezZmiv67kAI5aWHNuvtYasno8E00AsDB0m2g0ZZ/JTqzbgTTLdG
4bUOFhkzBakyfTuKqTW2tnjcrHYau5+jIoxp0zbVTkNmI2RLCBL1AOAdlMj121EMvUREWc+iaxGG
EAu8Sv8su9svsRape7yljRmB2qBHQs/ZAS62Cpdl3xbLEipKEKqE6IMeii+ourd7doa/cuDVJgFw
jWwH72kgImuJqtTps9k1GCcRywu6NAfFjlI/LeN3RMfnbvKeUtU98uJ5N43J+9mInjsXQ8luiD7k
dn5sgbH02nxB0PdcFsVffd6cMR07ZQUkiEipDrM6Ha1urvzEMHeutY3XLHBNyXoC1MAKrW5qZGqz
CUHt6Apc89tAyPepIitHo2tfCoN/V/bbWYEcWNmop4pH7XiN3yxgduEn3kZXw4p73yy0+ZlMS+wU
BLauSgaQF7UlH87rxp/XJPYUTmV0VV3casIivcR5DnkMrKBlv7dDMWIr4/5ouxJnQ/vjODg7V+TW
5mNNuSApS4DOXq1sXkdGkcRzdIVjov2TaNmg+U0LlOvNsQEMrGxiUA4Fc7c6tdTHsVpb+IAxGjXH
NGs1/ESiPS3PzclwjHjYoEt11yqZhTJqSxVG13w0I+pSFbQTX8fv9vh4NvfbkQoOfyEqK6l/a6hV
haC8LVQzuaqNsPMT9ZcSI9QlQwkw0gcn/ZiPXvzJKBE32VnH+7iEmgnkfzT2qYxR37mNSwBKc4jx
VXbVLeOZFCG7IPHpkLvuyb/dVz4ki1pCiIDn3tdzcAroVRdg1zXh9heHWtXawjcbJ/noaNOMNaeA
ZrRzyrfGZJdw0MHkki6vNskSqp21NFF5rfmMr3OutclhMHtkq5p8sD7Il+br4w95v2H4gr/EuxAi
pPi3Cr1O6hrAi0vkMExt+B7ajfqcaWW+p+d8/9UoF/CepxXOKUMf6varkdtpvUjsEkG00cN6Wdg8
m73pUqn12wshMB3hGEtDDY7aOvcu08zQ5pqhsNQIq+dZS8LpMvZZsXMENqYE5AJlXgqZqux83U4p
LdsM0ILOpRXNim9YdXKqtHwAc6bvwRbuPxJtKDBMYPYpLaJjezsU7ApFW5AUvwo4cj+oungXF0TG
nhzCXcWAshGoLiIHEFaa1KujVaOPC1Z1Hq+asmAN6CAbZrw0sT5mfmlF1XeIe3H6sjRFIS7D2IbY
htRlu+etcDdZid8kd6L0I32H1rZzqYX92wIz4ZpjZa3Bles1JN9g5r8ZvyfB1QzBCbdlu3zV8HVw
U6gjLtarmtXjcZjS+XM3LM01XnTlz8en7O5cg0iWVnq0iRAnBKVx+wFNb2n0ITfE1Szs6M8290Tk
g0PCgnqwBmpHKOK/2QBIgqBBNcDjQu3mLqfCUqHqy0YX11ZP6/eY2pZ+ptbTWwUnMDqxCcaoY9I3
5yPcTix0MTOzW1NcBV3E+knNl+JTglrYnu7wxgI6YHqJT/TNJd3wdpwGQxhNXYzxahodPRBF9OYl
bvMh8tPe7Wfkz/Yoh/KT3OSKzIyPRY0HMwIEH1aheKyLWmkHOWLjDf/Lta58EkKbLrkVIdVlaPH3
knfcIdFnkZwe75a7yCKH5unr0EHlDl/j7Rqnwh2YO/tq4cnxZOpt8keL8dbFaps9MuL2UER+YjJx
bP1sUhent+dYjNchtPGkr9XKKE5LnqvvtGTZK9RtnGz07oFekZoAj1tjYKIk4mg33XjNKtv4Wy97
8zqQ8B/fvnqQQfAdlSgvQA+3W4USi00ZQ8FiutBTfPhiveQ9bY5O/a5SEA/69vbhUB2k2ANjzEMx
4Ha4XJ/qeDJDCpuR5BI7fXOuw/HbuPR7yopbZwC5b0rWkqRqrXXKYBwjnZZm01VdpuUHaLD6bxHN
2viElm+enPU6LbWdnbg5JCBGKTMONmat105rXYyllU/XiDL9U26ore2XXmr91ddzkWNAF5Ge/4f1
/OWULlWOnHXLM9cSNbWddLrapSh+2No8n6nFoAU2Rt3eDXB/4VGKBHDKY5paKy2N22/HKE5DSjVd
e31ID6lCjPaVtoyfBt67r1PpiPd5X7YHNzWqS1XXe63qrRhDu4v0WeKB7uoFmrUUoqfceo3GRmAF
FxaXvqiy53b+YQ40L/3OpdkLuFBfdlb5vl4imbV8UoQRZJV0PfV6LFAEm9m2U9NMfYBxfNwcKgMF
ikMpovDfSI1E4ptRW36Muk68aorp1xQcysObPzdvS34DmQ0QS291M86N9O3El4dLOK3PjViw21SS
n8IKh6fHI20stkw/cTLUSa2BYt5+7CTWocE4yXTFZWZ+VhLT+B43XXUu2kl7X4ZigLuj6CdyvT2U
+EbcQ5BdGr+TBfCKX22zyktVgyrsxEuiFqfJ6NPzkIXtjv/ARignC0UdhSgk+yCr+eHHXtRc+tO1
qfv6VGpV+aF3hvFETpfs3Pobu0fqrLqgOGSByFx3apUUkzOljIBXtPY0fdLzrnJ88G7py1Rkynjo
wrgtfSOe4S8aEz5oB8WAInXOIzq7Ozvo/rsSfSWZnqIOQPz1b6mxCtDcOGInq+2P0hv+GFz7uRun
P1sYAD7FZT80h6+P99L9F70dU/733xrw+PIWHhU4cVUEB7QGl4gYRJPs7Nj7L8rbmkoHfV3w3Xfs
KreLEhyF5eXsFM4fddMZf5lZ2iR+6IbT/x7PaHMsEKPSBl5n/6z2qBa15DXoxFyxNRsPqjlOJyrX
ymGMvbdHeMmaobNl0BLill7ljEbi5GWkM6087JWnOUnzJ1styvPkunt7Y+M70VmVBQqESSm8rM4E
ef08FfHIiyaJs3NHnTHI8yrawTXJtblNFZkQWiz0Vwgsd9x0d547I1en8do7MBfyEmpo/KFW1cyf
qrhCwm5XS2t7XtxdHEL8zNbeH7bS9Lras4T9yM2UICDxrhJNugPC3twTwDCoOVKb45Dd7nI2Al4B
yMpc2wG9KqFEExz/GuCyUb6ZYoICn5TgpbdKsZl6xO1QUai6sUlt4NoP7YB0JNCwhk7x6fEmv09n
qD4g2w6HjmXjJXE7SsHzrC4rbbw2pgA7Y/U+puPZocPz2i8GXkj/YTjqzS6wFgmXkD/ntyihlaMx
2NC6r8mYui90+MaP3aQ7/wpVU54oL807423tCvTVuONIQ/mnfjueU9lIjGViuoYN7X2/Rvwl8xN3
6N6+jPz5UGhoGxP817mDMbdAuGplvhoIqTrv3A7C4jF3m7FjtHFJULPSsur58WJuTE4+i4BCovEP
dV1u1t8WkwY1xZVMqFcK4WCMw+ZbgojD+fEgGzuevMhFz4xCCDfKqiTQhN1M9bJVr2at4U1tx/ar
zvPr2Wzces/34T75hE4lWcqy2sdzbxWblmShAxm1AmSxnZ8nO2WEzE2WE64wtrQgTkb0jsfhkCZK
8n1urT3zm63J/v4DVqchLwctLONBXLsGZr6TKqlvCGX6qGjV9B8+3u9DrT5eJQowUFkvrmSddLy9
2PCNDC/Sx19vIxOQMGCyaXTS6QKuV3R2nVFrZ3HNXHc61OwYf4xwPy26OT+UsfZ3OqSe3/X2zq7Z
2pq/j7taSNr7S9iOo7hqVkqb0WiyF6zD96D8G7eMBIQAbmB/ohm+WkND4dY3Ywo6Jra9R5Lc+Bja
Wgh/qYr+p6gi9Ie2cY9vX1Luz187lGLZupgaI+01C5fClVf0+bc5H8qrmYr+Y0o3/cwl3x0Su4s+
0rx7M1JU4l8gIWNdjUQHOcnteVdd3KvbnOkqVIufo0h8c0XdPiX0Q3cSyF9qF6v7G3V7CT1EMIsP
udo3o12kpZlQb0nNYrroST8Bf2hzFHYLzz0W0aIdRGlgVpGb3SWpSu9surF3SSPKC8bU9Sct8twT
4C6VtLt3zuHS7lFzf2Wxd78RajaYW3IMelW3y1HPKeQaMx4Rj+5r39WK4qU2KTW4WXP0eiPCajax
juhH1ee84sGOWZweYLqho73WK6fFzuovj7fGVviAekhVgJocMOhVdqB1haW1gyquaW1FF8VN46/6
ghrU0np7PInNrS+7Z4R+quBrKbO5UN0Cfefx6iyUMM/JVBQVKIcob33X6o0X1VbC8ZBO8Z4K69bJ
5orj7UZPXzKQblcdznhqOnPG63S0u+ZktdgO+dZkLeZOV2tzIAotskAMZGldtMIDXF10txivrosg
RIpTn99SKdsJwxv5D+99qTzGW5skYbWJeji2yeyZ47VKbCS7JnMho+v6KvGJm9hO2a3a7dGqtraJ
9APhs7GKdxpbVgvExpVFv3nUvK9CFTPHLJnfaSRGO3F4c3ouO1HyJMA8rSJkWhZaOeShuJZeqb43
0hGRlkK3C18VsfqiT/FeC2jzqwHslaxYadEor/jfcpJa2IqWV6ksXixJeBHzkme+GLJqT0N2a2bg
VGlSQybFL2r14eCMIYE99rxxQa7ovpVp5OKDMU/fkJ4063OldPVOOWFzSPISEn/eanecrnzBzUtJ
eDp5sRZf2nEovySN6l7RPTc+dfSDdk7A5niSSAFWlALxL/Xg39ayFW1WxRMvgKI1j2qTzucaI4ln
xS7tg+mOnx8Hr+3RILACOJDopNXtoteWF9kxcFSjQMcdL+Pla9MpHTQeG7/BblF3xtvaKTRK5CMK
IBTlrtudEi2lZieuxwdE+l/z67GkRjGn5n8ahmuTyh48/bWVZzmU6eIldPDars8+ZVo3fUBhc/ov
nwqcDiEECBIQ+tvJzLEtlnqkNaIpffSXEtvpyXad5Hs+jtW3Mcv2msebiyfhqbx0/4+082py3GbC
9S9iFXO4JaVJ1MzsrtcbfMNaJwYwZ/LXnwdzLo5FqcTSd1y+cNXahgACjUb3G8BibwG+WtSa00gc
CbtpEdmDEvW4VXST2n27vSmuhSoZPOQ7Ho3hbd9F6JU3JXkyh9yd7tEuRf2AMG3/grGVFdwe6ur+
+39Dbd+7Sa5bq1VSfkUXMA3o9tR+rA0nNTKfm35X0fja/cn68WriIc/m2ISP1cNUpW7YfUjL2U9T
WQ9Hr8OVdEQl47jAcor9jhL58f458oaiX82YnGnjfJvo5QBzJOOMuRh1Haeujw/d1OqnNQFX4SMk
uWcbeu1FxQmTglY0/hExOR+wtqpIGVe+HxAeHQuXksPvV6OWf++jJv9tgvdzzMWifJbcxNavldL9
53+YslSAor/FFbQlUSWupcx1TvPCVRNMN8bCU5XAmSgBTOBSHb9qpW3q7TGv7VrQAUQXaTCK/NH5
rJXSUgZIJnM4TLG+BJEQ9mcSpOytyrkmd/bttaMIzRc0mIdTDvfR+WAiKrw5UulYqLhwfG05I0qg
Ks60l/FdHUeaLRM4yC63twFtSQrydksxO9cAtJa4VQ7J2O4EsmsPRsib9HdJqcE+bG6BrE2Mph4Z
xYmX8ZO7LtXD0GB0g/FMth603qiep7UkvyzsaKeEfuWrQU9EwwVvTtqhW33/WqjOShJPNwIgBIfD
swIsd2J/Vbri/g0CYZpFBBzL5boFqihtnBsOXZ6QZYi/O0axFH6uFM4xK/X+8e7NSD9NKioA9wHu
v4k01tLju6Ol5HjRGiMqF0+ielBydU1edG1s94pCVwIbaEjY4PjMSfugTQIWT+4CMAp2dmS2mhtE
ZFB/kixouj+o5vC39JdaH203d8yd0uiV/cnxBrHKdYQR5LbpoKpj7WoxBx3NYPHUoLP3GpdVvpOv
Xx2F4hBXLY5zqHucnzaaSq2y9mwSsBXFs+j1OFjKdE+//MpWlJxcID/wZ3QMNM9HKZ1iLct2mMOq
tezvi152rx0YhO9KVzLg7f1x5d7jyUgtlKYjoXpLRxBmF7eK7bHtBwdF8rQ3rcCLLHS+pzRr9YPb
WNr9h5zxpCQYlV/6nZs94npzig0mzw769F2E52NuryfdyJsiGICN/Bx5+6R+WdRJEVAP6/e0u64t
r2Rwo2ojBfg/nET/k9hq0GsapV1QEMjr4stUoQ96SBpsUAO76+dmJ65cORHU0D9gwpTUEbQ4/5iU
HzJ3AfMfitYbEXRMOmUIsAJdq6Mm9KV5rqusfnfSWosfbn/aK5tVvoSI2NTxkWzeHP1Cehfa7qLC
8TGKQ6862bvT2da9sHR0WjnrXEEfhYDtDZvhCUpz3lLBK7Z1WKhm/2AlUnFQHd2doS6hyYyFuzqh
jC9HeWizlqPZtZho9lqYWhT4/DWhQgqOJMZHFSzSCZWGZT4WU1aYAQUgpODLqFQkTbBP/GzUuj1V
hWsrTGCVeT22MNAvz79ttix2QkVKDVukAP0hU8ejrvR7fleXo6C9JRnMoLmwrdwizdvWmos8G9Rw
QkvvbVB690lzUOm/vVsuAwHYXVI0WdzjDbH9jl7SgDunQhsuHsiC2dOKv5pqmf+obaXHzN5M/749
3pVZwVmV9QckzTF1ln/+n1NYNbh10oM2w2Wpln/R3l2Ww+IZyV5if5lScO1RXaH8DIv+AtKRdjqm
GnpZhmmVGq+jPcQnu1SS5zyLm89ZHlnHLLH0R6O16rvPH8BJXUpn8dUkuON8huPgaE1plm1YZFF2
dKyVDjwiLN7XexdS4jPRMSfZxGlmi88RhrXAgMWpcrCb7AHI6PS6Gs7eU0xu5fNyJ4ROPIkkwQXY
0ZZ9otlt66nT0ISWYveHIndyv12s3wBimVQ/yqODwprfNeVnPsNftyd4BdzA2FKgn5SChri6eatb
bWYO9aI2oatM4LwTSRQpXKc9wDId/LLqhwcjr5wDdXjvYOVa9dVAe+v+rwkulfyQfgaX8hYxakwU
gtZa6biU13T221QdRGCvXbZn9HZ5EGX2JFM23tZUvzcHI3VAj3WF0tNX053vUMz65WDHi+thF2ou
wyGL9Wb9dHuJL69EXtjkT9TcqSFcuNnWwpwVs6mhg9Es+QTWqnJ+tUsm6sNc0PrdieOXo5H+wkHm
iUSyBjvr/GDQFSoLosJH56J6NPpV/zQQqlFTKXfr9FfGknURxGexWZei1+djWU3smXEqqtCdsuTJ
tjNYp2WRPymrru3c9JcRjUwbeg76aLw4kR4+HyolnE2scBVWatMdrHruv65D3n25/akutwejIO0L
N0BS67zN9lD1poxiOJyhcLT2UFa2cootdwzdNVW+FG2n7WAprozHs5nAws2DxeHWXE4ka7QMelqH
RtubCP2nRr74yhjj7g1IQGRBbMHsfLh7kgzG+wH4kEwUNyce8nhTGMKuuRwcBG/7dXjpgVcco3ro
TqK2o539f/npPqRjmKN0y4WscP7pcpEMlIrpqmG89iMzeuUhXpr5eHtSlzcRrTApMgZq2kZwbrM/
7BJdkN4AlaJmnRYkKAx8qdFaeSzj5aejJXns107pHuk4f7s98OUZIHPgRctLjzouXPbz2ZWxqUeI
rwBDKMpxffN4GP2eNdoyvoOVNe4+BQRobj04QRLDuT1wszOlFZRzanZNLEJjSZOgoVS+86y9/GD/
VzxLvm3BaW6FkfNGgNJykzUspzmeD1By3CxA0Hz27t6JkGVBOICoB3jDw/J87dJoEnghDXqYzXNx
KtxkDDonaT4JLEgPI3flznvs8luBdgBPT1MZeRKqg+fjKVac2VgQGWFhK7qHlapR1sEctY33ZFam
/fnenYHXAscMSAzFCCRRzkezWkDYGec6dNpOD1YkAR5ia07e+lxVdhbyyi1OKkSqDNaTQ32hmN1O
vZ57S9KH5RjlT26mQ6ISSf9Xr8NXR6UwHQ9V7ygHCUZ7F0OdllBNjMU43p7ylZ0DwhgVYkmkpAqz
OQyKlyUKfzKAfBDVoe9zobza6GC1OyHl8kMidQW6lIRMSs1sX5mpHmVlY4kxRG3IpAml00YEBa88
J/2k7dwJl3MCP0WxgFoS9BneY+efEUiFVgwoRYfGGnsHXa2noyA98W+v3OVLFuU4yQmllyGJaZvN
gvFSpo/Y0IbNXCl/TIk7L+895cBH0U3x70DeMgWRZWvZs+uQv/489YSjRj0EaiEvBbhx57Mz7EZz
2qqew3VqtMeuHqZH2MHi2FVCvCtoKd59BBF2I3DBXgfnyd13Pl7viLYjxSOCJUuBHEPWP5RdZx5S
eDQ7qe3Fh0O4B1Q9BAJOBQ/bzT03lrM1weIxWFJkxEdtch66MRX3bnk5Cu8PeGSkXVzi5xNKrMJu
wSwZIe+kfzW3cX19rO++3RhEYgYlipTQtS3dUk9pUOtMbYiuVdL8XhdOW8RB5iRF+qgtlf1PMVTe
/BaLXpRPojZydydRubKWSPoBA6Y0IJ+wm8jZVFkrxlyooUfP8KFXFTcw9ETbqTNebEYpkS5d/qh4
GLy5Nl8s5mhAM/TUcKQ99JqaM1w4Tem6V7Nt0uNiT/F073ZkKqBZyV4pvNMf3RzuNBprHDRMLcS9
IfmJh4/7uVCF+1ZUuvjj9gm/soS8keUnZMPYF5JzvcVDoI5cLRxa7BmjpQf5CVFn5+6+soR4e9HE
gguHkdhW4yY1i4gcwbFC0dnz1yRVtWCuKuWAI2BxdCYjf7g9q4tITCOGdz9pgk1SzmP8fPtHfbJ4
09JZIaLctncURq1RdXNrUP/a6ozZ8+3hLheR6xtAB0UhnooUN86H89TG6PtMs0KPjAEXxVbHfBy2
UvPzfxiHeEjPFxQmChfn46jpjKomjKtw0LLxvUhbssi66nauscuPRaENyAGNSt4ahI/zUaIGpmtd
53bIwXtu1aI/KFYdNpqrHLKs+XF7Sle+FDeMTXLMvSxpMOeDqZHbpG41WtK+Oj0YnpLja6mXyPY3
e0yjK0PhwkJZlvjL1bJFs8VR73qjvThhrgAo+qswnBL/i1pFcTodKEvtJFpXlpFGIFAfKie0Bbew
vWFMHGEhDx/a1LNfaH45ra95ff5oxyrw9L5V9loVVybIIpLVETH4e/ukqT0yKNuu3dCuhumhV7Lh
IcpxM5vG9m5EkexmSYoCMlxQxLYwz97OrVpdJoZKezw+UGgzxiOaNthwVlWu7sT5axMDdidhKZSv
Gfd8kyANUY7LYHuhHqGgMyjNb6mT5k+dru8c5CsDMTEpSceVCfd/kwekWhvb2ThGYQFFIZxTd7SO
fdu138w+Vvbs9K4OBtKRvwBYgno8nxXcsrxI8CtEjcKuTT+N3OEPpctBc4Df/vPuYwaGTlYpuMR4
FG4mNiWxmpCOR2GmW/NhrurqqXWAyCqtfbg90kXKyBOGkpkhqXTSbW0TPQDzN7XTaFFot1X2g7K+
dUJ3XTuWzbwcuqxfH+vYS55uDyqX6ixflINKrUKE9ymTbJt0a5nb2O0yaKEY+oNw6N+mmbunH395
ookf0ktEldgocLGbD5YSncbR4hZbiz+qaf0OnBoB1ap1/CVt/ro9pcvdwWCurM9TyYZIsNnzWew2
ypAShWOtiY5aY5XPFITrJ2PNkh2Y2eXqyaEkOgTkI3VlOe//1OWt0euHZVIsaNbpqh4j/uUMyphM
uG/P6dpAoO3ReWTxZMvhfKA6NpM2GnIHBrm5POWJZT0RYPZMTC53IH1UCmWyMserZRvnW5pT8+wW
jqxE5D42mIjw13/Ouvps9d4nSGPfb8/qwzvwfPfB84AMDCwQmCpsqvNpFUpjp2kzOWGqjW9D1h6y
ekHBHuLbePLU4SE1O/SJKE9Xq/fmlFMcNI6xR3SR++HiR5CnfhiqEPw3JxyKGCELmmpoo3mHe0fe
5IFOdfKpaBPkMCuEmA8iqRc/csbhy+0VuLJXwYjLfEGafvGCOl+ATCim1UeVI/dq64OBUZ6g1aPm
1oo9u7NrQ/FRpWqExPZcnMGqTXDCXZ0wAw3/4urCpoRGC7CcIm0nkl3ZrZyoD1YjiLeLmJnVpYNp
DCtataL9u4Dv82/rNHfLP5LOEU24cYBLsXibteNx1NsVZl6hmBPxqXKm5K3NBmUnGbmcC2NgaUhi
wMlDN/P8C+VRveaWWLIT0r4GbCtmpAZmUk17sotXBiLhlnGSjQjkeHPEQf8249Sa2QlIjYokhJIf
EADU/Xs3HJVpCKcMAp4OG5Tz6aTKQhYeW9mpn7v5iKbCGgyjqT3S0Wj/h6HkMwKQPcDRCw6EkVQL
SnaVOCW5o4mX2XaiMaCpsBpPZRMVe6TwyzuGEIIZLRmB5KttVTqHAvFabmVxQtmisv21M+pAaS3j
Le5yEHsFadDdQVmOKEWWyDUIYur5WuJUkAjRTOLEMrfYzHvLMeMBtXNDX57b81E2RdVI6NBjtF6c
QEB46Pra6QG2ZO/XTZrvTGhvqE04rpSmalP8Q06qVfcnd231d6MZuk+Lswz3Vr5pWGCQjZ+sJaFd
W//O0ql5hBkMNccolsXZ5PgdeNydQHR1T3CtyGSbDb8FcSoUWbOqV8VpzFTFx9Lyce4dxEHs16Ht
67trD0yJZwt9C9la3kYKLO6srKsNcZrIsQOvGJdjFA3pi5tNex/q6rxsCaQg8bgExVVzNReELHFK
jfUtz7MDNPWXIdGsoB2jPRry5f1I0VsWH3RYpxKCcL7Nh3EpnJLy4alareS703Wr4es4mWh+pnWT
4Y+lVNPw5nGYD2vu7AofXtuVCNnIuRLtgTafj1+rEAaMIhentlEM9r3dt4EAJ9cHI1WenSNwJQrL
NhpZCe50EKLln/8no+tx3MjbjDPdo6D6RsJdPVJcjx5vR+GrowBlpmuNezO41/NR7MS15wG3s1M6
zR4G3Wb6NPfjXpXxysKhjkxmD+nCoSK8ubqMRdWprWgE4AplrzRyVkSmIxelO2eXhXZtLIkYkRgG
KpvqZpMklVnkcb7kp7FZPP2oFXX8pxNF3eovo1fNwVBX3JulY8M/a5Df/beEjaQFWuGodOmRBH2t
FGv9d2hL763KXE/xudtV8+58HSg3YmeEAqIOfarzdV8HVRuUPBInQYnrF6Dm5jhNyvDn7a975XSC
c6L+SOUT7OS2uJrNSpOi+ihOi2L/Loz0yQXPeVjxPIyFvveRr20lakA0f8EGgEfaLHyTJMVatWV+
SnS3emiGSspGLIA9dm7zq+PIzUquKpmcm9epzUbVhNvkp0aJ8kOCnLKfOKl5uL1017YRek5y2cA8
APg9/0BNMtVpP9T5Ka2Nt9lUFJx+2tUfl/j+FxWPejAOsnUO6mzLJqssr1Wm0cxPyiqmQ+E5y8NS
JPPD7flcWzXpUy51W2SWsJlPXtZJT/0zP5VeVxyKJR8RZzXMX//DKFwvBEfZHdkedG5QI0E3JD8B
lKweJle0R3MA9/P/NcpWLY3ir1rrsZKfYHinwTR2ZKn9sqevcW3FZFNXesZwh25rO07MFJOaUXok
YoNqFDqRAN3t23O5ss943gIu4G9aV9sm4GSVijlUYnlZirjF9g3ng/FVFUbxdZljY0/f+epoMujI
9pQKIuV8VztJmpo2Kq0v3QTf2XdL0w4iTRiHLjXVn/fPzJZAEAqaPPW2+iSJlUcZXZDlRW/c/hHU
sMh9nfX8qeXJuHONyd99/nKWfVTeI6CvZQFkE3tqdVrKsbbWlyQD6g2koBf9aXQntT4KO0rNo1Dy
Rg1c/F73kpLLbSJ9VmxPIlDojGzD3pqvlQmKXX8xcUr/bk1oIGYWjIfbi3k5CiwnZFTZKx6g4G2x
VrRzy3pisqHH9vqgR0v1rGpjfS/EC9CxzAXwWJHSHttcWNHKdo3NASNHNC8+VViuPw9KrT2gkr53
T19+MflWlgJ2H8/ALXMrxk9xmR3p4JcXTmDUdvGnrjTm+2DG7kFbFO0vezTuBukxP2z86DTS4KG+
tMl2dMjWyyyYH33MdPXtwRsO+sLnC8YUBL0zjmOyc76vzhP2J6VUJkp98/zEuXUEYVd6gRvppPrx
7CQQMjFvaDHMfKCmu/iZbX+9e7OQW6B/i5qOYV40dYshsvR2wo4ine3ppEz98M5FfLcNGWV8qHCA
HWWZHaTN+cw8+nJOUaiMkijgt+1UfzIitXm8PZePMHF+tFFXwzOAC1LSK7b4Bc9NSzVWEFDPO7Ob
fhOJkZeIdldt97UAQpc+y3be5Bdp1Y9+BL1xmII1M1F9sxoVWXIy8yIKOm2R/1lHp/nNS8HehmrS
OJNveGWbH00j71sfXL9noTqYFkMAsF/sXVuXwZeZsBFkqxtW9fYKXhGiqkyHmXSNgXEbxgXmv/go
42PaibXaVWm/EjLkSwkQulRUQr90832iofQSq0zC1Zpt9TggatY8eWrcuI921GnaaZxQzg5HzRy8
byjnlfEzv7CgArOmVPdRxi1LMMmW0gTGggFv4VvRssYIJCrTV31wBiVwFyMqX9Oh1fu3XkRTFrSd
Oqt/pHZRRM+22VQT0gKI/H+b+sob724pScE/3kcULjVa7Jugby3t2qidKkJRF7yj+yV9KL04f+so
ox1v78LLRJpLE6ISBW+Q1CQ252uJzwmSLlmbh71nzrC+1vzYtq4KhoDdE1Xr3dY1oPYhZoD+o54D
cW9zttzaE2qkr3k4Rm1bHFYryt1Dj3XFF13PLHUnn/owVDg/Y7A9EY0HII0nMTLy59OLaDjSoWC4
AhOMvvTXoTGGHy4gPecwCArdpY+2tedAuDGRAPO7rLPiYLJUt/6EZTsoh0wb0l9GayNeS6e+sx9E
FmvGKZkb1GOwy/DKb16a6fOhjh39H3xoowJKtVXCuY8NJTnaPbXa33Odx9iDYqzwMuaEp/2bVY7e
P9SbmszX+T1euA6L2j3mKDiPO9/44rygq0DPS0ITuWjhvZ4vAiTTMluqMgvHuTf9xVGyg/DyPaTg
JaAOpBf7lbKMZPPSfz0fpqv7VRgmlLcWf5Tj0moIJ1ul9ZC1UeGPcaL7mN3gh1RaCPDQXXzsljXd
gcNcThVqL37QH1AYSgyb35B0VUl6CzQfMQb9WZui7jctSbrfbh+ai3hHWQ2JKYlQ5H0Dnfh8poOH
rANiFS2yoFF9WNylDrIi0h8tNdnrnFyZEMxMbnaQitKZdfO6qSqjw/rCbsM613/1ljCRcMEj5vZ8
5P/k7JQwH16dlKJhYssC2/l8RJHUbryubchREOaxXjmih8hMLeOgNN1kPatUDuzjRKnjb1p8YvG7
zlD2bhH5bba/Am0Thoefxkw3UQ9Bra5xbOS2i6aq3qx0zB7nrJgesWW0AO0OTvxYzm7+j5hsdQdo
dBEFeaVKXT6oBoCaaEScL8BCDdVsMWYLo2T4PgpzeI+G7pvVuMaLmiX5TlSS520zUenxzY3JK0za
zZ+Php5pZCpp2odK1dpPkWpAO6+zCk39tCqiLlimcuS93LrrXjy8nCc0TtlnR0sPDPFWIgrtPAsL
IwRQihaFzufJEUy30bXkYWzGOn9po6ppdqLP5WdlTNkOISOWOLjtYSlwduuzaA67dSRryctJUV/L
Fo+r9NCpjdu9jlG/VO91nYhvVdWty8Pt3X15WskTeLGTtyGKRfHsfLmlYoc2zbbUIdKs7yL31GdT
XaFd4W63c3Ffnlak1Am1aC+TpdLmPR+KyKjXcYQcUK6n01dzyJb3BejQzmPmyorKYgegUCi/UNY2
E6KHpbRqThS1F2EpASJfau8rDiyWY1mNSxtiHeVEn1seiaOvUmktdqLs5TYi8QJJzA6GCIiwzfk0
h0Ezu7yCsQqXVJGFEGF3QRXbRfoKgQiRzhbS0B4H4/IzykcGTxtEZdGq2CaZHsqB4G27NYzFWB3i
YfJ8TwUWCN/j270bhuhDERzWE1ZAF8718ToPqLBoUEhTy35CFKI7Go0WP2r1bO68fi9DAV6ZtO7Y
oJxIXtvnKwnOzSzF0mihk1sROl2D3kFmWfQvpIbpF0Mby7dJ0ZKdI3llKTmHSKtCwQdTsUV/WWgg
LWsPaNSbOvcJ8Y9o8ee0aT8nFfqJtxfzcrOCVmI5pV0roW4bchwpgpY3lh6uBYV0fCK0hGd+ggbx
QyPdxYM4EcPwbmvF9DOeKm2vg3hlrrxMJEf+/0ITN0fSiXQBeVeNQ1NafJkLnXg8hObnEkPInXMJ
uJfPdR7ZP+oM0mySlzE5xvnn1MZ+Kdd4LkIoSGP5XiljNvhxZyWr5ts9CmwvcTuu2SHWtK57Jlyq
TqB3ian8npdpFn9tBiiooQl64OvYIUhYB5O9qmiZTWaZdYfejdb06HhSqzb1sjH/Zkc2fdcx97uS
B2rCLvrGs7INZLIbrHNsOv5gKuIBfYziRXC5uw9ibrrfQEEogbCRCi7G+A/XTEZfpAg/YO3t5BoS
7ihC+ObYDEGVW3nvd6ItqqCYbOfQ2cvfjbCqV1qZjvikmalmYDo1Zm9l78xPnpWbz11vRdkhqtUH
R/HW7ohNXgbLfO07Dwgecri+3UZUa9Xa0LKGH9+6n9q8Htug8Jp4SnwDBK4bdIrnvFiYd0LZ6ZdT
YejTEgzDovzb9iN5egw5+Zf0Jo+COdW8t9LtH9IJVBJS8I3vDlr+W9sbvO/cdVyNwOFC9eO1SR4N
ZCaHgPesa/vIm/0qI83wex1B3sierKNLyjj7a12qC3A0nDeWyFhBOFn1IXVijomLkpEfRfYcTLiC
DEFf2Q/GkqMdaZbqweUaVQJIcEDNywyf2r8G/oNf5tJg1Nm1izD9wdNFGRhZkmRH0Q7d8OKiYzUF
CCjWtT+K1XOecr2HVG4XkdU/pvFatAdDIEdyxLUj1p6oMkU/THVO2gMfZ+AEl8Mw81OTdS38pEMR
IuhMVemfBy0ulwd1KdZuJ3pdXndAaj4aecABeIrLs/efTl4j0qjLhrgKl24U0YMwHcxuutWdDnfG
EPq9VPjh2sOZBlC/iZKDWSbuGGVLWJRahL290fjZNP7t1cL76hgLJNsqMj/H5XR3DRsMKaQnarzI
KsL03dy062DNNW6WUC86N6G3BrDiNz3rMtOfHLX7enuWF6tJwgCLDBCwiVwPwfJ8Nb2k1vTJHMxQ
oSx7tLLhe14We1LzF6k+3B8YjBTJ6TMhvrRJsmN7yVQ2ncuFkyJMaVB7ioPVXDumtObuZ3Vxqyhw
zbFlM9eKKD8pZa0mOxmwnMpZnJS/AjdZfgAYuAuhgsqtDIXurBvOpksLP1Zpanpt92rVGXbsHjaa
t5f24hIgFgOBIOPF+ZrYvElYpmno0cgdEKfTOiRQnXhO/0rKyKsPdBKaz7cHu/yOoLhlmYOGulTU
2dw4atM3akKJKhz1UgQO/LnDXFZ7gPGLUcDzSwlbaUEDgHt79iiWW3FMRAy7KsPS02ziLoGtEJXe
zre6WDtUHnjqQlZ2GJGH0Pm2NKp8jKKiskIFtzE7yE0RfxtHo/2nt+Z0B91/ZSwA29zUEmvGcd8E
lMWqxmRMXQNPoq5ZAxTfOvt5yXJdO2BVuis28/EpzvYhGDBqOYgXkq6TD21OgzLJwlgxUDON63Gg
Zjp6ka+KYpjevSjB03XJCu8LGJo0fdIbnaK+tbrF+GIV1tgfWkw57NcqJil9WfG+THdW/iI55NfR
0MRJQT7LWZjzlXfbWLRkNhBFqHYfsaJKXttWnYEuKhUVrdmpX4sWOtpONeDicMrCBhtYAq6AEG3F
4GaagzEWZXa4zInzWLRePv2I5yZ3Hoc6GqsjxYr1XtAAYuEkpFTD6eHi6bXpJRiZEPB0ayUce9MO
u37KXgCu3l17pFIDbRY0McJCIPQ22dlgpW6rRRlIffxe+MxW/80Zmuht9XateC4/HQaOWGZDCpDs
my0S1CuGri+dxuMhKPIvw+C4j0nZuw+NO3UHp1ejf2yxp0tx+d0+3C24IOmlSc2w8+0y9H1aL3SI
ADAnxhuvpRxztElz8oPbLcrymCht4e0E1ovsnuoqTXGwHvJxzw19PmZJs6I0rckLLU2rv/fr7DwZ
aVsEwG/wZrbjPH9qRC7+rMteuzf5+BiaNpDUmUdEcHM6imaiEDuaXhiJSD/iDW0cPTEb/8sodNSo
9rGiEK/PJwghK+3UzvLCgsK1PymR6Xfo0uws42Xcw06PYE6vSVbF3c3+n9WxF6gwe+GsR1WA4JR7
aOupPdkVNfI7byeWjQF4nlAd5R83u8SpZ29cbSC9XZFpf1JbrF/Lskj+vT3KtX2BUiuRC1Qq6GSZ
hvwnM3SSqupXT+5/auDrLwcnj3dj7crpV74kbhcoDvnvg4muCJqHilb8uj28vJPO4zrdcsiX1DRJ
NAgt58MvdTWo1RB73CNRGnQFZiXqOsw78fkil2IpCSlwOxgDGrL8Ff+ZZL7U64ROiRvm6GOYBztx
OrBzYk0Gf8hVL/NTXLH+NOq+WelVwnQEJSCmPZTNlV8BKsUks6HqjhLH5giSokJW5JkVdsPoWkd9
mMv3QV0X1U/MyTsZ3ZB4fp7p63pAITzRv5tFghXx3QsupXlpllISwltz02fRlIroMHRe6C1peTSj
CGUxr+x3RrkS4QhtJCEUvaCkbevUSuRMtd66HEZ3LH08zH9WkZb6mlH91Bbn/nuQHhzwd0KmbDNu
87gljfRsQU0UjtyovkHniJ8A6fZvRouZmmNGe0TNK0FAlvpJ5WTzGXLj+XaqRZxQdsuicMT4DikC
yEnZlHq+09rrTgHvY6U2B+Qjb4QZguck8NbzseJZRVUEt85TN7trdxDcmVLuBj9UPxal8Xl2RJQ/
2Ajb/jtWyBG8217ipr7SoZWaJ/o4BomBrv9h1KZ6/F6Vomu+qasgEU1QyC38snYX56DGXmy91yzv
/K5VONU/rqYz/yLrsYrHYiyH7DAi/qGehqJ3q4NYIlp0M57iw2GwMZ14KsYGHWtj6jCF0EfOsj82
bf829UpsBpqzZpovvCHOPplD6YCLsVo7faxpZ8yBBhOjP4xgJt1DXkSGeZy6ufwrd9Dwf1zj1hg5
pOZYBZ6iWT9GXKZLf/J6szmoMFFA3ilV1jwthr1WfuPZ8YCSvAzOmljn5WUqHWR5nZoX8M4ev5I5
fNAXiV6kwAAQzr8MGRlQzZo9DvF5OaKAMZU0CFXxOgzpcBSusX7SIuHGO0nflYgJmoDWB+QVWbna
bD4xIVE5Jb0Sqq2Xtt9UfEXYCpOuFDup3pWbgZc8xFMpAEBbdvMUg4A3JVo7xqfEjZovRTNG6cGa
+iV/6tvIFYmv0znsfat0G+fz6ELZ2ylIXpkpbzPIQIh702TaEqLwfnRGp4nhAA5D9q1aVPNoVKO9
Uwu8Ngq8SSkgLo/0lnU0CxvXUw5UOC1mfEyTOQ1Ms7u7tYECBg9MigZkQPQCNnmD5zWUZzqohd3Y
lpOvO/n6hNrNHAdKU+6Zul3uTC5S5oPUKEQukG/nOxMfRHNqqiI+dfE8nEbMkg7jzJ7MCyN5pkpS
/cDjas/X9XIdYWyhDEnzmmzlgpzfrrOXV6MbnzQePYHXtzHpUXM3JlayoBEzpPwilXW2yFtBnb8d
Ezs+pW2sPZuF2/3u0WHwE32i+Hn7qryyjORFtHShefOi3sonUv6NwfsY8ckUa1DZ/V8olOCSUvXP
NqWWg6vsHLjLa4W50ToBgikFRLZKeamba0kUieTkTa4a+3Ge5gG9OvOb15DM3p7b5QXNhULvVhok
8aze7vpYVMraYEJ7snqHRsY6/0DX6e/IVkcfLtSeP9EHqPP8FqM8g8EZYGaqkDQYznfk7CBOVLeR
Ek5uo2XBIIuEoW2NsUrIThX1ZyRGIidK24kIYkBDCDcD7aoeR4SZVL9Lcs181IRl9ceezsdPRIJp
D/STXqGlVPWuEtjmUtV/316kKx9ESinxe+n98ArdhFobzXPH6BobaXf03elz/50BYXpJ9XwnC74M
tZQ1YAwQzVGKooJwvjyLxyU1esIOe4ADUBHp7nzhqp6nIFFc4x1DhSGci8b+1JhJ99ftSV4bmzqj
lLmETXlBghtbdYBRBUPYjdXT5Ix6YHe5Qa9Cw0AkQzbtk8SXvoLFqu6OvAhPSiFfJJ8/6jrns3bN
QtjzhNAAb9/0Iett1Y9Kz9vZ6Vc+IoIhbHVaPaBqtsCilf7m2MCQDtPUsV+LRaVpAQN7+gHdJPp+
ey2vxECZ30Nc5DEj8ZbnM2rmXGc1bYeCzFIe47LsXmrD3btLro5CyQdGDoRCGDObUbK5bMo5ccN6
oFdTA0LgO5l76c2VCEHFkkY8vnBSwW8zl84A+9WhdI/DzPSH0qyf51oKLfJ28I0GMc37V44TQEgi
wPNO2yQbSVZn1hqPbohxr/s0VJlxrBVrD+FwbS8gEgJ7ir4/OiubUepRL9DGbKipW878+0KXyOXB
60/IQvx7ez6XGCsQVihBgWL+4FRsXTi9YortStHd0MTjovYR/ynzg+cO/XNpOUN8MFox/ahG3pk+
iX9W/R/Ozqs3biRdw7+IAHO4ZSdJTdmy5XG6IewJzKFIFtOvPw91btzsRhPaxe56sTOY6mKlL7wB
EFrXJjvVRh7rcP+33Nov/Azc/Zb8F0zu5X4ZKrfscjm751hRNLK9aNqZduU+3B/l1rcl4qBZARzS
Qz7hcpS2iR34NjYT7tPeV+yhO+VhKX1nHrbyr1tbE2g4OeyiNkDn/3KoNDTGujao24OJbP4qXLU7
670pvyFsqftupXuf7k/tRiCwuKmSNpjEVZy5y/GkPg1WntcebiLdPCwUDPFQzRpIirjqXmnOFrtY
1u8W4F/kGsidFxUCGghrhFzSapU2jos4ipsibxRK5Xmoiurg2iL6H+6tpQlOJZ+XAO3hywkOMDPD
OOT0zT3t0kjrnF0711sOdLf2IS0KALP4iCylz8tRRBLFg9WwD7WxHZ6UMosP0PC34tBbm2MRtVvO
HbypdacgQvc2qouR27Fntw9l0r8kcVU+j45aPkRRWf97f3Pc2vfkxYvohUedbi36VuvCI/floKeE
dQ9TpFlfJhVhRDs2jeP9od7WYRVGUT0C0fjWImOKl18wdpFQCmfVOxvWiFEcPyd/kV5naP48D2a3
KxxHFh+aptJi31UMdBJ1IWbFjyolfUHdz/ja9XapPU1Zln/xrDT/GpnW9L1GguV7GVbTC6yV6Edq
dqm6q1rlG6VQ/ViEKaCD1hvq0xAKa3wwuzovDjVe0OjuZ/nsHDgL2nczdzt137pph+NOUlBb07LC
3MD/vZHe1p9gwfrQW0aKkfv18hM4EcxNGZJI6XnsesLP81GVftoYAH4Ry7CoMtHRG6Nfrp7bxs8Y
G3R3b1SWCYkyAexwVtGELXnDAGp8HvLBFjuMzKIHeBk15kdNOdfHsG3T8LFUuzZ+MXMl/+/+Mt6I
uJCDgG61cCMWRYDLKeixUwJN5qYc9WIGYaBHGiqPw/jQVFOV+XUyuI9ynPqDplfh+8sHBtVebk2A
xtQB15QoFdGquaa0fHYr6CdeihoA8fb7gweCBnoqIJaIaoG/XU4xyyzYQiP07zEbZwpjFIABSOiy
K/ZpmdTEsTJ/f/uThx3VKnSXAIledXIcp2jmcoygF7ZUfOy2TE5pJRR/rPEdu7+C13cMsGnuFprz
QKnVNaNGxTC9ULFUDlI6OCDwp/YAcFI+utVo7KssHzd2/fXNCQoVtLTKqDgKrtFKURSaXjstnzMf
+0NMrXOPx9pWnHBjVjQAUIWjk0nZZ71olTap2VTFeWBlyYRtpnmacqpmYxEeFXd0NiK+W6OBbVtU
QTnL6AVdbpGB4LXy9Ao8gZbJvVCb9KiXGqrsmvhpF1ZzvL9kbxzWy4sDiWZ4HvBol+LBWmYyG8m9
RDIUgWF0enqiUgHcSYFV1z6EplukAc73Vf00mpAJ/HGGE7AfJsszd7Gamr8wRnbdw6BWbX6w5wa4
j9NMzYcBcgSQ4CwdfleqUTUUM4vEoTxZjMXvide72buDbH+ZNSVcJAKk88XSeC72xVh5yV8xQI75
hchiavYQVTL1oGdobB0qJZKfZWNrwhfDpDd+MWZwdAwxzv9EbPTen/vOfbGBkmL7qIv+izRNSMgW
+VR6sivIu/uNz8dqrL4eqROpAOHz4q66enlGJdZnEwvsgLZCvNOMud8XVTEf7o9y/ZYCAAYtu7R8
KROs9cU04Bi1tEQZRIplfdGV0f0aDmH1vTOTd1PFKdvTCeXflP0IFJYj90dLSPdGLiUhy0CNdMtH
dCA9WJ26pcNyc0K80zQ9aRRcaekljvRysJNlMKFdf0Q/MzmUwPyOhdyM8m8NBet0YQagZ0Oofzkh
RbETJJmaMoiTcD4pGH2g2iqyUw0zYmOZblxHZIZLE2kBjAMBuRwqLr1CiRWjDFBOlcfGdsOjSU14
Y8vdnNAfo6w6k5Sfq7QqxjJQECH/LQdgH23vaKdRn9KN+/XWUJT5FtQrxZ4rC5M2KVsVSW42Q9t9
xswRU70uinfj2G+5Jt36dLxNOJUBBqLssoq0szEbwP1FVRBFenYGHJDsck/xnt5/jv4cZRVhNKih
iBa4X1AbdvJlSMzQd7N5DnB07DbSvpsT4gjBvyT1uyIqREasCgWP+MDAKNsn11R3tpK4p/sTujUK
A4ANow2GsNFqQqLvU7vXjSrIczs8KPgTHZqu3HKnvLENYLQwDcIi2g7rriUlgzgRpVYGBa0mn4b4
8FC4zWcRKvm7WxtIyABaBdZHh5+UaHWCNOpDnXS5F8qxT2iQatFjlEn3/fvgYpjVbgtjt3OtVi2D
3s7/0VJHfyAJGHy0u7YcIm99OvAQVL1geRqIy15OCK3DqpmkUgapTNwjFKW626VGZL2AwEvdjdDh
xmAQIEnyuFTZ5mubM1BRSZo3dh3obt6fkgQZlaoW+Y9aOFsSYUsUsnr3qOgharW8e+y+ZWP+8Uw4
beSlnohFsEhxoDY8ah+7brLPYsq0nV4kVpC7jbkVq9wYdNH2XrRRdQr8q9CoqoQTuX0nAmyBlf7Y
2VEo93Hr9a/3T9U1IAEfNSo1C3z6rSR2ObmcrEhvJrvkXhhfxlYgtqn+yuoKKmX6lFZG4kfT9Ipl
99f74944zUt1bEEjgf6A7HM5rtsq05iGbRVQtSq+iUkmL/julIeNUZZL4XLtCFnAzyAjt2CR11CH
xJ6HPOZEB8mUdPpnvZztaFebvCnUFsu6OblqmMpPQ23E5rO0QM/5ndlH3c7jWRsDPIzT+IM+0z55
6gp99J7LPuqbT5Euk+p5DpEi8+dxjlvU+WX/Fdi1+Nvz0jR6qsw5Ks42RVrnZEg85LEPtWoipogl
P3gCfCKwaChQZxWgsrZTh5YMbJBq+DMezML2VXeK/nX6Ea8kre4r8To49fxJt4q8P865qXzOKVVh
NtumyX+eqON+b4ep/l2ruyHeN85gy41b/vrE8SnBIGFgtEAN1/0bBXleetJ5FUw5tHFH2t1OWnAb
ssysNg739ea4HGp14uJ8brrETKogNpzsgNF5dxDQe999xBiFovaC5uLBX1dSxDgimOgJXsgwUk5a
ahi7GneY/2EUqtq8XHCa8bS0Lze6NGWcYPQmuCSm2XnojXisUZaY7HTjoy3/oPVW59pbHhVyXxLv
y4FGtlpoNWz1MBParnHHdi/GATd4U2nkI+7Es7Zxum7tCG7ghblLaZkmweWIrZsnfUd+HZhx5/5j
Oan4alRdpfoWrYiNz/jWab2aHmhTXHaIOq9Yn44XZ4bSNQK9AGFh32dlbf1pdOt4OpKpNd+lFsr6
izuhNEVFytbKfduZ03iyQjf5JpKiVn14yGq5d0uReuDn7Rn54rmJf+TQL7ydK3h7d5AzdIO2rmf1
u6yb8+GLbfa543d9Z7nHeAZ278uunLzPXNzZdDKRa9V3kYw6CMXUxCbfdBPLPHWR3Ui/4hKVexya
Z2UX1Zoz+Vj96dW+xIAscn2XYoh8VJ1xzvZ6GafZu59+CJSwDhFaAvNGG+JyffgIi2PRzPokSX2g
SKkcMi/NfB66LRGEG5sPvMHSQSSvBgKwSgcqODh2V5siaCY8PvK2RxW6NXo6U7N6mvPo/dhzFBeQ
lkd5a7H8XUuKOZEe0zscRWClZfZ7RlhM+nVUN7TMlUTZwiLfuI+Y2qIMjRDT0kG8/JAJykF2nTCa
qs7tDuJYunPiUNvdf6yu4wzm5ACOBVu6oDZWBTOPmk6TEUoHI82az2zS6msmxbDnlsr8wYjm5yb2
8n/vD3rjDC8pvQNE5K0Os3qHjWHOtCRhUCsfdb9Xc8kZcP8xi2He/w8jsQ2JZ9gkyLVcfsTSE2NY
SVcEUTcBx0PHQlgfkwKDpIOZ8LRsbP5ba0aAwXqhh06xfBVAURpLUxUtn2BWh/BgYIL0UfPmLYPI
W2tGA2px6l74Z+tOg5eaaWgVdRN4Qp2tvy2oaYOftwluoWntVl6A1bfpHhQisC34xnXkBsCQ+Ind
D1eGhP/ye2bajOPs4DRBr/flz4z3eYx8BZ6h4itRpWV+XLYdwkZpms2+ETlK4yeZEdsbz86tDQSh
jIiA9tQiSnD5Mxpdq+K+zZvA0irzWDdm9SkcTPHRmpPm8f4OurWkNFhI/SilLG5Cl0N1CWLz2MA0
gci8PjxFVqzbxzFEgeBwf6BbtxlGjQsyYaEVr/uYjdQQF7csVhXy5lOUKx2IFNGLJ0+f5q82cMsN
2M+NAdFBoz27nP6loX85M1uZZ7gjrQhSpwdeZCS/vbjMfDfKEjDKW3C3G0vGJU3RmiY781uXrq0w
GoBc8C5UiiE+xZmQh6Rt3U/SHLeCxhtLtrwHNPsW0U2gJZcTq1NMuPSB6wXMIsDmTM39sezN968X
4og8P6AuCLLW/bciT7SBviKvD6/4K2WVmQ5QUukfrGG0/0KWbYvevjxnq2DkzwHX3ecZTASKTbYI
ukrLiUXiT1Wev86AuUFUP4Ma+0941kYH+tanJJUhk6HBQRC+es1lUvIJHYdJzorW7KZp9ood0kra
+0sgXCYLxA4sEpWQ9c2pGWFSduQ/QeNBSw3rTvFDoZW7YRJbJeUb1ydDgU6EvgSfYm0upSST0oRj
0QSyNuilu+owBV6YJY9FPWVPU6p3h0INtyAgt0Yl86RWAXwG5tRqUzqh5YTpGLdBOTnRg8xa7RiZ
Q3eUuikDs2/Fgz0UWxHL7UFpFoFvQdFzXe4ZiizyzDxsgpJmymMj5t7XZWguynbNPil5d/Nqs0l1
bXrNd0XXHEANtyZVktUjoU1GCritaoN+FqI5hkpWP7p86k/ojYMZtqu2RIAiL/eNamRgql07CyAk
4cWWWPDN71+rN+4dwBMaLA/oewtA9PIySCO4IzzZ/JjSBqghxn0HvHkXYRm7ASu78bHR9EPsApYa
VOD12xj2c94MCN4FQzvkvxJDjX5ixVg/wdJPXzxDaQhCquh0f3o3DigtOpq5iDNzdtaSOKboiTTM
qgsUc84+zGXpPMEnLzdGecuzL+8eyghIzi4VG1R713PTvQEjTpOvaIu6ORSjliOO39iINeA8ihdr
Cms9n/d5lnRP9EKnfdHl017PS3nsColaGCKsxftWFt41/glLL5uyKQu8xsG3sz3YaefIs+pSWTHC
unxMZy8+W8O8xfJefeVlKCDvZOuL0zB/rDKNpE6AxjbJeEYWUvF1T4t8/m77+K61fBtlIZMTAvCd
kXW73Ko5NtaGM4rxrBq5uosttTkS+kwbEf8aycAwizAerBUuIvqg69IiFIWsa5JkPhstVeAg9+q4
OQ3N5HAX0pEAX6+1bfVQm6VRHGzsSn8lSmv3mOH0Eq0KuoX/2Hk6l59KI57jwu+Szv6RQXc1DoZZ
OgGOrVp1yCBpNIc2Up13Wsssv58Z4ApLyx3LknUJhdatq9WTNZ3L0abyDxcj4jdIUFmFkW9s/Dfr
nT82/jIYZxroHs8SO3+thOtRCTXVLjXOta3BF6NC1iAfPKFDwj4AUmCjG9fm6UNK0Uz3c4368BFL
MFXsND2t5B4XIeuflseo+2soajv5GKlZn+1NUcbIpirRfPKmqXf8TFPk104fREbalduN7hdd7RqH
Numa7GuvzYrYm5bstKMRI1fC2FNabUzWuQwwlrnCq17ScwpUEPNW97YN/TWt88w8Gx5KKJBf0m4/
K2q0y/XQ+tQbSfF3ZTXvtER5G5VdSLnAIEkjbbrc9YNEUESpdeNMuqLZvgmU8DRDkSt8s30v9Pdt
MMrpkLYhXFBRXD7BH2V1y2hbL0tn84y+lsEVFs97WMfNRpdlFVkzymJIwXXJJiVtWE8J7rcunMQx
zxM6ko9mH0evRm66z1aizQ945Q4bZK1b44F+XJhvnAeYHpezSnJvRDECAn6ShLZPB6560uwkfTRk
BA6gbLbU7VaR6Nv8XLoT2G1Q4IH9djle2HlthaiSdeYXxT+QRRuONb2dxwpWn18hZfOBvvl8bJF5
37jz17HF/w+Nl8kbOwic4moB20p3YYRiuCeUpPFB4cWnLhz/bZG1ehySuAgazUr2NfnLKQu9EktI
D3OEie9+/65ehRVvvwPmNvcCmRpW7atd25VwlhsKbnCLc/tIlj7uQughe6Wutlq3q5z7/4dCFg2F
pEXZap2B9q2nVrOIrHNDeOMXeaXuk6Iq98VQqQ96I89SMvDUFVjlxVW0UdK4sdb0CqHWgGEBLr/2
oiygp+RWp2PaWM32TiR6f+II8WGttEM1p44PkL7RKMrktJFgraHMy8Qvhl5tM1k3ra2I2D43QgyH
TpuQr8hU66Op185xFimfnGV/6odS7loho5MZvRMA9fYT8GRbBKogCV+xVk2osVntpvY5SQv7KDRN
7uJWbApjLm3Xy1eGThHMbgIZlAVoja0OFNFvhSCoehaaPTrHvgnJyDuBZ+ChT2K18h3UMGtfbxPt
o9mKftz3HW2mXeM5RbebbVzBNhK/62WH50QDAbltUj99Tf/MdXQyu9xQz21cn2feofHJaJ1ngk1M
rh3rQ4qIz0Zgch1kkbWzz5fvDCBi/fwASJ5QsjT5CIWVHxQ11nxc/8aNG+T6NHFFEs0tMEgK+usi
7pzlgj5YaJwnaQ04Ysj+sQUbtC/zMDpWoIcRhZ/rX4g6Ub2O+y05txuTXN7XBWdkEIOtk08xzdR5
ksI8V1ploZ/jJYFD93/j6Nwcha4x9w75prvG7ZWaVTS5MphnglT1ia+efUmjzNmwD3rD26y2Ld0s
2lm8c9Rz12W4Gutd9Odq56xWXt6fRZJpEXphArgZBoZ1W37Qlbq1nlE57KLnKbW90TfjMvrXnZ00
fGnrWqrcXKmZwaFzWgQB4h2CVdW/5YT91oMC20+1/KIJnS8xgNlph2pu8j1RXQTihGUJsJ1KVqjO
i9DydvCTiSrNDlmJ9G/ViHv90XRkB7tfqezxnaqrXAzc+1xQfL+3WHp1N1kxsLcxSs3zKNzyg0AM
HOKxk/24/8pcR2S8YLQ36Dogj8FBvLwXqDuaNRx981xG4fhaZHP3Grkd3PJeGAe6tP2xUYp+f3/Q
G0cfg4QF90kawvW+GtTUI6fVZ4xma62rH3S7UHD+M4wH4goT0zUvOTSem+7iTmRbegk39i1tRB5U
2kcU8Navu55XCQ422OPh49XvUaGy9pksttRVb4/Ce4baMZXw9UWjduxTgNvOeeyn/EAbx3zCrGyr
nvtG8FqdDiovi80f2fkCULlcvERr8A+IoUul6PFhoaKAkxw0rIzGpj0KO81+zJlqvIyDmrx6LO0v
3rp43zdt/wu96enl/qre2EpLXkkhm0o2Rdh1cilyfNJaBZdHoKRPtBCe2wzjHReuZyzD8YOnGOnx
/pDXMRLFn4V8CUUB/s86cImiqLZgUqOpVSrhcyc985AMZvtQmqO6catfLymrSTeY1aR8iC7U6ltL
KxLEgso5Bx5g+5N0an1fOHaqb4T213NiOW3AI/CAeCCvaltuONJJapWz0ozjj4LEOPMd0eh/hYO3
JcJ5fRCXrcNDsbR5qLqsDiINLbX0ZpexwrR0dmrem6VfZG4l9qCG4tZXzSZpd73pTQbq86n+Tqcm
LjkLoBiJIH+Cql8HAV41z22klVGAN7Pr15Sf9+Movr93lzAIwqbozdFaomp4uXRxUnSdiR5j4LS1
7Rem032BOznvShnbGx2PW4sHUuENycflveZwaBprViH0H1RVoT80+CIcRVdYT1UcaRvH7eZQWN8S
PeF6QBp4OSsDth8pUQcrXZafmsSsH6i7/jU7udioOl7vfLRdQCwvFhugeNZPRO11aRy1XhR0rao8
d2pf/NJis9zfX6Tr24O3DqwWwkBvijarRZJhMmaIbxaBU7iLJ6ssvzddK37XntV+GNuoexGozW0s
1/XUlleW62rRb0KOa9WbLiYstTI7AdvnAvyBXsP/hJLm/L4/txvDwE/keBHhM8l1u2iEf8DL3dU4
tLU0AXIz+SB5kk/vHwVoHe8B54g4f/nCf1QeYkKcNBRAScJcdrsa3OIuL7QtcsPVtgMQQU+Ufz6F
BwoBqzenDm1QgjiMB33vogYqZed3zvijnXV5uD+fGyMtwFgcE7h2Qa0uf/2P+RQd4oJuobcB6B9B
E0X9aYoGYHGkbGy9mwNRqITkxi0IbPNyIDRkF+6Q0gZ61oe73CYciLQ8QxLkvSDpNxMIgNjLl1tU
A9b3HTi4ps4A5J27vutejdmqf/a18U5gx9soZCAm6Qeb+opGTTrfTxQxUGGLkuG1nFGGnRO72wjO
r3Y14BGQWfhooHBFpLNan5YYjasVlZhu1Kp9X8fR3ps3FZCuF4faAKU0/kVvC7zq5eKUSLF4k4DV
hWyUoR2S2c5OXuEZw16vcQt575ajjUNxHeo+Y/EyXQ5mm3gqtEbonZNhju3H0tVHKqllMYW+DjN3
4126KqotTpvLw0ediydwHVLUylxXE2CGs2UK27fzNvMrKz4oY/E9nsotAdtbo2G4R1LINUS3dXU9
jL2C5HY0h2eQLPrPsR4x88xq5bEjWY18K7Le2b5mFy7cemrblHRoaaxzN1VK1VOAcAYGiKa9yJvu
IK1yatFj7uryRIj8Tjm+ZcTFvwugFoQHqumrIkeSR1Y34LON32Zv/YveiPLScIm83t8k1/t+OVPw
lnk64F29FRD/uJdy2LYarSgRoOikf/HqUHyDySQe/pdRiDa5KRbmxmouJXwnNK+AGHiw7Q+4UlNz
FMOWZtrVq0vJm8VZSkKLsPG6yIg9GF4IdicDr5ydj5maiEOPj8GTkWL0lNnDdMhr7Z0AS5aJxJbm
OAEZihIwHy5PWW42loJOtAwQqyuOWpWle7WRCEbDHNi42pcA9iJDWg21utqlRcuroScc6IU7vxp2
au6neEF/a0ayT/Ixe/GmOH/MlGw43F+/6+SMQ7b0dMhySTcpq17OEqk/C+1uXQZj38aPWQy6zrTz
ai/dDHefEO3vvp39qg2dk2iVHsFzqEctfF8wk37utsXGD7q+SImB6WbRbdKgM6xlMvkI9dyMcgg0
FzcVsJvKRydxy8OIwvNGCnNjV4HzA4K89HOXzvjl1BFRFUZnxmPQt2l+gpZp+3nXD742Njk+V9V0
6EVsbByYm4Pi3r4w1TFwX1MLaJcMuYLcT4A5ZvkUARM7ZrXZB/QuxIuDdPnv1E23WktXtT4d2ANq
wbwZlDKvgEDkZlHRVFkf2LFapB9TUVo+cmn/hovJ14zm+S5H7tqXAIa0U285myKvN1aVeHlxbkDg
a2kVXH5qq0r6tu6iAd25UB5HZ0r2oo9I3GQ0Pm7s6OVcrg4TddpFB8tZ2M9rElHvUS4ZJ2PAeCpq
S7+MGsfyI5nkn7RsUbcx0jH8VTLL2ZeaHiv7vDOR8597QdEsbNLI2jjdtyYP24zQmrgN6OVqn9WS
JjeSI7jwFdj/OVbv7bpBOXlq0Zw25r5kAuu5s5UR9CRR4M/VabYXIxNbJmMQinq0aPrUn9L8h567
FrzeOh2/O3xw+BIJZsN+j3GJb2HntdGF025N2EAHkfAE+xE0oy9XW4XOWxU9B0vvWzB0mefJQ23H
3rOlF1aQRNrP2tDRuEqqMfmeZuIxVt0vdmTGmZ+57dHTC3NXR6gcnBKBruFG9HTjMMB4YRmQFeMs
rPNsOUH9tzJ15GGUuvVkUfm2doISv+Pn1jTrfmI1X3QR6vHeRKYo8Wk5RNNGN+nWj1jyEkDvHAhK
UZefKMGIz+uVbgx4hZpxb7vIORa2CB+1lO6S62VyJyL1v8Zp8p+D26GZen+nXIdZRMMmvVlufG6i
dRaGwHIj1JxrKJE1jdl8/KBjxLkriFYfRC02ZnvjfWMfsBfIX+kVrs3oixqzBydNp6Ap4vZRFWFN
7iKgZvjmFH1w1aL20U1vg5rYbysTXEufLe84TE84i5ggUsddwwXDJI3DJi6ngFJvcWyRRqBR5GLj
kir1ixIigGl0FhYaQpjCRYuhqV49tcUJJPVkq+8rHAwDYx7aU5TL4aA39q+ymqudUdZbEcdyLlan
9/+xPEQ6b6T8y03hKkOr4/gBCo+1OUokNfwuNc2NS+LG1kONd7mPOJ9gDVZxjVH3Wl3FyRRgdBd/
UHQdoEYZaSjvz+ZBDtmEwpslPvcya37nTiK/3d95b7bmV7NE1M/CUQdK0zr8LRxsKGreHMAjcjzN
gxsddDVW0KhAk7epQvlqRF72JeJK3bkW0Dw3Umo/zhPzmIyKs3cmx/CnyNJ2adaOB5c68cbhuPFG
w0sHG6GjE4mO4+rCbhPU5LH9mQL8P+dzOUzz6+ih0ePHRtPQXdXD9nueaxuJ6hpb9rZRuZMWXSUg
NlRWL5e/EV3Z9f00BYPi1TtLNpnfx8P4kd/5mb2L+WNdlQenCr296Sx+17XafxG1NT71lE5BnDtb
Mhs3zi08QezcwdOpIPpWcWk7ZMoUJvEc0H+hy60OPRmgp0hUIrp0zE6icdqjkdPzGVwl++v+Rrm1
CtSIaFXZbJIryhtVX9nosKaDVtX6fycDUWrHIN5vAeL6de7Fz3meef/LIlDegx6OYDWUgtXpQGct
N/ABmwLXkWowuRpHXbZCVU9ZqasoKFu8Hr4eJypOcPkY/6XA4SwfMxT0LMxVsqb1SbrcrxXm8d/v
f5AbdzaRE3od/DhQcWvqOpp5oYMWxhSAZUUfJE1hx/ta7NC6mZvoeTTGrt14K2/dSDRLCNlA8hj0
5S+3JM6uaqlYGArNLVYTypjbn2c5Fxul22swC1c0cP/lcl46buugv0uYWxmKKah0mgr70HW9gzZF
xOLKULXpo+cI/VMpavM/GxjEfwpCZ9GxgWoEpEXq2pZhyM2TCFjW5qWCmIuAzuW0R8tEH1lp5qAx
Uns8JLVqm349oOa6a1FdOqoZK+ziAPm3ZxZph5qErv4cnLF4tmUTIQmI88fvIXGaaetL3QitiOMh
QpEf8d/rOlPnDYYSxt0chINhfq2QslBBilnzoS9N4ghLm4rAkx6SKOg//c7M+jSjwvWYeBElLwl3
8duMlICPCpjjtwgKbKRUb62Yy8sdAhXyNXigoNJOfHP55Rp1zD2tLNRAp3Qsn6QXKq899b/owRQm
tRxgB9mHkntU8xPFS16tsSz/qXLFehY2RrJNNw1f8GH2xsNCUebvbzuI841mnh0FbVNQPzKUG9HJ
9Sa//M3LX/+jUoLKv203VcxvnhCXaXPP2CGC6D3eP73XK8coDuEWreQbLd2pjRYcaagGBtCRNMh4
HoeDW9ZG/lGdayPd3R/uOrHncUcIYEHqUgtHbupyVjD0vDRy2MPK7IClNLrGqHk2EyxZZjc7dl3z
3Hft8KI4U0UwREVxwaErw2uOhE2Fg9iIhvj937QMebE5iKHJSaixQePjVlltjtHM5zTUjTkA3zJU
fl+W+WEA3IOtGUWFs+JUvbNrjDJT9yBfEvlFM+P61/3fcJ2cLD+CjjoPyoKeWxdPm9HmxkaTIahq
9Ej9IcUewY+M4pjF1khp01T6QLH0nBzNHXcZulmPaGi5ByemBJp2CvURZcr/Gqek3scjCun3f9/V
ZuTnYSkD0RadQ5fG42rZUvQ9w75Tg5xzW/hGnOaWj66MMe7vD3T1ti8DvemfQT+kYr3aH66qZHOC
lG9QDXlOoFH8HY3jN6VR/hVWtQfYfLTV8nh/zGskG305hqWuBiKSeHwVUNhhjp00XOhg0oCp7zqp
yL+sqgkBv/ShwKBzlM1HYl6lAMeXGqk/F4Zd+BPcS3Vj/tePDr/F5DtzldLEBr5y+aUnIy7pO01q
0JidJz4qMQHUk8Yr+kGkZeQdC/K+dC9tcwwPwOJqC9V/IEuEghIoJYrE5rf7X+fG0hMRk6vQw1z6
PKv4L6qkXsMU0YLW6MQ59FT5KbUmbys7X07Z6hRSeCL+Znex1dYqkJps5VgRhwbTMNj/2F0JvD4u
lb7el1lkFTslnkTypOJtoO0FWXm4m3HG+Bl33uT5o5xocPhpqdeYdrRQlbbYDG9cnIvfR9mV+g3k
SrIgNslqXaiBKUQBffacFlpuHepBm5QXHVmv0MTWccCHXNP7cXop+f8QFfRS/MqOoUMoeq6AS2cH
1VEmcciB9kPCzzK1eRAxno/fpIimcV/URT58TYzUHI66NSjKax66vfjXnaq5ffbCxLE6P9UTUf0t
jJRWkY8sjWW1+wgvomKGRjcY5T4qW5zu7WnOxt82kJHog8DrQgZllxXKxrV5fZXz4lM6IhTmWUUG
ZbUxktoedTFGybObTTqoSCR//jEz2/gxzukA5LTXhQZI3PIAcZtKanyf0gmGe2NEabHXOy0uXqHG
CGPjqloW4nKhlhIbgNCl6cV2Wl1VMCrDtElyrLacePjYWl33ky4DZ1mzlcH7GDujamBfg1vfw/2D
cnV1Ud9CnIWECbQo4JPVDlEnaktRqcfPMobH/CCGOnJPOYpvOG6ZIgec6XXPUKgigYM8Wqob63F1
Timk0l3mP/QkIHGunrF8qAicbDt+Frk3CB+j0f6L7lRbjeXrz8vuJxzmEV+U29fgeafimRkttXwu
kUd3d4b0huaTmiHd+vfkxuV/IZnKL9ymMIK4/3mvIhWeaFoBsHu4HQBGLvP/Ix5ahH30KkFipR4T
97FRPOVUYTd8Mq1K2QiKrj/lEg1Q6Yc4CtRtrVrk9UPh0mSpnidhTw86DqinGH3w/f0JXY9iLSr7
yzAUvOgEX05IiXO9ErKtntUmt+ATjc6+Mpp6I/a9Ss9gNS5zQCaDY3FVZ+r6OfQyvauepelVJwQb
5WlwS/OL0/feQdcUwu7707oKpxYaJYUcDUA6IOU1LEr33ErmhhTPxPo6lptkqRiYGcBEj5OV2OFH
AtGk+hxBOxwPaBg5w8/Wa+Jmi0h1vV9A3kCJJU+Cig6c+PLz9rNnCNT86mcqu9WDKvQpPMKorjVf
Otom8+HGZ146J4usBvRCjMAuR7P0cqBMG4tnhS11KJuieSjdyXvoI0NPfQ3wrLaxfW7Mb+E2UzGj
eAmyaLV90qwyJ9C74jkaUxvPnBSsv5c67XfLUcb/7q/pja1KPLIg2gD6gP1cjSXdUU0mVRXPWmKI
bmcaEZ6Yqi6p1N8f6NZnpDMM0n7psl9VV1INI1rgVAIj0UTdGdiQBZSmxAdddnQGsmGcNga8+RVR
bf1/PQgKkJfrpra96ybTIJ6rgYQduLT6hEzm/GS7hJr353ZzKMB05nIxEkSv3gcH33o5W0I8D6Fn
F7t5Uo1631he5D3GnTN8vz8aRXN++sVDCOSSMNJdUIoLk3p1ACAS5kOJLdIzgsi4Hns7YWjVRyR3
iwBj+2pvIPT8zbWVQFGHXykk+kMxe+VxEv/H2Zk1x21kafuvdPh60IN9mZjuCwBVBZIiRWqXbxCS
LGNfE1vi138P5J5vVGAFa9ThsMIyl6zcT57zLqT1JVFm4K7F9LCMAB18zDunr+ba2d9nWQdyKZwg
TUrtJoWF5tdGN4sAKw4eBnpWYJLWaL4xlumpq0rkR4fayz6mmnzVDYbz4I22xiNfUfym3mxsC6+8
J6W93C3CdF/3WdofiHYn7CWmV1M7UNVV4lLey2LsDmpqu+hbOSj+rTL9mEmta6icifGQJCkGPeMY
8qumoz4qnyuRP9hxvUStikTbnMVj6WedU6W+k4j+Hmy8loS54VZvasPq7xA9Ke6KJVZPtdVLTgo1
9lHnfF3HbnngUy33LqbUx3YsZDumNxQvl+RjThb/LTKAy1etq+IibKVXvBKbkk/QprOwHxxo+dkb
JwZ5c9vaK4PloZrtvbdwq8lDII5Mz1adezfXkzb5ZVPqbeRJp/naL3Oa+r3a4p/VYHJZHGVlk6L2
00ovmZG1JrJjvM26u4fmra3ebZYoTo0hUud8c805zyJ3mTZ1haGa5j69H7ia5TtbheoeYfNixh9B
iGXCDsYcZQkrUEdtmCPLKdo/p8UCfeymS2oeUTFbmtOgbYpmalak2XGFsEDsBr2KFzFbqz/ECs4B
oSHFnB3RGuvWA0zZ5U6B9fRFH/sWs86GcG9aezs5ptqsL8HgDMgxz4Nc9FDNVbcJrB7kse8hD42b
izoLFYnmqeyioRRpfbd4uEpF1pDpS8gLoarfzRAghxP14wntwrgkE45ahU2AgOuF+goEl6Wdyjqv
8AJr81aHOeIqifg4lHmvvDPiYv5zMHvDel9zHIkqMKm4FYHWqMI7pl7hTCdYBETWk15CLJWGKzqS
bdyxR5wLpvqgzUWDENk8up91s0KDAaTSWPh9a7f4HJEBKw6T1Xlv2rpTiyDrZVxhvxZnjW96yVye
2rlox/cmROz1c5YKmb3pyrH5fcLGSEZdl8k8rFshbN9prLZ6ioVTwTTKcgfOjZ32JNNMmfMAsNBy
SXo/L8ZcD7AK11NehKIsfzfatO58agOTMfrTTEUBSfN8fIuAkmvejkVSfpiXMgGhDGdNPLag9owS
IIWmDzSzKWcZopJQYlGdi28TgZ3ZvSVax952UOwOt4OFS+r9ajZkRMXg4IaUZfY8H5E3luVDnMfp
+F5xG/VPwvQ+DVOLVxsbCH+6g6t1ssDsQp36p8WQ/fBWeEM7bOqapTrfY/7TGT6uR+bkV7xm1lun
ydU2WBuLxLfduZuSFnbpnoh9FH2m4sZdFxaSi9KN3ZJRXA3Sz0NlK3cF6l/uUzMvRirhZCSlExKQ
Tc0fJrAV732aD20adqvd2oEyqFIllT6OaPItzgyDGYfmkywsd/4j1qqmfFByGsUhRE+64zxjT6+b
scsFD8gyp0Scp3n+IQHrXR3N3JwmH9t7fI1iJBU+pjLpet9ysnR8jTuvrH1VFvN4h0BcXZwUYm0l
5IVgSTjTo+k82RLhtAB1R9PxVWcwu4Nk3gbfW/s+vzULpxrDUq/aZru1CgJvq2ySQ2mb03qS3VBW
r2IUyDw/zg29uxl7S5/vZaaj4DBaFT5SGupVsHfqvI8hhW6ZjGxtVf3RslkUQRZXCabIJl5vJ1WV
bXVDxh0PtHEl9eDb8Kg/oAlIxsFWUmjdSqma4yO2S4YKP33WvcATnqheIXhgKG8aVc/6Jz6IUD7N
E+z1e0eLl/RQs8DtyGlLYw3JpQx6yFS7hr/2xfrRShDea5je1Ew5LUh9B44wpRU4KKzP7IE41q0A
y3hhhVWlIZXNop9HLLRz6Z5auQxlqKhdmz3GtqbUHKL5KH0XgP586kwYdH7PI3Tw60Gs3aPUTAhf
2oLsn193grNO8MuaSG6igze1llvVHXO3lNHaV2SAZ6+tPiQLoSybqmOxFm3ffxjz3KvCRq07y4cc
IH7vEAv6lLhOrB6cATUklBEh3t+1FGRwKEx0zvxsAeiHvFybVqdUwizxeQMJKOdNDe1KKSdb3iAf
l05s7qbBpKFpMtUfQGF+VrveFEFnwQCNVLEsZjhzTKpvmrilXlEsjUz9rNy8kt0aOUx/qbJyPSzS
7q2nwh1kfiOKcYB8NU6KsVBblQrKdWaaj2lgD5NXfM3N0RT3reLhBsahFXc+6nrucLSMxnjV9LA9
Vj+XtWx9d6lHRFeXeFWOoq3M9auWu0V7tJfY+Tw1ViNC3MtI9upqNy5+N5hxjTQVPrIndCJS3dc6
tYZ9I/G29YW+mG/Weq2ro8UnfLvC7hef21VDzAC+GLycgKOjbI4qlKSPmbpWDSfQutaPyYDLB1k6
eEkhVUqRnECHFQA35ky2h5xR2HZQkUhfWdreCzBNoswvp2H53IOUWY6Ng8hJMDXaikVmPXv6W7gX
Y/U0oerV9mBMq6wI6iYblTCB8O2+gnNvfFpny0Qgv3PkQ4XUJwDN0jCmD3ibLOJ2WKdi/DTYMjX9
NRkVcQMkyqn9TFtAd/SulYoDKN6iPCGLlGfh2nbQVig/jutNXIo1+yRr1emPgtJqFqBCNa73szmN
81F1Re+Gs5l48sEyWu+9Y+Z1H8Wtpou3CxlMO9BbK+6j3tlMndsmRsYFKKs7PWG6kpfHQnFX5Y7L
pPuE8DQu7V5TZPiGkiT5RhopT0PBYFPOttBSjIpk7ZoHPXdq5zPPP0IEY3CM+WBPrTLeY7Wn16fE
xQkvWAUWC4fFasqCI8lokntQDBXWFexOJ4LaqZZBsySmfkSRjVCQase0HlYila26TE0rcKvWSn2x
GOZ6Mls9KV/rxoBy5VQnk7jxRC+1W29NHWyaag3kuWTpU1WQXSGOqWrVdqhqRTudymElfOlyPfmw
uCyLW1Y/kDo1JbN2wMetlHf4+U39cdFgt/pj0aTFm9gwsvuhcrQ2sOMp59iIDVlihaaNDYMzdzHM
7q3uxq1npKFeNTG9dZ36cc7QeD1m5qpXJ1MjCDsmo9eMt21HdHsok7RT3uJrZrihKUSqFD5iFBOB
HtYsXrwGs56W8kviidzL/KFU8GRSpqLpgrzs0NGA1t50R6VvKan2Lu6pgTN0yRwuWqwoH8w1Tr4m
+aDrb5W06z9qsYZtQKhachGRDRMFl+80a+RtNmfap14xwX3FI9k63xN2vBwJwlv52qtMDGL6uu7f
DHrjeTcJtnu1T4An2gPwfLs+Io6aohxnWKXHxdWOHyzyfrdaHtv5DWoDAxRERqQ4LSUrHwHBuZ/D
sraqb9qs1la45MNiRs24Ku9VAjDHZ+laSziumlsHi50byr2yqFV2NLpmuG2MvIyPpaoYEs+J1KqR
D1DqAYeXnmOgXE1slhJLXapDynHs3SKP0nLax9VY39is+8FftX5B8sYoqkdFl7ZLAEb4ez8bWmeE
Ja896dvFnFj82Sw2yNKBEosUqefcJmTqTV9RSv0ttgNGHpltUTu+Ijl97tpV2p5vtig0sk0IhE/M
1BiHpHUm7a6pYlPeDavAGmpxDQQzYqtbWGfOmrFk0D7kJBJLV93autM2NwQcQxPkWC9jshEP8/di
1Z35pK1mmhxjiuqrby+D3R+LrsqMw4z+b/rEXsinUzemFIAKHI5cHmPV2ryqtWQpT9WmYuNjjonS
VIAe6fRkZFqRf41RmhpDTSh5ugRV23WPTVJ0v8s0N9EItLO47TgIjMG9a4DFJj5JVAWrX96SeXyE
Irg9Dhuxqin3uJyyh0L1RsrPM7XRW6nz6DqRC/Hi1x4BlXH0FtVLwqJOV7H4QMfi/n7JjIbYCxxJ
flAlXPJoaPAxBMWBKKERWnq2pvdTI7ouzKvBWQM7BzUZ8L8r8bBZphknQjg4zcSMbnYLyQAjWFsf
qNzmzmq+NYturu/tfO6Wg54TonyCv9+ZktqAYnvfcyppw72RpRb85nksMwBVapVAawdnqSy9D4Ki
Hak+Vp5wfbQ6puIbyMC1e/rxRv/Pb8t/Jd+bx78e4+Kf/83fvzWt7HGyGnZ//ed99q1vRPPn8N/b
j/3/bzv/oX++br/Xb4f++/fh/ku7/86zH+T3/6v98Mvw5ewvh5rrUT6N33v55rsYy+FHI3zS7Tv/
r1/82/cfv+WdbL//47dvzVgP229Lsqb+7V9fuvnjH79t3Jz//PnX/+trD18qfixIs02T9K/f9D/f
/v2LGP7xm2Lbfwc0tFHywHb89rf5+4//q6ne36k9stvgdVPD3+CzddMPKT+hOX/nKxuPntQUOfhN
6k8044+vWfbf0a6Bm0YehGQwyfHf/udTnU3P/07X3+qxemxQsxP/+O08owJnAcc1apKwN9Ec0iEh
nSeLDAcQjqIt652WWqLu8ZSzy6ehd8v4vV5XjfY+TfLm608j86/P8HObO+zCprcACxrMD7pTlOFI
rp43CuBTU3NElW6LeA7b5kTc79drerR10jJ6H8RGFXpu5DlvIQMEKiYwymIFsaBUvIl8mrdF5flj
O/5S+hHg08a5oVoKEIvUEmCs84/VJvG6VJ7DA9wx54NSxGloZ4bhdyQhHl8egvOSw19NQeIA/gTY
DpXYXY6uVWId/EY3nBTg7+8Sy72t1yWPZiUpbmdvhkNXdNey2LupNhE7pBINLwsRG9Dve2XaQpr5
WuByDq1eE8dVnW3fwkYlrHS9vq10Jzu93McfhK//zdaxomgQWeZtuqkymtva/7m8ESt5p/e6ToOY
wPh6b9oHEznJoLEKJxzbuQs53+MTdFLvALffuUOLtI2ENiNQ7fEaTYph/tK2at8Gw6aDQiEb3/Qs
WzbZy2UNlSXO3yh25XKaV969Eye2P1ZZEyV9y3NpmQYEPyfnBvxZdacAfz6Q4zfgKHbd0dKFG0hH
TQ92YWj8V1UeWrTrjy+PwXmWmSEwgTaRst9kGCF67hOkDQFXVY1eciRzoR69siyPTXNVp/NZKxbo
CiphiMZQLgPNcD7QUrHI/ahrd5R2pQezFW8qDeM1X6ltus6m8wdkFm8fqsVABdVdPWDtlUK3ZGWC
aPH6D61bK7dlZ81vR/KsV+qOF5rahNY3MCLoGdfanUp6EVdOWsTmUSZOHRa0/F5Ww3hwcWZ68/IM
XWoKZphBhQNyCqWA87FrKok9HHn746ol1sHpEIRGKVo7pnp6zbbt2TRRQ+GEBWnJdKGdtRvAHFuG
FpCnfUTK0jqsbovodalcKyrujxYASACf2HssBS6QfbE4xhJODLM3Rk6s6X+CnUbipIdi/GcZexxr
q3Dat56YvDJ8eSDPa8Us861Ui2UbinUbNXxfLlL1VOUFvAkWJ0lDPmUq+0+lVczFsVaz7ONgOf3n
jNsQI0NN6N6V1veHG4cNlyXMKijC+LLvMSZVpaftRBgXaYXaJQG+Q5oVLaJx5sDpC/WNPnnJtcrO
fqShM4IPhRlKdQcq1Q8ftp/Kt2hA9tVQK/Zp6pos4tRNPrVIqiJM6Rh3q4viNzHGr7kQMczWJntD
ERJ0P+LGe9iShZJ4hcR5E1W1THyehc19B8j8ChF+vyt+tEI2Gcoaitd08nxXwMFOJBuwibpBVHda
RdbKJiVzBAeuBC+vm/2uoCl9KxozmJvwg7XbFckElHJx6ZDdA6uYKWRipLtOh5dbudAhIPDQktF6
sslh7FrBvoFHSlq30VzrDdGFWEvesZ6Z6mFH7tW8gm5+3hx3OqQzhEupZAIyOx+/0W3ihRL1Es2q
WZJhMdI76sUZEhNzeQVm9Hz8cAj6IcSAlgUGCLueraMyNKlFgl2N4/7Bisv+pLbe8kvQzW3Zsa0h
CxNyYkwBRv28Q4rrqYlTCRlplVQoiGR9pHT1lcDwQlcocHNdgGel1L4XJRMDi81T8jmi2rYe8rkh
o5yTXP7z5bXw7KxgtAAnUM8nPCH63o1Y4yIpYmrlHCmsydcOlahXutpT3ZfuGggMzb+93N45fODH
2EHGA2cFJw8y0J7XrVllm4yyWSK7NpMnuxiUg2YU1DeqCh60NxfwDQb94JJsuBmMrLkydRfWIqK1
CANxLxDh7/XHCs5LJ9WnORJWphziFhSXP6fq4pedPb1/uasXZhCACRc3YswU1/f8o06qEIgnbY6S
OitKX5aeHniJmhn+y+1c6hNw8U0zVGX17/kScSuMPDc8GS3SrL8woo6I3BqxulNDY80V8MwOwcgM
shx/MKK3W1WjbnG++kU2Dhl5NQXsw2xgkFJSr3lU8R/4UKOy9ECWthKf88pz381A6t/AbDLcQwfA
JiFHX3r5ldN5x+zZPg+Ojrgjq4jXuMzp7nhJyCiZ+ayqUcI4oLCdLRNpK3KY5VFfUxOLzUFa4pDp
BL0ky4jlAN2S0gzMXG/J6SApVB/LDVXhV8qalyE1I+UDUmryUV9qIw9fnq1nG4CPCwCSVwdqJxvE
6nz4FtvJx8pYZZQDGP6jjqnOByn4hyDtkXmc9SQ/epUr7kdndqAoyfnKafzsot7aB3rKimH27P3D
jrJsa5lVJyNpdCg31FidavOUnYyq6j/Fk5ltyaXsyqJ5tkRplLe1gWSTCoxmr5MNe2NY9FqRUZbl
0+9YOUCwSgrRxP6k1WK9cotebA35CPCxm5DzXqKYyuvST7Ylo3rKphsH0AykdtGBWQSxdGX5XRpO
sF0cnWB1uBF208m2j+cRkGpUDkrjjzy5OKZlNkZek82HxtEXqpJOcs0JZAco/2vVc7Jo3N9goJ75
2qYa6s+OWGS0NkPvd2tajid9MGIs1dzZDHJcz8FmHNvWKT6qydy+Nhf7kNRGERgpBBYMhbN78rFK
GSgldcQrb5ZntwrzTRi4iXegUUuUdr7IlcyBw0rZP5LmAPatFvIdVXYFZs0w9HcGljNXXi6XpgH/
HESFCaG2vMV5g7GTk2ifKzWySrsMiqr27jtDNO9bs0sOcBrNUzNTLX55K19sFKYO6aeNt2PvGlVL
Y1IwJEFUuEQ02q9zsz9Yk969pRyavkkNlcR/3jbGNSjohfVN8mIT7CLGJ422SxktHfpG9pCpER46
rRkUqSeUQxlP7h82k/vxlzsJ6YdAB3wm8aKxi36VxYvLwnFklBaqwioawO2D8xsf5lTAC7SH0Y/b
UfxqILfdY0SM6FrC6EFZ/3w+7cloSqO310g1AVz4UHGQOVIpLiWHl7v37JL+0RCn8TaQ4Cd3c+im
qWGU5PyiCg5EyIOqiH5Yy/96K6iEIT3KW/S5tBHcY2fRMA6JhhVf4NCK51oNAXhX13DsOxLZj3PB
QMKGnB0mj5sT0vnA1Ta+snGhaFHXq+pyWLHn7MLWM5M1AJjN8Gl2W70TQ2JSWFzx1/HbXhcJ+Hvw
1MEwl5Qs1RYr8CjD1ay/EqpcGm0i9E2Hi0iLLXP+6WIvrlt82bQoL93WC5u8sMQRMb31Wnrh0hb5
uaHdtPJWLWNp0JBVL3UCmqqDstYuXflG6zvjmt/zs+c+RxxmCOB8sWUiut1tyK4bRmy8a04fRXGC
BDONj3gj6DfU7Ku3FdX+11mv96FXUXe8MqIXwgkILUhDY2kNaXVPqZcxrFH40py0lVe/s9x1UIMe
YOwb7gUzQVrEU7HVjuUtmhVtIKcSBsUvr22ed/Qd3CPvlP1DxdGBr3m2UCMb4ETj16oQ8202ita7
QkO8sHhY2bw/eYvD4t7niWtZrkVdDE6koscUlmW7hAIQ0K9fXYD8iZC4WxFp2VueC8i+gweoIYot
xe59DyyKF04z6vscRGkRiDU2P708ghcW68a+IbHGPFLi2L7+U+5Epybddmm5wfZmJ+wRgD0YUqq3
PAHjK++fCxcz3OqNN7HFzED9z5siMnK1ctCQW0D38XcMaupHA7bkFHpdRVm1bxyMI1/u3V/6Hz8n
S4nQecSS5eN6Rn5v/8Yk9w0iac3taBpGj0ImJpz9EWxO94S9gWk/aJSJ65NrtUN+wkmi7/1i0a1v
Q4KwwlEvBjtn4aKdcrAzt/iQU2RvQsHB3dxkORJoFNJ7fNWn3Bg+1HXWj+DUYj0LEzAdZaDWa/y2
0bXyo6Zk1YOa4nj7yViL3oi8QlteV9T7W6w3DMsOJ/JJ9ilN2rg9KmWOO6jUKaPf4Zc1uMFq9uaM
66t08sByK+0PoHfDn8R9SDWkuqWAkZ314kOnpBUEIeqayDCXonljjRvGKxcKPvOtEM50gHBsfps8
d5ZBpsZD5WM/zZDMUvE+jV7lLIFlLkUfYuuhuODtIOCCE8iXPqgKg7qrM0zNG7CtVhw6xgRGRyH1
ZR2NvMOEzuTtpSED7erxYQVy+bs2pMrwOs9GuJezZVABTq3+97wlLg5KUkxfRNyo7o2sslmGvWfJ
D8PUju/aoa5z3xCr9s7IcuW77HXzmytAqp3EZMxPtle2OpOZtyC6Yt2TYVzwoCL6XSzjqdTsPgkn
qcdPfaYq0pfr4D0OotU0H03T+FtaD4vjT6BuHqA4TU5En6b3zTha8Wt7TDi0LTtXYVQ1ffUw1lor
goo00gJVc1b6w2zV1e/zpgB6MnAlfb/MllYc4m4e/zDVSeLxxO8o/EoTqRZYsWp9A90x05+ureu7
tBrUOnDWpUv9pCmoRNjmiD1vPPKBjqJK3O6Y1TwGn9R1bkZgdJ2mk8ZdBMIQiLbEN0qVyykYdHXW
EWiYChEk8CGiom8bFa96r4mDRq+EESbdrBY+SF0D+47E8nyk3aBPFU4/VbfAwsovSzUu34jc1hvp
FC54a03vGx8Ti9444ukaf01ctflqGkOlHZt+xJwGvJlSHxrpKp+URLVFWODG99Rye3N5jyofg3WW
HFx1AAJiKcYMyFqF5BjO5VKZhw1D8ud/TMUCgCrvDG4tsf1qkDMe1s8ZMikvnwAXrkfkLNDQxkKH
jI+5ff2n8y03Wq9TYmFG5mz0G+i57IpDsSzppz5ZZkxtgAZHPXQ2QslpiK+9uHf8zx8xEbojf6la
UxfaF56gerYSNLgZVfraOUeB3I70064qHnst7e5W3FrfJF0y/mkOxlz59pppT81UAnl+eRwuXGBI
FpNEJt+2OabuQukKEn2NVJIeDXzKh56KRViV5TXe0XaE709bDlsGmuchZZzdaC9yHEDvobCro5wG
yZr4gJvfVUfAzio3aBmMRul8TdH7b/58uYOXbheu500EmkIut+j5RJsIJGyhgh7hF91Vfp1Z8iQM
dX1jta5zWoT9+eX2nncVBwEqieR9eG0CqjtvL27jWtFwAYzWuBpwv5wUAHQezLzxDp6xZQPIttYF
D1+cfn55TW9cblomh0i9bH9nU3TSsk5Z8ptWJrl3aADKfU2yQs2DTp2Ruaoapx4PI3SpGd2O1Lv2
9ryQhiNxS6lue7TwNts/XAaZ2iaO0tWNjdd0Ek22m3YBGr0NmPCEOPswbEaQfq9kwoioA7TKcQIP
X3ERqcN7U63r4sqQPA9jKOVt1j48iPFr3s8GdqSdsZRZcdP1cCQAP/XenRSadTv1mfvl5Zl/vtJo
i0MFzT6Yyzx1zme+TayubtSyQIbUGA+oFhZgzvXxPjVn72i5U3qlb89XGm8WIAMMOZlr09lt3WnK
MHkuVzdysxzgmwUSy7bW6t7IpXbKRKH50H3ElfPiwoBuCULHQa6LlbZ/ehvqAjYDdSm4pmr5QEQh
fCBp6yEZVfVK/54fTRvrk/CTsgnyoPvCSZ+kNgBm4UWQEfSjYo7F7ZDLa1XzC7MGaZddQ7qWSvY+
ENTilcdCO4JmUXNsDXpkOkQ6T+jSqzO7VEuvZBF+iNOcn4VE8tTTqA2yVcjGny+TfFmNeeHVRm4Y
4zJSXy7HH/kMo7tb5s54ajoUPm/moYAgMmtxHJ/yVEtfi7l3HjPFbAzfhZOW+HkMpySWjoBmLIyq
vEftHTXD2MjW8SRaa3jKVTzrH5xamp8HXI/erwkx2fHlRX9hPWwag8jW8DxBMXv3TsikToxrDXG0
qPqigQOJu/SASLTjILGBjMSvLz8X+A95C5rcUnnng6cI10MJs4ijthtRLnNrRDgPZI37d2ZZYcD2
cucurEAARxxEyI0j5bLPi3cSwwYnBYWMkxJxbjLZn0e76q9gjS63YnJVoLuLN9ju3ICIqsVlKeOo
ATVIVFQg5vpeXTBCutLQ85gHdBHDB3qcGjUH4vngFY45dTYOLdGKFdkaErfrhKGuCHoxVpYPdHs+
tO6SvsrkWl1LClxaKFs6gOcry17dm+MihmMok9DjSFWG7B2h2aB/KnKjfq8rvdm+e3niLjVGapA3
Hm9YAGO75Eci3GT2UFCOlB7b2AkT89xvuk69mTQvu7IDLhwgLHzyu1RgiTKewW6WtS5MlBmipISI
UU7DEKqJPh8BMX6VbI8rp+KFU59iBcg8MmkUfPenoqUOw+JVmhJRGk9f6/AxQnu1y1eiKJH4bCfl
ptcq+8rK2Zbg7syiUXYtWhRIKe+vtmFKh4W7W4n0toK9nVRqGgdFpwnrMNpiAYdXzeCSDcyBvyh6
7J50IaT5y6lthGfBVACaQcGQLOxu+WLuWFn2qEQkListSmEWaMGUWNC/jHKSarh6CYhdN5b925eX
06Udijz1xqIlmwR25rxltmI6jSjzRCWsrbsqX5Ug4V19pX+XWnHZm9S/CFetfdpMKO1q9W7DzBYy
deAYxIoR1hDOnCsNXVqxmJUQoAEboECx6449eWZhxSndccgm5bDg0EGd/jATcq59UhVXTtFLm5Ft
gcb35pH0LE4ZvCwvW8jJIGKEGZpGIyg/DViy5NO/sTmooW+1V2BpLJXdEnEtCtwoVsW4KQ/Aw0Y3
H5/UtDJBMlZjpfu12dK9vPO8Xz8EOE9xeCX2dcBg7BpeG5b+sNLHMR6GiLQsgl3aar+HSkViRjj1
4eUVeWFMGcvNoYIaAeKtu1eGVZJU3161UalZi6/HWh7K1DVIPopfU77bXqoEehRbyCFT93gW1lLK
R/+m7Lyoza3sAb5NejvaU3769Q4RgtEa0EXW/q5DCdCAuSGSj5KiXO5ckQ+HpNOS714C++LlpnYq
Mv/qES6V6OzxByvlfDvrZdtrMHm9KMe18sYk0XNcpJ5vWQA7CRDtLVFCxtWuTEZQegJOZYs898fe
WJNTXCrulfznhWsZoThKS5tjMQfbNtc/pSJKMiwVbBHuf9EWFArdpj01Yz/BBKm0IFOS8pD1NhEf
F1p3ZSwurSNEHtmU2355VirOgI/BNKNtai19/mq2kSYjqjJB5drKgjLxy0N/sTneqBw7HODPHuOZ
kbUj1HeiRYQ9b1J72UhJpj0/ztj3Jlcau3DModxCVM+feCjsw505XrFonpjm1QFKrS2L4hPxGLjI
D9IXpepdae9CTofIlMogmWWdf/axsK1MM5SjwYtEuQ4rdr26UQWjnprrQcZqrxztJk7yO9L8ojhV
iZiaQ1obWUdidpHXfIp/PLZ3d/YG3Uf3gVXFpbLbUTmkGTN3zTgS+YyMtEcSprvtm6pJX/dNT943
LXM3PkCexDxSKZEimKp8+W5Le/yUtm4z+N1Y2gksywzSV59oVXVSh9G5lWS1Zn+MoaQdXl4el2Zs
iy5+ZMa2yuT5TqhjuIvqmsaRl/f999Yzss9qUTSfwcvhHV7nk6VfWf/P9x5PMSrl26OCJ+3+KHDY
51aqVS6ggHXuTqaYtM+xFXdqSBhQDgfRZn0RAsox365CwGp9ucPPr3zkzSiRcXWguPDs8TlaovDW
uHCJqwyYoUti586xWAD4XbmfLje0ybYAs+Gw2d1PKcjfcUhcJ+rw6DmhA1TfjMMv2rFsByvd4ZYA
sEayhTV3Pn+iTHr4bIJWirQ8Qmc1w6qv0yO4xOXKfXGxQzyBoKcARwT4eN5UKpsxBafsRBCEnQD5
iipq9WkMXp6f5+cVHSKMIHG4+YrvbyVAtuoqpO1EqdPXofC0Lugn1bhxFCSJ/42meEqTjMRi5hkA
VjcSK1vamZoDR0XgYkVxaD24cqtstH+nVy5IGG5zrr/9oq8RC+EyUp1oTZePGmAhgNioekOdnq9c
bc839IawchCgMYB/EHCez1KGOWex2osDsKsZbjKtdo9qVczB4tU6JCHD+uUDhD7xOAIAi5w3aP7z
9uLU0DEfZT/VDS6njRoXfleu4lAbYgo0e7525F/oH6sdxwzXxZYP+Oh5e2ggpAQOA8eHk6uPI6Xu
J95tnXgVV5P1TY2bXL/yEruwIuFAAN4EsLcRonZbLJkxfx+V1o1SBWmBrEE9lAq+E8pWtlfOxktN
MXEEB4SaaDHtOucMzQB+zHAjWPHubWoNIqQWtYS1WV/TGb+wm8kaspG3EGgLAc/HsfA6wx64dCJj
Iks79KIIl16Zr6z7S7P1Uys/7u+fAi1DQ3hjkMKN2BqALz1dUnyU0zvpZkO0VLb9b6xGFj0ZcYej
naDnvFcz4ZukrMxcNSts5rrxnqSNnFSyNPXRNHNEtH/5DCG9AhAcJTn+3S9/xZ0ccnyNGzlTnBwc
4Y1HG0Ae5bblGptkm5Hz6IIkMOzETT2fLLC322mjlQsCgpqx7FU9GFoqZIXJiiyqtQhWNDmi1qUM
jnu1hlxMr//xck8vxPC0v0miU8LHgnC/YoZmLVIDWn00OzlWipmWFN+9bh3NsMhcp8S/wRbNI9T8
fj65ve50BECGeFvZurhtSZFR9p5TRCFf/lgXwgnOAhCe8FzAVO1jrrqX+dj/P87Oa7luIwnDT4Qq
5HCLE0GRVLCp4BuUbcnIYZCBp99veLMiDuqgpFpbF9YWh5jQ09P9h8lwqDtZCFTQrtOeEDtx/u57
0Y4H+t9e67vG0P+nCYte9P3Rt06RVA832QSSSbjabxiza7bwSHjtRmmPSJQjFGJqe0qFW2GBzWWA
G4MayQ94u6vjyDGnRKHtgBjD/IzvY3pKh9k9ulP97/3v2UioJX2Wm+qVscR74e1QHUdqocDjXsFe
DO/Hkl7pAdl51z5MZW5/Q3MoRZ4IaaNAVXlse0g3H8Ga7zWRNuYViiRS6/T0eFCsWwS9kSBXXaGs
V3px9twj8eAPc/nL0Hybj+UyoVslBQTXkb2xzUwfG827IoqdIARGdQQU9ux2+U6UkLO2OroSmA7F
gi6DLDe9ndW4iCTAIwqvkAyq8Ji3iiGOTd5kn/M8tJMHRDrEk6F16l7xfiP+IngMcBLlVi7pdXia
GyAAZZWzP/NMe+yY7YfJidHpiJruUM6uffmN/SPxhkD7mFX6zm+/1KmQttAyjSqJaQzfMjesn+w2
dumR0DuIx3A6WQk5KnRX79JmKCiNWre3ebY+mvYB+wcCt4nv89vfYTLRiGkTuljIIWXfprRqvYvt
FKnn16VhGif+w5LtXDwbR5QUHEI7DXfu1fXFQ9ljNKSOwNXtsC1rlhjVtsqrz2mDAMn9Od4airEo
3cgwTJb89vMMa+5LDJa540BUvOSJZ8KurxYLzTgMmHd27kZ4Bav6/8HkQf3pAlfVcSqtmVeM3ceq
eVDIwr/1S94GE/Cx0o+XSPsA6sR1/AqE8HS9/6lbYYDnhmzsIwCprqORTu8RX2XFvSr6WD0nZoaJ
l0Yee3+UrQnlDSUDjS6LMvLvf/7GjHyi7mfC62w1J9NIogPqSeYpFnW4M51bH0SllBYyQNFb1gwi
H8ui5mRdYZ+KIEO+9+iWRvUbowDBlK9r2ci9AQV0KRw7XHuvMRoelyUrquOSiHpnH25QbhCCoS1I
WoxZPOXzt/NGAXuqF7uwr5XIa7h2WvtpNhTP54BT00Ms5lCHc3yp9Sk5tnWo+gpUt0dQbDQtTZSV
EPzXfMcRDWpKUYWWcWrtrOxW3KVOSN+XlxfqEKvfMBxkqhhDe/VSvT+oVZH72vGklrF6mpDv3Jn2
zcvz5+FWhwUuZZGoUWRf62HQ/g470/jOUR2Kc181o30oGjO7IuBa/QlRwKwfAM8M5glBILEHC9na
0bCLCGaySUxW9HZlKhMBnNoe7Ksypt1XL9aSA0Cy6H1mlXv+6Fs72iUppU0l2R7raMTKxzYauA60
TsU4gCpZjsgG7VUFtkI6hX783FhK5+YeA0Y9Ji5h5hrHsxPErasjKxhNlDmq8oMwh3inX7OxcQw2
AKbXPCSQv16FBDxG6q72QmTrhqV/Fw7IMTRowz8zA9NhsqwS+Fj7G4Gd1jfmdUjwwoxcP5b0zAsj
V2FQo8tDPytr/TiOinXVeyvZAVFvzCccBIAzsnfC4V3v1HgZkNOIWbWk9g62ZibHoa6iS+y22QES
X3f85RD7ZrzVfOZo4qZDiihYZCfJoUl0/dmp2okXgkh37oyNvU8lGBgLtSPmcr3368nJe4C/9rWo
08KPwN6+H4UyvlR2uPNRW5PIZS/ZuaDEyc7fnjLPMFoBsCsKRiwm/TAZxalp3e7dMrrpIQV+vZNc
bTwADeArsC6Rf5B00rfjDUmhGAt29oHROE4edOFQvqSlplWHrDLGv1x78vITFSE38mnz6++6bEiD
++u4cdopbYDOoDdFQruuznXxpHL/ulHQ1612smoef9xB4nB/lI2kg9AFGxmBEIkFWe0WDFCSXAgj
IsnAER6dkOHJdhfnyWls+zEKu8o7MkNd5DudF326P/ZaiUdWVGWzhHydjICSnFz1n7IBdKiiQpnK
OIixSRRkAgDA6QYVrvnYtyNYZ9SIqQ9ONa9J1GLaOHyw8oFO56Ag03nUw968NJNtLmep97D4wk0d
1NgV18Uu3a0blBg0CZl2RlyJvt7/5bcmDjtZnbmT/67rR7jmGUZteQAjKOMi4Korzjns4/hDnizd
g4csm+9mLSqVc+Ge7g+9dey4BOg0SWDXTTcxxBoud7tJuaqFOqLPvOiXsEDvDbG1cWcTbp0DQEJS
iYEs6vaNwaFTi3JBsLOPM+8iQHwsByDXefeXjd/0X+5gaN8mBQ8iP4lN9zHTeAHt8Ge3PhedKITw
+PO202XkXteYCRLRrjYlJ89twtPsRP+2c7zsRJmNqwjUAE8ZXTa5kZl5ux/TLI1Uc04A1nh1b/tx
EkGTQpiyWQ5xIZXfBkT/xlMC5n3Px2kjwFHv4QFFdUNCwFZD6yN1UWNolatB/bp/KgY3FX4zVLz5
K/7uU2vGvdi5mTYm1iSoSkirpImsax1TnOi1l2bKFYz0S44t4YuaFy9F5w47K7g1r8wmCSBYIqQA
5N//dM5zx+oVTa/CKxKDU+yrCu7auFoMD2J0hsYfgBbg/OxUxd6bfOsLpT+ZhOzCbVxfG7OqdX2H
kPW1yrvYPWIwXyKna2spxj5Ts+ykwBshAawgq4enjxS6WtWOnF7JuUpoNzcT+poXr3Ogo7rz4HbX
KrWaCmUv1/6BkV/0R4lw9p4/w+bwVLRV+S6mr7PaQpkyxBxXNwSgoSsvmlcAp4+cds79ljRjeuxh
8lZX002rJhDLOCif74eljVghFXCo3tNz5wytPh+ZowrR4DQO0mJwhu8QO7r4oWL/DcdFH2Fg1K6T
lvAwMvS4eigI2AN4bf0bhX0J9wfYgdfTLRQPIBxK2DVwJgWx2ne526e+m/dwlpxo19Bwa3+5NIQl
14KdvX7OVqWbZ4viKNdG2Er05NVGpJ6RL4lLamiGGVROVUNARKEWbYTYVov2i1dE6XRQ0V91zmIo
mvTiwJd8sCZF6d9hUzRjEEB/Z2drbv6i8r0EFALBvXWmZhVjrXpNpICmHnsL9bos+ksZhsY8hFmD
XtL9nbAVzNiEtJ4JpizGKlsrshANrQyAYlzaPIwsgRK06caLEaBXHP2dcH7m8/0hN7IlbkTA4tIu
kZrQKsSQ46B3gNRHYM7S/bd2KlTlbf10f5RXv+ZVdZFEBf16D8CXLIO/jWSZuyRThb5wECOlWHwX
UaYl71oL2wHErzGJQsNVj7yHufPK6dKrzqIEVT/iyo1UKerQkW7k6RdhogiN2ZnRjO+wgeif4zGx
u0NnDLV1QCMYxeoSvvf8gDBw3XxKeK3bPxSysM4fi3oiq4ECsafTskFvgOHJoQGlSzf45viOpjZl
AFyTQPFywws0e3EmyghAXXwxz1701CMY3xz0EEUVVMtbZriwzFY/G4aSP9feviHW1ppSK+IsI17J
M01u6p+uDUTGW3U07CTQnLAOEmHXhzgHznd/TTeOBnkN+GQw6/Sy1oULIXR3aHDBCArHSh9U0uEP
WbfUFycptW/3h9r8IOAN/IOpzU02tRT4aDULU6xH0XSZAF4cNHiQO6dv47aVP5tjDl2GDHG1R3NV
ZCpVyyToenDditMI1NUbwARVDXGtNlFqjbS4vvzOtzGJ0pMetZXV7YMwsVGKjgOoR1pU+N6MQ9mx
Em6+M4cbtxzYTsktQHUCSoP8+582RTi6bWVHeRpkUcyTiG+kSJk4ulH7RVaG08UL3aR+puo/vKC6
gl70/e/ciG3AkzHMglOP7NQ60ERiqSdsX2WgaXiWYW53EIWon8tGDa9l18XX3xiPe5U3oETPrW91
NB+imkpqHBRWl54XYMFXc6mNYzLH8xd1Svud3bPxfdQzEYUFZEBjdx3hQHU5kBBEFBQZ8tR5nFp4
ZyblBeWm6aqK8jduJpRf4RW74Etv23qOMUY5rYsomIcGPEiX1+eZUH6Gx7pHTtk46QzFDYidlNSu
W11LhO4UK5UswmsmwcZB2Po7odZaUKMnFtxftc2hKNeyVSUQZf2SQE1Vyyud1+GAQPdhSdv8XYiY
9INS9OMO5WbjuKO5SU1Q6g7SlF3dfEulFSMm7nGwzNZcvhva0Gj8mgehcawFAvA+KtRp+NUquiX+
cv8rN1B4dNnAldGUJee72Zwapja6RXc6qBa0ni6ASGCUTq5XfW/jTsf9h8Tz3C8iNI40zWcUdMG+
2WfHTuIcCeq+R43dqM0vQyvJ4KLvncfe5j+cbCtNniNs0eLP93/lrYUBYq9B8HrFc632QAY3CVTL
4F1HYUWHCOLelSpQ/sDLZ09acKtGTYEDnSzZwr9lD2HhM800dT0JY9afk0aYJMLVeBr0qDoUIo5P
Y4GzvQiT5CiaWD2ILtlTFd4Il6if0DUn9eNGWIertnXHJlUb2Xeth/+qahoeXn0tQsRMD7OZjJ9c
q/gRpmLY2Rsbdx2vPeoTYEZ58q3bykts4S040fDNhrC7Ig1if3CmcU91ZAspQcbicc4QpL6lTE14
RxkTJqtgsMyshO2vmOFxTro+PuuF0XwDBpN+6Qpl+GJ1A/8HM41L3ppxVVVnBRdR++J0ixf/+iVB
0Q4uPIZybLM1Bi3XcFiicw9WtmmyJ7zClv9sL1qQRMJABCuRPcv4jVUGhsZEs8LoOd/gBUcnQvqF
XtfY0Hfx7P8cLXkfN/aTiOwvjWb8XZXAVe6fpI24I4mnGL0h/QthbZVmtCOkgCabACBHRvWtDYv5
oLoICUZ4AgXjUn9XM9vciXUbp5ejy8OC0r2k5K2SDNso4o7UF7KFl36j0oSdD8JTCOoszfH+18mf
tEr0SQUlmJvmNq2C1dfZjWUjFG3S2E7MIcHJSEd2qbXTGqcVwWnzK7uzhmMVa+KfqFna8OAVjfLr
cDjycGaXJaV9tn5HVU2uDImgoKDVil74Tqbaz61jhRCD7E5Uv54I03zmZcOYcL3WibDVTkBaTYol
Y9LnIFGq6HNjxekhMQbxOx/201AyePyUxA2JMkRTMYTXpE1L3BaUb0adjudZy8bfOIkUdCDLIX4E
x3F1OxaIVOhYb8GZKSYlqHXs35eG4IBZSXdwp9a83N83WzsUMiWxyJMw13W6VhsGxbQcOxNDzRDB
Q+BZ7U962xU/DG3BPOr+aFtnkLcRLzYaI7e9swS7Y7XtbLgettVGfjclRfqMpa6VHfV5rimwpLoW
+6hgJHst6a0PJQ0HnEyQl+3It0voGZM9xsinXBc3HU5S6f+5rAosJiuMte5/5dZQVPBoKzuAvG4w
WcqU2DjhwnsSVbSce/qsh9aM1KvWu3sV4K2hwAdTIQEXClppdey7eFBrAOrONcMu/UOhahFnb3YO
w1KLPQbHVoghcaItKNutN5n26GBThuWHc63N3vkgUEwI+tBUPwLNRzQA68D2iWdWG0AsHb+NtGb2
CMBbtwZYSksKH8skbpULRWamLGMhzQsxhlMDXYRlf14om/xQ8yj8T6BpjR32mBtfyBbyPTzf1lR7
r7oVFPb5DdYbiB4ebQfPuTrFXLzHWm461y7ufBR3rC+/voEoPwLjkU6h5rrJ5WDsklg0fLHIGcJz
k+KOJoYke1Bb/Tcw2nApqd8zEGu6DtmGPvO2Uhiq9dzlsbYNJGsAuR1ikU74rTZ7G3ZjEzF5EkwD
Duy2ORJZadkni+teJfq3BftlLS8CFKN0E6qib7OVcXs1JeJOPCIqzGTa5Mf9yd1I9AAlcCUTZSXz
aXVk5qhrFqMCOIQxlnNoWlziBvTzT/dH2dgt9ArpU1K7hO60brcZLjKIegxcu59c5zwKLOzcUp8u
aZPZO0H1NTVd3f2k7WiDQR/YkJ6IC7evrN7Da7hXs+FqjUlmlBjEWdo/iIaN3hetxkv+mPd93vyI
lM56XCYzedbq0Kg/LyaqQCdzqJ3xeUQ4aTqPnZjzz8o4OE2QdbOjoSxVRcVTIQ3bq5q+iw8haHm2
h7ZXsN3Cqw+fVk39gwZw15wUpMP7yzKH83cvrdHZSMJWN876OItjDya0PIxzFydBlWMhIMvOGppS
UIzjh3kM/cbLva+YhM3TR4T5PCx/jMTUrmXS5n9oS4tnRQtpfDjqrVf915p9Dsi5buvukBaljsad
nXR/K5XQQ1TSeraSi5XfJztz58mv7cwsg7wbxECfwawTMH8ebhlqn3YAkFTaZCcN07EFizvXfE69
Oc2+oJFnqDt7Y6NkAbePxzangA24Pt5zMyxpL88cVS3lMI5pHShGiiJXaS3BoJf2rydKjCeBTqgr
3aqEYAkUhdYIPRXXNedjhb/HQ4eH+nFQvZ2ztbXriYFQqKAfoW4g//6nPKkbUHhBaTYKYgzBqrPT
l1F00LLIbc96kmJGev+QbaQT3HzSvgHaFs3W9VEWgB14OyvXHmDQmesx+lNanWGFGtvHFOOuI5Xj
cWfQzW/kp0oxWbBN65Mt7AZHGBX2fTmMbcDihc+IednvITp3p/vftxUs4Z8jkIsmFI261YXXOpM5
j21DXwLACjbKDq6jqOA1iY1qT5O6R8zrKvOQ4L35AN0KVbg0dgyxU9Hb+mBwR7LlCuX45t6Hml5A
lKBaiKNx9AJatjyYS+N+LhS93dmpr5foOpSxS6mdg5gFm7z64iJpHKNDXfvakAjOf/ReWf1FP9Sp
/TpPzPic58s4n3s9LPN3S6Kkj1FHA81P+8z+mqHH/1zktdcFRm4p5RH1NqxqVQtEExQkxUw/JpHt
lQdsT53EV+K+eRF5mbmHse1UZNC6TCkOJb2Rv8FupJ9JVUvlDBlbe8DnKI/9EYGTd00U4nB9f503
ZliKzXvSqgJY5nofT9TkFM3WFVRvipcsM7xLPdtIMKuTsbOWG5ef1OBgHKS2uYLliXpzQFPdQ7CB
E5N1Oer2BbG3qpOdZdyqJFFqNhHDZSwqfatlrOra9JrCZBkTc3oUlYEshiW1vD2NKU5L0/ynhot/
muwMP9g4QbBI+3F/TjeCLL8CVSRAuxtqMVpPIbP0FI4pagBXxczy0a+SejkBFNLOWlZGO6CBzUWk
hCQve1Oir99ObbtgIZi3KI9kwNv9MhzyAzaDyaVXuHvvf9vmKpIDE/Ze62Sr6RULRoRWbyhXC8Of
K+pe83X0GmsH6Lg1Cg9rCeiSqqrrolBSClxixlC5tpE5Y9MCMF7vwPDe/5bNvSJBcgipUlIngXk7
b5WrJO40U8BXw8YJPCix13IyzPeDTeXb8qblP3rWqu2bg2c/GoW1xEcQYPbH+7/GxlWCoIqLGB4R
nRrG6iqZvLHAXSihrJ9N8XWGZXoY+iY9kZqi/OxN/YW24Z7u4NagEqsE/ABsOWyMt58u6EwVZjTS
5Y4jtNdVJXwwtLZ8ypETxTyhFJ/0XnQ7FYaNSwXVGDYogUCaeqxCQNPi4jhNCJtEcVJ/1lBJPUWd
AKS4GMlxUpri3QRR/RBP3Jxa+TsMDIk3wRSLB85t1UZFo0pqs3EuaXI+lV1dHjWv/oG3OEKbkG5/
+ahQ1wDcAQ4dJt5N+yvVOq3W9Ta8xouj/+kYcyzprvPO2b95mUoWhBRwkUBn/pFH6aewOuuiEx1d
jatXt+7HZmjq972nt8c+751nURgOJLwaUCL4pV9+aDA0pBKp5Ug5mZz+7dDYpYWYGjv9dRriXvUX
OxZ/teGCpalTWuEeRf72tErpcB7ftKRo19KWeDtcNLvmAskWN5iBPBpRgkrJkQRNl+j94EzCPmo1
hdDDUtbZDN+wznU/18eSnNqy0nQHELYx7TyQPXqWnB4p1PP2l0nTzlajtBz49hKN2wzgfnGKmI0v
qejdr64qevMctYYz0lSyeEzcjxkbw1NRlhcM6RG36SoM9wuyriMd/itpi3GoOgpLfrfYLS69yfDY
lqA66zx3HvS++PLrI0N0li9L7vKbZoWHYxJFlmbkAggbNErq/J1ammLyzaKUjrGR+65pRI+jbhoG
94d+dUt5k6Kh9wS2kYSbFhHpymoHoFCGB4hnjdd0cYaHrOnM7DiXoX7Uh3i5TJjKPtZpb3zz5n6g
a5S051Q1Ql/Y7SJ7mI2PGl78bx+We6o/N9FUClFx4fMHyCHbkBnBT4ewMiBGx6k+XPtRsT+7JRJY
Zb04FzgIy5+NFxsvvZmPL/en4ybNoPhmUcyAcc7Dhwv57aA14JrIavX+WuPNrZ6Qt8yvrRMn70ev
UpozZEVzz7Lu5l6W9T4TgTM6NpLPv9716LnraVQPV6/k3YtV7nxSKYOf7n/Y5ihghxDD4LK4gYp1
bWOWYdgO16bprX/Q+6/fU14wfmMU3mjcQuAFZI/k7fQJM3fLJqFo0YyuhWr0VGHJ4+11Cra+hYa9
o4KSRT5iDXtrZ8us52EcrmanzIe6mWOc0+JdjRcZalcng3421lUAujRy+VUmUwsqFTZaA1dzdNxL
r1dRcyxDW/uQRsJKjjXgeM+nAGI9L0lVfcDns3KPqF9hqzDXubt39d1sTdgb4EiQUyehoaMgw9fP
58GBw+9oYpHiBJnuGyVVF5TQ1Sr2ba/S8Vwn7/r+i7tGjkl5Dec4aJ43TbauruKhBQB2VUhPP/Rm
1z4XdTju7JrNL4MsCxOGe50L6e2XYUFpWeitLqQwyPZWJvaNaZ+IT7Rv9YuWxFin3/+sm0hPP5yj
Rl+NJI2saXXKowkxcFZ9vi65mZ484GyPTtmkf0xGXPuTFjkXXavENeqS6Fc7iHJkegn8jzuGWvLb
T7UTmkGgQNSrooj6bBZG8tGc6SXYntLtBRb5s97sXzkW9xmrJ0Gx68eha8DV7GpluQJtNk9N6M2P
XWPHf4yNWeyxHW8TCQZD9Q6eEckvGcwqWk90CJGdwxpnzBXxxcD3/h35qJuci7EZPH8w0SDzu9bq
/h0jz3x2B296n6ZUBHdyiJvYQJtGqn0RG6Bz0bJ5O8Fu1NUDtifLVRd6+QGyRncGCYZW9P0dtDWM
JBt6us6fMFfeDjMUXYUzOVuWDRamfiRQvjh4mLTvvb33BlrdDpmmF4rIjeWqFYr5Lm0GcSqy/JdR
V8zaT5/zijv9KbbgL0p+mM7LFbJx68flsHyszfTfUF+GI0L4006mdXO1y+Hwz5KcH8kqlR/903DN
gtRjjEzEFT2s5VRhmBIkpjldxnQRfik1gMaCovBvLNlPg65msixnzVrMYbm61qRdUB4qHiIx6jv7
7/bQ4VdOwYt/pUwT/uRvPi3DWse0F84BHtfzh1ifxalzUlyZoTrsDHW7NUjYkeiAiomMzI0YuqKk
uNObg3EtlSw+mjEIHrNv96hvtx8kR5FHmoozHONVxJIVSzCHmAbgVC0O+pyPh9GY6j+Snur7/RW6
vQcArLAxYBAAHb15yqamnodZohrXGeq07+LqfJqX1j11RZEcR9C4X+6Pd7sNpQUmibfkTMBo0t+u
VcfuziG7YxPg5cMFMzHxV1WlaPdGdZSc0hwbbh8oq7pTiNmaUdknQBGQ1aO+9HbYCoqwg06EeQXI
GR9B6g2HXKNZXimGurPnt2aUWoyEUzCtQLDeDlXykhMqNmVXkWciiLs+e4mEvTwu2Kj88GZKtjtx
UR6it3cOWDOSJm4Dbp4buWUL8dykjmF/jlii/Y02vCMeIHtDSDDqokIRGY8C65I3Bd58VPqD0tSr
f++v6sb0yn4uWRLpBJnu6iYK9bHN66REgCvETbf3HIwfs1A7uW76yzpp9EQ4HWxassPbxu48x3Sp
ImjxSJTGF0hx9nFhbk73P2hjEaHGcCgAqFJLX+NGoYBaxUAYJVsRDq05CymN2uqPEEfrCwYfOJre
H3AVWOjEcrGhXUKOCfKHAsjbXeOAAijpMOUBlRX30QqRq+7MeO99tzEKFGhuFhAkAIzXr/286bEw
bfMcvk5WPmNB2RyXyt0jea7OuPwWHes8yjg6PM+b5pxjiiyrgX4Gplb2ft5n2glRi3+cQVtq35zR
nvEjkBA7M7g6Bq+jAojhUUfrjD7uKqPtu06DZdHkwWgl5Z8Y5LQPQ4hpK7rDaeX5VSYkjbhPQI0j
uWN8yFz6ab/zO8CKZm9KDsMaeqkY5jxxqeYB6s3uJ8sg4cLlyvFFFKYHO1maJ0XxhG/PafE1N5v6
5f4m2pp43jq083hM896Uf//THV/ntH6HqqkC2swoXM6j8S10bOGTn3UHXdHLJ8hhRL1fHtWAUo98
AH16VHhWW3cZm6n1ZlEFC2Szj1Gn6hdhT+3nVp3cp7TOfiRgML7eH3NjI7O/6Ng7NLluqzdaVebd
0gxl4FXCeC8qRfixoubX+6NsbCngB1zAOrUaEPerOg1KTQDkhFIGKO+6f7kiTbPTKMasvpLZoHZV
6FFZYa8UpbafVR7yJnUbNsnH+7+FnL+f4rvc2ODYKO2T6dPGWre2xs71eiydq0AWE76G5vDvXM6W
ryS9/uf9kbZm9RV0SIZIIF/fkrFWL7gVFlUgwrA7e3lknRdjyi73R9n8HmLc61VBaVnO+k+7NG6T
uDGbpQzalKcnLcjGr4zQ4aWi/CLc6XXqcPagpADRR7phvx2qtawqLTEhChxn0j+PRg4jtFc4u0+I
AcsMWK8GO4jSOK2PFCKtPafIjQNJaYZKBvhch3L9KiahEwOSNunqYOkz5dj2wxzgydifxsosjuh3
k/FMnbGT62ysIiAkx1Cpoksd/9X8jmkVYSo2VMEYqcbZCPvK96Zxz45xYxVRAaAHIvv44OdWn2Yg
zM9bPyyDWMtNP0vq+lIbOip0ijKc7m+YNU9NLiNjURAxeVTL5Xy7jFlO7V5VOO2tiJvpYjShaH2M
cIoP+YgX3rkGeP4Y2c0wHwf0cLJHHcaecmpmR4y49Hrlnljg1hSjzYNpPPQ4/UbecSriqF+0mY8f
pvJfoY8dZHj8QnfebJvDcH+CsKLwdqNr2k9tJsh3qiATbfMxGjMnwIBWOd6f3lVl5nV2+fEgEmUf
5EZWWiS53kyeKANr8DLDLylm2kej6FPt3EXx+GDOMUrT6aCkl0pHAnJndTc+0jN5DlAPh4LEhn27
uB5Gc5HSLk1A68P4U7Gq8UHzen1nKrf2EPrLJORSfIIy6WoYOg0j75KiCSLFVF88pQnf143qXJRG
aw91ZiqHGgu/wzAs3RnzRu+gZ5P401KKbOcJuXFw6NFCmKZnqfEcWcWkZOobvYujJgAFUj4PtlV+
oUwkUFGMhp1IuzW1YE54rYIk4B/5q/wUadM6WSYttUXQ09M6DSXkOfbQL7ZgJViJZFzqQEE6IfNb
RQLozqHCSzkLVKdEvTVnp/E1ozdwRrk+1TOl+PZDpIfjL/oKv45MpiOxCZCAb8DyeUkqlAqIgdQr
o09GB+8bemq/Q6S+mUW+D/AQFwjFWPLK1YKFXtOVrpalcMic3i+hPfrlLPbO+u0GlcPQLYD9avBA
XW/QIo8SMtQwCaJBcMbnAhKCbzWFVz8PWTGGL3rcLerDOOqtcR7UIQHMXlilcqIDsGSujyBHqgf3
Q8NaruV1hmVbVBJyeaCsc7uwLlvdids0KOvZmLi3VNLH2YwKeqMTG+6kFuEc1E21OH7spt6/Btlv
6MMPU9N3YZzIRlaXZb7aYAzqT7bRftNmyElnzOTiP9umzkoEkbJkj6lyc8iYTFQgwKBDGCXFWK2Z
2Q9ljI9TFqACM71L7TIJpirHJjMvvJ3rdnMokgvQ1EiI3MQvxaNJXHhLFsBGyq5LG+v+VGXONVny
l/ursTWStKLn8QtQ9YZvGxUVELaoSzlohe13RtMFeTgZCCvkyun+UGtTr9eFh+7KM04Wooiab0PH
gGJxhIFYFpBr6t8rkz4Z1DXDe1FgdM1YHufFX4I1+CtN1Sx9sGHdur4W9eo3SG5NfhBNbxr0tjOl
f7LqwfrY5Z2lnJw8carDpLvlP2oYmpo/tJPxuXIxhfX1vABtOkbGvPc1mxP3WplHjuQ29usCJD8N
9zRwRgzKwBCnvlAbcRhorOw8hraCBU94xLohfHOWV6kKVptxCW45DcwEA+Cln5NHoFvR+f7ybI3C
lQ3OTXqUUTJ6uzoAcjsvd5w0sFPPPaYxskdVMtvHXx+Fk8/dDNDl1r0AE92FYn6fBFYxW0fs5owz
vMNftGORO40IDvZDgl0la+fttyTwVeIKL8tgzPTow+Siym3ZffHrQZxRyCMBlIPSXzeZZ8UeS6OP
GEWdmxM8pOyMTryxk2VsbDT6IFTApGg7Gesq7DSKV1H9y4gFpZidkxNlLcqLk+uWvl1j3rOzDW4y
N6ZOskkksZUcan2/Z0WMBGO3pAHwkPnaD24JiSSHlefhV/xl0mJEwdXU+FvN072Xldxhbx6lcmge
3tZr2LtRS2tjx5YFlTSovMY4NkYkFJhP2mJcJ4x0n7R4Gj+XQN3+Q73Y+S5U6/v9vbk1vpRstniY
w/BenwA7tLKybLwsGMqims9kfW4Dezjv3cD2sizCPFA0H1vgd/2JiIXZgbG4WbWTYMn1XM8C4rOA
FhAUvE2dcyRCDdxXsiBWh+JiTC2B2AS69anT0vKPOEsT/UGY7V6JeWObGZRqeX6QSbLLVtsMQfQR
9VsLW9LRMuZD6JbC8hOq32BvoTH8+gXHI5JAI0tKvNvX+Z3hgMawyjKoxKjqvoZF9yfhiuj7ZMz2
Xkq3MaNvBtPfRoPMDIVlNSEv9j4r3iluGh3R6Vf9Nn1RUvVrFVrVziFalXpl/EEegFYLSriE1PUh
6pNuFF5tZoGFYvTgZ3k6/tmWqA1jhZ2orlRSKqan+7t3zWF+HZTmviUb/RQH1kjXqkXOc8DpPihc
sXxE5z1Cemyar2jd4WZtl+N5wL/5OKW2hq1mNRzAPzQn8sfmn3Yu9+gvW5POxQguHRc1IFGrOhe7
J5la3SWxsFI+WB36h8lz68c+itNjyLsJuHiGy/H9Sdi4xGSgJK2mZIvK7eoSQ8cpK22lygLM2ZeP
XQUATKiK+8/9UbaWl04MFEIpkGKvs3ckerB270hklthVziUW2WcUCcQfDeiDTxl+7TuX5tbZ5Ixw
LDkvHPXVdWZ3pOetpzCXBvXmYZmqkxX1WNTYxZ44//ZQ5OXUQbl01k0KdbInjDOKLLAb3fItMf1T
m9pymD1rz2Blc6mgvQASpMN6EwLSNlGUHNB+EPdp+ag6yvgQUlvbKbduXGdSUZQsWrLKboSVPbVp
e2fkoWWmxTK8L8M2mvzJSxZxSlDlb3Bhjgz96IWTcB7KuIr/u79VtI0JRbeDSIAgErnV+tWwmK3j
tAupfFa6iDmCHFevkYLWQKAsTTZ+NbTEyb+UosLW2aWoPvqJMqM+73eeU73MSWqbx7ROm/awWKlZ
nkqcNO2zV3vanu/YxoLwm3qQA7gDbvlP4IxLI244O23LqybLk+IdxY2do7M1CPuYtjC9TIZZbeUh
NKn+gq4OEtr3Fx42mW8tc71TD9k4oPJtySYGv06tdHWZoSBUDlIWNLDGxvmkhXPyvrWm5O+5dvMX
Qa6+ZxewNaDUSqJe8NqxXN1nDohGJS6GKFCqShy7BC3NbormJ1dZvhk0v0/3d9VrarlKEsjU6Y2C
dJUv/FXlqQ6x6xirIQ66QlQfDXuJTR8qX2wd6XmXf2hjOFRPbqjacAXpeF7Hfhko75vj/GDPi26d
jT5z02MpW25/p2lhFOAC0ng+2l0xGL46Z1F46NJyMg/9pGtgiTUjjk62lxgZVW3XoA4Dx0fxyyLV
lEPVRBkCulKC55yrRXX2nFRpHkToGp3fTHlqHIvUaehag790zo02Vcn/ODuT5TiRtm0fERHMwxYo
lSZrsC1b1oawLYsEMpkTSI7+u6r/TVvWb0W/m+6IdocpIHnGe/jvMZKBOAUF+Y/+8vUT6dzWj6Gx
oiFjfHNYYwyUINt4eTFP5p1LvfWy2apSi/NZnwZUv9cTkj9aGa/CD9gSc1G0bvt5njv5BHfRzqrG
cv+X08UsEyEQNKNI7K+OcwGvwlclpq6ro6O87Lyb0vHpN3Fiu9x36z3pw7e+URaezPqpY06uVL/f
364aWwPewUPWtqe88oIy7zHneScyvxUYmfEHmE7AOPijR7PRIS+HJLTOHXe2oXYNztWkxukjgiDN
p79/Lm/d0L8vdXqh/5pZQhBDnTlGRmnCri7zrUYdow4xqv/hKjANGAoAmUBE6ferhOG+ieXEmCnl
OKYNc/EjW7z3PEDfSGgsDQEdIv12YjK/CqCyEpvEx6G8KCIPQ5DGsQ7QwaszaLXupQpHcSxjaeel
JOb9/f7eOvbJP6g8H84G2qC/35+2ZxfeEV+Y3kyVTXzyx26RTpo03O66qCD7+/XeqCAZXWIWedIS
oZh+deoTaGH0oRGSZb6x7v3Jic8axn9npsRhDg0VCXHWvAcIfPOiJ7MHtkL86/WMambZKusgFher
4xaHZt2XTI8iuECSJsqXLpjPE2aq71Stb3wKyDthhokeHBzV5HR+/3U+oykcCsua0LuJW+emb8KZ
ZjfSX6wl8c7+/lDfvBQ8KtC5pHk+8d8vhWFjuMSS/NtWVXymw0KmylLlTTwsz//DlejxgJCTgIPX
hKa6TVSgehTZ4mAYdOZUGCiwYOvUN4Ut5nvY49fA1VP3A8GHAo9vjxz8h37AVop+boS4mGatr/3Y
as4i7O69NI7L8NO0ouZ3CNS+q8wvJv/J77zhetiVem89+//5IaflFx8Lq8VXx7bsh2joJGrklTN4
uXCG5ojxlz5b3R4r0yWx6AGHhUfhdHGGahZRqdDj4e8P/41v9RQdyFGw52jC3N9fM6yedg029Nin
RiOlVkfPynMnJJ2agMFKGP0PB9hj6cdkFyA/k73fLye71XeL7mQlf5rv5d2mK+iJs/gxg49+T5jy
jWjOaWLPxRSZgfXrpcbW7bi8dL11Xql1zWDmjZemse2Lvz/Btz6UE3jxpM4KLvh1EjRqCHUgIf9u
fTUteQBe69w00LrSZa68b3+/2Juviz4I/Z2T2NnrdZdY7bDrXBiHAvpWkLVzx5srHLYgdefk605f
8M4be+uKUBAQ3GLQ5f9hpNX70UZugcMOEwGd/NhXGhhDXRY30grNnAdSRfY7Af2tF8dghBX+CRT6
BwR16C0aNanLi7qq+QyVn0ASCN+7ylsRnLKMuoLJw59z7AJuEas9SvGxtTRAjBDz4OMIYe0Mlfn5
amYLge+4J4Lj39/hGwfmtGpGXxPGH2SnV1VhsjJcEq3NsQxq51KIrjo03hqlBbCBd17eax+fU7AL
T8CF0yoKVnN4erv/Shiofu8mqZfqYhGlso+uKuYhV60s9kyv7mh9KdZgCM885arqvA0Da8iKdgIZ
4+4F0Bi7tuNPdizYo5aN1503Wi0PUk11eFYHRWC/Uzi89WT+/WtfRcTRMrWcJ4W2CMCR3DcL4nXr
7KZYav5Hb/v/92DAi7motePW9Lrxk1PN/o4dNfOffflsb3uXdS2rY8+ahttO934+zbN+582f3uyr
ZuxEkqKCBFt9IjP9/jaQXh6HbqRmiNqkvp9Xx6Sh5YhM46SdxaG0cjQw/G+8HjtfdKLu/37w3viU
QeWchBmYNZ7S4O+XXzoRzmtdiovQbb02L0fJ4jQOZuUeyw1jjtTYkX6vB3qjDKU9AARFoUtX8rqP
VwiSAcTETSGx3OrK0d10Fqxrk+6WdDhEjFgdLACBCor/SL355xVTnFElsXNhSP7qdreyrxsXDOaF
1RfhbRfZPQs/4WRuPUbvvNi3niykGzQPT2A81iK/P9nIhGD11GkXUhenkn7wnKMKG/cY9kwuS3vY
3/lS3nqqcCnoioAfQEp5dcFaq9oDIVhfiHIpv65T0wO4GurDGDgmuqwmnXQpITM5o3u31DsX/+dv
f3WOcSul0KbnA+z6elQVaKdgqz3wZLWoNcRRyx9yCY9DXHqInoyHsu4W9p1LKXJvpuVlCyJsNx29
uL21xLQ+lKMFLLYp3am9hXI6BllfOsVl5Om5uS+Kar5Pxnj8gCYvfqh9H/f72RgHXfvOF/FGooFu
Co2JCImN4uvDuY1i8JEiFRdDX2+3mIw6ZaqxoDr7+4f31mUSdib0JyyM/pgyQXtqUCCU4qJdLHMd
a0SVWj96TwT0jeiJdCySGRxBtJRf15PhFOw6XEN10QewXnIPBgq62FYPQs5nLPz093ty3ziCMRpc
AHxYnoKgepXGFkye+ua0LCm8KS7PiqnflhSElvupUv6qs1D0bZlyTGf3aFzT1yn6nAkM62kz8km5
Qb2fcR+VzE1t9LOH5tue+Zs7yvOoi/gLNmWhQK+TuJiO3V5u9yvUjPXWt0W5fprDsGwyv8XPI9ND
UVqXKNoOZKxFyyu/1O09zKZ9eOdFvvGIYfIhogP0jiHL6/OCEIrSkfYU1XKr9qwYlvXolb7oL3TN
P98pg15TtU8RDI9UwD8wfuCjvr7cLtt5wd2PR1wtTpyhcyWdTCt7VGkbyFJnwp3V04x5Yn9tQx23
j31p1WsalhEDJnClU5xay+ho5vMeuozrrvoh//s5eOuRwIgD109NjxDGqyjb2o7atwW8fVvHvH+7
12fWZqY0kPI/al3+8zggjQL7hEcG4vvVpWa/EwJHF3mBUKpzhhja/LNQRZtpd29f/vtdoR4N1+O0
XWU/9HtAL0/b7R4JmAt77uIz03hhPqNzkoVN+/nvV3rrMyI/AZBjPIuk7qthyVo0utknJS+YxjxJ
VcWHBPXJ1EY05d5P1iXDyqXJV6ev32kl3ghK/7j/nBxkAcG9LkaKOShtFfA0u27uD54x0QcD+Ou/
729PqjBMZRD6QjXkVZSQky/baZw4Hti1ne+N1R/Eht+XpZ33lN1P1eGrrMSlmEeSmYAovS7pqtku
lGPX3FBcikuh1jYbQzqyShuHBGSJDIp/9/D31/fG8U9AQHBCgCP8iXcu5pMBygJ1pjLjBBhqKq5q
B8O2LqreAZG8cVBOPEMMlKgx/tTZmSs3GYnGzcW6Wct+kbjI9V4KgmmfDd4Gu2Ovu227WYCahp/K
MnaL98LRG1XOaRtDUCbB/Al7mM2o7LKzIfDYfvWzsJjZ4yUt6s9OKOWQTlGoPiPWxaQW6b86/GiZ
HqLNSMUbpjrwq1t3xsP7uKDIcAXGC2PZfi1LP5UF9NrD39/LG4eBpofFJBkRZvDroVIV+YuuG7Zp
PSXZUblbmHZ2s593gbdnUlHfF9W2vEP2fvMVAdKkm2S+xJbh96gR991qF9HSXOhIet+cpJMPpmtX
+nJfHOtpbq4Vz5f0ZgcXf7/dt4ZJVBh8xaRjOubXl2Z6ZFrMIJsLNzICG28FFTuFqbLXmUSKfcjJ
NFIiKNL1bbYsjeNhcxd7ULSXwfr49x/z1jcBBeAEHac4ZFH5+2OYW4/eOQok6pPhEKf09+5jVfrD
ybrFnrd33vQbcQyWDCQZZrGn8uf0a/7V4tJlK9H1JCCgfxE0hwkhRvTl8v9+T9S7TCNO9LU/dIhK
6hUGh5qrSCe6B0TrpcI27aEkL75zQ299ZhSjDLShYZ9Gor/fEO6DzWDNIQy2oGiOk1JRlXmbiL5u
zSo89gW6ffivNwcLFxwReCqKOSqb36+IKDCk/aRWF65EvD2NfdwNkV7s5yDtdqzg/361N4YSVMJs
Pxksh4Sz18SU1mcMaBXEkXiJURXXXY2WdKuC5gum4nQyvpriIZshCPb3SbeKMi2KBPi4GQPLHEMS
sWE+XC7FoV3DWhzCwV/bw9C6c5FiQzH4//mFoFiMNNOp6oDc9rq7cyd0TVpkPi+gk4+HKtmCS+RU
sEWO3eZ2Tub9nesFPO7fExksYbaTYHSgDv1h5gGermfu0tUXBdLBGWXHmNUxtg6tt0Tn77yLU/59
fS2qDwakDKOgebzKzyiH4ZfmzPKCoGKmXOgFQfbwJEudoiJhf+5o278Vchq64x6Nlc4MdI0thaNa
l3Clh75Jh1mJ8ApU+nYptzJ5BsQ0aoRgNxseQ7muZQ7VNVzzpV7Jxu/8fvfP389C5B99TWCiLFN/
P7rRjgZuNACgqiJnvCsYt/1YC+o6qJ7uHmZjEfi/aBwTWFAqIQI1kV9/Uk2jzHXYSjSSBXya6p2i
588vGJkazjfAGAZvf2iV8zw1TnOnVO10/WenssLUW5PksKjFeej19vXvD+GNy50m9wRcaqw/Necr
y15XuVQS5hz9iEC1/EbXO4CmJGSo4+/1e6yZP5Mrny5VMYCA+A2sTO0T4q0mAPtTzdXHVYDJ3mzb
QN73Y6xBjT5H7rx+p/75M86DaUaQHVsiClZ26r+/adgAHRy2ZrnoG3s47PEkTzrT0TuJ9PSJ/Xmk
WJnS1FLlwJ97vfkKVVXYSyOTi6kcPXEWwmIpb1oTBYfEMZZI1Yq5ebaKLfrmzGs3HUSwTVGObMJi
UhVbyzMmLK17oqWFj/MWlLd9IYW6CYYJL7XRUctwDatknrK13UzHmnkUJZAet5yOhSkQOxvKeVvu
prWVYVrt+IxnW1NI3Ie1rUYU76Pk+2hL69EfAnWnyLIlYzy3eIzLUuxpKCmrcmCH1suOspnJ233p
bhxVzt+N2aS6TvZt+xk4y1JDjQiWNvMaeB0ZtyJkiuIemoEAxqYvp09YpBtj0eBsmANhsj2JTHOH
Upn8bLeqeYxqt3t0tr0ej8KV0xcRM9c+ONW+76kc1xU3IF00zS8kYkR3oZkNWWmcSLGmfYCn66e1
aGcMROBGNv5xXUNWJ4mlTf+9rDxmhMYMwUfL7uIf1ZoMwaGiDl+PLs5sDTIKzTxeNxar0msFXarM
dbDJ5kory9hXgMY978cik8pKEVda959EtAa1rUG6wNWdvS2yKjHyg3JDi4w3jr1zJ9ti+KQCqygX
2CJbYj/v25C055Y7rN6H2uvYzWIFvNkuoTmyWjle4KkNMPXZjYUOM3BY7Ua96wXPbBba8IoG3hwb
sw9Tpk9eOecbE6flXMaLfBaFqx9ZGFOpKOAMD9pGgvt8k/wPKSjLtc3r2bhbisJihHEQmPseLzyx
DhkAovIlbnvPz+A71nuqWyWfOlOukLtVubK0GOL4I8LGjgQRpsTXISj6AYrZKL/NKLrKzI0nanJD
skvAuAHcO2A+ooYUNI+zp2qXQHXk2CZgrmDMPxcl8muZ4wD2AI5fmjIHp5bInHHv9qUwwrmhjJm/
ASKa24Pop2Y8LLJcx3TE606nIXL/MosTpH6zMdinF77xIF+AV9ybKWmrtDJzeG21OgZqF7F4VJ3T
OBmdSJPVRR/qbElEdW9NI7K/AXrKOoXmr6+aOpYdZpvd+KUcGnlVB157tFrV/zBeqJKj2xinzyd8
M2SWIEJ8X81dWKdW6y5bxvFvamwSUXRJxz2IfjmLVzzuOOVddvVWbQdYNXiDtbb0ZD7b5JlrMQwu
5JKm9y8F8+outft1utJVbUDuRmVx7+x29ZiQQiWy6lX5qWuK+rMdDPuTsOppz4JKOCar3aL8iROS
sNLKXWSVNbAsy9TChszkRRO18XnvzNsXzx28u6SXnk6rrmy+bM0ePCSlr9dsH0x4oxXI0lxU8fqz
8y3jpnrpmF+OcdwJGFzag/o/9TUC3pGq7Fx0i9Fp0u2LxX/XyaGO9VjgNNHVtwi0lg53VkVDneup
C4bcM1NlfkLb41OekioQecf+T55b8+BfK1Zmt3shklzBUEfJBNNJkwI79PdsXqD/5h3LPZUqtPsy
Jaf1o+WF45SbeXVv/dKT/CNox1z1e6yybV8DkalEt49VM8oXbHM9aMNt7/B2TRnNnMK2vRsMrvZZ
YCr9VZRyKrNhK9We4n/CB7KM24wydNAOP5oA06u0IJipfMKhtjibRRh+Ce16fZnCWH7xWt1shzlc
5iBLplDcBb0Vlkfw5BCBTDvoMhdyDDQQLQaBOQV/4lDllMWUrqXlHv2pUeWZ17FESpdyGj9sjWs3
RDq1PhSuy/Cr9amb0y6qvZ+VXZXiYEYEo86axsSMdti+fPP2thZ5zKgMu1ZE4B4mSxQ6U1UYfGW+
N86H2irHLoWXub9Y7HlPNLYt3tPdscxXjLfbMUtKS52PPk11tg6Ng9gEuqxNHnJmktSx+vYOjlv9
CMACDNgyzcuWJok9P5VlMWCe1Hb2d/wi5q8SrAUSBpPbPMnAhMOhRNYvTJN1RvcxqrhWVlfViWMB
2yxI66LqX9YKCFE+BmGtDsuyRVE2xLa8daED3DuwErZs3oSYMV0T3heY3Mwg7UrH/UMx2+EMIm1p
v+8ngAmfo2ONh71ssU50I5wGfUfNdo7T2zxmcSS2Lz0sHUpTLGsD3J5aLKobtDXRQ8HFwEn30UU4
k6EtGr9hu+/RIbbWCAxOZAFfAKeKiKqPfuBFZxdBcZy6/sT4i/yKh+JuTPyzoGlcK2t711GHerXc
L4wHugGx1xWAnu4673lSSfIB9hF0w8jAcUkH1ekWb0tp7r1t6a+DRkxR6pcj4CZSZHNr3NE8+F2z
P3Ry4KwiFBa+xAV13KHbKaeJHY17udUNmq9yLOPhzN+wrUuTXs8GWCVyoKlVK19ee8PiX1SlFt/L
jrCAO6IQTWbqZXiYfE80Z/UCyWVhzN9dIsWzD6x//Oli6yfnO+aDNfYYPX+DRu29Isxruzy0Y7S+
9MvuIakNsYdpspoIg/bUJR8gORRlbrSJjo7bTkPmFUHYZmh+zr+CtpBBuve2EGe1mSPFV1YmL5C4
RyxkiSZWundky0wBAxSYuVZYgbKDVi+6Cped2kJ0zKI76ZvUAVYwZ045ljJ11ja5FaVANMU2wZYZ
iblV6ntD/bhILX51vbsueRGp2DDVtsL70rM7vv/A8ls2TjKgwEDVFIASibUZeM+pr9vpdo9dPWWG
kvljYUGHO5uI/Rc63Iok31RBcdyTiVxmhUbHwKkrlG+h6pF1w7AYv7p+5+6AcMrm82j2RB7aDgBs
iptUfNujN7Dk0VZwJjt33qbzBrbaL6+12rvGajHUCZSv1qyM477J1jpZttw0p6jFFsPcb2VXhee1
W1cfkKrCvmLCrg88RzAudw0OEuZoOkj+Z0QJ+y7GEX6jKHDModOqT25o4et77C3ofUd/iFTeBgao
m7FOcAnyjSEi76XsD3ZlyzntS5u0g2ObiBDEkXZ1bVll36Xz2Mk+WyFbkB+XrecTJdr/ave5vkMu
je7f8QWesbiS7O75Prfbc+Lo8jiFbZDwvczb5y403ZUw3vzZthVpEMl99g/tMA1F2rlE2Aw/CbWm
yrdJ/lbTIJMSR+AOwnENv8m45guz99G7LGoVz9wBo8+0GAnKmSPXHv88SyxdWrpd+IFertrSCAHb
PvdrT9uHvelcN9vEQFwcvS0IckA6wIgk6gwun0gS3wICwpkjKkTRpNZqipbjJ6zrCVEKlfbDtPCH
1ZLcdpK9HXkmUlZarMm6HpeZnSH7M0nhVeMa8Kt3A13BzKeIBU6pMCqVk8tZKYxunvG/3QqkkoXz
Sam+fLACnTxGk02SLyUxXdfYPB1XIYrxbMQlE2mi0HVGJtS91eFis4UWB761WKGEbfe4JPbSM7lr
9Dm+r6I9l1vlfVajlh79h1N5aT+6YBoTPTrtmT1YPoDuAIxGzlYD8UN7bYtbPz5ZKgufTTFYpACp
SzosiVmnccV6JljVzGiQWchAb9DLdGqFQfNDu+0+nre+sD4qZSNSNAFUf3BOAJEsGBFQS+sQ+HgK
OsI9b5W1sb9DARbrsW3Vn5KqH+ysmePlabKd8lrgJWOyZvTkcE6f7NQZlAoyiUWz01AeKv9m9IuW
3WAsnMvVWM56VMDuplTGq/6MTErAr7YDidGXCe2npq/ryzUs1iZrI8RKs3not68DoL05Fc4UrhgB
e9uWCT0uc4oMTNHjOL424uBoCvEsaelsco6q02asksafovEX1IqSKqpTsoxlf3AsgCBXNAeRTF1k
02ilFld9HKqqm1Kkf9yf0M4DSpCkRaw6Gnp1WOuWQ+Zj1LKmCH4MdyWQxi5FeaD44Wln/rL3atzy
jeKj5TmdOoFRbWrMF9PMDM7jrRnTgqUl6JthqD5N9Z7cQlgg/++hGdeziTLJT+shKX/Og1d8Z+3p
qCyIB3vJwsLvuSwywjcde6Tn0Q+osIUdflQIBo5pa43NTdnbLGBNG2zfMRRCGT5x4EFnftdPa26o
vH74gTN+PSmMWWcr9cijtTv6BdU+1cAh1fEpSCszpw3Vy3clF27PnczCdBkewE3BPmY9cy1Z/aRF
215kL8XEQkByRH3Vjw3dxDKsaS18gnCxBfzgdXUQbZH0GGpixFR48wcQDYGfNW0vf2IeNf70y4Ss
IX0E3tJBTHuVz7XlP/qa3izzt2h9pKElkBGwwEnGhOfrplR+lRmnWkROmdefno9CUmTepXkKtnDo
U+x76C0Dd/eeIIpS+VjVMm95EyRyhL+0dI9VUa3PgVZAOWpF65QCTrFuqdgD2lc9yOK4DMpZU63n
jdcsg6E6YDQ/QV4AZzmTFTfzTVWI0KVzNNpWRoKvLwvMUIg2Y2N+WGtZXXXuNtX3rQMUqLNU+EVA
FG/O+tUkkBG6PvGuEECv+jyeVHmMi3FucurOHgCLY5b+qBbkGdJtNF5JnV10LbATV9M5K9/ls1ab
zOwiPA2MVUkax5ll/IVpbtykq9krekBmf/JwStpPu+VvcxoCDWpyYnRxsw1e9RKGs1/nwWTJj4tr
V21+OtRXHV4qFO5DaA8ZvAIXS4c6YtA2zaDnVqrHT7EJ9ZhN67rZGZAQi/RnNfq5KXY4aYm1d0FK
k7udt3UyOCml1fhQxibesqhGgSK1xtH6LkkaP4ot7J4ar9xRXZaJJvYHXUBHHFJ1Of7mxIS/3kqy
WvbTVyOjoMJWZxujM/K++VTbXfUdmMxwj/6SehrD3YmO2+IMc5YgBl+mU2h6MoZqdZeJXUWEfwUc
OFV0ODTHjfC/az3ON17FddMKR5DnrW+UpOve1wIdgdoj1ZCrg8wetvVO8mcfZWUl1jFUjvlWKJV8
LJa5TvLCAnjFlzCMZGafAX76D0UoFcAaLpa62EVmSe0BB4v3wM3Xta0eGmrfY6Li5GndQ584nrR1
QLxDpj7t+yL5hebP0KQUg+N4SMbCl2foIsR15sWCgGqKVX2lanSuV/TTder3gYMbe+RM01lnD/H3
rajNk7+682XgnDTqsG41z4Rrzko8B1wwUbolSoIYLFOHEcDzbIL4Vkf7sGeIx1Y/qI8SPzWx1V5C
ypgjphQaxAHzgKG4EP3OHGka7H091slaM7K3a7JHuI9RQkPrqWNNZ76dj3iMWZDiA8s5iElOH8Ct
GJNVc1x1JKaBEVRrlbz9etCjTCe3laQzz6zxldWv9oMWo76F8k0xtPtKXFM0064ZIcsWlMS0YEi9
uAzsqt3yqAtB+slU9OjvH1Tglvc2viHnret2H9d9mizMLLCdSQsn3rp8LUTUp3u8rC0CEXFcZUIY
vg4NpYJx2eKaQ+wL+WNfnOTJtuaxxncvcVjIDnui0yU2bpn2MUPyTOve++zZS/dUz8mGyekYryvD
56m3L+gb9UrFuo5Vhrud7WSCwXKZBjGyq6Xf02+EyyBubCuRQ0ZFJ6wziIlsO+BBBh9rETptLl2N
lq7HgMukvhMieFJHW/ccygWbvnKJdnJ9Ek9fmnorPq6bVxQ5Swb318Td3DSJC58wcmR8v1Xzxm9U
9YmN7EZPBZAslTY1TVk6FQy1U39Myu8zco5lprqhJ8OUIh4OPV37L9dbY5EjI96RVubF29Og96CF
dgCLbwpPkVMHBjTTmXNi2F3O+7DcWrJWAjzgnNz14agJ0Ja9M9iIRm/OLaat7WEPOovDwMbbSW21
u5ed7kKfH1yEj2i5wGaL5aLuLd8RH7AH2UImelv3NTJ68jM7rLbPa+2WPK/ShJfW2FnRJfDj2GGx
pMsNkdsyCi/xMd9eerTZsH0AP/fS+4axTOnbyFkr4CjUK7PUz32w6jE1c+NeU5kZfVQnql+aVMx4
sq3tt9uRMvapTUKNTg3L+IcEuzhBQz7VHXqQOn7Ct05+XvBWIFVsyKSCg4zpxZq9W+6SpKsFnXbn
Ogdf7SqEUhXZn1gIWuNFO9Nbp0nhhjcyKLxLhIYTN42XUj9tZaB+UMG5L54y7AIEPsKY0/UeQj59
ETWCim13xmPRVvYVHNJ+BFhddFser2X/vfK0iVmhJeWEiEMSTod5L8cvC7M2l+K9bPoDtQCjxUjv
FYLRSgwv0h7siR1QoX4uY0n4lMxs43yNO4svb9/U3dQ44gWEDj22O+jl8+5M263xxfqN8+F9DDGh
+yGYcjbpNoEORRqzGJ4UehEfyrIr3ePeLOV3Q8UYZ2Nt2AMmEc1Yujdu97Vcl/bb3jj249I6/acR
raBHS01jeFzBD97C14++V1VZ9MgimqbOByZwbb5bznYElwaqkCLT/bWDAv82IWL0KNtNbRlSRzSu
VKruszLM+XOUpELOnOYj0bHXIJxnO83n0C+Qz2vcAlCJT/630wRp5iQ1SiZjFtjbth2TkQkLZUs3
f2Fx7d7XUdJ90oHorpyhiprzWdm2yBu0QfxsJZls6Sw8GxcUF5/E1Kx++bmwBlOyh3Prr2siLMLm
tmLh0HVj8Ku1IsM4lZXP415pFDeFrHqf0XZj9wd2PutlH65bBOohmr84pSsGglrpRccWCek45VwC
eebukBow2r4mEBHeqqIr2Lz2zvIClJCoYhuBfyTLpc4643mdtn0c88+mjzb6hZku58LrtzVITcce
Me2TZotTSo/laYA10KbQXmJmcTW1bCrZCrTp0Fc+xiYzESZVALArViaag+WVrvw1MWBgnu3YgDHH
yWvPfLCFTubPmK7nRozQcaGJEBoHS9IS7z2qKmnAoNDkHdPTEiiJlHe6GbCsFqsKO3JulyRZWQ/j
5eoi78ZPrJc6VxiYf5CDSsIMsyb7S7GN4cvE+uJTWy7UGHPD+dQgfUfmhEHnE54mK8GvT7Zf3Rmx
8nSrouph0d7iPWDk4n8cgJL17Vncs/T+ys56+qUH1yLGT7HGGfU4keuCI34A/YfGTTT9zKDGa6cC
z3GOAN+iDmbpiidN7LigMtzUWd2DochkOHfPflXU6KYXMh7Rbw0ZPWN1l9A6d4t+GKZVMGUlZovj
Es36QzLPcMFxgV9exLCeOjYaxPvANP2dqZyoRelg9FaK/1p9WHvHvWuWza4OAwStKo27ybzUKvSu
OhGZz0HvNF8VpzRA6XhY78zmjd+7egi/tCzamaBVIe1m69X6QQK37q4jfHNGOiK50lYOLsXzopya
kdCyBPQSBNJquOmZro7Ouexib2kYwgQm8Bjt26abbdBMkatChgXjVB7YCrQRVU5tqNxtgMHNQYxO
Qc/leNVlj/8f/7nFRi214s2x85H4+lBbjXcXMzml3ACK82tFBOirbibrceS3OGmLhr9hLzQ50BPp
1p+j2fNZr9AiexmIg/pyZqbV52LqT3NAoswNwrKyg4XlrsOhLvg5bDW28BJqROuf2QKC0LN0YCun
PsvvGdW5YqGSSSgoUeSioyc4AEOb0XArwqq4CTbf3rLFqORTuw7bcO4i1WuOi0Ll9TRcsPtzd6WJ
OwSu2paD9Nrya2uBk2V8MTLSwUZRhJmN7GudCyP2+er/ODqTLTd1LQw/EWvRN1MDtquvVCpNZcJK
cwpEJ0ACCZ7+fr6TMzorcWyQ9v5bN67bqrTBkWTFOMapPgk1JaaQSDFSxhI9vuHY2FuI+X1Gip0Y
voguW8xXgAip8jbr3fRf4/YRrGDaLO69Wr0jOiXcnk2upoDxTKdV3/EyMaZfIIYoQ1Ari8McT/NQ
zMMw7+CnWDfKwBtdFkBRu6RxZTsCjzN1sdZ7pQ1nQ7rJHffD36sU8H+MbqmOUxgMbhkPrf2+JavO
ChMkGgdzDJV1ChFfHC/8fLOf6xjGrdBbOj1waQ8/t8UE16zt578dN1hz3VDmdufU7EN7juc5exk2
NXQFLwsQQusnc8OaEXdZKT3coiexRgyIAoB9Ot+uR++uNkImTy2Lwt+qDymvm7fgQ+pml0Xbe+N4
sqSzyDzr8aqQOnd4n9EYMtmcgMN0fPGSydeveyTW4yegh1VPBxB4XIaMMc2p6k39Hy6+er94UHfD
w0DlESvB2iTDd0kGqX/2ZqIwCkDBcL5DWtzW5y1ZGvkc7lNlT7U5kvHOAKcvbKIhTeG8FwzBoNFi
vx+CUHk/ObbYaLIJF4I4CbOs8akX3MHP1u1F9OpkBJ8EJyfbrS4xj/bvTFVVfOfaQS4v0r8JxLo0
2v1icOXxTwqgwN/rzbx50TxomlfehbhrhOuVAUdeW4oav1++aSrTOXXHwTvPab2ym/L8QKV6hhA3
QXSw5v+UVXhPGlWsH7Lb0P2N3pDU/m17Z1W8wRw+p471ke9LCWWfyV5dOdqk2y5k9fZB8JRYG4t7
tt2hy7FHtADpxjQkh1bc+PFfGUdTdgHKH+q8TxX8SBPV2VbCTWTfmz1z0ALOh/832ENl3/oqVmsp
TddldCRvjKhqhsnNB08K/2KmfTZPBMw63sVpBaSeQ5uKPHPOzZ82cBaXXuiK2AYNF3ruD8/8m+oW
HKSrdmsYXjLvc+MP3x6B4ObuHABi6m9Jwxl02Y+R5ZHvx3uRLu6zfMKhwIRLDE+Qe8SL6EffGcV1
nTYK9ojrWR89WhWXf1wsqclhnkbv1anmNMibdMqc15ABbiKs4Vi356wyKRQl77/54sl1MU9g1Un4
0yMQJCmVVSFMi9x9c9/uqdFPvAOeztkyJ3I6NS9EEUpc8qdtU5H714PnXopUAM3fBabvpztgXdIF
0N9ziWj8CIpzi8viukR6aoooFkZd/BU50Qnnyu6/98BD6jR0xgXccYHS83mXdnwaE8Vd0LPHqsIs
IwJ1S3bNcOpJgu5PCCXcB9fbWkAnESx77k9hplmNCEi9zwDe/h3TDseMNl3pksW1Cs71XJEEWHNe
bI9jNvMcQXEfttCMPvJrezNPcFcJYnHsalenkFRKd3zMtWqzEk1AbPNK6u2X3x1bmGcYo48TD5yO
r3WftPqsuiNmi8joqy/9cRt1voR01xaKhsK9rEiY84tGh/P+o0sH34WsDNf4PVKTl9xncKssieQa
5oEz8sFpvtPfltlWOFyoqZb5hsnU5opu56MQ/bZRfqt3re39Ldd7L+wRirbEVePzz4oP/DSNsxj5
nJkxeuMP54KU/OO+K22UVxx6zYi3gNf/xyalnglBqvcrJF/zI6xu1xHN4qn76DbWNecpM0wWkWHe
hLFzGPOauB6m+7bW3Itd4xxxgQLkgP3WSTDtOTDqHNzTYRR+DVlvUd+1moC7E2BlN7I2VOvxXe7u
PJwoXkwr6IUR5ldma1Wd3c0Np28QEYofZmuH+gEgAxWAElqDMcNvxWVvG4SI6M4UVHbde9t3YPim
Ph+2Im0Up0Q8FxPdP+i8o1Tb53FNnKcIeUV6B5wQTydncoX3EIF9fFu3KgIsbRCEwaEqhxNsyUag
ubALaUhKUB7m/R4Qja/8YQKh84aqOeukjodTK9gm76cjIhOYVkDvDWSWFWPoF7L1dDaCpA5LpX41
oSePQppDVPkQH5OiKk+GomhH9Dsf0zAw+QbQU+0pCfqxvy5SKPcl6/BQnodtSN0nl7w7TvANyABO
E56EqQdrQBCVjBCE+vSVifWFh/Gghn1RWHuatgfk9VD+Os9Bhfz8S3RL5PjR6aZpIIM32Npyaiv2
3hDldfR1ioW7FetGwPC/VlfpDFnAOdozn4PfAM66POizyxJ2CRcgy+fD91pROAhfg1JHJtPXsQ7V
es7QBzZf18UujBO44sazdUgSn/ptl1dDG/P7QB71w0LF9VL4Qh+wiug8iqDxovExCVo53XHLDSgN
rQAiEVpBFC4i2GivD8TwE7yrinMxp1VDLUy0fg6HjgUBAf0a3k31QijThhXk3zR56sVAfv3E227/
j5u4EAFa78EZqNjxqRkCHninuC3dqW4Lk7nwp9apyBJiJLaEIEN6oS4IzuNIdOA72TVI1hO6CP9r
V2WP+5FD0JSOESkqEI48cvAnaBvD6+a/ob+Q0s2HDvj7P9mbvr3gOO2GfIHHTgp/TOLtPIfQ9NjK
rLPO8pQcbUf9t+tu2/RUEyu+EVcMRPOI5lVs57iV8y+9oI0Co1oFyGLmjsRnEO1ZcSLW1LEr/8Cg
32/H8oNtYthelihrHnEVL/WlWfYtOEtAYlCCrYO3VdnhjchsxqCiwK7raB43OkXdEy+Agmp2w+QU
4UobTtYJzJOAs88uwnCY5J6CMsyjwfo75VoL29zqKLGex26eLhqxVZ0HFFU1jz6k2VBUK47ha0pA
Fircfez2gqrldcqlv3tHoetIrjkcAzc217wI4LXD1cn3KKmfLHVDBKmPJgXZy7rmWSPhREnUrBH/
MOEdZSw8HVz2bFw+2nGpnzdcy2hhBJ/bIxB4OB/sUd+bZo6fdz73mGdVurJ910L+MLb3fxOC0L2F
UT/9qitvQHmxHeHxelPepE9esAG6ol1ShNgAek/U+aXyOBkSZH+JLpqaU6DTXgGBOFTT1SrOjsth
nfE/T/Bin3tb6fFMD2IUXXgZdVr6TbL1Z5IjEElpue/TxXfizl5iFAUqV6JOojOGIFW9byvLcrGE
4e1CGLX7gz/MWx41A6v3m87ZLLpI6Xh+IRtzNOcpjVV23lvKTN7WahPfwjbk1RVyqT66NFMgGDYM
fkH3oONqiQ37qncAw9LWJvq11FhITjMLHlwxQwuvPAfTdwXm1uRVs8yfhtrfoRBwQ88ggh2ymlgn
r0QDLIgb0mhrz7DrljfJbyr35AZSoDeSqzsSFljHIOODO35rpM2+tXs8faIaDvuncHcF4uUB54O/
yX7IE9mAsUWumPC0zXyyrzqaZXNFukW3od1Art/X5EZaMGmvX2Iz7388tDgDYZMpO2vqyPkfBF0r
HilF5MKv4liFD8Gulfpp0Esm54pervCyNJwv974DxHupDxWsxayCDc2MbwYsqBWLTQukZO9Wkeiv
RPPyiDpOPP0a8LL9MSivvzgZSc75WBMywxtJm/S1tcQFFM280TIyHZUb3tRZAa2laGLHSzVt29uh
t4F9epkIhdEw9FnhpzvcUe30GriuEXQFTBPrLWIOs6srQqbVFM42u69YjEDLZDMv5Iqy7zbngXXw
P7mlFnJqTyCjl5pH72832qU+Bb49fFDMzc53iP74EhgkppOiImQ4B432miK2Ovxgv0AyAIi2D99X
qQ03+LpxJ1FEC6t9whsiyUeefNWUKyBs+9TJVnxvTNd3xSwzzy27ZF3kz2SuxpgfLYBFCWjJ1VfX
06EhWWhw/+jKINxBjB8dSKrM9kdp5yBNYRarvqIUojIhiSLa1FNDG0+R+F304jIPm389PcThaQ2g
53LjKhzE/eg0EoXXEotzE7Zky2Zk7pHOF0zTd+OTdH1ezEKDLmdSF5T8t4c3YYUb4XU8nmc1D9rg
RxXHT69pq/FCwi/ZZ8j2Ql1WPKjAvijtv7V97SZPc1zVaBVq7dWlbTQYups58f3urBNgUZPMPRzO
cptQCcWMcqrgEIzUGM8BV2u3QpEEATPejT2VMMU2prUt0L41DTKTCRhrm2pNe+6Ugg56MnG+7+PA
JsXX9eE6KcW664SNDGYf+rewWwNNhNbSRQTBCU3RZ82vXBxrnyxXAbn++1AC+CwBO96Y4+qOQUM0
8/u2iWy7s431/otVE1flAv79pT0UIiOuygZnxZTEN3pyWEts2TGWEtuEBXxi9D4jp4lLLA3Vf2QR
os25hei8HrE/tJesGtzknuNz6wrG7cDniphmNuLocNEQsc8355qxMb1E/PCfLt/XzHyrE3HpESr3
v9VCUv6JkQNO+iSS0b9CC9T3OOOd9Q5TadbddDDHlMeDZb/3gSDnNxmDpp/8MQXkU23q2QfOzdbk
UTalZXrzjp00jIJ3jQhuHS4sRg1uv7pr+nuUy51FlBkpjOkJSNuZJ3zsnjwEpgNvIChHiWG/uh+X
fXlqND//+YhX9yvk2faWpUH2yx99WO9GcTu64NMuDw9CRfdTLJnTnTTEZlNABHnBucss5AYofI8i
zAKEr7NY3hITuqagNcdi6VzHKT1phHMG4bIyfgnq3kH6ecJHPw5GLx46Ok0W7HKeriHywbV+JmMg
nUcRMAgU2QwNnIduR1yd3/jO8QXNBsibnqssLkzvRk89GrDmbZdkG7X0WA9qzVGliKdeW298CQ6z
QPKpvckugSPELUlfeW8uPkzC+Rzh2y9zJmvMw+6k/7NSt+bBggHLF0aS/ZZpkFbMw6Mr3QvUK+NI
GOvZfwWZkrp02KQnTte0/SGV6cJTUPnR8n6A/zJOdTXYMEO4dX548+xsj3vvwc4dmEuiZ+CvfjvT
JhCF3xzZH0GBrMsCHcciSG9bisG7gWipKRSDrTh1ptUOX9OUvbYsaMDXEKPuFUFz9hGg/m7Peg15
brKst0gZg2D/u27Zzh3YzVDPNUoaHqpK15/OtGTbG9JxiNcQWnV5DZt0R0UKWGRej2DdfiGo7RYk
rSj3TvN2xMMl1IihylpnjiLVeVcqlzbZXo+19TcG2Up+aAahGv+JdD72yWFY7CMfV1MWDJt5T/GB
6L8xoDBS8tBozDHymOzXg+IQ91UDGCGZ8NcwnK/CbFxQNYq4L36yhyE4SJT9GL3e/T1nS/I9QKm/
3va8+WOo+zb76lct4nH/GNrs0bhT3b/aI7ghVqlI54uP7BaNb8BtlU8+ZO+XQ4AsPS7LPGeP3pTA
L4R6675G+EzjZ0evfnthAqr80u8gUmgqyjYHnMupFjbbuBb2sY3Ao0qzxtvfjKt2y1UzTRzVSroj
RbAzq37leQrsn/y3lxZN4nCKxbQivxjZhF93ACRZkPU1VicmjYHu1unotxOy2IV0TCrpwO7tLc2A
vWtjapkOeo8XhrFbQ91R6TxZdgkUJv01yGu+d6Kr1tlIpos4nXKXA/c2wuIbLOQO9w2wj4byvuIV
zPJdgGHm3TykkvllmsecGGQ+YZpN7vJ52Dbwm5s+et3LJfMjP/eAxT9EZ3pzwgMa+OWaNEn4pBbJ
7xgqwpufyLVAQj1l/qTeezDa47zTUXJ7GjNAOZwZbZ8fsRr7c4hUZUeKyXbTkuSBJor7mktwi6Of
3gTQlDPpesOlc9S0PJitE+/eMg0q31S7O8VqUenCyAZolkPw65eDBg7nTNn5EJTjVNfTvfHmtnkI
02ljUg02NJp8NcyfozD780hoAhFfcy9JV7WtbFk61agYvbP9Hj9I2//E8ZxcSQxd3+agQT5k52n6
baKk/4SLTN9ppwESX/0K+T0FqE++G3UvPc7nVzNKvZQWpgKF57r7bz2DMJw3dPdbuHEJwWkSgcRs
ZBadV72P/Nld1XY2owqyR2BKLynWtFG/eBtmrlIgAKhxz9DqIJlCP4Z02zBL7AtyuL2O0s/aZn5d
tkJ1NkcYp6Zr1szB5+Agby3jHlEFiySde0Tnzu0Uw0d39s+KBeCHVdwRN047VufwmDv3xds553No
DH+5C8RaHZcOyfoHKilMEP4+pO8ezcfLy4RITwNZJZ4BZ0kr+bKmO4e0Sjdi7DabRr8b0bXJBagD
tkzWStwHyZ5haiDBvr9yqWukp0ntlkmULEOJphXxnMKD+XAwWe4o7QgYvB+8zPsitZLXapQImvy5
4h+1C1MxyEg3vE+TgVM2WKT62AbHd89J03K+s7dzyPIhWZI60cfzb48L5ZttYrXkDfE4QelGTZBe
B8GAX+KGCiemnDEiG6qqZYLvZUJZ1sZm+Gv7dP2x78683juJa+46XW/hW6qPdA8hlsXxz50Mtp5w
9KECDFliHwvq/Ojh4OAqEJi3I67cac7Oxxqxf4Hd2mY4e471BBYGs742jjP+I/GDfXh33eWXFH0r
z0i10Cu32wa0L8dJRszno/uD6jTVvOPDMd/YUPDU2XTPiv3g3kQ1Ebi4axbu4Z1R/Q9Vh8YWjlw5
yCjIRp7lBiny54EV87lFc/mNUAHotnBu5r8JWjV9SrtsekgCSYt2Wq2AOeroxAPQB88PibdW5Wnj
R78oDm+/7yIVyUlBmDSnZUfmgfdaHNsp7BuBDutGHj6mdM/Y0qsUc2WiPZTimK6RcpjA8UFQ1E76
lyZJ4z08hhreAp3E32TF7XyXbObAR+0e8XJOfITieeXaYL4EjGnVjdfPRL5BZJSz0zB9kWAv/wpe
xOZej9jWABN9vy8cE3DAro4MFy5mRtrHYYDSQMk/oy1BUYiAfvRZCMpepY4qp6y2zyQnmfjPwTdJ
zgoTo/swJeGAS6pd/e3ciGwNytgEe3ftExvOfF8RZ0R/9BrHz9ZYUbDWkF9/sgySis4TuBBA+kn+
InsL0xc/RSAKuNGb4Ghysz/uhPLqhHK8F8+Hq/q5dOIUbRcTSRjy5YYjZ/M4b9V6XjDLqGvqALpD
5R6oZhftgTErtK+qoFFEZihudiS+gvEb415NjVhJorePtKXRz11ipqck0aoukkbXyWMc7N6fwJJd
DLO6mfACsGT3ixKZmX53KlF+LjY08vc3tdhUUIsBBgLEl25F7NS4vBgt0vSqPNO2T8fsyb8sx/sb
51knLjhpxJOj4nW6GFuL6AGRePZOPJX4O+p1J+QMlXOILHhcqP+So2hYKYnwPg3JxtWMqmoUbCXI
TnPMBtiRoG9rQCbJmngmMY06v1kEXM0I8aKDUu1Nh68YqzxxrnzdPhLDfOhSMep2z4oN4zyuAblb
mTMvnJZUIH5S4hO29wgPt59ZWInnkE3DFsgR9X917CY/pwDb1XOamUVej8XVX5LeBt2HCwJxfDvq
zQzXVO+15hnFRVKMybxljAhdou7aOuFu4fDzvlmP1Nu8D3tOOYZ9jl1uwJVcUbYmRRqtN4YXx6yh
U+BVGN8AsMWndDbn74SMj71uhU1EOrgOv51hZEJMPLoLrnBGsSijpu8Yn1rblDSr3iivNBAIlJhm
HxcQhbGYXWS6eNuDLiw7L3EiUPsj+TPaBvLO23AKMb3M3VHYEZdp2ScCPeFGDFtwjR0UJJd2PfyP
ZEVRVXgIs/uLGyfVn9jwUZe1Wkk8go97wTWC1Gq1yGJuaThoefQw7vouAvs+d/FuZxQPPEsDhrhx
+dG0m+ND89wSCJcgMvYyg33OHApD+hsPcfAFeYX/h1N9i29aqq4+AzbOzVevcdcJbT93tP7SdEbC
4KAyrcp2sLvh+olEd/X82mfOjneWS2Tuoywc4PGfcm7C9RLsrFpwWrUcnhqfEhW8fZVcX90mmlSx
zfv22G3diN4UcSSrUwAT+ITxQrrIYsUB+T8EE82SoRarvToe8PYJhNW7+lMfu+i8LO4eTBuqLQgE
Gh+idpzDFzonmuUcOzcYRm2ZeOUDjb/QGfP9nA54Mua13WuAFGhanr4GlYX0WI9NI/Ml0h5XjJG7
um8TmQ1l5qJQ6/DbocUnrDy9cMa529VpELAijsgUpyNg+TsC9Z35OZr9+qle1lE/m+w4VnyQyYF6
wcUOAXWh8byoFav9BUy/St74UCP4LdadKjeVG3yrJMRuPnmCdTdpmqxCjDdyGGcNksHdXbGdb8gH
HivfiZLziOnhoet46L8kLslJV/Z0BPrsWIjo4tlzqp99Z1fw0FGazwghwnHH2rXYiwPNG9wjl2fQ
jMcuOCN173mQWtE9rdIzqFPRyL/jnkL9xXMq+zeGz+wvkscO33BSr3OOpctnYyUgtHmP56b+jc4o
2c8TUZ4RmwTdfDi2wsQ/z8P/106S8gLeOzD3v76ZFnNCT9s+gREt4p6mh2Ejj6tTn9ZvQLkBg9D9
z4QG8gDNI7+2YHA/zm60Tse95FWuiz4U4lXUQ4tDI+FV/s7tPOIFQBlQPzWopdN7hOUiKNYOOypi
SWjcotr1/DD0QVvlIHjpj5nQqe6Cd5BJZh26drpLFq9r7j1fSNo1KYbAoAPFRHom1edgsxW8d770
oZp+GNnxlvl+S6glcWnUIESjq3UJ2p32Lwh1SduP7Y47Zfen+oXqOMmtu/W2hAQIq3JoDRD35ATp
N3rVJYqUeTfVEy8ZEovbMvfVrUNvvfZHyuRSJSlHRBxhVIox+6aF8hRXfxZMMn5cbYLtIAEG4PD1
TPJkuvj4KZYIvZwClM/yIahg3bLOZafx221/Hfh7+FZwKghe4IlNpPOTUeQu8oGoDGjeMOUQ4Ass
Ry8EoZA1uN5pXVBa5XHth90FOU6Xnn2RDuHFOpClZHKNy8VNBfLaWe2BuIZxJcLzJprgph+L2het
TSXRuHXx9HIMixi/8P7K+K7yHGPvMFIAF/fh+tIkOGlzOTUbglG+RGZx4qt8d/LWJxKCbHqfTcv4
XO8Y2u+yndQR5C/dwQ4h9hT1S9V+HjhdlzvoTdYnIKlMuK+DE6XTiYi1LuRpa4++GHQTyWKBRv2j
Bqj8MlGOXPI5AUNixDrqLwpfgP096wCOTDCxdWWFOCS+TBts13XaloTJkXqEz4ArEo9HQj9T4cZ+
O162NdzMq/ZkF2Pu6/fviSHHn78iHlIMC8HykEpbuxdXo3s9rUcNPUHkAwf7WONXBIeauXmGDinM
yXaxxwetWngPwLkeubLrxP+yJqmXvPZtI/J02WevHIi0vrMZx2eO2pKY0+jw44X7yy7qm9rqI4an
ol1JMjQxWi/1un9TXZV+qaF4PEYHJP2FG2o6vT2ESeidZYPteSS+GVdHHylziqpk/g0VAm2fjVnA
Dhs2SA35cgSYBXNhd0VM7nWlHyQHUE28hgIWDFNxSXxOnZy9BfD/bkdKA2g1Ij9lBOtcBRiIvK6Y
EyOcvO0Ud1tF8mN4Zw8E5dfIDuk/OAfMWMBBbV0GdrZBechh/8ZbDJ2IGXM/pd4uvUswkkVLoMIW
vs/oD+WjzMyu7+s52r7zgt8a+ra1LodMyn+BDvZP5LoCB9ns7GjCUobneEXxyaWR4n+aWvB2N5Ma
xhtTXXZxrDqW3NZVdZRLELA/8bi/SjRSn5DoWYEG8OZFAplefh77drR8uJhZ2LBuYC3Z6vkFkmpm
PLRoXu6Y3E3KXL4s6UlWB6dekBHxkGO9GWVJiUeE/mXmNCpsQyz8iaF2/7Flkf4azJ76sEOyX3ti
isT9DE79kJCUdjOxGsw3PUUq6HgT8v/BtKr2cUYD99NvlnRktJTehAybg5tHPpltSaZVBaJJ3Upy
TY2TdsUeNFiDMkPyRpMidrhMCP2IdHDmFEVCWo+vFIXNH8TdNm9i75wPbx0hdoaE2+SRbKw+KAEq
tyhH+J4+Jq3FSELjTogQyqXUL+gSBBJD5ZvrjQSF2kN0D66Owu5JhXb641J/bMrVhgQREKiAZzxJ
ZR1fLP0dGYggkqM3vccZCx53z4llKfuu0OIJfDPVGhMzVEXvEWrmForGt+/JcMw/4rCjdirwZPNb
c+rZsgd//jM7KL5OiIxreyGV3v3NI0FyKGuKy16UGPtCwER4S8w7opAekaXrSpWtSr3S87Igqg4O
7288HyPbCDzcWMiENO2iPpLpqyD9Jyjnaa1fBRFS/7jMk7hw1n73WaS9AGXt2Pd/Rpg6iwR9Tthr
DhOisgs6KK1lk8iJjoBh/pjwrKKNTbvomvgsZ3mD7h7wyCeD+RQv5FPkvtfAaIS2zsioEMQZaQia
9dLVcqu45k38kyZ2g78lGKKXOqnZhbw2C35uVeL7l1Um9ksr+rp/iBGufMbJJn4qZ+JdHni3/g+R
HmtB4t2Q5EQjNd8TKdvtOosDv0ZSJ9nVyQLfPOMPo+dry+yKntIXwX6fxqhOGR430BDZ0WF66rSN
P3ZjkQnYNdPVpYOWfvAw7YnzRHuKy2ikbrAxhsjwcjjH/rjO2qx3Pha8rIg7llYchyZLHmBJ1cBL
OPMpnFUCROPTbDs4UDIlisjT7fQ81hURFzy97reO02K8INmi68kJul29dfHavnZqP/56uB3urIer
8saTU0ivNznXtMbv0YE5KQWwzqo48/NwYgq4G+M5dJGiOGTOhaLp6ktENgOkfBTKurAh8+UFRL7x
flllzbsMN0edMTXGT4euh+USEwnxIVY2C+DVaXhD0Dmak4n44ngMSCrIuTFJ2zBVfLzJfo32E0DC
jnp3cchhq70YNcvq7Kw8bPt7fa3BKEvftTD8rRi8kMFlm/9pP2VJ0EgL9Emb2IZsO0f1ZViHwDkH
GAj+un0fxHeh8YP/1mOKBqCV2H2tjm5Aci/T9eetQhqxCMZ/RoVwzKL7A6ElVe+khryMZFchZYZM
Wu/3aYuOM2bz8TUFAOfWIIH0t8FAD2ieRup3Fg+Nc7cCr32d8Se0JyzR4lmjIm7hgKbw1QMK5ynb
A7gAf5eiesJ/KPB5dkv2ory+txd8mZTw+jdGBgXN/NXxNMCUO/pZU0a6n3l9nEWvL5mpbV3upqdK
TJH8Lq8cT0xc2eBR6Mvj2FMdZNOu53lKyBIRI9qRpoYd4yTSaXCZ/DBCv/N/hGi4OUPBNrim8h1/
90Mk7cYTN6BiYnBqYGLIcFmRBnpwVn+6pcleWq430mG4SH7F2LuWe9FUtV86NgF/AJAwQZmQMSIK
rLfJm18dHpL3YGoG6iqW5FU3M6e8WhnynGHGHUskDro9gAsIuRN8Qh0UR1dN4Gv+lJxdeCk0TmMT
RPkK9wL+6LryjSGNQc5I18PqpjimLkcU7C+9xxl62nZoNBO14jZCL+DNxxa3IGNSNLmw6IBPW0WZ
0kMwub262VEYJf+w0yQJiSCR/8L3zF0SRS6NYfjp9y8heVw/KjkrwheaAB3+IThBzqR26eXeZYN5
q03SYcOPJoFECEPVdpItcvQnYAeAsFqq8HuVdtWrro/qyYWpqR5CGR9JTuaGY8osM95wOnYv3h+m
OiQ/zWp3+KR9cPpwmrX6viMePe46Erk+IT8EhWYjEogTqOJGKvjcgI15VTY8Eg/NoRuEW/OHPKMm
uRAqR1nivvd7zPpDLMKdk0zzS9XMHgh8zOJVRgtUHz9DM+JjiuIquCYOInr8+PGBmnGZFzgImXpF
OA5z3lE2GF2hxaAqUMe0VREeSYp4DaUz3Rtdv45veB7W171dty/BIBXHNIJ2hRq/sT+W8Laf4B/Z
7sliQDaWdkNiHjjjKvcrTyNGingPxg3JWhR5ZV0BlmAERb92YjG9Be+72jxUqUUrGTkRaZmQd0Me
p7Xn1qeOiqX/Zhj2m2QNp/EJ0H77WL0UBTh7yvLW6AnJPmk4DxKVVFRWOxQcuU01frQqqMW/el49
WyAZJ/rllpnhnw4kH9U5AnfRBAYE2Y+o8pvvRLXLr50VvDgiHPV1j6XrQsM04QMGndo/tTw0RP8z
77Rl1AWkSuzCzf5H2pnt2IlEbfaFfiQIIIDbM5OTM+10erhBabvMPM88fS/cUreTRAe5W3VRJVnl
OEAMO/b+9vrOuRPpd1Rlmww3btLcH7I2QZNDotp8bhy7q3dFq1csBOQ/HukEnxPTIHysHyYvLJ2d
D6zK3NdaNndx+8Q1R8XXoq+yjsrpVFJoaR/5qcPHisMJML9SOmRQpak3x4l2A/SUnF2S12VS4UyN
qX4B+UT1J0ns4mftdFa103xpc1QkLZ0biDjQjBhVgxLQn80R9pHupeG5UgeUPkBxsO4gG6TXD2Jy
wmdS/dJ8YCImMEOFbL2jVpqcaST/KZ37LWprkpZm6R/VuIcIw//alUfwx3ALImsChUc/I5B/3i09
V6SPSLyCdrCiQ9X1TXSqQdoGXLCC7kGITp0hAnZwP026Yn/yPWN8TufFSHoi4pZb5I58VlGAgDcw
i/jWr+xEh7Dj1F87ip7DOaXH/iHlQMBOLcMW1qfslHM0tP33BjT0fxATjDtDSQ3QRpbt2XvfQER9
QyebCsG5yAcXOpF5U1VYLu5obEEVMRFZMV+555vfNRKiXzQUmoRNaI5IaNK+aX2SItGLY1d1EtIN
B/K+psnIBUTRlWf+LIh3dT/QfJMIWagHnc6i9GQb7fg9sXoy21MXOP5BcANOv5OUtY+0+M4pHb0i
buZ6p+gXBIXtTad35JEUuzSJSyzTeaV6JhKa8LVgPh+gQ9MvkfT6MyQ29dNQi+Snwjz5VqdDfh8Y
/ji3jXjsoKY3Zj9p1FfnDmWNdJkDxO6/IFUws6P+IofdyPl16zDTx9vESJNHJY5icz+hC452poXU
4CtkDJ9uN3yI6U4Dz0zefuKmyDlDsfnQDEX/cYiiqfmYU66jb8qpmpeUnCTSUED0X1FY9PYZ+Zhe
ogLK2CkxhbTMXVly8bz0aq7U3ymMq9le9GFZ3JHXyG9y4qvpXCGLEcdA9RVaGpBwAelJh+CJOER8
13yP6DObkI2g2W7QwE1qVDbgdHB+2JXUlXLSynoRnafJGekoyxKC50KqDnMuyAzCZDbA4ZRyhWMX
yGut+IDMNX6gmaaK7voiMZECqSmiq9jXM9TCkeEfTXLJBSFkN9dBSyiMT1DQaF03tdDOXFQyUt+j
y/JeIXD50WPRmlV0wgpDZMdKOD2iTFuUDxg4l+VOC1V+NY02QtwIG/k3Km07OSdamgQ3JEhz4jbs
iTpUWfWofm3sQvnFbTzj7fa59TTK1EB6OUaV3IGNbMNPJdKvk+4PY3tMxMCNfxJdjQBW9/ITqrro
UYN0BCoqz4vpISxLHdtZWm0wgEN966cP/4MyUCpN2PSutLvgBjxnYd13IvSc3WSNg3b4H+HplYEo
NnUnr8MpS0uzIgO5Y2TJsYcKPJxQoas5f9WEKCGPivFSVGNmHZOWE2ts+XA0TsT9Bt1zBSQqCXDA
a0J35Y4y//lfaFyKnyOFnqJ1AUare83MdXQh6HcF98wtOPQM2lyARIGEkGOVoCj5ZwESjWZaKB09
rduCSTh4QI+OoRT2wwgcZk+GyPqueBP3CYc4kJo22rOcaJxGwEjfoG+ugSItHet4ykIWtkwLJKjC
lCZdprZubU3NqYWHCSY77M7XoZsrDExpAYezhT67OugLHKXik8YduYa4rVd94gP6X3QU5nNtUXHJ
H3CJKhMasq8Pqq2+ZQD4GnpmzIOWniYZLZC9R9LR7btOe0TGYJ8NoSl7g4LMiagLchH6mmNay+lQ
9HG5w9zU2Rd9vmXKuza1wHb9nx8yM0n/mlrQliqrkrzkLk2h7yGzsm0tvKVdtNuwaF39nMg1MISa
we7vCK9ykIllVK0rqR+fdVs3HyTYuA1m9eoolmHxtnQdYdvic3boU1oNhagrcGclO2WYl7yvzOP1
77c6af4aZUHG1htfosIaWregKdrFocI/2lSHvkDiym6iCiElMV+3sR5WPhWWPyompppq4Su8eDQM
5B0SjUbrWvAQj2YxNg9t3HvA22j7u/58K28RLSiqGolcCVr9AoDeAltCDxK1LkZ1gv7ZRtonpJIU
z/91HMFsUHXcbzRQtMvNJsjYzhGxMPuiWn/IJ4FUdBr8jTnxnqvLKISRumHRI/mOOAusEV24yczz
wC2e7LwUnz1nUIabKYyESx7QExvW7PP3f7uJ4keFpSR7lwVAfjnXBVYnFjyi2iVEaF8Ck2uGEiXx
ccikD1J5Zv3HMof+5gmxAb79Y9SxGNvCNMGRMMcNG1ucxYqm6kIjWDi5TadIzY0R+oJeMhSHC3CR
idztLHSHbtUSj12oCsiSa4pm3rQt3QmnWHVK7lUePcXU6OG2mIk1pntaIjzzktFOi4gghQNKpdV2
/JvUMqnCF8i7dwkt+ekROygUsinME5SCyWQ8W9WkFxvb5/vpCeWag8FAMWPgXbNwH9ScJA/DUIxu
YMfyGVAUOoYpUJ+uT873620eZZ4v7NCYIy3WWxUrsUFNY6RUBWYgUPqG5sJAuH0x1efrQ60+kCMd
2zFAKIJlevvNVFpVJ9u3GAq/7GNskJmdpYMbq3rtgTC5wEFOl4Yk0f52FABSTlU5BiaDiIn2Y22C
Ppi41NGzsOU2uLIAyGyq5Fa59VhU5d4OhbY5o2/RHlyfC1K+S9IePlTbz0gjAIYiuAOzGrz2Tovs
ViTKGGxsLPPfv1gENsNrhkXLKnWBxQZGNjVKW6McXNIlCinElHpt3iPTI+NwW5ZqdJB6vmVCvvJ+
bTKAJk5lbDM4N7996MIrwshqqtGNlBBLD9knR6tq+6MO9ubfPyVDzT4JBg4eGEm+HcqXERD5mLkZ
GcNXQwwt3V3UeqVupBsjrb7Jv0ZaTJqmVEDItOnoNgShH9FuyYfMyUdaY0TnllBOqMna8nR9PawO
6lBN1DHSUYk43j4e/XBcoG0aOmrEGz9YMf7PtODyYmdCu0+1VryOVF5/XB907fMZnHkGL9Ww1SUv
nLY1n6JO3Ls+PS43ZUqPlWLQ8UCKutp4qWtD2VIYaPEcTUAkfPt8sKe5ovbF4PYGUPDeKGk+Crv/
2qF3Nk6ilTeJeEI1KXtwFuBB9XakcjTyrNNk70Z11zxCEdVPI+Yhnyntlne25yNfDNWf11/k6phY
BdFzxhmIMvPtmOFIRlGby6MdsuCUqm+d3CYg5g/hADgJRoAK/mdETW5crg/8/qDXNY3zAD9aVc4G
H28HRguXxXCRSg49M6B9mmJ7ggfGrzxt8/90ICX+xnd8v28zoKGanLMYfcilaVbFwusDUZew7JWa
OyMsuTQO641vuD4KIS3Bs2DvXswWrc6gOw5N6ab5gHzEQbb/5ERSbDzM+0nJw+BFa3O0ivefTSN1
anReU7lVD88M9U49nSX5xP4QQC/+ff1TrQwm59MbVy6Qvqa9+FRUt0arDIPGBbij3DbYD56CwUsf
RrXYMlyap/jbs0AHwUk0JLXZVGHpzOX0pklBwavdoqjL5he8Zm5Roh2TBwCFqKY7io/dDU0+3iMO
Rgk3XY2j/vrjrnxCIEgsP852zOCW1xIIkJMXk1J1TS9o79SmRe5Cv9HL9VHWXirRisNtDv8gc3nq
2eGUYy+Vt26QiuDkTekrnbvp0TJQG18faWWlzWsbs2+Ly6tYPg/FhT7QBqtyZTSp53aw/YgcNjBo
as5dewa52vy75TR3Qox8Va5AHH3LM6HIMVPQQRO4aqUMj5wGUIXk5NwKGnNP15/uTwC5mDIc4Jw7
LOlZvzrvcH/diun0C9DBAEUy6P1Mb2bDuoqKOe05O7oqjJvarPL/aI3tXzEjEEf2QfVZgPne2M9W
vicTRggsSHTituWJhLJ5EKWYdQtoep9h11KmtMNauYwp8vrrz7zyRR0d4DDbGa5IHINvH9my0kS2
Ydi6IequW6UvzM9e2aY0/NUkisBA4hFz+NchDQTkbJ0GAhWMhBZ7AEqdLEvCqHaxmIDkYMojtdf6
oII932c9HevXh3u/BhkOE0bMVVTKiNYikpl60l1BY1duoAWtC/AiPys868Yo778ZoxD2zoZlKrm6
xXtM0BUbXu9Vbtg40wO4Hfuc+A7i6hn1cv2BlkPxpVRLkqvj5JG4Zi3OBaU0IPe3CgX0qitv6lyv
Uapa+ck3w38NWP4MxWLXbZiDzjvLRgowqMiqRHVxEskuBC1faRzs564sf+P9Lb/ScqR5nv619DQA
DnHc5BhUBEV/6ltPHgwFfMf1V7c8E+ZRaKFRuaZr3LqW95MuGjVOilZzNaIRiKumfNF1x3KJ2a1j
12jRESqkc49nSn0cYBxuLLaVh8SpS2dta8QpXMXePmSMVTLeRSAjBaKLm0yx20s4Nxtcf8jlkuYh
CYcsBC80Otokct6OAsxLGiE7i5vFJr3pKX2oIRhPfGRCVN3Ywfyjs8883v+OUQRzkjact+O1k0I0
5CmqS2FQ7fbpFEdfq8qCR3f9uVbmPW+OOMhGJaO+Owk61D6jkklB9woernRNRxOMpYZELj028A02
hlv5WChPeYGkwxzawRaHgZmX6MbpP+DabNKEVEbRHR/Xcq8/lD6/nb/PHN4eGz3XDqFaGOEtNw7R
yIjLLCo8VnztvIR5FpDgMPL6uSwUNGA27m4hORU/OGVGPeJ+UQrBcTtByUS/2om94ocawBO7tcKT
76jVhbmt1fvKdlA4l1Mw4oLAtkpbOvW8p7zKGuUAUEc+Tmh1SN0kim6cZB+HzjfAzCM0lEJ06K/p
JxAUxTA6uRk8NW73EGSyYI9Lj4p2HMXnuHH+rn1gG6c2TaXmYZGweDuRBl/AnYFa6gaqHbkT/Ya7
SElykgk0m11/7StrhLQprx0r95VUUhQBsoAnP4HNCrovFg42Lu1o/aE12uK/Yew23JbnM2bxkXVK
BzoLZc6PLC8MdtW32aQyHDZ9cIUmP/2N0aT92cepYg/8VnyA7YHzc4pfyfUH/RP8vRva5KrCjYU0
6PK0TRM/qssSuRW5Xd+8LTIj/IoewvnYKbY5e63aMO2C1v8wtUr5VaRteULXL59LLxdfekgIHzpS
hsfrv2rlS//J/6JQ56W8S9eng6b5YWxgg0qD9sWvmvoG7kf+GQVdtPEC1oeitEX1Vc55vbeTyjEm
UAaK5Es3KszIvEKtY4bZfa4gMPl/eKo5Sy9IArG/Lw7mtBMlvuqcloBM6F0Ckt0cEiUIPtJx3jxe
H2tlAuvz/UmS4jYwml48VjkSgkS1PbnoA6b4xSe2+zwgJrhvE6BAP4UYlY3Da3VEOhnnzJPOvxYj
Bkoa+lqcTa7WFxY99iAlUb3h9NL65GETf8uZeplOYGPknNRNqgREbe/ub3WnFFYZN6MbB744DIKu
x65ASYU8I0Up6v9UHV3+Y+T9Z0zmJBsxEQ/lx8VkCdBxpr7JBpxZ+UfEIfRzIgE+530S/n8ONR8/
fwU8TU792u/s0Z2EHYXHDPOBpzRGG7RTElWMG1Nz9WWaWMtaUsfTcBkTgAqWdoAMxHXqXrvtAfyf
WyNJfs/i+Ys/FcULXNxiY46uLT1BF5dBDZuy0vJom0V5Rd+SrTRpOnoYAAyem6IKwSHRw319Oaxt
sKTtbQYzbGktV3lUV/R5Z85Am76gSOHn5YU2RY12yRjyV0/0gy0WLqUIcDeyNFsjz8vm7+8I/DRS
xoyHRJm4L1ML9ZMzAhUdMudiDFr7qwtqNAWVzLONobW1secaLosNa1t7eayUZtFRgI/5ql1V5Zzk
jdehaBzD7gAmOLL3WI0EwyHjWtTvJRJjd6SvNQLB7zk3cLRsbafSABDs7czwQVzTHQ1dbRw8e1eZ
ZY1Z0SR6+qJ7uD/H6x9sbW6QBSL4oS5hvIvE0yD1tBHcmVsmdnLqHcU6gA5IiB5Ve2Pur21cBBSq
II5j31rel9QOxLPRT5PbVeV48vOgvmCXkx9Uf5zugiAfz9cfbW2tgQqkDEiQb5LqfTsjkAPrvg/8
1e0czxEno9Xbe7Qtnv/Y6bmw3dSbqRJaXDcfrw/8p160POtRjNB+wFFPpLwYWfqccyqACzdXBlHA
lgiN18rBBcZtrNKuzgY6CPuEU1ccHvsqDqAblLS/oLMczK892ITsA10nsQAtH9LO5OVGbx+KMQQV
b4MXiE81vd/qJS+76HMKCW1m5XhFSwNHUPk3aPCnz1HZqWiURlMiIUW9ZnxvfNqx9/QkNT+nZprg
RdhIhA50z5TPYx9ZKJrtckCV30K8u4Wao+MbdP3FrMwAsrUwwhxOE6LsxbY+RFkt6dkdCOXbGWNW
aIlyG8VB/x25bZSc6rYNy9O/j6lZpMjI85PyX8ZdBZ4SQdcoZOBzeusPZZGNTDt2hiOCV0+jWbUj
6fH/MiYVaMN0dFK6iwCk8skODxVjjobl8RE0BM0Ne8PJVIbhU6c6GxNuPqMW8w3BBUelqpN+p67x
dqYDKNQ7Dwi966d4N+y8BhubvQm4e0s4s7KkDHLTJlckKYkLFh/QgRBL41k6uAa0hwDChKopsH1S
3EphtcZg/oNpuovqMXq9/kZXtinDALFM/My/KAq/fcKpj2qpmtT2BJhx7CFkODpHLHv07tgJU2yU
L9fmKXNUMw0N3A35uLejGekAs5ZGKrdspha2UQMI1AgVMRysZoJXIgGYb+zDK0cIJQyTKcrllSTP
YsrYeeA3elBOKJKgat438dweLINYInlMX6Wi3FuZpQ/7zG68jTN7nh3L2UO5dA7/NRNP4MXQ0NAy
teZ66rKnlBc2/+SYNgj0KtuIXBxljYvEtuqQVZEy7YqurDbe9tq3lQ6Xa4wKdHJ3i9lLCjglONfY
FZrsycZKyMXw4MeEC8v5+iTS1kayYIjPuR+H+Gv+879ihFiDqpX5Jd+VMEl8CCKTpCqNB0p2gNJD
RWTnTGlxr1stvcF4vmTfy7rMLoi07Bc1zXRUiHQ2/mAVlPImRLfSuKCVySNd/50ry5njCtcQQxBF
kR57+zPRqDSWkw6TawT0boq2gQRe04W8Mcq8WBffnX4ZuuvJK5LlXkYtitBwEAQL6Wqc+snZ69K2
uEV27d+0+APRqNz1lU5fjRbdWhhxQnvys+kbedwcd9IhprUFAX12Vq0Q0b9FQ/GvWkXZDUlZ6Jic
TMJq9hDFoPnB66HFhCsmVl9eOtLuETlOZP2QSg3UFiS0Km65Hybjxa5LTJelYcU9INPUghJcNCMf
KYwLAPwNm/VdN47Rj8EIiicj9P3fopBpc/B6zad718OAbY9ZKUY1kPKrGx0qnX9IFTlmOOT04kZX
6zT7dv1NvpMTcl2RZO+1+SZILXJ5CUwAxgJL8E2u0W0ofhIVFP1/LbCfL/RXB/WjatQGd96wk/1t
2Q4QQzM+TLAnkTb+thCJpxsH0MpEJ6PPUiI/R1C6rCbYGoDLpNQMV89Rve98U/vMLd94xHtw+HT9
4Vf2Su6E1Lts7qM8+ryx/bWmVKfK+rww8dZU2FtAuTUlKJ3IwmPYb+gb/UiZIfj3Cw1pFHKQyGgY
crlZ+lMoQtD/OjSIVMoLYYMTnnqBB83X0dCsrWrbvN4WC8VGFWQC0Jtv+ssQIqhHiouTprupTg+3
TtfCuZJYAEBeT78g3+5PqVo8XX+tK+cB84nksTSoZWhLsRBXR6trssCgqm2hPwV0JLAWt9P+sSod
oueyI03lT/EtLdD+luB5ZQPCkB6xI9IdtmRn8U37dKLnHr9FVKkQuml1Ap8FUv3ftzkOcpSBVEpp
JFkq5foQ75R4zKQbt2aPN6WFzXagbfndrywFe1YEzZJNSvjLrHjUmI5nEJC5A/j7gwPLC6u1Rjnq
OZXD69/sXd2SfYA7oAmqynE03t78Xv9aC+jw6dzFotmtOovucpmad4bdhMdQMaeLNVojmeK0+Wq0
nX4IFDs6TPiebLzVlfU4K074ciRu+SWL3yDpQYApFVmuSdvRlyQyG6DmmnfK7d78gk+4v1UYXntq
RMXGnNcTiGPt+Rf99dR2nciCZh85R7sZhvYm7TJTRoumYxYHakn49o3Y48T9AIXVD3vMGSdrY8Nb
fWqbKJ8QkR+zXC7xqI5DkKgWaE7HOMV05e5xy4FXhaTgkOtWtHXlX1kijkrSWrDnz/rthQaSxvdE
Rl5rufQ8RTaAECeGVGtkh8bG2sQqjNn22g4/InwAHGWrNbb25PtHM6p2HSnfA/x5+xzCoHm5PgnX
fhh5TwMfKQElRl0ED1oOgr5XFZO1axsfLULcndl2/sbzr2yJvOn/O8pihzABJGGGHmJ3EYN65dj7
ji+9+DL0xmsHAPim7ht9I0z9U+hZbMMcNFSsqezSSOMsZjZoekJ2m1O2qNJW2RWW0lanPBsK7FBw
BN412LjQp5MADfiQwbOgV6kAMHQvIpjCd7HadN+AtY4XXG687luYKAZ+DyIDwDNCSgESglILxCLt
uv6+6vv4oyd73Ixi0ck9+dG5W15JhhdqOAoOiL5fm7jzmbV1CFGsnIO4gcGmY/1LxyEYfyxjqkjz
DjiTmN5H2xvQJeX6nFf0keL7h7qH7QBk1zS2SrirC1In1Uc/Kg0OqiHeLkgLOBYc6VqSCstH5xRF
BG/nqrTU4KLFeL7u6spwlJ02htZFk+0IgEGgfqUhK/Dk+fp0XNl+59IOs5EWEsTYi3XihK02u75I
d6LScIykjz1aJDD3clJ1Yw9YOTIZisz4LDWfK4ZvHzs2Y9qMbMGp5YfBr5geJ7jFBf6EfjXe0/g2
XFo4BDeU9M2tUJq/eTkzZ1UD6TM2BYqvi5FT0J/ROEm3noC/Zabo9sYQbtXK1l4lNVBuiURZ2H4t
5j/4xTEObct0+2nALNHXUna2SP8CqPbzv380djZaGmzkUkSQb58Htww8YvSUk9nB7zmOw/wVya1+
HzbIKa4PtbaRkCvGUHoOVikEvh1KySAMFgXzIx0s/cY3lfJZpqm4C7l034kB3Lolq43Yau1FOtyu
yM+wONgC347pR0DXItxIXUv3W+uoEISl+9DsiiN8lWjjcrA+GPcC1NgErWKxGI3KKVPse0w3xM2c
nSGf+eVadAHxZGwsgPdDcW1VCRhpyCM81hfTcAxDMzY6NmVHJNNtWY3gqj1z+lRMwVYud35Fb2f8
fEPWMaUgoUuosRgK3kPMpipM16TPnu5oDvkU6OHp+uSQ75e0Nm9jaHRn4dm75J3TBV4g2kh3e98s
nfNA1UI8mW3eB7cYP2cJtnxOezvPq18ZNhXQizlWgYXV8TMWhuqzY6Ar3FdpVIKt0iJB2RxcmwX2
FS81vBbqRqsOkdfYL4Ml6T3XApH9nuht+NQV6PNPXi4NMpSD5/2UCb2MO8UM/M90iuXpnQ0Nzd5F
LbnHHU0Wira3O0/+TNrY1M8hkMCflglrAUq2Yv6HU6/+s8K47wO+qvaPBrpuvucK2430pYsC48PS
qs+BU7TWM71mpLjiaSq7j/WQRNltjEPD05SZfXzyumL6hYNilV68HHj/YeyRBIHTLMVzT3c8GqQS
le8eZVemncjJ4fxiJFmv73wwAT+T2Au6Yz5GDaQQAub7uFAkJnpp2ag3+DDCBNTUVN211oxTT6Te
yo1jfOWyTOGdI9yaL4xkOBYLImxUFdeEWHeJgnFoBHPl+D/UMuA0xKBaM+67Qu/RUcQRhpaBdBJ4
nMLqHzmytC+TXTjVRsT0JyReTGaEM1wjNSazZi2vk13T9dAiVQoTafDJxo0ZzEcEkAye9VDd26PV
HPF3Bn0RUbrKFcM5BEYQgRzSdWpMCvAgssrP16e+Nr+G5Y8iUU5nFncJCrCLPXhKc7CSSS5cIxnb
GGyIrWR3YQaPg9nm+F+sCQ3LZchCiCw14PNonzrqpNzQm9MkN2mRDtHJCFM8Kjd+2LwjL38YRWUC
fUTepCoXP4zyFzrTMQdXFeR5B5XMK6JjMvalcz86avs6KU487ro6tvM9OEcVPwAKWXitGPiIvYi0
GdSLAutJP+g45RZgIZrmlfL8+KEIte7X9V+7sk8JdD32rKom+ljehkzMPbFErXSK5an6KcaxdNiP
OiDHjbfivH8pJOBRFiP9ZTS5OMa6lkYsO1B1V+0z51vS+Rg4IOL8oBOqwrbBriYF8dwDIBrqBOhR
iZWCtiEMeH+Ucrqg+gc+QvoQrSC/8a97mELvN5igkj2Z//jEJ7WhxaYC3AjEeB+07ehcEmSRG1eB
tVfMQUBVB3G8hv757bBhAcWpbiaSX1MnsOBNoxsuDmJjka6cbcLQkQNgsKVTx168YC+hk5+eFMOl
CoBNPNQU52frFP6TgUI6Ov3zrOGiQShJQpres+UWRVTfDRlQbDcvUtMdMQR5mprI38h7r7w4Lo8W
OV5qr4gdFo9U9nYWQdDVXcJK/8ZTQdzQzFU+XH+W+W9ZLFeUG6j1hEOqlxvB28+TTY3l6X3Zu1no
ec5vpxcyPtBXYEC/rFmA9xk1640xV2aiQS8DjcYEB+/r4dkkB9vKaf/SSr3+3quzOgXcyM4Cs3Mo
YAfejTlOftcfVJ+fZPGkGBWYJD/oPyFhN6/Rv+Z/rWNbHQ5653Yxlib3qSjRyoHmp3aCnKl65PXg
ZIXVaDMDZH1q3BC/zKNv1kExQ+LpzemLAOeQME0j7eBDVPQ/DHQXf+7DiTrXLNS4t5Iyw7cgDgrt
OfAJeXaI8WfP5ZgN91XHXCX+VnBUvSpNoOWXmA2jRsglQuvUJzGg2JTo2v+Y2F0qd0G+3Zy59u6Z
U+gySf+ofPm3b8EKHN0yyqZxo0gfP3kYumAUAlgQOUsjTgP5a6xRtLL/eP3tr0yzuTSHWp/6HH23
8/r96+UHWQnAzUC/rtFE9Zj40M/hAll7Wl7tJzarZmPDnXeV5ccmR0ktkgvu3CT6djxSYC0BNEJy
bFXNpz7T6p+Au4I91ATAo1Uz/URoU+6hP2Ub82xl2XK3ZA8yuTrwphfTzCxEXXgVNdDWqMGgARk7
m745nK+/T23lhTICq2jeHWCGLSLscrKjviwkPWphC7KkMT21vshIE64seukzYfN42mFWpCiHBAzR
dGvWzIlPLSak8Q5HZa/5VfkYBJzY6DrgZqIS6H5ypf8ssKM2Nn7vyrRjt6SuNvcuvW8owl4E7+Iq
oogH7oHysCwexyQBvt81etzuwspL3HxoEudw/T2tjcsWjZ4AybMQS1FJEemAY4D8u0puFZekbcIn
o8rxBO5i7QPHZA2QtQpfrg+68m3+5MbJ/M3tkcv6ftcNENXn/kHdngoIiSruTnZnH4c2f/HwmHKv
D7cy4/D5ozjL+apSlV4s6SqLVaPDutKt6xb0h9U52DAYRbIlz1gLzanBztEmTQYOG8XbRTWZJeVA
TCxdEy30dOh9PXzNyDDNaN9sxBY5qAxXg9/bIdWIw08qvHVx7ozSxPhcGOPr9ede+bYWIY3OZyJ4
Q3z49ucMXqbAk1VrN8RiEzvvJLSeCubxuWlFfhuDGRNHLQnyf0+0zJEiy0Kfv+27es8Ux2pISYKO
wg4QuOfhnpjEfn3pCAuO1x9xJW4EvUz+g7stiZbl1WN0Ru6qYVG7+RRoe9OX2q6sVGevRmFzGvTC
O2ue2pxC1tIpwEzv+frwK6lCjUlFNYm9lBzFUtARTWjbQ1E0LuiMyTsIqwVJlGFT8BgCq6ZL3QKE
hVKJ2X7Uw8Qgyxpp/hc1gPy7saOvRHgWMSQRLP2CqBEW++rALRvUI507Q9yOB4lGR+4MZWirQ93l
1VaNfWUJs4PTwcC6Qoq2PCa57yLdamp6u/ocxV4TtBeuWe3OwUPnACI/27j2rj2dxQZJMoOvTaT8
di4HOLMVuhM1LqBmmrbLSsdLaMhG/xueHLX4cP27rpyOFGW5nnFQMbWWo1HQL6AoVg3dZG2zbxUN
KL+p5W4bacrJGiAED5plPpXQoDb2Y1PwIG8PZtItc9jMY8412sVnRN4SeXlCAxEdfjFLtSNUx+ih
TacdaQyVEhitIw9TYvefnCjASDE37PEL8G+lP6Dh88iy27Ynj/402TYk6ELFMsr2egB6fVNj8jCV
Q7gb8VDQDtCgiupY9wnwutpHLHO243yYKeoTRFBf97TfqYP3DExHf7R2lldYn7SiVpLdBMvswWs1
83dsaUpwMgeqBq5OzuQ59z1IwF2VtQg96vaT0wOgODk0aoABbExF5+ONmFN2Vu90UP9kjJgXM7KD
SVcidJ3A63/nAYA7l6a9xtrj+2JmhwrWpLfXZIhT3M5MgS7v/TKQ5sY0e//hWcpoOUmXadzJlgoX
GY00+oFic2FnF8anGcTg/MZeqw3O8NFRkwRpRa9JxH7r7QjZxJb0bf0HEBeRtlC1dxK/0g+wdLMU
zmNpNNHHqUZbA6W4Lu99orkzNaPoAXFH/WGko/Tr9Vn/fk0TL80lD+IPNrVlTS6sqbVNsT7BXOZM
UC04oypGcrseiMpp7AmLro/3fk0TcBAE8qq57kCbebumk9gKStx+6DMw6uwYQjA/mpX6X9O1/f76
SO9PwrcjzYvur+h6ECILca1Q3QYj9GMzOC0GTB0QfM7EkwiwADKHsTxfH/R92MGgrGJbI54nFbWI
QJtopB894PGERxK1D3X7phviaiO4oUT8fscgiv6Ts6Z++27jz9Kxb8ifzFXzKOtf9A7c7XenzGP9
tbBoqrhVjUD0Z7rNMFNvwgq+uAfnGkx8AmPxaNTCKV1ClZiUFOK1aFfIsZkOmPEKLH/zdDJ3utYU
5S7BGGwG6BVFdBs5CUlxX8ZFC38Hbe2BjaYt3bowku6R2GIS8P/t7ldheHTGBmHZwJ4OvEkB/69h
j1nGg9UdyqBmb9VqrYH8nXh4DPu42XV00Yx6+6gEFlEoou5geEYSpHyWYQQb00/81r81OxtTOUzm
/d+etGLrYBTQag9lG1J5NGRQ76Ye8uB+wvw6OpP3Lx6oaIfJcc4uTWBbQvnBoFYSgB1psp85QeLJ
MD3tyUb8/ljx429F7+Bc6ge+ilslJmH1YZpIRcDjjqLyjoZmk8QzzPcXrdHseB/gQTbweI146Btt
ir7WE/Z0OzLjDZl2j1iA4zGtiu921NrVjybJSYqC/HKCWxNy4PgwqUr00oxj4B3Ksu7zE8hT59yJ
TG9+YooTfgIcmsZnKaFDX2yMu/JHNWfJ/MzICVQ8r1L42DLKGiVXM4lPsPxhedV9GyXHYija/DEq
aU3bq4Nph6+iJj16U9sVR4vCi9H3WloJqIZm1jkXwP9e6LJ4oYdM2G3QRV40wOfjShtvsIi17X0W
0IL3IWmQZaGLzjCRsPH88L7JIpI3TSPw8SI5TnpfJ937VTGruiMlrsXDczIVwjnYdL/oH7wwMooj
XQ9pvLfgN9svvY+A8G4qURG+SBjc+asfx4q2E1bVXPQK/hrpftUadkYEJfROaTy/3w1DS3Q1UbI2
bqspNKKLn+YV96kaJfkOKLCi4YQ9yhDP7amsTwATOfUSu6IGoEamXnzp6tDqv9SmUotdUgrx6pd6
UN/mYYb3h18HAI0G9l/1MuIWOuAmModzTqPnH0xTsk3SfGmpJywpVICOEkDvkCLyPfAhsurQkIkP
AdBKzYiOTYVPOmq8KblRc7yP91Nhiu9Y63lQdTHQQy2bNOMTNlp469k+plQO2Gad/5TDfZ7GYwla
MwvafYzA4ofnVZLcUJxGxW1mO8Mvp7ZCzqi+4LOTqBqwRA8sU3GthlaFXYJHa4jLKDHOMcEXQu64
QWDHx9Eskn3d2Y2Gobat/6hMdBBHKj9U+PEPhbmUBk2dHnxRqeEhG5QwvWhpq6XI1Txw/WHhRC85
5sW3Ej83iuK29784O48euY1uDf8iAsxhS3b3TPcESaOsDSHJFlMxk8Xw6+9DLS48bKKJ+WwYNrxQ
NcmqUye8QXxQrc62jm4KVv0Cr0dOl8rTkvbkzE54JgZnwzsqieQJrxG1vBOD3TUBtt0cLCeeGC6O
8ZRHj6rWDca9EOrwUaC89BvyO666pkCANJgtu48PwyAjzHMqJUX10W76LAhbRELv8BuYn6bGrR94
a7x0JtiMsmpGULk/uWqhHefUw+QRMIrdfxnVrnH+ge7RY0Hb9th9cS+EmFU3OnfvZBWLaR6QEGhc
XFn/FLh7aL9HXZVfxqQr3mtC1z5b0GSiuyQWyXkY21w7TCXWZuAW66a5448wztKl8vLLxmJkg1DQ
XvL6N0VcpZB/Z36kj8DZaSC+vu1wuC6RJ3Ht81C7kRJgTmE903m2zIBui/cJiGX6B5KDhd8UWLjK
X2CoTdA2Q2GjXQ74wqdB4lQnVO2U8s4O5aAdsA5Os5N0ERM6YFHZuIfIs6vm/ZB3ek+InKLiY6QA
Sn2a5hnCOYyJxU6EGhH9Znj+Q8DAxT3LuZloaqWZ8ZvxXK//fvOVyxycCxeQC5jcNZCgLuU8oezh
nLu6SO9j/MkeZrXod3L066ITLjWEATJFaBhX79fzEll5iuHQ3h7Kl35qsu8YjZUVNtidZmAQ5sSX
Ikfl2deburzD+ab+evs5N0ZutKOXIfXSQvGuOuxuVllJKhL3HHZJVJOwx+7JzHXzp4lG4MfMnIwf
lWWJp6YymqckidxTG+n24DuNFf+IZDGGR0xfsSHASULbaTtspJGoQqEhga6Dfo3mUOxEd8deQY0g
DOuAyFadRs8bHwq1mR5UWVhvT+7QeCS2MuAABq8vv+c/yV0X4VnYVbyLlNL/Q4NVyuiTqIj7kHAV
+0Vie5+mMuy/3P4GG+kdEGGNnoNFu/gKeYGNFCrI2eScPXRHDvQh5GPIaPZ0e5WNvQaKBHYBUQUY
0Pos95zwzgvZ0YowPOFT94c4hqeD8VwYZvalqePiwbQq+Yht5PAyN3O9c6Q2knQ0zGx6Wjr0H2M9
ZUGmMdW7hreLP1B3aA2gplUECnrEAO3+9rNubRwDmCnVz9LCWONKVFjH6tjrPCv9Tz/Ek52qm3sf
JwHvWYPltnOONx+N/hT9YTQmrhJ0PW1bnCk4x5oe/zQju77MwrNfRDirO0+2tVc4qkzrASAt0en1
FgUFoWfcGMAro5j6VwzasyWH6eX2+7uuclAEYUSFHSvMOcR/Xq8STrZeS210z1arqA9pGilYycYO
L7Gr7hn6lMGgs3tuL3r9ElEE+HvRwH1Z2DevF7VnvO0zSc9WxxgLzU18O8AIWPAOpHb8X5ZiLM8O
YUy7Pgv4stShOjR0MqckPiH3afixaU13eRrGO8fu+oPRVQSNxtibs32Frca3LYnJ3d1zHcOhqOEc
PFHY1DttpusNzypMe1AgAo9JI+31u5sF+Kl0MJ0zkTxUj+ByI+EbkeXg+KXk0kevFEH2t79ED5IF
DXEGDtwir9dU05bTgEsfmrX6kjZzCrSAXEsJ7K4edtop19ELZLqNhCwKUCiDrqfObdvGHUZJ1rlf
XCl8FH+i+H6oRQq6eQCxfhhHw8VCnuQdA2WAngeGumOzc87/ynm9TogM8CmcdCbgNBTWkAu1TdIm
RNXvbAxOoR/AndjFxyGrmv7BLWiRBkCrvTwQlEifJHamLbZRKvbQMPeT7nuMpuxw6BQsqe4htOEX
pqLfWj/U6eAYx0kZMCnS8JPco0Vv7EGKfRI4G/7twkx8/aXE7CgVKZZJ00Kbj0mq5TiJYaDx5v2w
5H6IPtH3Yk+s9uCA46fXJJ51LhbH5S5jSOBXCfngXAt9T7doiXOrD2Gg0ceRom280ApeP1KK/0oX
qRAjFGrioPfG6ZucByfFbCWe3ptkMHXQx476mBjdrqzFxvs0eEIGMyrdEl7p68UNVUZGZoOzrx3a
dtFkZ0E3WXuRY4O8DLYTyTT4sgg+gG5/vQyaKK3T1L17Rq22e4KPx+NNGKZ/aHUFTTrqkkmhsaZ2
ek2VTgoJ+yWjKsgKxRgg+quRhrm9Pf+ExAWwjc5rRE5ZplrpI7DQ5fjozAX2IfT0xdHN0uZSdUC7
A0xTk6eaWTpA5KxvvtuS6whvqdjt5cHhalCPkPG8367WobaFN67x7OVU+ZR/ulIG6PfgxG3MBUq3
mEZ4O2nE1su3mMZasI4gVK2PYC7zkP+Zume3b8UR82rj3gCG8/bghvgjMxCiDt1TfXUDlp4a2tFI
6pnAyw/GzslwGijwVaqnvdC2+UCgdoHH/NX3WDUvpS4Isbhakjy06oEeuHWIyeR2unsbt+vCm/r/
VVYPREMvrU0z47XpyQxqp8pP0RjKTymGQjtLbWQPLIWsxgLD5lpa5SjhkIgqi2L33KvagPXyhMEk
lQ4ul/SGHr2aYT1UeWcnfdi4AmEwcRwXiLurr0lM4dxhP6bRvDRjTGgsMQ8ndcArkoHCeGxwUnp/
O9xtfTbGOg42YuyvK1hgrjajNIfBOWe8y+cZd+0A8Jm7c+9tvctlBEdk5V5nH7+OAZ4AMZRIBNno
QHrfSwy+PSw76avgeXap2kE5YyAl93TFNzYLFDtzodqRsVxdGC4tPtFQd5/FiNVHUinRGZM3vOK8
2N1JxTY+G9GbQRwVEPSzdapJdAenV6gealNxQUGSWfpvxVDGZ6Y84glKZb4DztuYtAKSQwIY3D43
B0Pf1690xNwhwocwPNP9jZ7Q13L+AShpfKU/5X0awT8eiqwjIM6Zd8j03P5Qp2U4nm7vno18xiF3
AgHk2YAm1vcXmU6JIlwZXUqb1jqe7+nwMKfTiE4JGgVfYtoPHp5VcRYHnl5EZHBaUSU7QW7j3S/q
N/hI0etA7XL1Jpw4h0oNCPvcaeo8+Z6q5BMoUGX6U8whITW243Inem/c29TzOrpfAAqQ/VrtZ9NC
QDQePQUPnTk5j+A33pd45QUymZr7JK5Hv/Di2Zekm3e33/jGeYXXvqAyob8YV599iHKr8maal5bT
Oe8HGx81r/DEznn9G9xWiQlCbQgmUcosWeLyM/7TQ0ghkkazVys4HoyqhtM6ilRSw+3TzwYwBj5w
bvVfVXGy9ym8aEytvCl5p2I2+lPXZmv+lMdZGvo2yWFMSm3N43OZ5GXuAzFHWrbSalsLPEV2OLNE
SqKduk5zQvyaUhX/oD7yaHRiLj8fJWTWxxZuJXolvdAGCE4Cf7DYnlzM1KdkyB6lYM7gS3Dr1n0V
RdonmAzecK+Brma2EUnjpR3a8Cs6PclL1xRCP2RYc7dHRilxdzfBg/0wo3+FwdKwOIB31Ksg1afa
xHY2WxyGZWKOH+0M/n6QIcE3Ypvea+9wnLCxK7Ny8SKLOLcPuKYWnyTZGg6PbkWm0YUKjlVWAqw0
aMa8AY5Zd057yKVX5UGHDZ3td5GG25zFfOiFa0aC7kdypffjfqyZ5ZRj8cEqYxyb8GLAPNwtxKi/
L1Ikh4CMGximppk7XQoqlT+51el/+giAdzXxjo9D1Oc/EKXMPH+knd0GKoPrX3CNjU9NnuS/GGmG
3/sman67Au+FS9qn82e4VZjiuTxqg/RG7z5CpYXIlTqKOGEXRoc0pHmALSaiUgJqW+qan3PFseOd
u3cjci/ZNwAsBs8LDfz19pt6tzW0vlfgmydfp1G3mQ40mns0zSLZuQC3lkJHGpEM8nCypFVGUWNw
zM8gUVGLYvyA/Er5vsBl65Lg77pzSWyc3QXSqKOKATng6q5lwJeGmMi5546JyX2GyefzlGKYdTtC
bIRDd2FDWAvKj77v6t3ZGEthXO+4ZxxLlG98wPohTjw1galiuJRMpVvKw+0ltx4MHArIH1BVKsnL
6nOlbZQy4KOdPSG7oThSPgkd7urtVba+FLkf782jzUzL4/UqbjxodQJe/Dy02nzIZD4ezH74DZws
29l+m89DhIWzvnByjeXa+0/0M21F2HbM8zjYUd/jP4nBaRXuzcO3n+f/VzFXz6NABC1EARCNTpgI
MtQv7hgcJUEHB/b+9qvbeiDuK3rCi9gNMgevHwh/ezfDzI8mh4ZLfUsv5J9WcdJfb16F+3exw1vI
aVfTBvyPXaE0sXeOWpkfjb6cTlpZFm8/RXAIVS4lMHWklKvXliL/kGNy5+EKkLgaFdoQeve4Sg/d
zkvb+D5UTIxkFsnSRY7i9Uvr1DnM87ahoV31/adsSAEK6AbqaUzR62gnidlazGSnga8C03XFR9BD
Sfulo7CBjBEeYNmDwm3l6OMqtucJt5G8eECB8Uejf+1Q6b5+rsguyFx0GvWC9ocS4O/JfDzM3NTw
p1KpOgAB0v1VxLjhadTdH25vko3whEIyn44Sh9RpHStiAwWrfKYpi3l17iuTgiPoEFcmLNtq+oSu
SbTzGbceFzQiNFzmBfy92vuzoBGXAs44IwiR/Qb3i+GtbMP5wCxIPCsCDCaMDPW5lQ36eLcfduur
QpNgQIrQFO3g9dqokyX9Ul0B750vnS0tUh2rcZ6Af5j6TnzcOOTQuwy8TqgI0NRaLdYSQMLZKR1Q
eZF9bAwvf3ZzXeyscv1IqFLQUqe7vUwU169TGj3mim0bnj3gDvcgG1q/b+Py3ejs+n9scNZQNEZ/
zIKl49E1XT0RAFONKXUcnouaRs+BKn2KD0vbKKGNYbifKSmaIcA41h4ObZe3Y1DmuJ77ZmUW2OKa
Jvnh0Rlbew9me72nlh/GSBUuBpy1tQiIisKQ3RbJkp/MUXSi75n9QmDUPOFArFXI7LWdGehT1CS+
KLFFPd7eVpvLL0Aq2tYE2/UZGt0Sww1VC89J31t5gGH2JJE3Av3pK1FbPshBNb6CixTJsRtQNntz
hmGqpHk0RtDsJlytAkjZYIqJ10aIMDisH1PxvEOhVvJYhJ7xkkfZ3hxno9blQqGudlGPod5dl1tN
U9eM3crwrBr4p0uzg1GK2oF9N/V4nfZapx4tLcUFpHKH9/gXYy9pDtXL7Ze+tfEpuECQ0DB1roYT
OC3ItvUa5RyPgxFM3gh5VnTFUS8ca+eMXZ/k5QKlZUrMWKjsqxfsZK0dlUOpnPURiwozpZ529Nz4
H3YRA0x00rh4Fqny1/eAM3d9VRTu8lbT6aRqAhvHrkiPY4aUVI91ykFkg3FIHEQcb7/K5U9+XV1y
f+MSsYhpgphaN7niHmJeOJvhGd1fO6htw3yK+roIXFUp3ilMIPZu1w21bBPm93JWWfN6FIjzm4nR
V+edZ7ADS92WZ/oPFMKi+sWSs52firwvvjpdZ3xuZWGKwMHR3gmK0E1K/KnL5o+EuvfBKFu6O7df
xlaUAw8JqHrRtQDJvZz2/2SbVubOQm0q5vXCyvKTHLLso2qnOmKtqPN9HSZVq07Qx4sfquJFpo80
fvHBSBy9OQy9k85BrVRatrMFrzs7QFBJRzh11tJnWv2oNlvUUBrHOaeJ+jL1+WOJDPld4rXWZYo0
cSQ9+AeP7fkQiVp8u/1GrruFvAf+ooZBMOLKD9Au9Niwc7qFkWY/9UV2yOImAIgknkUZA3tDbfP+
9oobZxvoCL63XJsu0xDj9SeIIpkpRl17Zy+MAYB7qjzGQlP/qbTp7aNvOrsklVxnqBpzg7xeqq8m
+F7gjM6Jk+uBoTT9AcpXt/P5Nh8IpsmCy0F3a514ZIlBkkoL5gxMDzNTCj8qDKiGH+fBoNh4+9uz
oLnzxzApJC1//UhoUOlmOFJCRzagQrCnxQFJHAuf53CvBly23SpyAMYmYHHvMcBcj03UEta6q/Te
ObesPrnvJBQyPxyxxvAxnRrLQLUTkOi6dKOPKpaPe4d1I3KxPmkWNQH/WqM/6H24pFjEEdVV5oML
MeA4G119KB0pAkhre/reGzcBQHAe2GFgC51lFaPhn+ratBTzfWsNTxRDJqr6yd7Mc+upaLZA0iIh
54Jb3TeTVJgDUJico8mzk4sVaeXHPDEIw2rlhP0RsaG3Y92Jwi7DXCQJNsbuA5aSrR5RxTmD8a+u
ts1jlc/hE504sUft3DoL6MuiCEPjBUOT1TuclLz3BvboeazUAXlX9I4bepKBirjxTnd2Yymmg6h2
g/tYdEFXS6kz8Ahjso1z7ICiP84Dkw9aZpbyp4rbLD/ePndbNwetWWhWS+BCXWO1XFZr8zCjXHQG
2Vn/GXIDMTBwx2rmp4Ia+W6ay3J8MZphRm0/ahCIkR7s6UOW6Q1d2BY263FUK1Xs3O8bu9YFNUEL
ir1Et2YV4xBAqbM8gsIvTKX5OqvR19EqlJfbT7+xiLeUdZRviFNdTcrUODQ0/Jrts1bpUaDRKTwr
E+j+26tcH42loQVUAxw79/M69WzDWuvNBdXWu2X1QbF7b8KzK7GBis7pz2SKzJ1geh3hWHDRUKWR
YqF9sTqLGUqXTquhtwePL/zQ2WZ+GhOv+liCG/HnKZbf4BoVgZda7U7Tf/NRlwufHh7Q7HUYb7Ww
M1JVOoDcx+kOSFHFMMmwAx3CLZNI4+2qCKi3Www5uTcYhF9FncyzmfDXYDZDOd6VY6jdN3Jw3ny1
I/ezNKN0BInJAVd7sdcR2qRH5JwhL8PzUo3osWjmX54uy7e/P1RLaRQtu56J++oaNJ1eZvoAXA/V
bP1Z7z1g0V2L7myjaKdZTaydLuV1msSkESINunlMjFHcfX3tNo5MYxvmFRACxM9TO2mOI0oTgVTC
8aKk5hQg3PNW13IT3NDCyra5jbiG1xM/gBmePrcVM9XGsw9JiT0IG6o6Lgrwn28fvesDDqQN+MIy
YfOoU1ZdWMA+PeuP4f1oJ/EH2Q7N2a20Yc9W6zpmL8twxaK4xktcs4Ino0PjEm7ffemaShUomlYe
oCTiwavq2d4IYHMx+l7gK5cTvtZIRiLZJDTm4f2k2uKu7Sv8mOw6vI+1eg8G/Hfu+SpXQraSsT45
Cc1y64q+pmF25uZ2E1+UyQW0FyPP4RzVPkMGqZnM7veUV8N4KFFet321EWgR9VZX/CxmLy2OkWMV
KPiPY/21sMr836Gg6XTq534q6TSI8lfMunDF6qEOA9PqHRGkcw0YdjRcxXlnRHwz3Y8i/Gp9Maem
g9BR0ougLEoUdnMddbTD3GdReOAynb4adVj/O0xZCvoeYFePghSADiL7hLbxwmgNiPUOdonZxGYr
eqeTQTWE9TtLmWlx5XMU41U5G/nXuRgQyZqbQv6Z06i5B1dkaYe48DSc2odeQPhQ5+xlnF1oMG/c
sMsLX0x0mMzSaVzXTDAQ8yLEAekSjm10YNRTnAsdgMPtVa62EAhMTiBnkIoLJOEqzKixgkRBNyrn
FkzYZ1OtjIOYtf45DrnTby91dQL/LvVXLYKVrrCsbowMhGWBznCaNjkastEf5iLfAxFsrsI9QD9p
aQusc/pZ9L2NvgfNtEF4d6hIKscC/trOs1zdbsi1IF+y6HyCwr/qelez16TStcIzw0X9GDqdCDRF
T76FXp9ezGZM9rwNNr4TXW50cxfgGxf66uJhFNbaMx7FF4y9kaxtVecuBIvnx7Hcq4quAZ08HFbz
TCmYYi7a96+vglKb9BpYpnKe47D+TGVpdIelmfaodeksfZobUh4S0YsBquM8cFRiu7tgGRi9pHo6
vujFqH4cLaOLcaQbld4vSz11jxzc4hej52Zv9LXxyYlK6Kws8ZbPsXo32mynYweV7ezkRfpBbfrk
B+RKdUc2yNj6BCzBtIMxKPCc1Q2pRZkiatuDWOUqCUP4OBo87mSDEmNq4MrdZ3J0Z78NEyRaJ1yv
lPuIoT0e4Vrn/swTz4g/GEWkSBTfpfUNJyAYUzFSUcZ9VmTN5DN/7JzjoBI8HySKPVlgxVYTf9DC
MbMQi8ntFBlZvbPulCRR2gBIevazGE05Ba20wCuijFkQ4VAYNI6W09f1KTassKTVrYK1AGc0/6EL
XMN9C0N9zyF66yuQaur8Q12E0vTrXaNYqWbhXkAfNzVjgm09XYywhlB6O4psfYWFhIR6EGLnV1FE
tvpgFX0RnmtTKX73lhE/VZoYTd9GwP7NmC9OAgCz5WpFi9Nbl0SaROSD9nx4FqnMoB3Oum/pIn8E
SSePt5/rKlNfloInQaeKnuHV1Bsh9T40QqYTUzKawWCj+5Bnwj1O6iwfWxpbd0qBlU492va/t1e+
as6x8iJAR3ChgXvVH5YxYpWKO3jn2gOi6FdTZt0nOW0BtBvrQHGRZNRtAbwut+YjnLVyJ/Pc2jig
JSjcEYUi5Kw2zqDNKtdp652tIowvQ2zPAWoA+en2U269XxAMKk1bpAegT73enuhlztIKFe9sOg0S
d/jRyDthxeL7QvS6V5ThZzM4bQAo780dA94vE6flOmLKQW74emWlBLyF03Z4tobZuKsaQ70bQTmB
Lq6Kt3YMyN85y5wMZmn0XpZX/Z/mb2tKFP6W/Rq6TfZY6GrxUNS9c2oquVdZbnw1tiqIkEXM+LpN
Ny0tOjRXoguK4u2X2ogWxmcud+T7Nr4anJulLmG8TK2wend2CfdxNBGgM6Sb/Yl0OdwVEobtsWoG
78es5QZxzSriuzyrwp0ds/WEC4vjL1x3mRS9fplOprhuxxTsUpW9dQf/3hgOqgkd53B7Zy7P8Dqz
BoJML4ACnZkUverX63jdnBWMDaLLDPXrCM78fs7l0Uu68R5Pkz1f7Y03uvCY4BDS6mA3r97oZEyJ
qcdRcomNqj4K4Xinqp9sTHXs9LNR6/VZd/PmWweBZGdzXlWYC0kFPifHjzDH0O/1c45Z6SFC2SQX
YYPxGzVp3XVCZJ+gUxoPYm7+wI8PdxoufyP06uUC5kSAC5MKBlPrCD7lNjBDR4gL1IQqPNJbVpAQ
csuo9Z3B7cdj15Z5euqStDTuw1Fr5SUH0QZsTcbRV4Gf7+hPqMT9hsmvW740k6I60vbHOUT3essX
bdl2viHZpn5rKtGdpoy24TdeY7mEMUt9N8aGJi6NtLvq0sZN2Pml02GanqB++Y+bT3AJFC85y6pv
dL8qveQZbG30zcZ391sYqcOfJFKx6YpqsF5+3Hn6b/AW4nuBWUF0tBEDip8tCz/eLrPMFwa087PD
hoWsP6v2FKC1XH+6vV83vyPnnvoWxOpVf7f2Cq0fBJoF9MiZe+Wz1ml+rnuD5bd5VNl3w4R5WzBC
GDV2juTGVUVRzcL4ptKj+MsO+U98Q68lQco8jy+p04vuTsgsAsfYRqb1UmZt88SGH34p4KXfkRb3
+iParsy1bj/+dZ+Uffx3Ty35OMFpdV8lmiH6wUiSy5RmXfZBWFzb4BmZ2EMkISz5PYqqc6DgnvwL
hvr4fsSvSD1AAG3jQKsd+XGWRqrsVCTXY21+FuqG4O6R/oMiswpX9jiEUdsRKsuibeWRhdoqkHUF
s2VkCKn5Xq4l1p2myaoL2qm2hG+1tln4rjC1napy6zsBKUZQymCSc4VUMXsAE7QDoosOZ/2wjDmP
aTWFz0KAsQpzG39WpSgOyQgbLWNo/Pv2J1oedX3oASwy90Pv8bqACSdZDo2XR5fCbGrfVSbrMSSp
3jkHG5koAuMYmYBSY1Ou5+qTSwUI0YpVIipNYE9oorDKaajnvdC5vdQyPGW0C1p7lbxQhrZO6GVc
EZnuHbt+ND8YqTYc0LCod/LQ7aVotvNYEDTX9XMV9WQxaRRd0nzocLZSzUNezLPfy35vKry5ZSln
cdzCAnMBG72+EZpBxEWJ/eFZFJn9gO5McVRCw/pkKEX7PCYlCmFqIQIVhdBTN2owvYxQfLm9VzaP
M4h/KomlE3mlN1DjLJbEGolMr03Od8acCTlw3VTvWlWkKJlgGZvfjZkZg+nOCG9P+GmU86GMjOF7
aWqK5+t2YewZUm8FWXbwYkyB09IVPFXN8tkhikQX7jb5Cyn2ESi7iNTPTti1D0hqoj+hDxjB3X4b
f/uTq6ODaBSVCPk4XuSm8fqT4DkpmSAqyYWpCxr0NcYpv0pw6T/LcVK/F3pfv8jJEcWLnsoS5ZJa
7VUftl+Kvo5oKEq9rnNeUMBJP8/I6Ao/d2blJ96AsgiKudc+GZU3xX5S1LX0VWNQzAAVG60/uHY8
0VVQquYkS1OHEOxxsdZD1cLG61PnI54IwroYcP+wmoobfGvjOW5/ML4oxEOO6eE/WP5KKn/hVEcc
4f5C1ZG5CVAAioGtTyJ9Sae6/kdJk3IISngAAOTRO0EbKY9T45gVZdgSGafyZ+tqpeYjYF+jy5Ya
+XtKQ6X81rpW+QBAtDU+RvOYHXOznduHuh3T33UsrH+TKB7+2fkg16Hs1fdYHZEqmtwpM9idg5X9
1GXiHKfGqYPCzOb7N68EIxvIOixOBpzrGNNPFE4DedBlMgG9WRLfrmKQzqFIRuv97aWWH73aZMtc
Y/HKZDzkrMuUoq0RYFa65CJLr3zoZmjzdtmUh9urbEQy1D+phZh7IWC9vhAdQLBYDozphZZ4/9UM
s+S58MLkVOCes5NmXmuTApQkyQTZApiA/1oFaLqz6PlaUXoZFK/+2Q7q/GOCWfhFRRjkY191w7uh
qfKfWi2T6j5R4wGfpcHoq+NguuGP28+9ETq4d3mzlPXoLqwnR7EFwljW5Cdg35pnt5vRIMKa5cTE
1zlaZap/8yxh73zSjSLGdWnHEDVAqF6pPTSeUIq61OJLjdbWETIC5A4EkJ+jvukCPEyiz//DQy6D
ONqUG1wxhLn6OeIpL2mS0GNa1Mo/Rlrh8J8iCb8z/R9n36QLZexEyK296yJfyQwE0MgV4oZYiLQT
M9tLTLmb+EbhzthRx+7L7ee7xpixo6hXFly6hfnM+h6e8CXvHH2KL00cQlEGICg/qaZAtLsLTWTP
qki8V+Bg/q6LcDy3shJIrbW4sx6HfKiDrlNT7VTPst750FunauEmQmRgs1/NCSMdqkTTx2T/upY9
D4oz3A2h6z1mc7Y3S9t41YvgHsUiecjSnXp9F4lY2kVZ1fFFj6X6w2l049TNsCBvv+mN4+IhMAuP
gWCBZ9jq6GJiXXuzZ0aXWufCGY35kPRhMKnpFIQZlKsevae3RybgHFyztPxosa9D7TAWqG52WJkW
lhAH047UO1tjIG+j8rET1TfOJdhahOfxXGDFdXMBMbFUUcWQXKqpVR5k6vbPc5IqUyDI+rtToZR6
v3NCNjoMFIWLQPGC/mGo/PqzVSB6tUjjhKiGaJ5qMu+PreNOD8iKqpc4ifsHy25dhQlfqvTH2x9z
Y3cuh4Z51nJ0rubzUp9tJ1dt2oiVkd+ZTvJd1kr5Xq/rf28vtLU3cZWAmwJ6HSjAam9OGSgjuRzP
Eq3hd8CFfqrADXbKqK1FSPpBKyOFRRdx9SZDXBGNmUbERWvx2RlREI2PsWE2ezTQrSPAZbAAYECh
XW0SxdKKJO54mL6TH2va0HfMrp2T2YmkgcioVkHSwK3e2Sdb34paFaQYc8drHLZdoFuGUx+RRDHD
90015IGr4Qtjl9OeifPfaLnKOBb+O608aFgE1lXNDmPDaCO7EhdIvGN40vu2Tt8hk9//aUwL5Ufo
I8h3jV1kHgz6jY7PDKN7X6E2AXh2jr+nqURN0knC6mcLVOi3GkX9x0J0aC7mhVXV/uBVzl4yfv35
LeYySzaBXDGwDP31QeIIme2UT+JSGS5WRH2oHdEarnYaB1urLHMzdemQXc9tXK8n2XUiOmRDkRxS
dFGOU51Vbz6YbGODrg2fGiL3VVDo4zHuuhpJxtkWJza8uGsarTpnDWyLtx5NhjXQSZYhMEOb9fiy
btxUb4chvTgKWPpKtNWxKfM9daHrMwN3ig4Qx0Wj2b6eBuZT1+dRl6YXtUP/1de7eu4C9DGcd2HH
ZNbXq1FrjhLIyR4U428N9nozM5EiLVjmRJAk17Ngm2IKZckkv4APMpZEpNXdQOp9Mx4qbEFiP9Vm
0xsosqKyvaMfa9u+oo7qz0ro/ecCeVB5GNIeSiW3qc2wSbb57zrvNEyk6gjBuxhMQPTolUkM+BWY
+L+0Icd3FvqpdgApwnxnenHyUms2eim17jUgKcrcGA9zpwls/7rOtY9olRpAyuNIn+74XsUUJGJG
ud0KpStgMLdmA0Nby7vAbRZpFtHmZhKUlWp+mY0SurT0LEJOWk4UgKZoXMSELP737b1yHYN4lRZ5
O70zZO7W8wVg8eApDZ3rsejSO4HN91EvqywonczbCeZbG2bh2sP/BatzJZBThVM8KMaYXEYETn0Q
q/YvM2vA+Tqy+QgnBYe2sX0zFpdLkHksMZYuHErQqxAi+04z6ow0GeSIdt9OEF7U0sMSbtSVA3DO
eufsXTf+gKtQ0NkUd2Carzo6bdOhdFSkF80tLXFIstj8nTZ2qC1kwAylWG6gkzN5xXAE8eL81qMa
mfLb3/Q6/1jMNkh3MEzbkqlM40xpQ0n+UaVFGMhwij7RixYP7TTkj3an1mdTb3pkZfj9O2tv7SfK
TcYcvPZrRHkDEGvSB9YuhPCCBf+4aCibqOKKvYbvVtxenM5s6hA68etXnSk1JU7OfgoRET6OblHd
l17e7cTt6/wReW2SKVRP6Aih7PT6DhKTMXNu7eyiK3lQijy/C+m/+2qNtAuwi51cXNt4f3gOLUUr
j3QthRGlIlOsEgxNpPc6ygBTZN+noN8+uXHRhsclGowHK2rhHbuSbo7f1JnyKHNQRU2SiKBQsC68
twdkw4IQovpDqkZ7Yil/YXWr+EtneZlgAQHl4ly9kzEi4qFrxl0W4QxwNwN/AQnDRABbpg558EcN
6Tn1WPdV/y4KR7MLwHnJ8pj0lfikYsH4ByvgfH6w1aQ8W7raLbLWjYlJcZI6RxuKXXpQZeJCQBRq
VZ4F/S/lgk+OkIHrLn5QIUIs4zEP7TYDm5nKdmcbb+wtgEYogjhL6Yl44euvbtPJSKaez6ChBvLJ
zE3PN9CR3hHocxYVp/WLZLyKWSdMBxCTqxc5G0nFPQ7QyHObcbok6MVrfmkzHwOapxTNA4BONLf7
pLa0D1ZVmkpgZIwv/NZaqGw6sLwcNa9pCIPUUYuPYTSbiHrASB/9sVc7Wrqt2aN6J93S17E9yE9e
DzgxSKNCNEE0Tu4T9QgQxsmu1Dno1Sz5nXVmzyhytn/l/Wy8WOU0GL4GRC7x1TZO0mOmj659iHrF
ag+tgNJ11Pra1g+DZLxLl8UZv5SNkZuBHKboviytofPzRFN/1FUS/ptXof2s2RMuDg6g2E/JIIxf
UOgRFO4Kr/IewgLxZr+i8RmepmyW35s5zhWfII7SgoiUdDjmPYTaRyeiO+iXw6A0Bw8r5c9kWEp2
mjEaO0+ZUP9xw8IZfMVsul95LSfOL9jNCC0UVNF9OhuJ9pSa9fhFa3BeP7kQ4C3ygsnYK3c3umNU
MUC0eAqa7Fe37GTHOBGhBX5u2hFpZnqlh9RsoiBS8/Hd0id89tq0ZGLWFU+50vWHjhlK4Di9vhPN
/lbW6x0H2mkpqMBxXQPwI93Is2Fyz4iWGObRi2T8f5yd15KcyNa2r4gIvDkFyjRt5GekOSFG0my8
h8Rc/feg/+BXU0QRrYOJPbGlmCySZOUyr6n9Ju2a9mVxpoYvS42T6DFznDG9FD3ZAQr3UpZcu3Rq
DbfvndG5ANMK57OmjWjQFxbSKhkiuYZr0Jq3nxibzMN/stImvYdQEm3vguPyRR6MLscBdomRjI9a
+D2TJOTqYz3Yoj5XfTZ+L3ILewB0z5Xq2bYX59lcZlP329hs36eGlH61awxeIWPoWcFfmzp+eV/M
syd11pi6EmoC35JqkbNzYck9cPE5oTBZYr0YP0Iq54OZEUYvAzEPVTB2yYCtMAFm8nNnVt7J2oJd
nOVwzg6CyU7iQ3GxQnv4zEkM1ivmt6GtaBDPWabKeVBlXHIbtWgct6fG8keFMyBlXePHZLoHq+4d
OpZFoAJuOQOm7XgurFbAbivZDzHyBG5qgt4Ys6Lyk3pgmjVUuWcXXej1HemorNbjI6pb7UXr5iOI
7U4+wvVMOcJvgel7gyNBYz1l9MEPgVrmj022vEjq1J+YRRkv/SBPqNoX1tkwjhrBO5epumpbIAYp
r5rdmyhugRtwtHo97LJTnsMulb20cfTzKtV4uZ9z7bQruaiYGdIJ4VXftCqmklGrjg/Ag51N/QeE
dbD9TW0w2G6nLcyAzSJbPqSJQHLfamQmmRDChuTzMErLP5qKeEKDOCNsJzdKQrl8M8IM3D9ZzMqQ
pJK+adZMWK6Mq5SILbX5KUuKJdCmsThYZe+cr5Mz4hskkRucF39QFDMke7wNU4nhFsDZz3PmtOvt
MTjBNGQWjsxGnBxlgspO1r0yG5i1G6BfbxB0IPNHq29i6SEK8246aW20iiYWjgF2hT/SQej3NaLB
hpi/T0Yy/Ucs6j9ybhiultmsYNoba71zMpXQaK5km5nqh1Yt/p4BmjHMs1LpbE8t8/uUmvTjwdHZ
/fVrNUu6DaR6O6ehnTwqagQ/vV6IVOBImWkbad4BElAK/WnWsLGA/Bmd60qRH6cwUluXutjw4IPp
LyNeKV4nCemdo03SebEH+VM0d+MVLIr0VdO76RLn0pGmz05ajGAeNxq1MzDUbfU/OIvVOTGQY+JI
/pAuRXwZa734L52m7HNSSMrBJu18yhBkViUmuie37cY4a+CU9KwHfSr/kcMwabxKDO37iEv/iHmw
uxgNcQsfbBQZtu3pHmV3jOtM6WGehtSnBYVLC64GV6TYjPP9l7+TaMJVJzSuCK1bKccK/TdEYngu
BsmTpyy4HVSzoR1UpXtva8U4c6J5HN7b6xuIJySdiktqhBzoSd0s+UmnRXSJSIT8uFKPMHZ7G8ht
RxccStpOPxUqSos9SPgwFebgG2RWJwkfdRc1jbc3UYnsqwgY0xgFK+5NY1MPQ2vKo/XRkrl/gpkq
I71sY/qVi+Qgvu0+FUBd2ncrT+wGGtCPjFmHTHrQa5E8D5IzPdC17P4plNhy7x+Lo6U2LwyzGSWe
opTPC1GWsyXbtNbgEn+JwuTNsud01rkWTP5hWgq24fXZsMAAjtB8w4cUS57YHWat9TB7Ga+TRRC5
/1g7NwRtEZQQ1oKa+dkaCX/LhKS2V1MwJfDNsyE6dfqSvsSFSH3LWP5phvg/vVPGg4t5Zyd/X9Le
5ABjuRjZZCzOg2Im0MNwt5s+VWinCpLT7ghCsPd8tAvArPxCO29TrmaF2MiYQTzUtlm+SDjUPGZN
pz+WZof67BiNXIKLddBX23vC1Tth7brQV9sCWvk/l74bQhuPVTkLzHig91ot6jkyxurgWO7EEbww
V2Ethlvo3G6O5Yx/q9L1pJSVkHp/QZbRH7Ue4zw9STxKdfN0/7zsrbeKsq4YNlTltzNg2MHhIErU
HbJBpOekH5efY2d80/teDRJTOAf1+M5OUp3R6WEMSrq65ZsnSlJKebtiTeIYTWIDS4MC450L0pJH
ZhS7S/Guft2ftzzaqUrgLcI2CAi+45NWGvMLXR/z/WDDNbq/iTsALwMdNAS7UOJgpL6dBxhmjuuZ
Ga7qo45ynuZC8uqp1P0JXMZFUqyZQmSBWAtB7aXV6v6vYsxKT1Vq6TGK6Hjf/zl7T87Y1wS3wFm6
mURpDetXjgq5CtXT0wwB7kpOJ50iOrUHqJSdzxH9GU7Oeu1x/amvw41oRThaAm4fXmjzU91V0VVJ
JPncLlF+ajvj/SRV6QH4ZP0ENgU2qADuIcb19E9/tXx+C3FyV+QI28/SQ9qV0cmZy+wDs4j2QK94
dxN/W2XzZLVcVCZuSdKDMNOEehxbSzd1msRFFxrw0v03tldJgs+H+8rbWt28N1fEEOaL3mP/9gDN
w/oXU3TjYUSKwhchDAFSUUd73+DY9tiHk/OX0mS65SWLBpSsCd/Mcqe6gHCxTisoM25qaa2leE81
UrN6lvOgN608cCLnyIJpd3uRuFvla6DubytWSU6tKC3qKOg0YwrsHBCNbcT9i+MUfzCsY0+hBJAm
rXzpzd6OIArTpgFEa08xEEzVKa+5KD7df4O7H8Kq+kb7gcb89opAiMBp7RBodIhnlTtbM95ZZobT
YIoMrsiTzhuy+MCnaW8PfwVu4DtcT1udEMBJymQhkBvoc9TRG1QrzGHZzSyENHz/8XaXWkUliG/8
z7YYqQifOfpl6EfDwPPmOcNso5OLhxD5toN8fX0d288bUAci3RBIboHdTNDaSm6o1RBozS/DYMtI
rgzZGRHV1C+GMf1GAWZ86aPpD1rSgBNNkk+QLCub43UwGycEdBCLJorHtXOpkNzyrWSYDwYQe+GL
Aot2Cen0Ojt7vQoK/cpo2HzqAI/RAmkl+SFT1ezgDlD2DiSF46pEgBUTrL/Xy1iDwrjVQbJMao0l
cpGoakDR9mJWXBP/ovYaWov2HwMyBqntoky133azaC9Fvhhr32oStcskoHd8y7GA065nI3arfCl+
yuXSdifam+rRKGjvmK0iytQ1dFJIYV//aFVd4gm3LumhFPIcLHab/3BKVTuZ1qT8wQdrAd1nioco
4Q2aEJ2sdpTrnIZGVdj+CqNyE1MeLnVfinOWzaVbVFV6wDXbeym/bN/QbqNLb29OGMhGJ25l4GZS
OAq0HxUsMDGCOGWG9MG0Z+gKULL+4NNdyfAm5SlNum1nylHh0ah4lgeWEumfsqpNPJS42x+ztXy7
HyR2vlznV9ObVahKtye7SBel7lJgblKJUhLjBL191JJIecEYzcFe0oiKT2av18sFaOlR4bPzWVGb
EuDpRNLp2UYoK8X8CAfYKDAmwLeu0spgNlHAlQ+2c3cdemB0wlacybZzoVehGTedAUu+zerRFcZo
nUds27+/fS9Xe0CwezL51XYv4wIliUUXNDFRSgoYNiNqNQMGZd4bBsjO954TQRPE8uOo3N97QFqL
5LMOOLeb1ozKsMvsQtqs7VCIjwy0Gugm7dGlvJfxUA+jX44AjcU3uAmDIb4o1txAWY3jVZJ1SZrO
9iErrBq79bzQxhzL2joVqVOELtSUcaJ7G48MSxZtsDytLbX6IJnde/KVSAuGAbTmTTO7sqfISCvY
94Uuzy8d3QcYAdNRdr775BR4FAsrGJTnfx3kjByBxBqyygPsCOU60ZkO8Myq/MiE4qHlkgoetIhe
QN9MrhMP4kHuncYfRrs56Lbs/pJ19o5tAhDDG5rdaAyS4KO1H3IJJRO/iIEwwAs3ksYvzdkyr0gQ
DYg4yg2O0yqFyqlGpKU9a0ANbDeTzDE9+Ek7F4ADmh7oylqL3iiSGEAr29nIwodsTvJzC0rnSUsn
5byCB//gbYNJW9UuAPDf6AIXSxUiLpZwzi05Phl9k56kqTkiIO3U10gnoqdMOoGw4fZGm+Yy1LoG
XwozA0EVN3V0FbKSAQFqQ79e0h/3w8be/oF8Y+tUuvU3DD2HYrrKq9WZ14TiL7dIQ9SlwEFGZPnb
77LVx2+FGa3k4m3ngP5EgzZVJCFiloSXTutSydXNtn4S3WJoZKKxormZES9/3X/EnTuUNJuoSGqC
0tIWZ1khpt7jnkqphA/DpR2kNrCtOXoMUxvrCyQIgqnTjhITbQdH4EAoITAQ8im3Njd3XENvx2WS
/L6WSv2U1IgveUmMFgvzj5JyDCLnEAx4emtuqsXtj6G1seqyGkByUDFDLno50yUfEoo1X3uoGpk7
wIKuvKZt5+Fkx/n4YV4cCexJm4EUVZJhSl2sONJ/aS9OTNaLpUjOPfJHX7FmzCIPvm/7Te5hnrzv
HCFwmQMEdU3r1rY8QQiLDlLKveudkIXuLGKWIJA2ccuS4jpp6pqWsxRXiMpPVvbUzLVzbqyUznMR
d9VD7GQO8586udx/6XuhGQi9DT+f8HyjsJobkMhLpUHEW1WT09Bo/aVIwiMUwd7H6mj0QsBWrUut
R++3zkJVMF+XR64+qUnzqyG3MjhVTJ/D2sDipNKyg77iL3T1ptbhkv3/C25OVVvjMQzxANVTqzLp
r3eFtwp0v4smAIL8m+PqM8ZIOYA3Vw3R+bISJiX3t3b3oWkBEqXoN1K8vn5onMXRUYGXRsiom3eT
5LTnZIlUT2o0w42c6mhSehui4O8wTCAftZEM/DVp/G2TpaZLRYxmDP4lAndhoaP8AyvhZIb5URF0
GypeLaVuHq1KARg56SrbbFvl96VYRs9BTcljdqe9dMyp2ePiSCpo7bC/fqc81CrdzMhutbDYvNOG
DJvpJu90SlX2M3TAQwJCOdlJmAs3N7vqQxbR/XOkDgOq3HyzKe7KGAZRqvCJQh7fFn5ZZ9jLpA5x
oGlF/C6elvLJHpp6eUgBt4YHJ3jvZfKdIH+AvuytFFYnulGVcLIPsijKX7Sw63FTCaf3edWnB/f1
3lJUhSj2/iJfbFuNkx7NetrmgFtNp/b71MZkCKmCU5ehfn3/k9hbiv4XVmU2jLMbepvclrUc9TBj
kzmRHmdFyn92muh9a9amz/eXuv366IHRayAFW4Xvtn2jfCikmWsHiDW1p9RxWxjaGJ2zcMx8miTL
6f5yOykf6632a6sJGrnf+nt++/raLp2TaEQzF6lE+7Noy9CdlhA0slQoJzEMMwg0UzvjyDD7GF1l
TzU2Vt6UKdpBG+T2NqHVAvOATggAc9xRXv8QMx9jUQt+SDj26XunMhxPM6lNkS2wPH2aDTdpJLDf
pTAODD12uvWvl14vm9/2AJGj3BDDnAXNIssdSJ2u7o2TbGTZ82Kj0efW7ZIIl9YzBOJCabVgwFSg
DoY8lM8dF3PP7jXaUeDYuQ2wokHzAvFDPuEbSYNpYIglqM8DtcQ2oiw789JLS3JOxUS5V+T1oya6
1O+FsHlpbXxJq1H+g6O/qi/ikEeNe1PDd7qCXQVnJMh6w/LCspW/KcPQeybuZgfvYe/o0+tZrZNp
y95ASoQcNbSQIFJl9fI3Ugql7Nmo0fhSV1ufSjoJBwFkd39JYEhWkZ3G43VzHWixjlaFIcVBmA75
WY0VOlzJXGjuoISmX2mhfjJa4lalKvE7o6FniwVRe9A/2HtqMpkV00v+So39+vChU2+XXQRbTmlS
+x+57c13Ys7KM7Ia3aNOBnckMLa7IPuLQSf4oBsqh6WkaZg7xE3F5mgZhZx/nKW0eLRGKf6Qow19
kKrtXboUOsgtoPBABN1EmCoeMq3G6DYoBpQqrHHEZbCcMKorh3SmtBWh36a69vF+YNt9StAdK/7z
V5v/9bbGEZl/KtAcah0xfZvquHdLKU5fRiNkWBslR13qvVueUc0vbgzUpu0tqzZtIfelHQdWY+K+
NyIVoxTi22yGBpr8xYJxYJx5M9WyW+bzz/sPu3eSUXFCUh5mCfF829MzREWb3sHGMmROhbtgpCBy
qSioDV2k3lzOBbZZgdqq1hmjgPGZdpn2sRRYyR+U62uk3OQ6Cv1Y2HWIgiH+vHnXZmNMcT4NUZAz
z3ZzBBY+1aMkHyQZu6tQZQLj1vhotugtmx22c5tZ0Zw02k86c18aJAn/PtjTnQuJOh3nLMb89BG3
51aj79EMq0WOXEqL4dImoo2YLEn/PMg1Ps4zHYJAtmPrK19unoF9RTTVLQXoUjcfwPy6UhwurTs7
HEYX29Ah8hYTz3HcIBqj94dSrN6SVZZJR5f6elduX8PaqiOI7hl/5eTZTlIolOKm3jieNMbLUzrF
nX1JhkSXryk5TkXqqfZfo0IWhm/Zk/yohFn9b9QP4ZNZ5XbhkwtUb7YfWO3PyaIQfAdYdtPGHOFh
5KUhASqTovE8Nb12jsHS/1TzSv4wlcuREN7eUSFzoaGITsLK634dBjgqliQQeQ5UeOmBoYaIDw1w
aN/fPyw7/Di0+UmgQClRLd7Mw9D7kWK6YFFQ5Gluu5Dk4n/j0NS/dIvacBKKEDVDqEnRv+pgKdOz
NGvFFc2iVngL7NfuRZurzDqpxVqTQO+cvsWWCUKgtlXJvlpGbreICon5Kyh/63sr0l6+KBNfvG/a
aYPwwVIUnyo7xFDUZaZj99cRRTHnVA0Vfm8GNFTbXTCfGM/jhETDde7teXFnvaoeQfc5kTsKJftU
zrVqPstxOtS0YYeovahgJf6x+I9k/+tj+OlAa9vIOnU1KdIJvkwTfTrYyZ2jS/6r4sUIbO4mklnq
klXL3MPQlWctAL1tvoxdV17vr7JzJzE3JGASrWiObeOUcJIKAQDmLnVayY9tPTaPZpl0Qb5kxQvs
wy9OFSpf76+5U0RQFhFKwIUwTtxOuHtRd2pRcfTRWai9qdCLh4YZsA+DJDkIADuXH9ABSMfM0pEM
3oYuLv00bxZAQ3NT/agdW/BOs/kTZh/OuzByyuEgSdxZD94OPYP1AmTovYbS3xLoObQjQCUFEIFQ
myFQrpCBc5NLNKwiSWsnD7qlnH65v597izKUWFMmCs6b2SAuvXkzDyJ86BNJOS2j+t2Kl8415xpp
xno5soTYeX3wN9hLmKME1m2XvrGSDoIS84mhrUby7WiN3vxtQ/eqREsP3uBO3ALMSeeWe/JXbvh6
RyNdqyO5WfEfVYNChIwpHphB7eAi3dlCJDvBwaIusoK5twmwDgm7NhmvtjJDlHOj0p34ZI5ODATa
aZfqVLdVZPr339vORv5CCFFr0q4FG/H60TCMNTrUBKWHZtQbNA8X6ZzVKeNBit2DXdxZirkKUIiV
C8GAZfN8eTenMaJlAFYaUZ0tytdnUWtx4TX5YeBSd17ZmuZSvKziYjf9byigpqQuWh5Y6C6XJxEq
0DHNRTaEaxiiNd2EMvJHO1jJP0lRDIWrK2LKoGnl+n9ZljbPRNx68bUW5vKpzlQ0nqcots/6bCt/
weWxTS92atWBeDXAEZLGvvuuCFX+qdmRiWFKlY6fbNy0jtzJ956LJEuls09L56bVqk8DHYJJyoI6
cVrE7ufaD7ESOYjIe6v86q3Q9cB6dft56dxExhRRgxv6kl/rEYkbR5uPemF7q4BqhBVGgkr6sd4L
vweqSIkSWxN5ABKwf0rgZXld1R+ZKx6tsgmHQ8Myo9rlQWIAJdAmMz6rZiP/weFew9HKOyDF2d4n
wPNhskMuCepClrxRo1/E/K0664BTD+LE+oNf55NgBQgSiOH+P3Gr19sGamTquiXNAiWMktajmmhP
oVnYH4ViFpGvjYZ1Rvn3qllZfFCk337CZPm0TX91LrFb2XzCDnmhKU96FiylXmLslMiupos5iKVh
Pihe9p4S1CIDLGsF2m5xYTHicyVVdx5oMSS3S9yl3XBurcmOvLyEQP9DtQR6BXqhhUE/zRBw7wfG
3fWZM0N6JpOEvPZ6l5M2G5lEs8t9bZSP+jJGL/RPZdfujPhaxFP6Ao1NPsMo6w5W3t1kRK3A9FM0
3PC6e9XqE3DirLzIyuLhEW9/N2B8Rq6t1kfn9vbrQBWIzw+DGZa8yYPKsc6HDiX/IIGMjcf8HD/B
zBsu9zfzNsODMQAEibgFv//GOyTVypE5bwlhGkm9EvW+ySh8dAi6yhVhQ2xt4j58Nmm8HA2Ndlqq
K1kBPRDU60gut+eolaNy6LSsCCokKL6EVTs953lqyqcCtbAfcW+ID31XWj4K+8NjpklR5mVlXuWu
aeMq9gevlrYdrGowNLdk+ghEdYqmRk5vs/7cxIX1EBux6sM6jj+/fccBS6wo0TUP3Mo+gTJW+8GM
iwBkeo62sCN/mKGsu05ed59bZyjPFijIg6HzTucDgR2Un9ZBADKC2/jQiYbebREVQSmq+jybERoT
ijG9H+k0+4Ol/pybwblkbY8oY96VJ3oeR7PgvQPNm+ak0TdZ65bNdyuNIXoFVha0NMgvQ2NrXgqu
9yDc7z4pqASgpCBRbifOkm5HihwaWTA5bf4Bo1PhuLI6OambK3W8oszH+anqo/hkm0lRuWVtjl8W
HAyPwMm3WeMKaF1t7AFc2zfRIlRH6OrY3AV4qmSLW2vW+L3OoH0inTlFp1LJ/uRjZnpGUFaAQt/Q
gNoBLeGBvGClEOOeY3O5Po4dQ38vG0OzcYcsEZnXqqI1Dj6fvXf7+8rrn/+WMND+xteoS/PArqTl
RR8bM8C8uD3ofO+uQrVLi4I5Hejn16tMNEijogl5tZ1jlAEkwBCd0yQaHP/+N7r76gCdIPIE+O9G
1DeWR6oNhysu1NXmbGg/UaL6jtGX6pUO0s33F9sJwUQD4iA92LU0VF8/1dDLU2RlWhpko6qmn5mT
ZH+rOGao7zLTCi8YIVQPsjxM1/vL7jwj1D5GWsQFeMHblk+vzzpTagPN924AAS0WqgMvTGmBJWrW
ParlIA66P7e9X8RLEYZEwRbtwBvBd2Cdok5aes1mOdJdd8dmVJsnW+olULF2JT4usiq0c1Mmefy/
DkWq/lyMUa9/fvuDA5ZdhQtp79+8XBSV1Iylk8AGEP0MpbXya7UVwOSq6Cm2hiNRqJ25Gc8NkB49
avjuN1whQUBkNILyjK0NmGTFYe2LZNafWnvpL61lYh0SZ0guzWrn4ZXTeljhPmZSpHwjrRMHr33v
tK33LuiqFby1vXURaR90ncZOUMUZHc180KXibHTO/BfqXIkvBr17cGolerv0IHhn+FLgF1ag1bb3
EaHiFmYFU6soCgtfX8rcb+2zUgD3T8ST6J33WmqVB9feTsAgScWQZu0N3A6kAQqBYBAOozI5RL6l
7q0XZ6mOuGA7aSGroAK4SiisqnmvP+DYUQuHQgnBU0NKPMgZ7XlR5tCfCzxr75/dvaUg6q2naMUm
b1v6JYCWyloQcXKWEf5T07e4PmW9E6LmLHCQvL/aXoiAogTBhgb/imh//WCNBMu4i6U0KOQJp7YE
dEsPgODqLMn3BVzV26Mu9RntMcBIdAe2OUqULpWetGoaqF3RPDDmtv1y1LoHSsTslIZGd5D77m0m
Tbi1HU3FfoOIKxERGVSJ9cTYxUE8hsupR1XHr5AXOt3fyd2lVmQmE/sdykmuTLOUIJMeSAVJSb2U
6imbOuXvHh+mg128PfMQytS1t47KJ1Fucxq7LnKctJ6yAFV68ksqz5PaQ4e8/0A7aRbL6NjLcIPs
9IyA4JscfJVlEBj2sJnNLms5c6qdyIbWr9nvkQ9rLhaSpq6kTLpv6m17cHPeXijrb7Bw/KKyR3Vv
k1FOaY+U0ExGaRgDB4Yofp2END+lvG9vrJ3JcInnlYvrF9o6c3rEhV7/+6/rfdZHaxB1Wk7sTXtc
7iMThUGbfETt2tQ1zfYxs7v2FDHf8waQP66ol/lDb2XJwZe5+5L5MGmh4d3OeXz9ZfZKNyCzXrD7
RdyfFmTTL12pa28+tb8a40xLV6AJbI/XqwAnLZMmQ8hqiqXQq/hb3tgqlh91rXQQ2Pa2UkHiknko
mesNuHvl0UtOX7NU2FfX0bL6c29MtWvJiwNvapLPoCjHs9F3xhFHa0cghcekzlapymD8bCuyrtF7
RaKNETSitD5MlZ7+KIQB+nedRIgLrUnMOfJYSp6ZvNXN1emt5MRFMPjm1CWfuyUGa4K445tbOvws
xi4Ajkitb3AekSZEKWkGeWFkNjPIrTT8uCAL2flS2wIavv9B750oWAXAx9FhgGC4OVFTVOcWdtFp
ECKerbnoY9mfG7vv3i4ByFPxsQKIXUlW2zOVWAzel6RKqfqHVpxTJB2/2IgDC/Q67Omx6gtqe8jJ
eYQioRYeVBCqsvPJojyE3iyQzVspfUsXed07RRosy9JkH9Win9As06Il8pVVefDvYqoFUk6lkqAt
NqajOvsaSDbNVRXE39zE1usYX4S0rFwpARnoT0Znd9d8Wbqv/aTWUDKGWqDnOIfmuS7mKbnKstBC
d5n1WDsIgLfXCspsK+eCcoizu+1tGqjeFlWZpUErq0VQZNPk97aRX/tFOzofuwEf7DifCUo6tMA2
wVYNHaXphEiDGDDVu0roGkplqFSdZvTZTkmTTM+2MSLnBMHtP7uPQeQp2Ca9/ZSiYYQkHRw95kyb
iJT2yRAZBgKy4Az7l2kRkmcVhXUQ9/a+BXJUvOiYwpM3bpqpSBLHZW8DWyiyRjwYVitd0QyzjxoE
e2+PNRDC5OWhx7HZ0UXYokJujulqq5h+LCem1/UwNp08sg5Y2beZHA0IkHHofAFDv1HcImiPEFNG
spyl7p8VBOKxbKdlOQlF+Itmz/7997R7WsBKMjWjz0UXZ7OFQzahvbg6MeWLJn9HDWgWp94qhf6Y
K1ap+C3N8MbNURfMXafMKut9MpT2OznroTDd/y1724wm79rmJCG6qTzo2UaSPSPpHkMS8m29DYM4
daxzikPdwWPvLkUNz4yX7+RGNVEHRQIZFFhvBVZQ+Eoud8rziM6Xh3kLc9/7D7b3UqkraZ3yQm9B
IjHWKLIlZZRUvVF6E5CmxygFe+Akof4DEOYRvHf3pYIPgWlEvYMk9eaOUGsU1Wm54XwTjmruonGY
P2q9rtdXdI6XzBsrugeoU0Wf5zJOm1MdttE1m2rtqD+zs8+IK6/Nf/TMdPKv14lJx66MGnpdtEyW
ySuUBUcZ4FbpVZRjc3Bl7K5FcKU+YBQLw+H1Wmo+8KrxogmAN6tX00nbk2PBp8sUSCj3X+hO3GHU
S7+JVRihb/c3Gls9hkbM8UEr8FIUXX0O5fCIj7J3B5LrYCxKN4ar8Ndr/q1Zp80TtF0IFIGJWqvu
Ikg5/cBXSvkHYJP9oillhVXHGKrl41CJmssQ78HpX7TWU+eEWnv9pXdmeTjpyPdfq7aPZH+s0zFT
XE2ZsUVVdFSrvZTKu3UxN8lWAI9tnfS5zp23f9pAYCiGqb3RRdlmbniOM2FGvTiQTA1L3sZW3LyI
smtm5sbBp73zsbEUoZNrBwzqttYoRKIJdUzyoEJf/FmRht72WuhI35JBms6aHs7Kwee9d/CguEAa
IiUG872elt9eU9wvqHUUZN+4VMzPQ6fbl0aKekQTB+egnNjJvnHxAHRK/gsmc/tw9VwtAlofUyA7
St5LpZM+LG1mVhc2X3+GMmcFzDUb7CjhGR68w71DTxFDHgPKiNx/3fjfHhMtKaAbBWsn6HicZsCY
p95I+oMn3NvMVRmLK51wyX37epVKE0rYr9M0pyka0wXWZKDRLqX/Mxc9Pegr7B0VcKRg26mZbklX
aGqmyNz3OT5tZnpK1Lh+nKToY62Kyi8tezzQBtpbDhjFmrpDCuDEvH60EfGhegROF5RVofsdt81f
0QC9WdJFdik042iAtbeVtIzJwdCMYrC+SVuMJLNaXS/yYEGX3s/UMfQ5kqVfatLbR0b4BNAOonUI
x/8GA0O9gpYKKK1ADkX4qNSiOaVRcTRQ3n0gxB4YmgCSulE5BF49DLpNm6ufI8ub6M2+VLWjuwv6
vF/uR/jb7isPBBUHAjc995tWYSYq0FF1ngV22y9nibjIDCy23wGdLS5d12UPeRPKb+6CsihyFuTL
xMkbhG4Jgq9pooxA0pAqG5EiuMvqn/efbO8UQkqhL0mmxdhrffLfP+MCy3QVymyggeKFgt66ldPM
52gWjS8p5cE+Hq22OYN6U3ZcC6hgiyoxnuq8+Ddtsux9z6fn1d2cne4/3N4JAcxGrk6bB631zXKO
OsOrKKMsmAU8gwHIgSfFsE+jii/g/lK7TwYoGageCrE3KSQ+vAuCxhxGXZKcc6Kp+VXtot5L0kQ+
tfEkzvfX2wu/nHvY7KCMb2l3mro4VmnTeHEyJT+TytdBuKoq319lbwPJnRC34Jq+nXHVOla+zlAh
AmcL52RAwz3NdCqv0aC2f/CumDBQoTJuIUncvCublnE+moTDKFWTcxUmseZL0zKdEH8WxcFie2/L
QlKXwQ5dsptmaxUtVhtpxEIpliEpKvHoJRZCzvLCvM6quiMEyl78AHUDMhXSIAC69ff89pWBOoF5
UnKNzU5RfmmLvnMR0E3OSd3JX9CXWU5qIh3BVncWJUnkhqES5u1tsyzOYdFma5+cDeiCKkc12c17
s/dms488UyowMx7a7uv9I7O7KjFyVYbi4t6qNEmWCsfUWtKgK7E6TKigLzkjonPextYjMj3leVkq
5e3ndBXsZDZpKGuvflPh1MJZRJ22LDp32ctQLvHHVEkyv1An/QAstvNJUPfTDINfRG2xfZWqFeuO
CPElnKxYsc+hmTfvogzk5ENlUtoclBY7B5V4smI/YEWuKhqvD86Em0euxSH1eJZb/zRxE17E0HQX
IxmlzmXWOh5cOnuvjyEEJdoqr30DO2YTl1IILB6hxUlekuAloupxdNViVZxL4PGeLmOFff/MrN/2
piG/lgPrWPdXQrR5fWpjD8LEpj1oSqV+bynTC2WseU4sfDmtuEkuc1ROlwmzrs/3F957maxJeYD0
3W1fSinbIQN4QiMOYa/Uw68H6d9ihMUkTDP8g3e5gtZp+xO3b9pTs0rKgDp8EmhmFfceGvl159Va
HdMMq6BUvbdLLvqDe2nnnuAC5F5HsR20wjbrw3O2WDNe6HDrrMV0yvzZxoPr4AXurYKOGAUWGR8x
fPMCU7OBFtXT824Ko/azeW031qI8iNo70DO+N0Z+FsQfCqvtw6RRPtZIZwPkU0giPEHd99Vpaul9
y2eYehmqFaXblU1ZuwpMID+KdCP2lwSgiWxp/UGHYf/nrODUlTS9WqG9/jghJ1QFCEbSCw2sRySq
wivxz3hSltL8G5fw+muJTjneUVJxzZm7+UPW9M/RhGrk/WO8/0vorK5qbjuUsdiZcr5chYI6z4zW
myc9eTJSKeFIm7kTdGHUv7RKq5/nypjfodwsP8ctnvK46PRv57kC0pAdjgPzZzSPNruCNbC5lBW9
3jaLf+RozlC1pZ2L6Kp6GVOp+YOjR9ZF5Cfs3+KEo7wDgmKYpJRKunw0rCZ7FwNVOPh2dwKFRuav
4OqwiuVtG9iIb5hzhG56APhsPHWa/WPu4v5Mqlwf3C87sRDGP0GCz2jlba+f2u+pggjtySplyPht
Vf+rx1U6PRR2l7/IsBdqt4uLEsxLg+nFYE+mdLl/kvZWp/GLvCtaTQDWN4lKtNh1l9OuCCR6rwyA
gdukTVedlXaKr1mjm5cW34GTSiA7eI97O0wbkpk+gZi7df1lvz33EEXKPOcFrW45m0+pJdl+bIXZ
hU5VdRBHdubPgAeAR0DFJyRuTyhKLkThboyCbOn6QJb7FhuRovCKLpo+W2j4uyV2aRcrxivSZcj6
dpYgBfh6CXDjEJi3o35sI0bMu3nFs8hOMFSW89Iv8Gz6LvF5swcbu3OjEzH5mVAP/o+z81iyE+na
9RURgTdTYNuykkp2Qsh8wnuXcPX/g84ZqNhEEeoeaNIh5QYyVy7zGtq8azQInuclGoxNcCkSBzUm
yRjubSuavEZuJj9lbnuIRjl8eXsfbTAGFwYkms6gBygr183Klsy7DDNuBBnXEHGYQ4upsDmbeX6Y
6xKHlwG0GOrVWloq8IZH831idBEUfMMMBk9YlfJZUUJsC2x7/C2PUVb7aooVg9fUuXSfVkGYwbNW
EahtcL+yTsMswnexIjodN6GuugvKdJZdZDnC5Ng1bflFb0plOlFLpZnLEL77zriojo4Mu5pPWNTG
Oh8dxVR/ypzYPheGOcV+roTlcwE9sPd7pCGzn7THKe7QcpgPc9fr4VnUZah8VtVuesF/tt1DSmwc
RxRjoaYw3uVlrqeuKZKJEBzj6GpkQX3KcWo4Dj06eJlUJf9LKgYyU1BEkHFi+fz2B9zYNdARaOCg
WEfmuR4bRoFSN8XIkEutovKKryTsTRH17+h6oI8xhA2CqOkedn7jYJK/w6PHVgS08zq3rjMsc3oH
dmTeh9XBmTPZT5HL/lyrWoZKT1adRFgMXmuBPxtE2X99+5k3shi6BYtpITCmBTzxOgSV1pCk0EJJ
0BAiv7SxFR/lbG52lEC2VqHTAoiPPAanhlWAr3I8spwpXUZsQxm6+PgOfpkVYqe9uL0M44ilHQHj
dJ2StTPXQwR60RjnInfzKcy/F1G552yxUaCgbUTAJqD9yTBfv7Nw0alh52P3GDnGQ2XjRxS3muq2
CCb45TjvzbM3H4tkFv0YSDtsktfraSNOUU5BEl10UnVN7C77ILJhb9ayvYrDHNThLuaP16sg7G/0
IVc9/T5U/v1wkg0vTLNY/fe0Ar9jYJ3cd2Tha/SGlUBjB4mEeNGod6E7KCX1Vmm10JZHCZD7v+9v
VqJbBK1KBpzy+qmiUlGTvAYzlxXYnzUViOyo2RUa3IpZsGxgAZOWgUpZrWJ2fV/VIJCueqhJjxwn
y08Qd7uf7bRF2VJYPhGl8BRF/LvI9h9rKng3KkocNy2kWXLgiqXARpWZAeZUytjSzVL/Dtbgl7ff
5EaywoR8QQXDyWCUudqFY2Rrosnz+Bqa1fC1NIqaJ4vbFwFQeuejbR2wRWkfKjBDpRtn88QZNDvu
8HTG/5M5RONcOzXLPLOYP3VR9/nt59pcjG9GP3jZ9utcAcK9LWmpjtl3H3YPjhFHbt7L9rHCnfsg
eBc7s7KNc7Y8FuICtPBpcq/2SjzrajZqJRI1eTIdSSSmywyX1H/7qTa+FquQz5K7Qbdbp5Zxl41i
UgRm3Go8P4kWNxyTaeB93457KM6NzW+CsSGz5ITdJlumjHcQBijRlUGLo18TOc0S35z75lzakmPg
LWgmp4ZN+smpZ3Mn5G89J9BRSBvMlKhLV/dXoZX4xuAzdBVj1qR+MObKhyAZk8qXI3U6vv1St2pO
8AQgU5hy0tRcnwEpC4PCrM3imqFheFAmLfBTWWRuYnXScbDU4BwrzguFIh7IRuFASlYi3+7TnaO4
sWUXNzb8H7h+GBUu//+vugGt+TpokiG/ZmoZXgqUcDwBVv1o5A5J2pDs5SgbX3ghES4BbsEYrR9b
lUtJr2OruI6akBukReLoiywktfUtJZjIXGLzqU2j2J8gJP56+51vHBdAfkBHwKowXltfF7U9cpkH
en5tcyB+fODAeA5lq9vTUNpI/gCnkfcB/Me4ZM1hV/O5MyRYmtdsHEKUiQeosdzHh6IF5Fcj6e21
TZuf/8PD0XEE84PQ6U3hGyYVemiNUlz1QG7vcr3JL82Y1Dvl9dajUZPAgqUNB95n+bx/bRdwqHqV
SlNxZTJk/GyHWT0HipV+dapSg00TIuWE9nC6h1nf+nLLSJnGiAH4eK2LC0wF+GIQFXTF0/6QNlaM
6KY67sDFNgIAkx5oBkyEkHBY98cCGt9Qj7LyKmtVKbvAeLSvTdKWA7aU4a6p2cZJoCHNyaM3rWC8
sgredUeGNkgBJyEwnf5sW2P7wLRl+NI6SlT4lgZ00sNnt1fAX06iNE5vb5gtADA/ACIUo0sKhnWN
ogdKyq6xmeLMAnLK3Oup7IITa763kZNgxFcb1XweCBuRa6Vh/kvDtf7THLXiR92pdkJvuQsVV4Jr
Hezc2htfghubI6QA8tqAXOEfj4agyU8L0VKVQ3s6Wlqmn6l85J3XsBEASUGYgP+JSjeEMAkIv0kP
LCOXqyvfmMvhHnPEHmu0xXodyvVOENp87URaghDQj1tHcsnIQtjFID96J+ge28Q0nsn9a/uI2+pk
H2MhSzP+gSKV/RbJZ/OqZWbzAbVVVNytXkrky5yn2hkMPnKWb2+JrddOtbO0A6GlYbD9+nRLVTSW
imBHlImR/5TiCW67hMRHMBr6v8O8eePLBbDYCN40fyXVzgT5BvoEWvzbCHTn3m764ajRfPj47w/F
bAsaCi3Ixbrq9UMJGENBrBrZNZ3S0p/kOKa6QmAuVydrpx75U+KuJjFMyhewKUX4bQqNy6YxRXGd
X7ssSL6NRTO/68ZsDtwxddKLMjr6yaQDY7p6kqO9Y5fGYexo3/zz8XEILIzYbArkW6xKohSSk5Ra
fq01ZdQ9mIV96oN1W0Btk9rsyYTebhuHZj0ZxFLuLWS/12+4TPvBliPQ5dYSNst0yj5NpvkdoVft
ny85VmJCST4KEfamOT5wqxcB4vNXFQct15CD+VKX2R7+5vaSYxV0mFC1xCH3JjDSJh+1wY4ZTKC/
+5F9Ip9J4tKfGng7y5Ujsz8MMhrzO1/tNhIBB8PVicAHru+mZ5RyZyd1IhAlnM3sA0rAKozmsn00
J70OT4MWK+rx7aNxe62yIsUsPXl4ATdwZatsKNAMPb6OcYjT9tjlvlRZyk6E3Xqd7ApYFgsO4ibt
0kqCXcu4/trWWXhuylI5THlvP8Z4qx0pBboPi5znvx9FxvYI5f4p/PhjlalEMYWKMlPNxkmhumnA
0ZudPvJoFE4fGpRtf49MSy9K32RHRAhDt4IzXux80q0XTJQDiLRMc0gKX5+MytZH3gnDHDrp+SmI
nOCO5GWvDXLb92NoCC+STpUJQnkdtsF3TArWD8m1kqSpP02x7pwlLu+XUEXL76h2gyzDf4+y9wBw
495jkto8//tOAmFIp1VlJxF3Xj8osn1hl6sR3IFgCC+aJin+iFjuTu9v64RwNMFs0r8yyI9er9Lz
kvsOg5qraoezN+Wif04bFT30MPyRZIBd3n6orbhGMDfpYQEcvkHIFai44MwDfUBWCG5So2m40kT2
pUN2bGejbJ0RXByVBSG3lGOrjTLkqsb2s4B2R1nl944BxBwtUhgmlhktKstdeJ6Lqf/09hNukLTp
ikDeXTjKXPvrmrefpGqUSwru0KhF4NkAbTwhAvk+BPL628jbpvPgzCsnI0wnx6VW1INDPc/2E55b
EuOdIrR/vv2bts7M8nEXBi5Z8boizVFAtJtpiK7tGGs/0tAunvXhPxi6Ltc0XSgglkCo17WgZEsw
NRpGA7bRBVdrRIbFUYfpwWzkPcn8PwOx11kBHxYJPAIg46obPCe1MJJTDoE9SeMMM1fUHO7rfMwn
d9bqFoxGGmKTFlrIeh0TrtAX3ATz8EcTlhHsEbX9PJhV/yR3Xd74nVkP2sm22PK06LrZdOeo1BUX
CUeNGYwAFXu0O8c44JhTtSepl6tD1dp6Rjuhjr90mjNOntYOzAEUMYPecpS4tLwZvK7mCkVqh53o
v/E5F8ku+qUoUd0KpSI6Ta4ngaAQpfOi9Jn5kCHMvlOWbpxUFmEP4/NBLFxHwFDL1C7ttPgKuajz
8QtnJqDO9Z0xjPLOnbkRgwDngglZPuVt1aRGaTXVC+ZFH2UFTfl5fBo7NXqw5ln9Xshi2IkMm+st
s0726YaQ12AVSOZb3NFShkhiHJtf0OHMzgPdyycUfO2de3Prc6HLQV1ILXXLkpAqZ0AdI0KnrpF7
5nOKOMBQ73ZW2fpePA9axHTabpvcdTgrbQnz8iqmLLlTerPyS0lVPKhh1U5Rv0TO1eFbJMNJABbp
cG6o13dGiR4jLiQAHKLGmH6maE16PfP7s+iz3qskO7m3cIp67pJd06qNh0Q1kXpqmcrTzldfr6x0
CsNFDXEyhzaQcUTXM32M86T5miVS9+3toLmxSwAp0UeA8cUrXasMmY02Ia280AnkKT5i41B2Xq8z
My7SVmrcptDVnQJu3cCkhUcNS5qMsAlwN3PdyYsFBm2Mke2r5T6F7vvP948f3u2Nx1aZzc0ay7X5
V7vJmQa9YuRsX1P3y7eX0L0P3J3IsS7Hb5ZY3byTWeX17LBEe3j35eHlOfGfZ++r7O49yro2vFlo
eda/nqXWm2wyJha6c1zFf4l8Hib39/LenTdmLEzgv1aBbvT/H2c+Pj053umxcfdoaHtLrPZ1zTRv
CDI+fO5+i7yXzn1U3b3H2AhD2D5TszPVg765vp5TTZsLEVf5dY6k0jOHQjstjkaHt0/N1gmFrELz
a5lr3PhfmZIB43WO82vT6sxPwii+YgNtekAe94RgtpYiQ4ckQPbKJGYVhlBV6x1sbPMrKm/zd/wq
w8Bj3Gt+iWGA/nr7sTaSSeSGgHQZzOJJJ1drDVz9emJgx1uqY/agiHFqvCBv1Q9xoMaFK1SlRIu3
zHZu+u1ladFiRKgwQVy+6V9br1+479UESruxRdG7PZdW5Q5RZhwioUuG16CJd53k0dkzc9x6t8z4
wBTDUqAGWj3vRAz+fyS1UfSmH+Ne+VJo+OrmQlbfv/1qt5ZaWvpMbRau6zpPl1JDFWlukWh0hYGe
EfYFrlXp2SEfNcA0by+2dXWRzYDxBtl1q2kyYsA95SZuL/JomJ/bTCioJ2utdTGzxrgkc6WdFbhp
D0mR6HuU860HZYAB+Y+Xqluq9vpj6uCyJ70jZzVsSFVlrc8HuY7rYxzb4c5NsnV3/b3Uat9k/ZiF
lVDAJNh5ciwSuz2O5Ca/Zy3G0aqOgn8f5IOvx7PyT2t5oe68fjZNausqLvC46JXxd6wPwX3WxntQ
QLIY/plV5rGkUWwXGo90eldxEpmdmCEWkLygigz9Jad4nksXLQYJ1nevysdsjlvLDQI17Tykmoze
i/CHoBkDbQljn6LIPUvppelk1rZZeVNoyO/wUNI+W20eWi68raTBrSIXhi/rWWs+T3Pa/E4hwCWu
bTfOS5gaRXF2TMRMTppdK+GhjYqydSXk36+Zokid7+RpIHtRIcbfplzY+PuUtvxFMQtH9UMwuO+G
YQzep4M5t4cxV4vKN1WBPYCThMO9JJy2O9ZOon2xC0kMvp72Ye0VmTbnfsaN6PitUQ+9i0WzJGFj
O8+PQtUq81KNPUyKUYLQ4TmQqH8aLW2L9wF9XGJGYKbKSa2aFnLtNDMFGBA09Ka4TDOvCyRLuJPR
AfiYAcXiuDnlRfsInQ0f6zqzs4rctRQ/cuQs0U+ncwnuqQjFJxGK9CNRypqfWsdi6unCJMmMX0iZ
CoRGWiX62iZ1PF7ySndO+QAj6SKpYxseqBWVxNNS2c4OgZyl5kHOQx2PEj1UNeJarEleqSXx4wwa
JfNxEmv/R/QQ5p2aiVg9hJLUgLobk2L4mEyU0P5s63nxPJd1+6FKavMB8cYwd2dzFM0zKUlUuVlj
zl9sI3V+juY8HR2BQ5rbx8hInSXFbKxTIdc5+pnjMDz2aaGmD2M7DqMLuzm0fboWI8VjbqShP+cD
zOTUGfX5LOO8GLqhzK13wATCynxl6vXGq0YT38yKzmd7TuVByd0wq2rdbzonviumse2xlU+dLyjc
jbbXicL4WDtGW7gWUDD7QZXG8WpUypihWw2j3JO5aMR5iMqpRlTEzvUY85w2V9zOgZcHjawaOz8D
fVdflDQycXbjsqhdewi7X7WOiKQbZJJZY4YInsFr6ymX76puNj71UhABLzSSwsv6AslOMwUB4U5g
KMPngVZF6+a2WUufCtGophdC3r9KVTt/0BIsFJ4LTJxnl4ogGdiU5JcXEdfNx2Fqjc7Vq077XNXq
rByR8TXL3xieqrmnYtWyl99shFfgiEjB0BvkzzVMWSSinbOxRja7dsp3IhITBpXBSNXapMe3b5Ht
pZAOAdlOzFuDRJKhKEJHhgcZjNBV8yKcYWdUxlGVgj2XriVwriMe6QaTUwR8bikacTSD9bQLxt31
WP9azMp+Kj2Dwn9/oEUamBC+SCatm6phjLQdXAaKR21gXzWzSBzPthPj+6KeO//7JYwiJsAIbmEa
yuvLQu8qbXIK6scUoYJ7J9bG08B8XJxMTZBX1U4sLvpQKIdSVsR/2SYYf9MVZNgOBmfV8CxqsId0
yJKr0eKcmXd6I7sq614Kqev+XQwYDBGwCGSJQe7doIkKM5a7aKaNrCpIHqQqZ8juxKnFi2XnnW5k
ikvNCNwMOg9DltVjVakIYVNDcjP6XHuG5BC8OLVj/8zpe36oW+VXI6ppZ82bY7CQ25DXIz0k1b9x
oWhTe7Rq2FlYlU2x1y445iqWksMkGT/e3p+r+mjZKCTfQKVoo8DtXxfGgpGpbIxWfjVbNftqCyd/
F2qdCZ7TSbovFdrHpz5tS+6dSXyCC5FUh7d/wB9c86tzuABjuSrZsLgi39Q1qimZJYK/wCWSLBn9
pR1/NzVO+2PWC/t/ZqRzX8m5napu3jTFQ2o2kf0w6ZUm+V0k2dkxEFn8VQ4KGUDASNvk7d93kxgt
Pw8zP3guTN5vDjCGsJOOGW5+jYKm8ApV4x5p51Hzs8r5PoSWdrBtkXlBUOzR825STVamUoC7sACU
EYF9nfmVShyNYd3nlCGBOEhakR+yqhpORmrN92psTHvdu41dx0QGiW0gy1QN672AsHUd1BELFnhm
X8tJFkSt6j2Ep2ynkfEnjq8/OhxtChPG3DScV40MPJUm8N8Wc251DgZXHUP4AEIdjdDXta7hXgxq
u3TJWBbObl3UCCZPSfNNTZPynYxF2ItqxPrkzxN6C+ehR4rdLWKjjc6aU1sf87Y1R2xGqvQbYJTs
a6YGIOMmweMdBrVU5sNYa/PPQkhIyVZDAHQGOV8lw5ixadRPhJS+c5N2FsO7JqIPfLBaKMvMcNFv
cEl7TFq2YEC/1mFoCJdywIo9/GsTxyUYDJ0blngLPXIrpB8aRMYCV5ns8fPbG/Pm/mJ7wEplIoK+
Iuxb9fX2KIrIFFGBaULMsx7MOeg+GrGUXv7DKvRYGZbD77qJs7KV4K0mZ/lVzjqVaySWHpq83tNM
Xffn/oQhpp9cDxQht7PHOEkyMwOxfJ2tID5lWTAeyHdkX8RJz/dXAi/KVP0pirsYD0Nj/hY1lvY0
gorw337em2jPW13Emsj8oKjCsXv9Vs0xkOmTgiqJU306YHXFXSq1IB9kTfipLbEnuXt2jsNWjGE5
joKOu+0NcZOT5swLrIkeSFj8LzTy4ZJIoW251JfWMdBL/Rvsw+QhQPJ9j865dehRi1p4A6BbyIBf
PzBbq+KQVcXV7KfxrpGzATRjgPHe4OyJS28uhYQ2DXtWu9FOSqSKcm8BxiF1btM+l0J4UEhRiHS2
d/LIjc9oy4zv0fylKcc06fVTUUWE2oQa1HVqnfI06Wl1rVLLPCgMsryqjso72QqKnUU3no+GEtpD
oHKZT65zvUarTTLzOb8i5N590/A7PcVN3/VurM7WHm5T2bge6JchRMWwZcNSlcYZFcTApmkoG91m
MJSL2TS5W7YZ0pfxJLuQQZJDk/b275FBtF/FIDpTU27PCRStk1TMxoUuWLdooc5uUMt7WlkbuQVg
ArpByIDJIFlXF9iiS6UIwX0SGxbgPORDc4IlEohHjEPKF6ym2i8z6PSjSFEgQ8slm85vn+bNd7QM
4TmyyzxzFSNrGzBVQ6l9ndXUvJN74xn7E3RfxxweHv45O2nb1nJMDWkGMxS/Fc6szLqYmWfm18pW
pI922SJrYeTo2lZDdpitqRM7C6779EvcXGjSWJmCgLsdibdDVThZ3oGIDszqEZRaeMi7KkLVy0iT
rzhfjces7irL0wpnegm6ZLjApCt3cqStjc9ABwEI8shb91lVSFmT60C4crON73K4dahCD7XbSXm8
E583XzG+bGSq5GJAE18f7DyT59pOx/xqZ2Z3sMLYOaHGk52dKrTuurmxvr69g7Yejd6+DuwSvBPP
+Ho9NRLVOJo9bOswar+xkjF76HrrH41haPSdz7n1cGwfDh3zTNR8Vwemx8o8xCAtRckL7/ZUSeeT
Uqv1qUT2xustEf2Hh6POwG+Vlia7dnn4v5rgmVKkVjDjw1FxUk5zULwfHCEOMYa7n/79Nf690vLk
f60EZkkJZ9KhaweEwQd0mNL3ou+GO/Few3Tri1FPYLy10G2N9ZlXWzyGHIWKe2qr0i1BiT5kbYdn
GdzKj//hqRZEMt1Q2JPrZGGCVY3VM9i7RC66a2xx2P3SJr6NmPxJO52EZaetUuaFEKAxNfijprd6
hSmtMpkuUXLto7D3Rlub7qLKnndSka23t8i2kpobG3X12Jqx3gG2RgV91j4mc5QeRGfMx2pu94rc
rQeiwKHcoLJaJs+v98SQOVTUNWPgNszQvKKdfAUatoeP3Mit2Agkr1wDYCnWQxDs3c1E1HjZQQdG
dVduI1e3p/ZiDGZ0iGzas3E9tCcSwr1QtfUqydAhCIEyvVUryM0MzAqXGqJvSQwbSJ7O1OGpl4m0
PL69ETdfJTccGCTgADfEmNYUWJhFZnYlvYZLP3Uotg7WHnR287Yhm4JPSE3MfHB1naLeHonWWkqO
wOkPSZvMNErl6MOkzcmR5DJLXNS3uoOWzvQqxr7FDtsqd5hP6yH4nztv4TxBjuHiu8lYgx61WIqf
DKf6Tg0PiRqYgl56oh+HBKELIEt2DudcQsbBLQun6U9lmaOXnab4AVNt57kLUKW/kHPv9RS3Nhsx
h19GS+qWCtAMYVIEKkOAAjD+3WjWDDFMS3rO4/LHGAj5u4MU4LeBkcPOzbG1AQgNFA/UabfkcTWw
TUlzquwq5MF8sLox/owQzp7w2VZWzS0PNAw2JDYxq++P1YlapFWeX63YCn/mvQi/OFI3uYpAQgGA
mnAdkdant/f21jHikRbFpwVuvA6ynY5Bk90hFmbkhvyQK1NeuYFjdboL4E/98fZiWx9w0RfEd8am
47fG35tNa89yzmL8GAjbWjxWJ9RIAvLjJtJPKE5Fj6KWR5/+XLtTai8BfBXgFyQ89SUSCnR8VmiI
qMpCJF+JhwyU9Pe1Iv1KReb8xugtogbuh2ZnlLmxZ16tt/qaTRSog7OMwLtMGTK3ULvphzOrif/2
K91cBqY9LCVSmpscnPAPeTbSUtQhSulBqmHDM8TdyWS2QhPyHgtPF2CRfqPEz9eUmVtikjdE6jCc
kbGilTRJiembcWYqvmSaseIaRW+qbtR0TeHi4RRnfo6b3T+Po5FDQxwY+DjlJwdldVPLVtoQ/MgZ
6zL/phkpHtV2b3pgmst/v60xzsFgg5iM58x6MiMHeqMlHTKmfZ+Xn7rSpmtVlHBPs8n8D5nB8hFB
US1zoBt4+MBwX+szGnE2KiYfKis1nqKkCnxLDNZO2bbVDlqagoQamhKc/FVqgMlMIZktmn1Gq/cw
mya1/52nVfmjkevqXiRKcFSytkYiAoe+AwTd4aJqRa+4OCVqO/t3I/6wo/CCBteIxonjvE5Tprap
bEkhSVbNKPzcN5PiGWPZXLMsnA5vH5W3lwKG93qpEhPtYXYA4UVTEHtl39c+kmj5o6RROL+91EYo
h5WCTiZ9GGfB37xeqtWwmm6XhDxKFTBLFuwXESXxxRFdeqrR3T9P0R524jYSgFwCjMp+pYDjBn+9
plDjukuKhla6CPD3C0LjhbpR3lOcvo2jLMNmpAG05OXrkk2LQsuYHXqJw2BPhziMtYd2lAo/kArz
Pm7bPZmKrfVUhDMhnLNp6ci+fiw1rUttVmj7xFGluG2lBA/qGKWPqjaY4JewZXr70229RvjEADUW
KCMZ5uv1ClM4XVvDgm6DwfrQS0r62MlKvbPK7V7EggxbEya+GhnNuoyKdWp5E8mN60jq/xNF5uCY
9pF40OR0R4bw9s5lJQrQRRuA6mZdB6Q648IpAj4HYan6OTt4cnlWJxsnOxAMBVDFvRgG06fYxo50
5xhsvUvWXIhFVDy4nrx+l+A44LJrgOpKTLsurRDKfSyqPZzy1g75axV19cX0IIrySS3YkUYnP4fq
lB6raJqOptJ/lYDV72RMW8vh3rlYY5AR3uBrk57EHA0GhLSnqvOKUbISF3uU8C42+/bU8nd21PG2
viBjZzJeBbjZDUDAbDUlGOG8XhulFq4ZWUBsUOhASFIEHySYATQlh+TrULXOXhz7Yyj5Omui5wQu
iv2zFP039R1skZ6CKr+OydSBDbHIoNwOr3nFG5iPvFR1qhBFZZAoWtBfU9FL93BCsEnDavQz+Zz5
HQHftHFtkSc5MmjBsLO/b3krUL6ZVXNiSSkXg4vXm8xWU2Nk2AB9FCzI+zAt0+PYDMELClnDPY7k
8xmIFxbpGYY1dW7LLorgmhcOrf2QlVa0c7D/7On1GwPQwy+iKCYar36OIYOGirsBLjdyEYXbm3nQ
eEmq6dcxH+3G7SOjiH2sNfPpKI1lVfq2QF/WjRUtsz1gTXru2kFj2h5QcXzNQ6WL4uckaVrL64YE
tzsrn8FexZFNh190jSrvPMJyKtdPwJ1MDkJIADa6HIC/uklRbUdl7Jj51aH2O+g0kY49+lUwju3m
QQ3QjnIyZAinaixQ+G32lJI3zpeBfSvuDwtA9qYiweLZmZJILa720EhPozx0R8XIjFNTTo5HT2hP
THQjueUwa2h7UpjQSV9HSA6XVIQh9kF14siXCRdIrza0z7pwytozpnnGhKsqAXggBTA81rWRf4Jl
J/71rYPQ5ZQtElDoq9zcq2VhZn8sky74FH+pGz1/RlzBXMauxrmpmvxJmxtQYPKcLXgs4/L2rXeT
sDCfWgjoEL4XB4L1cIUHMzGiEebFkWAaleDGnpgdDQ+MHsQxVzHQpXm6R+3/Ez1e7TTk2BcALReU
BdF1jVAXtjPbiZw4F0dH1PJeU00oUO2Y6umdbgjnE2LmNhJiWR+7ZmPXz0Nfyaab530S+SmicU/0
8mTpHDgTk8M5SMMPBZv3UTZR3Z31dr4je1D36o+b/cmPRvICKW86u0i6LeH6r+NBo1qIrJTsy1BH
nxPsC0+6FabHFiEJr2v1eidr3ViOvNiEzgz4/ZYxhuVkGyx2vBe0QMX7wGpbjwkx7vJTKP2w6+bl
XzcCVGfACTTVFlnY9UawrVAedNyFL6VWaAy00qC/1wb1i5QF+nOOJOoZJGi3c6XeZEP4veBqjKMw
nVudnuXrVyryqh6ojZwLWK7pYuu17ekT2pXjiHTm2893k5KwFG06OJwME5nvrILb0JciDFrBljNR
ifRttAvDsw4G5Nfb69x+NqgKkNAWqhEvdK03OBicJnpV1qUeM9tP9Ey6WD3oqWCO42NX1crONrkJ
2qif8dmQ62KmTDt1tSs7dbTrXG3ti9GHzTsnLbtzDaDiHBpVeVWEM7iSVZaPtkBJf9Lyvfb5bfxA
BIZiB6VD+to34JZazxx57hTrkmty8IRwSPaVsWXPqkZhfEM2k0vZserQf/st324clkXsjcuCBOkm
We+bDk8COBaXyJLmUwq+2EO81jmiVJ/sbJyNDwr9lySM5hGjj/XGCfMQTUttkDj28kcA2upljGXr
iNl74Q+VyD69/WQbyy3WMohBARfn5K/SCLQw83JR3b8kZjPmLmTC9utop/GjKHNsHsbpn/FQoCPg
ZfIRGesvE93XZ3BqoWfSCXAu9ljYH6S6kt0ERdEvwM6Z7ijN77efb2PDLHKmS+lPWGPfvF6ux02S
WlVxLsFS0Y0wuR+ntFeeNMmq3cZR+sssa/3x7UVvMunlGZHBYNKzaAGsU0VoKMBT5sa5dLnuhKcQ
H73KdfIF9jGDMkovSIRK34ysUL6XedPt+WDfxh6WB56xaAYuYWj1TVH67UfTJJQ3PPRxsrX0HPCQ
O12rrVX41xH/5R7nMC4766/7yU40rQ8627nUTa1/rlGovZZx+M99R4PNwsDHANSCcsS6nZqHrQgd
CWq2FRe04aVWPfRVupdNb5zvV6us3pjd6HpInx/JvslpD7VTgZwMNNml67B3rW+8NmDY7EnuBL7O
OmCHJdteD9Frtrq59pV+Ui9abwc7AWtzFT4NYFeV/vea+yWiyhklMnrms/l8UUQKVj6c/9kVk4/D
tMpijgOxggvh9RZQQkXJ6wYpUS0pPs1dkJ3yRom92jLHnayVCpR/63UOR56+YDJQViQuriEDal6P
qogx5G5H23qyyjr8MqCO8qTMcpS4vZYiYBUXsS7cscyR8AMXomafisFAsCEYehMkZBQBm9bH+Ixc
DH4eOk3Jp0jKkt+pGsIB4UiDpl6YZOlDbKJN50dJL/+Uy8jsXaga6nurswCJFrT18C1NBv0hsvNs
cnOd/rObktJiES7hHmMBao49p4sH9ZgpXa2+kJTnsmug8DQcELe3SDSzXE78ssaD0sNWmFnXZJXm
szmnhUzNI1nZQRp1bjanV+xfup3KFeyFkPsmbYT+bE89tVEbzs7sRmM9T48kucad0TbokQ7Clr+X
wkl+R5FmvYNAHgb+KOFm4Jr46vwPXmjxPssQNDwVRP8nFLiC0h9NC/yl3Eup5g14Cn1OpKL81g59
7nijYeS2nw1VMOKvakUvqQ2zxu+g3x20wB77c9AL86EeJNFdyz5uMl9qA+1L0sHBoFWvLZidKJUO
Y6+J0DVR+ZSOqRLX97kY29gbUyn9FiOHFp8LROWEa7VK4xxxXY8Kz3akGvxojJQI/BeBmF2vGvUT
7nlK7QeiUytPz/Jav8wtkmGohSWfS1wHavw9IyguUjz3tWu0nW26ZhoNkg+jzOq9pOQ/15aM6glJ
bCn16wAqum+Stsl8JFOiA9FxAT9ODRgoZkWTdmfllmgeJDWf2ndtqMn/K8pZ0by0RtPDHep6rp/V
IE1PiVni3RLSs5JcsC7Nz4rvPHjjnAaJV7cFnBHdFuW72RKj5RqJUzdnSVXr3+hcZNGlYUk+hQqZ
xjViO3GezaRS5adhMGnNUJi098RaBDpAwlWgsazM+o71TpRCkhry5H0Ar7TcUULZCikUykyOgbX8
H2fntSO3sbbrKyLAHE5Jdvd0j0Y5WSeEtCSTxVTM6er/h9rAhoZNDCHDhrGwDKu6WOkLb6CHt3m4
bVFrKuQycZu7eHzUjDY6WXbZHCSIezexy7NCzkOgdYfTn7mFJzxw0NDpRxHC7lnoQ/dp2ETjkSHT
3lDkvxQeVkE82r3Pby8MIFFpFTnK+YuC1xSZByAJkV3IgtoDRYCdoQixoMpTqdmp06t6K0crrZVr
lHZGkNZNca5qO35ldIN3hJzZiejgHeCswNuCL+z2ouwsG889IM34h5j9yZ7V7GRJK/+uFHH+asQz
sjmIWHc2Bk8ZEQfi/GuHZRNi5RBfdTmU0XVx2ikscPMIa47ZUf1td5i1x7G6HdwLnXVghXOsdYk3
iKTCvO69wGtwuncRUvHtUTf/Zw1N9mDPhREWdiwfh3r+Ab4vD+PFLh/GSu+DrpHDw8ux3k6ASRUW
NT9iZ1rq2zCIDgl2P0vsXlu7wuYh9hJw6rV66hxXfjNn27oQjx0hRXb2E4OCcF4thu95nhEX0pID
K7721EzDCJ2V87DENLl7xTk49vfbiZLsWtbnSV6F3jdv/Ly4SDBalX7V4jjv/SSeIvG5USECj2XS
iu9yjI70M+5nx3aix0zlm+YhlarnBzMuYZZO7aBdxTS6YYPG6CnSQW+nZT2EL6/e/aZaoUsrs5rZ
3YtIRS5ATxPfgSvZivXPEEfdZ0Llo1EAgW+jF6ZCAsJf66e8w1xUCGzPbk0fJjUHtz7h4W2fdTWO
7KBLkNHw56ly/s3KTuNVzLvU9VWzcNyzIaMqDfBXcD7ptMDikIKZiMJpjOFhImY58TZJR/qZobd1
mPQYy+MNLPU3Akr6hNO1JCpCsNnMzko7Wm+9BgvoS17O3bccmPMvLc2Kz5Y3x/rFo6LtXdUYf4dX
BhejGRQ0cHmEvEn/aXeN1Z7xNBm/Osg1zg8VOk3OKaJ69k+JHZOA65u3y7kz8vy8aONAB62RlnNd
mdbVWfPS2Q3tAXmWR6Vved5j5I/M0DJz4QWqMvZIh+DLE50SOQGv1YiovhUQbSW+JUWd+jqAeysU
rtLpfmN6zYe2hSTM8+wCAUBu0dECGfUk5Aj1Gw567EOT+IQiMvIVz55138zjTPtnKqQtAY63OeSO
zEh/WKIRUcDLmf0vpoNknkvheV+VyoX34cVl/thqXtRcGqIDGeSm3SbnHo76j6zQovzcW1P3Xsuq
PsWJQsjJL+HJ5b40euPVuCzj8mhUXhI/eZniDkEEBuqrNQqb2C9xEAQvvGx5TNR5zEMXgZ0uGNQG
N3mzj+TPDodgDBYloo2hJqJMgdtsVK9cL8+GAMmf2fTTKTZ+LXlRfMu6znjE7UaOJz2Pp9Z3nDSu
H9KsVR+wQVU7v/cKcBNjqfzUbcQoXa2xvs2jpzxkg57/6Ju2/tqU+GXAF3iPmpHsI2E+5JHhfZgz
Y05PbUxMd1rvXNi+dpGWfrKkwy8WvX5KjX7R3mK7YNsnVx/6/B1+ZNjKDhAym7DWlfnjICYYOkU+
DBclnYVxMqOiQ8ugEt4bhLeUGs72KOg72Et3Klw9Ta5lb0QywOCz+pbnEIl9UzRWd269Rc0eHDsy
f8mp8uqQTEsBCZa0Zhbm/QLvbcqs6FyrcVUGemf2IizbPmYLqMrUzP6oTe37COr76sYujfqVGhNs
+13ZWk44qpGR+RhAQtSeFqV7sId88R4o5yOlOWHJ+6ZWEpPTYI/vFxl5T6001Q9zQj/woYq7XPjF
YOef6FvlM6tpxs2p7lw3vrSO0X6DCgIZqoJhOXyP9WXUwsKrNaL1bLbqSyIA0xeibTJ/6WqZBInm
VmPoVkPxMAmtakKuev19pyXW8tpTpvafRtreDweHCOVxWga1e0ySmJBciYV8HBM7cU9xl45AZCYj
13wIBN2bJjNy6JVQr5XLrKBxBisx8j5hgzeNHxD44lPqKTuc88lT8kYSqHQfkGcV7btFL9s46HPy
wRurogNDX7ovEdpx1sUsl+pjJZt6Obie7x4frk2a4xxucPg0sjchmo1qd1+uIltoY0F7iNV0OLkW
lU1Rl6bvERgfxDJ3T89arlFXKiV9KWobm1hmVBNcwTvoxHEKab1TVOMRkcwliOENHtRPduZGrZ0y
ADQDnGq3OApniBT4ZXiRFXFdPNRZmZ2avOsutVSrAKr/YRfkLoNe50ZlnwieYBfw3/NnlV6lZXdi
zG5mJ/I5rNHhU3AVNvJ3hZIuzS9dy7g1E0MfaXJkyfy2nHDoGZJZ0/x5ThGSsMrJeeid1VH3L59h
fhqURZ771cwF1s3znxaZSTEkJravSu62mA5p0bs26vv3/2UU8KYsMGXsrTqGZzSLYmcuJYRer0IF
TeTX3GXDz5dH2dtCv3ErFMnhw25LL0NfW31VoutjWnJ5FdXzz9yZMW0Wxl+b5a4zgYdF+9ShyLjt
oZjpuLTIFGbINUP1GkryaBgHio8P9lHz8q7svw7FZDAZAzd21zXs6LyrSMICRpBotMV94/zjwQs6
5yjtfZHStj8x5eFaiRiKlAJY4CAKvYcLrz8AWAlFINoO2Hg+3yHD4FhSVhF+rJ1TT5eiFLbnG7Xq
VSenisrIN6imOu8aHNd+uV2lZWHnURPC3i+CSJpnLtzrLrEdP9YU66/Zd/w4KmB0VdlY90L4SJJ4
RmvZnKw41W7VYpsXyibKRWLyd3BS7tKNdah1kFVZGhjW5jugvzFTVGAhcN+EgVVo+Wu7tDN/HGnU
+UlErUa2y1HjbG/5gfXQH1yr2nccsA7FcCSXkc7GK9k6QYblhhhr+2IQAV46aqef0L1dgmxMLlpy
ZN1yf1EiEIDLAKkfYLC7y8ExRny/KuDYtWLJT/gmKX6MnJ0fFUaW+ThoqAfZ+t43BnMGAp8mIXnt
+jX+qGzjXaZGSgcKdbKs6POQxEqAa0bkZ91YPPVVuqyRdnVQ4by/Npjl/x+UMufzQaFQ0nZKBWbv
yBVfLDSCH8d65fvVh+rId0kPewhrYzxG16rt3asKUqvuXfhXt2HSCb+pWbxRo6w5QPivO/FZwfb3
KKszITLoqJ2ty/rHVzSSHjZbxIQoY+rvMbsszu1glQEKJ6bmy6mwL2kyflW01ju9fAPvzY/EnuCQ
9us926tKuOYxYMxueJdnr1Mk7r85wvpPo1D/Zlk4+bzkz+dXDJkSObwnt4HyPWyrpufG9/KHl+ey
txdXDDIAH0C7d1U3t8A9Bl46MMFaBBMiCSdd681TLhoUfZbWPg3yr1m3LNyKOIOftErHbinpjgRR
BPIRcl4xjudOYN1WtU0S0tVors7iiHAw0/lg+++tGRcXzWwqpbxnm3utrORvoxSkBKY2+tzrmfmO
kvCRLu7eIUMEFI467xVNwc2aDZohlgYx3Fs+1UUAhEoLEO6p3/emPBKh3dv+hK5APFc1Qa7q59uD
egLdc6w9biTWg/DHvsKAr8kgPCDNFPkdXpUgomV+zgwRf/0Pm+Y30IWoijd7M7YUNP/aHuA1hq5O
0FadQ1fenE650xHVTiJTAlJh9dvLo+58XBgP4JoAWdCl2cbORZGg0jVyTyuVcF/lCuILtaOk3xDl
P4IB7A0FsoIFxCKTxdyEsgiGdISifNxlMbNgmHF/0YyiDHts0g7C9J2NyY5E2NBdH/c7oIrhRq05
5Riv6aX2RlBhfGyQazoobu7OZ0XOrmKNNP83C2Z1UI05iagYtUmEK3IU+3h2JB+7fjq6lveGwv+Y
TUlTFeHEzVBRhh9RBnntFnV6+jRPufUuKpZx8rtsGsVBOrXz8bhLuCHB+EAB2EL80CEwvHhEyVy3
MzUYjUScDa05IgfuTImzvOpOcqrxFdjcHbOdLZI+anqTufIta8sinJRCv6IxPh5kEDtxEDJQ4GxY
IyCyd1djDZKynuf4Vmf68CNG+2fhJWs0+vo6eF0fzTCvfleVjvM/Yy7V5hGB3PQIGLz3UWGm0E1Y
rY3vxC20waihTpcxDvP2DG4zic+mIo94jzujQEVZgUWEttpdJtwtciI3pzuSolDw6I1TYgVOWrlH
cc/uOJRE0Q3yVieKzeKByJg6G2072NJCw6w5j9/kMAIPnped2xjAI5ZXdEXstYv1/DbW3MzWx0JR
rnpflAE9Wg/TeG2h/lXrr90q1YMEx4K3McixgzBoZ3Nyz9u/GTdAMbbpoG4l6iCQzr6JOEKqzlKi
E7r/btjHS3IQt+58SsrLvDeIj+AbvIWdxMYw6qQFGDIjXPC2GR3tO+S49GCUnYiEeISfyFC/ydnP
P+UiatErfRTfpItb6UmrY/2Xldkeaj9T3rhnCCvVdJUx1Zm/vyX/HxuLziAQqS32LC+HRro6KI1u
pPLnJVkTinmpwqlUkutfv2Xcwi5hK7qy4Ic2gcKotSIHx4ZJQSUw06XiUYJRjMUZ9yz9P0yLVGNt
QwL7uusNZEOGkH7kxKgZxj2+PXliP8xwUGkri3I8EoXe24+0qSgAgUGG9L5uoj/C8rGxvEYRrbhl
NWmjgz5TONaRFbpCOWqN7e3HtYwGVs+hFrKNtlxd69xcX6jelVH8RKl0vijG+O/LK3UPq7bpFNOT
hpK0ailtHzTpNdZoUw+4Uc+pTqmRNe9QjCqCshmN05R2dUicjsdtqtinSIwWypzzXwNh+A2rMAJy
ecjv6NsWaCKcPlUjaj6jWtTX3Ki1izGi1V/H7XywW/Y+Kqd7lTrUeADudqYiPDUtEVPN8qR7cKd0
vkyZKw5YpbtfFR4y6DG6f6i3bNJRUgN6xjAIbmql6WEidecsl2LxHWjwQa/2eTgiKBZIRGj8Zu6L
d3Vk/jV5af2qsEEA2yPbdgeFFPM85LFaCai0Up4FJVsAl3L0Ab3kB19171RQeeTuhA8P8Hpz3hM8
1qu+beIbwFXM6PrZ8Ztpar7N7WEzcHcoWN5A5qja3eXFtWMkpgXH/AbpPj3pqKKFxiTgQQvjr2Gr
qKsAsuRwUO6Em7IJk1dxMcPLtQKOfd98ADjjfEaYBLEEz07sg9Bo/UKbdH9NhRkO1AE6GpsXVuF0
O2aJpIuSd8NZVdXeX1YKtt6kykUtK/fHy+d+5zMyHsP9xqDdHXtV6dNYV9HM6aulSBAf1rtXBoW+
t8C1ooPdsfPkIR6zDrUCx+8IuoNZjXAWVsojwII0tIj1QhQSvBLhhKzg/zCz9ILArfPh5TnuRC3w
U3gRqGVAXN1W7FVLGhXisaQ5ulxOjV4J7jc1f2MMrYrGbdrSZOvVN2VejH8ftdB6Qb4SwsqaJ2zO
w1QUCqfEQgKhG6fQipMkxHkzP03Fofv03lXDHsVkcxVnpC61uWpae0bJK8eznm61WfuOsKdTpWvT
OS1tG/a+odfn3pbOTVcAXoVyqnv7sfaM/stff+01NKRJQgvo/rmqFEvEua5gnhH1zVOiZG1At4C+
dRb9ynS8olV8kcJpgmX28sA7VzoD2xBjVt3zu60ss8WYK5t6XFLo3hNUcfOpq1JxenmUnQNDGsuN
jsYTT4e7bvI/Hv4yzmveKPpNOiWWj5raj2c9nlctjUMN2d0J/THU5i7AiXZwJlqpt26q7NDTljx0
1P6oJ7FzOlbfa5OMbFVY/c0p/GNCIFyTql3LtNk4Ft+h7cafdOg7l4qY42qmpUhhEFolPWi7Lz+9
/DF3brtnY2/Oh27MQ6NSNL2ZWVGekOVyKCSRunN7aL7g2x5skXsu/crXp/BP2X8N7bfVRlmn7dwq
iEoB/IwTABFxfk27zP1CWwSPybFHzspvAUmF6hzFzNzLjVdWLJcnVAOLI0DL3l5aJQtoJiLxjFDK
872Umgurj+HjjacfrX6HDvGTDS6j8k1j7D/+/beG4g7H3bCAWf2+P/5YZ1pMk+EB0UBXqPpWUi07
Jym61ZAcRZhr019jq/jSKJWs7wpX/V0l0kPBCHTqTC1GeNUtMc02SB1TCZPYtg66Wns7mIyUqJEE
27kzb9eTOhoTA69mowEpAlw0St6NikQzPemB74xOTNO1EXY0hWCzsr/fw0QfazuPa+E+5qF8Pk8W
coI3VSw2sKP6lzojdWPpVf8uddL8YAvv7BkEWTAL4g3lDto+KdpouHMO8vg2NEP3FtUo8986Hut/
qkHpj27U3bFWZimtSvselOda9K97GyGdzrGmV2VkW1cN8N61t6BXvrw794aC60FAblF+unspy4h2
naFxrSbdkLxelHE523ExfEyVWr+8PNTOtUqMy80Nj4Ve7Dacy8rRVmVElTCfrPTtBDD4AfDKf1gn
wlK+nA5zamedIsrHtauuXfI6+WduuzroAB89DX1rHExI3zkAQBJ4bklnoMRsj7aChFwaofJwG93F
UQAvV05zkiNXyXkCLiQCoynSPoBrBmZMLx37R1SaCPymjaF+6xZsv0lN5AzC1dKyj20x8Z8k3Whj
jqIMLTq+ecz/7qzZgs45Egg7ReEiatWjHXaa9DkdAi/xFBHiZcWGj2Vh/MItfUzPqhVhQCA6FxTS
y6u4s2Fo2a+xPyQozKM3dyfItN6bCogMyKjWJxhd88lDcPJN0o5vXx5p7+tiRwqAEiUNEqn13/9x
cSpuFrUNavHor+goG4NgvbiTnV3waJA4ABZFYPTxhNMjBosvj7zzPAKsZlGp0K8cyM0ce6drokKX
ONYNaXFK+R5+nWXjJe3izi9KdTiY6c7JABMMQMjkRbrvHoHOmTFtAjXe22Z8kjJavoKs9w7C8b2V
+80XX1vDOw0OPUkW8JjiFi3w89JBH98rI8JkCO8eRf57Q4GJwb8IzC15/nbpqBNacaxSUGhsGdYi
bs5wRHI/g6x/sFZr3LdJ3CDhrh1MeFY85uu3/XOXzJDuVT3CncVMlfFid0b9VVcQsQo8GYlzMaXF
O2imVfwfzsGKfkIPjADuDo1Tj5qzxKnLuAkgR/hS0z9FNL3uI6d+//Ju3P2YvDoo+BFB3NUR6AoA
IbYscXOUOEVpLjYD1EbNYNbkUZC9t/HXLUgtm4rF3SPXjb8b67NA+2cuAhuu7Pc8ytXA8uL5lVNT
QHl5ar9Nkbarh3UCgRF8arbL5qThJWaDU0UByBkT6ytNB/1LDQr4nQpC94tVFcnHKa8x5xFOkwwo
sUf6vxK01wcXYo0aqL2jzAHxDg6wzlCXV7QI+tl3W9wYR+x1u3OfOsP3wWrdCkBNPUFzmqy6CBtd
Wo/mUppHNo07HRZqB0wEPSP+sS1P8lYMJoox6a3s3YGGulL8rMh7f0gnbYbAXEyX+k+jT+EC/PmT
MbrtcvAo7d0lyACtZaeVObo9D63lTk5TOzD7F0t+MWx6xDKLp4O24t6po38JaoqVWxWgn586SELd
gMvg6vE7l4AuRXuZRPHJ86b6AeBzE3iYcT+8vFn2zgFF1xVZTwfrLtFeyDzbyKT1NzjKDyhH2lOV
pcmDnnf9QcFk7xi4K5+YEIzi0zY/WGIKFARc4PkWVfnmKqb23WjzLEbXbJGvxrY80hrbe+o8AIS/
oQMwBDefM/GwQ7Gt1Q8+aao3HIk58AReU5Ximr5ajd1no1XmU56zd1/+qPcLaVDMgmgJSWIHxtka
UHuk5KbuvDE/4e89AgB3p5OLcXEw9bil1oWVHOye++kyKHk8dEiU3O5a7UtNBJOmOMIqUVc+6Ir5
Y7QzM8iXWMfoKLfetJG0Qh1j1YO60A4Oj5E5matYNT2L7elwZ8toxIhjiymr7CtQntzyR7EssBCx
FThBSYbvnDYZ4gOdp4zcO5b3OWpb+brG00n3W0JYPWiHPDm6eu8Feuh7Qa1YuSPGDogU/XNdJykk
n7FS5zMowZIuOjLqUWhpQ/kLgzFpwZRQ0jft3JU/inghIDI73fgnA/6x+HQOi/zgkbu/TPhN6NtA
9iWrpKL2/JhrcpJK3hNMq0XfPRgD8qZ2Ayfx5T14f7ApK4AdQJ5gT5zRKVNAVZJwy4sK6zYomZsE
VS4U3e9Nrzgy7dnbfKRwYIgpRqyqW8/n1GuFcHuFKzpLhPJY5Jbqe2o+nUgm1UuhGvO5j6X5aCLv
cxCq7M6TZAqkEcKld95EUGhgPvY0+kE7Qm0YwEA1Nc+YoqG59PIn3ZvkqqcNOwg88l29pTbatIBJ
SawXJ8U1gcwigjLyFDN0c6XEDW6O3M911FaP6YJk68G2ub8/ab0QrqDqtyI9t/FznMZ2arKCt9qY
22DORfbOiZ3EX+SYXkw9Sw7ePGfvFqOrSnUbcZRVmef5mgKmnUUtVwf0wUifhN6NEg5wVXaQRhrk
37FlLBoWF5ZIsEgXcmpOx/K7k3mte3LcfpJX6CZz8x5xN9gvi+HCnk1GMb4ejKVzvwxiVLoTNbO0
eFocXXIr9uA3Q/I7S3lo7GyKLvhai8xvo1nzwsTE/u481V5rnIoBVD5SrlHZ+pQqegOCxFA/jfaQ
dlhxRTaqX7oWPRbZAG1Cuov9hW60G/tqUpcr9UeaT1HVJ2oAkn+oIPV38n3uCFRFx0kx5An9pUKc
mgWuh+/kDTWzmHcRRwszH1Z4q4HO2EDjT2HSQkIgAg6Ho1k/GxO6Tfbww4InoIejNTl0OJsh55AL
d3aCsl2wktWtroEZ2CrlGC5q28EwmYbM9qvFGvQwbyPbPeu9SDQ/r9Ri4vwmZnVT0mLqzz1i+PUD
cZzxqSgrtX8qoK5UYT0N6luVDr/w+8geknDpRs14//IR2Dttq2rnqnVGE3e7J3q0HXi5aLfPaWyE
lHVwJSQ8vNRj1x08ortDrbYl3CdIHm33e0ezuhZ2TrvdW4ozF1gToLcSPbY40788qb2TtQ6EIyDt
zbu4y4K8vhRioK+JyIPh942dvicJsS/d5HY/rFo9gqrtvQCUimmNrXLAd0FX5ywDmKEa2nThlJav
RHGNo6PCUTq4sfZmBoORGvHKCL3Ti1Lt3qaNgGv7oqZNMNKODXut7nwqcgPB/XwkJLa3ZrSmAGxS
/+XZ3VwZU2SiI+7iomOoS3XBTqkOZTa073t6m6eXF213KMSwyKqwjLgTAYl5aAa1TNKbrfbDY4w8
+E2rjPY0z7b5H3YiATLxvwGzVtuaKZQz+PU8nfiKZWmelDYz/TpOmlNiwj/6+1mtRSBak/aafW+U
ojvbnoykQkh5LiZk+JRxSh+QEYsi8i+Ezl8ebOeCh8CL+hzlkd+CVJsL3tRmBCdWT0HDzQJj8dze
hyvS+yg0VJcOAenXpPhHuIj7bI52GnBbA8YCCZ2x/vs/agtVLlEcVQkViskUP+jY1KfM1GrXb6wJ
a20K+xGtChs8MWxWz/4UK713GBfec2+BK/GfIyBMQR/pxuc/wlEbrmSelhtQaodqTVkrrxVvRIW0
Sur8FTosbvE+hh/coHsPbDLA4ab6VKhqwdMr0Gs5WIqdgwpccfVPWmuf9Hef/55JK/TBFhIB7Uki
hIf4ot+kUvetpMlOdhcdkat2ekerYwIcdTYZZQl18wG8egRM5RBNJHqq+93sTQ91v7h+WiVOmFl1
9mA7sjqb8RKfsmVJqcP20W1xcUt8eRPu3IU6gSM4V8JG/t78EG2wVFG4ZGlpnvcPTmSJd15hRueX
R9mdLxVW+ip0lBEa3Byshk4gosh4h6TuCkVwC++Mp7OJ+TkKKe3gllfHqxADIEUIGgtpkbgF42JS
ez4Iq3buLbBJVJxoDvBTtvNFyk5KB+GH2zRPcYjSH5eJlS0BBttHhaC9TQU5H8k5avYEcNtNVWFo
pld82gx7V78AGBHMrPvrlCDjpx07w8E7unOf4Fhkrf1IT0c7aXOyC00unVKL9JbLXlcC03tVID+d
+5EaGz+HUm3fF4NbHeyf3ZUFssIeoguy9nyfH52iFZEoAMzfzKg2Bl+VrWvB2tWbn8SI1Ru4EOkn
KXrrwUrmVyPK+KR6pX5tk/ZI5n93/qsQEbQkbnB7+711m/kuFUtrtQo84SQfHulu9W/tXvQXkvHm
M1WH6eh52hkWyQfYsLy5sDO25bG466jQUVG9auWEIaFc3EQLDFRMzw1UgDKAlY98UFu5yDe+fKp2
RkZGjW7hWhvjz9qgNConbu2hy7yraXXOWa/K8uqNznRRTOjGKVo/mMuUR7pcOxcGkNnVdmXlHN5V
Aw0UWpykZFCBj8MZjEx+sgdqHC9PbeeY4vZFS4bqBLXHLS8U6pNLnxDl6BToaqjUaRw2pnFuoYMf
bOCd+eDSRxmaC5fi2DZmipclAarIrV+BuvAno9HfdnGqH4yyg6hBEpjZrGBEBtpm6FiwWh2mKva1
xqxsDMauVt6nmtsSFo6xUPylr2zzSYWTteLxqxrh2aSV8auawk7697EbS8c17CF8wabd7Bu0ZSMn
Urv4FpEsniUKDJ/GzLH8xFmOpAV35r3yh0Al88qt0c6a1P8RbhDa52DeQHnbJeaqpRctM4+5pv1o
9WKpg1Tz6u5UVUv0Qaw6F0GZtsMbr2uMny9vqP0fQkjMqwtv8a6v6dZDMvQ8Qzf0JiLMpKQIcL01
hE+hLIJz3WrnNqnmQBf6HBZi0n09Mu1fL/+K+23N10B15DfH/N5kba6lVWH9q1x7tULfmd+DUJRr
IzpsFQcnaHfCbDRuCMIMtpz+/MtXsjCTIbaUa7YalQVGXKeGL6SBK2wOeuIBiQS9u8hEVVLfiQYr
ORdW3NzQQIaJ/fK0dx4JwI7Ml8IotBM0UZ//Fobzss6yYnpnbQJsW1b2hxSdt9dFXA3/SxVD4OC0
mO/nvJmvvUTm+oQ5qGn45ZKg0fXyr7mPgJ//mO2H0VTe4wXGiF6q5fvEclD0GrXZeVWn1Rjks+Yi
0QQ52XPjtxW6YH9/FRDvAWzlBKKfiBzU849Rt5XRDyjf3VD0Rk3CJI35jYz+gXkD8W2eVd7reZDR
GS2/VeBO8W58C6U8uAXuL74Vak7IB2HdWb3Wnv+M1GQzxnYf3zLL6R4Ky56VYMlF2x+Mcx8G8WdT
q1hxi7RWtmsvO8dLlFGDTWJO0ISdFFymJfvzYtmJjyia8u7l5d07Y6ufCKVlz+RV3oRBCaJCi+lN
3G5FpYTtVE2XZhl6H9kU74B3sTfUyvgGPMP0EId9/glLd4hLd+ROSS1F+DFNvTB2FwT6SoRGDlKU
3bHAZIIUXP1bfosx/nGROqlVFmWZxbcuTVqoaIAirVadwJZZR+223aFWeoBL2k0TZd05fwxVZgAI
psRG7zZXk3cI45ifCnscXmP25X19ebH2NuGKh3ZWvI5NOf75UG2kYG5vp7C3zGE8mVWknJ0sLw7S
D3dvmJUdA5SUYILCz/NhjCK2ZDTO0dUT/STOjjDV7mlGRiN+21la/0U0Wa4FhbPQfR6quvsuYO6k
F8SnyixIpCetgAdiFmD4vPRjMU9teo4HasV+3c3qz6nh6fSraJItQkeNyPB96XLz0hBZLOGwzFQu
28SO/xVm2lQ+bxEuNIkhpjSQTe4MYdcqsOcXxxJJoFNR+rdEGoT8x7Kmt9gTTZFPGSyf3tSRZDur
6GF2wejpJYlx2jjOQ+yqtRkMSWKXPKm5cYY9W9SIAfZ2Ew7dNHknChvZgBcDWKInVV/cT6mWTcUr
bHw7hKpRxDzNZorNYotH1kPulAX4EKdK0ocls41vdo4ZgB+VfRydsmkolouTj0p70jqJYmelVrn7
inB/fohjtDr9VcfmtaFIMNHzqPSfGzcvomtiNM1PcngvOSlqlT3pdVejGDUWiABBtO/6UweGHA2r
SKAO2SDCIv1WbeMPZIUwSZMYz1m/1bF688tSmxHCahuKg0Ix5Xdq/yI9eCh2zgFooLVpqmoWSdUm
dokE7WAdLZ9rao75I+86br55DORjodqcHJzv++4GCf9qDMNTDYHWW3/MH4cuahppxGUjbp4dixP9
hMlHL3wJi0XtTmiihGWRo77oJEcD32cRIGcos6wFQwsC5eYd6HXZG43jJjdTzbLPKc4LX0ZtTNFh
193uiqswb3FXxfbBfHdeYdzYLCpRqx47VJ3n83WNJOrrzKSUncj2jctHeUB1/s1oustj6pn/o62p
XJppoBAv+/rg4t7pmVKzpIYOMQhYAUpGz0f3rEUzi64XN2RESw+tsKG64MtE8a3v4CC2jTnIG3qa
eutDLS6+gTPq3/aGRzKJXGvmT1pjXETSjw8v34c7W45yzNpocnm/7gDUThEXi2hUUFMSF02eTvLH
tJ/CiabYwe7eW3dcDbl0yQJ4VjYbTiAlpy9pk6ApIGwopUsf5F7xSzVi6ae9553oGR915vemxxVs
ajBSVnjT5sFM0rnIRxeiIpow+pkLRLtGCKy9ShXtSPB7byikIEgiyc5XNZ7nK5x1wM8IsNjWGu1W
i95PODTagCV2OV9eXrSdCId8mE7yKj2xWr88HyoaPRdwiskjls6R4cvci1+NvRw62u5pdxFQw9SD
07MzJO3ItR+5+lJSFX8+ZIxLC457bozLWJWc8BiwPtJ/is9egsBbZk3KwYHZ2Sxrk5cODYSs+/qd
TI2RCgYS2cLTeaL76UPZ5PIbuGw7WLgmfWuc5/9wMwFO5suuZCloppubKQcO7tiTR+4o6j5oBt1+
o8wlyfPU5gG6y10wVdVfmzeyippNQR41CpTi7c2gNnKM7mAT002WRPQxpu7qBBEHwvkPS7hGI8So
5KTA4J4voRa3EtW6RbkamFL7dG2SwEilG66aeBcpcuX08i7diYGo/EPpWZHEFLs340VZVKRONynX
Jmuqb45b9oGbWUcbZf1TnoPfViYy7QVahlTFtsdOEcOSOpmrXPO21C/j3JeBXEo3aGVj/f2xow0K
PwclCK4Sd3PC52n2+txjKFOP5dOoQPgoDO9rmtbuCW/PIx26vSP3x3BbQmkKhtmmP0zunnjCTxJL
u8xG2YVWkusn0GlHPYm9LwkYjcfRosPhbBVDOiNpZyeavOtsLqOPxIy8ofRqBv2gdAdY3b2hVvYx
ZOdVB39bnJoraBwaIp7Xds7WucjqwawmvmIPm/zlXfi7W7fZIOyQFYBGE/u+DtM2nK3MSfCEK/Xy
wUZqvAdUkI5Xl+b906RGxHVj1njZCRvr9Gdj9s3oj5SeASr1MyfSNGZ3eehKAzXvnOTZ/qAKb+k+
onRsdicTHxk1QJo+qsNCLqr1FtM0/eKWmfUlNTs5BhbYnMckL+0PjlysLyi7Ervb9pIbrynKOdGZ
Z17+rHKjQCB0cLuniFwo/uESeM4+vA+cvcQEsCyYdC0RoQOGXfVHJXI9vzKByPvI/Hfuj3YZOvUE
izX+JjArmf3cGlXz6jalOgaRUIevmZ6O/QWJNesz9TgeKTIUVPKNBBkaU9HizB+cdgZ7MDvpvwWl
c9pjLy/GTsxJGYK/1vyVh2TdF3/EnIttp7ao0MBO9Mx+zMcs+j/OzmM5blwLw0/EKuawJdktUcGW
5OwNS07MGQDD09+PXo1aXerynalZzYzRJAGc9Id4NVBa36dgFB8UzRogkd81FN8LZ/fMjqPpCnMI
gj0iZqfXxGSQQOk48eKH4XTHmf8irvOJfs/qLE9vP+S5RtiOlSDFRRWU9fbY9p+nFL0mwJlZWqJh
3ne9UttCEdOqlfyaHajVqxYSvOZozF37vd1az6iqDY9v/4jXz4uZC/h0xhM2k6fTIUGDE6J0WiCJ
jeiDyAXGG6Wjt320RLVdCNWv73lQ43tqwAibUvf01TaN3XqZyzx+Zvp1TXarXdfVIP+8/UDnVvGR
/fNZ4kyXxdnA8PQt6TumjsZdt852giKveQnzZby+dZG+QvONeZa7A2RPEh2xDKjcgbMCrefLR4Op
2XOlls2NEL6sVQTEmhY6yhjiPdWs+IS7wHa1FtBii81wnyGvFj/LeQwAK+v5xxUbgeuZ7fzp7Zfx
Fxr88lKjzcrICd1QkttX/U3aNbXpt3N+g+T3dNPRq1lDXebNH6X52TVlBdKoJtTAu7XNFHVvs31s
tmo+9KXmxY7y9KPypPte5e6WvP3Tzmw8pjVIczCuYcbhnATJXG7Fgi8M0vP+pK5wGByvnRR7m9Y1
6vjfl4I1AOTXpF5GNenlOfM1nzFYjayK0KQe67XEc6Ed0kNtVRdFjM5sP+DoMDEII2A5T2edLWkB
iDjy0QzS97OihdqEHW3G6iq15PzsohjbR5LiNQsHJ5XvwfgoFQJpEs8ubQ1xJzKkLxZ7UjaQMLo9
8bIF5o8eiBfuyz5kmRBBtW055pkuaO1p3VCFg7Kmj7g3Fl/8sZnz0GKWfb2aS1nHZZYae+ulW74H
DmDcWHekfOh3LHZsuRsy9JNmoG/WNAsKmEbm9A7kKd16FsxgaP/WnTOGihjyZ5m73A8FVgQuA4m1
HCIT75CUbnRXfBjyLbgEUjqzQ3ZIJRU23WhGQvu//8/1qDHxqqYcXZXGL1RkLlt7MIFtPy5Wdwmf
tG+2k2OyIw3wkWDigDXIyWaUQe1YaUD5t7Xld0Na+dWmOSLyG2uMTX/SHwLYEDFu9HpYtGK9sD9f
1zDwAWk4MO5DjIcB5ssHNYBV+LKmMTxalR43YyBiaMhDlAUBxsLwQoA1Dpekec49skWGv7u3Irt1
eiiy2WsqDanzm0Uv/cPI/CUR7rSP5+WcPrVpuoK8SZv0Ku87+gqDHIEIv30uz92hO2lpz5OZN9AD
ffngSOXMa5CaKQreomLfBXWTMAZKgz8rXhfGz4BGkwwVg49EgJosrjF3IihujNG1w9ja5sNclf5n
c2udP/bczYh5eYrm/TZrl+AZ514Xwwig+/SGzvRlBhuomjemSeNu/gA8BNAcgtsFOWBP88oNRVGY
HtydbRmvezfL9U9GMdn+hVd25noBS81OBRMErlo/SRnaQqcyqkbSEytYo9l06we7Ff0/UzIokNiO
MAZ2puppRSaqypvQnteStS/0OXa0IH9aMvToom7tRvOIVnj/8e29cCacsvk9yEmQaV53RbKaHLOa
RJpYFa6f8aj17tXUqDU4AEYKPvgM9z+9veKZ6wUEDPt/hxhBizrZfJORAj2fsjQZuRAHkuqDsOgX
LHXVXOid/e3Hnlwv5PIoiiGitw+bTgKQUw1pVaxCS+bF1e7tPKi9kGJ006OiX5YfbLgNEwQAVyCQ
+7ZZk6o0ih8zvZs21tp+fMZvwBpC2HbB79RFCTK0Nde4d6rZecBRZZnDyRhKI9oMfUFSudH06Tgq
rXVuVrOna+ZNdNB/GxN6LpGZzQs5QNpnAc4My/gk5wIvU3NdUrB9ldl/coqJpipFUt5gP0MpeVBq
UEAQUil+MG5BKslcNPujMjaGS2MftA8ak9IkoJ9FwSI0O3giK9FvMS8zjNhWttvdc30v4pFJFShr
X5bNFqdGDe5b2cP2aJNya5HfBhU03KbVxuuiatHk99vByGPNHG3s1XBVvAqgo9aPpP4AesxuRSti
9IPFifA78ERUSFOXuF/38v2gi7Ghe+oxPM1r/ZOES/JBIus0hlquqfuiHvoM0Rmu5GhbgHB2TeB/
sCwKKoDbyntnAXj77BtT5wOcQT4yLjpvsI85U1Nw7lu5bHG7bcsQNqNi2IW5ZTZGgveiwi3DkSkc
2jT3Yz93fe6jJq1ljIFPKWPYEHqNIMsWQDBZuhreiZlpeuhVffsNpgS+TIh1l5/f3uyvQwyen1Dc
fZhuiHye1uxqFI7P7M9JdJrJB6GZxdcaPfmj3ii0ihdnOWK1cCnvOlPg7E6j7HrqODjFpzEmFxQz
jjO6yYq6GCpJ9mCjc2V3q8NMEoB/6Fpj9rseLbzO6E76fBIzH9f6FsJSNV14Ba/P+8sfs1+t/0kn
kCHi42ge7P6qyeIWO8JD5w7mYdEvOuqdeds4KkLXpq/FiPmUaOm5DQdrNu3E4OaMgPfrN9Lp8gb3
yi04bhyUe2GhLvb2Nz7zgIBnSWK4ZPaByX7F/ucBYeaJQjbKShTX5lXq6kOMtAHcjPmSZuyZlSjM
gQrwF095KixeCBdfhRLTHQlAPR6EUz4JPddvB+nkX99+qFdx4a+qHkAdZ4exER9OHmrWil6ZWZD0
pva08VpvjHn6GEwFGoKblV0KCueWMxmsERB4wldjX6O1O2BJJRan+O0ctlzYEcmEEQVlakV2s12y
33z1JvfJ2l6ZkHcC+zyVD8f1JHdSfQOjl3rNp1SJFHyVhsVp327aJfmJVznMvhgNOyQRiEavGq0Y
BGZOjaxg4lRFkV634IicqG7N5jCY7iSjbR3w21M4jWTcknn9fpJbe0Es7twLJt/7y4J0CLwn33Mz
GUdga+olPmPr+2y1vfpKAakdyO3r9rbnCr2QWfzV9nkRfXls0hkLVxAqzlclmc3t3QDsCZK88t3p
ejCmeostZmgQg+FiKEBV+J+0RuHAgQtka8WGUOmvqZ3NRHgS8nLuV9mnvshn8A39VE1Q62txqef1
KrXjZ9KAYawLDJhe/8nx1fyN8KNhBDsAY/xo4gfw21PWP+vf7qsgfQhVDOgnWffL8xSYsNVQzMbv
tR2W732zumCsVmb8GQpJn94+u+eeaKeJAemj/fDqMHVWMKcb84wEtZPlQE4sb4u+MOO3Vzl3hBA6
CSAV7TJDp0eI7K5pKFbY1eVcRRW+Plf0V/swDeipvr3UuQNEUQ8uBG4OkfQkj3PnCcdFUPrJZLR6
FnqOsr72xO1HKZv0Sw0qIce6KRtJXdMFBJ/L2GS9UAGcO0AA9VAe22n8PPTLD2hg0IXp1+onK/jA
3Q6UtgFksEmVNHJbTU8wI7303Gc+JK00Ti0lgb17Sbxcc8Uug9TcdBNKGj9u22a4tpCcTt5+u38h
lycHlQqLPIXLiQvxdKxmj4avlTr2eBkssn6Ku22axwP5RfmhQVBAHEoKWT82pmES2GC5SHjiH1aP
DyiYAqHZCqcbIrTMNef7iMnTg0yRNA+BiGdZpBubWN8FyOLk71Iv776KzhHa7SYRxorWwMt+Kdtu
yLG1djsitxtMke5gdWanGoZhEscdjLsmw6qTfu7Sz6L1yl++rKoPuGBbfoyyz+pfmzaeR9E8Duq7
7q1gTBZ7nn/Owu4uQfjPbPpdABnoxy7oQM/g5RfRZ+V71YwJm+eP45WhZ9OxVZZ27ETVHt/+LK+S
GfohjOaI8qgaEhhPlmrrNR9dDRPulVw7AgwShJOdlzHMl+3KMRtKJmTEDm8v+rpxua9Kx5JZJ/P4
VygMWrhV7yCbmCDRox2py1vKAeY3HzrDMG4KUsksapnp3S9qcN5vU9XcazQ03gu3KhNXBRBlhG26
3wPkePML9dyZ4+Dw1tGrgcbPrzu5Bghczlb29AJMze1+ppqzPa7ZMvw/751yAiKOSUF8mjyX1uSJ
YvCDROvQqCsRCOqitM7t8c6D0CCTUpu6n0NZISj+9rs/c8uRiuwBgoJgJ0+/3FujWY/9WKo0AZjM
qCcQQbwtQRqtbtke5rLTb8RSBwdhZMsTRr3/jILly9N+ILlkg9uv9hu+vGuFZ0tAcunIpBdBEWll
3VzXo+xRszLquzFo5GGSs3nsa8e8MKU49/QA8pjHBKRksD5fPv1quGVtDAUZoO+Pn3c5h/eO1em8
eg+1PmNq48Gop5ACco4WT7+Ijj5zv2OiSTjbRWH4BfvJ/08Wz/OuftrWaWLv7F3k8qb2ofTr0oiF
3MyHZTO1lgpxHH6X25yz8Srv2+Dk9i2IjtlANHmzlmvBIPN7mtokKa1dZA8L7Oj+wjY5dwUFcM53
Xv9fUaCXP3QdKwyuFalrW4zD98UsPcAC5UodPlvZfCHInzlyYN0gtzN13GvYkyPnZcuijRllgAmq
lUmpcP64iy6/vb3zz7x76icAAsB0adacvvs2N2pd0zoCULW51yhvGZ/yVYijntqaHonhnzlusJeZ
h+2IDhR3X2X/lSXGfh7zIJmrNr2aEBIvD14jx+ZCZfha7oKFwJhaJuAtRhN/LUf/s6k2EymOtCRx
aQ2BH1NtrK5PD0Ja33HH0LoPQbqqH5NpI45LIBDPZl3YeIMFNr1nry36m9LrC/XvG+jFjzJfbiA8
Sj1cOwcf489xPaIVnz6aWCwfBj3dLiRurzsR+wsArUAkAw1FcvFyrcFqvbHrdT9Z7FRezTm4pwIG
cuh1QX/dcNtEEC2skCNT4LK60KSSbV1d2MRnTgwXm02Xf++KENhe/oi+HLZK6ycyfMLtve1q8NHG
Lr1BtfeSL8+5pXa2GRNKdIhfpfmt3MbVadhZnS2yP5NQ8oBVufjsud3Ht8/MmZPJxgWrv7PkubFP
0gPDoZNWgJ1LJmeyD02adU/blHsXtGTOnEzW2AGRYJdft4c3n8GlM5L1IkW1fdZzUV7PuIU8FLzq
LKoC6f54+7HOhIGdgrSLGRAKaUm//FaibISX6a2fdBMw5dCbh+J7vXjl8jU3GiBXdhfkz9tYy6el
hoccKTRULx2Qc7t2Z/7iFYfaAbp8Jz8C0WZvGtrZS1D+nL8zm0uvxrHHks5XVluGKSVAHkLmazcG
EuN4C0Zgu1l9TLQunJ9XeAwKjb21RDzep1Sn1++6pWhfSd1Jgpz2ZyZ9KzScuTqUBirHTV+Lx1Vu
WuQgJXQhHP+NtydFAWwJzuyub4JC4Mmh8TBz8+ZscBPf673tYC+TfRzwe/VDU5mWukPksh9DC37p
dRdY6cdceOnHMvC2d+tUpZeO8JlkGIetHZHMJbKTG19ui5QSK6/r1EnMZpyw0OP7hDPEh9hFFuVo
9GN/8Jtxe357M545Y0gkeigJAgx+zQLnQgckPzRu0kj3+7AN7S1chPxCZ+bMlYGiNJhniN+Y2Z3O
QCkra1jsPJoosCdr9GVAN3yV6w8cNt3h8PYTnV0MkAbTFwDeGK2cvMcy2z3JV/rRZdMlLdItN7vZ
bRxMs/3v2TodaHCajLT3ec/JJxv1xk1rd3ESujigM5peHFfdqS6ckLP7lKQVyjxhEZHCk6x50Rtr
TtfSSTZ7GaqDr7cNyj9NXT6lg1GKaNiM8k4WXVlFeNjm72QPtClslxl351ZvUGT+9zcMp313DmN6
/mqkHXjdNNVrxU41u/xW0VjqwhneXRXryrflhdB2bofCXgFeAeDtdWuRXqW9bP7kJhrjvUgwS4rw
NK4vlETndg2kWwC3EIsJpSef0sZlSLUdqzDGh6xnOXNU2cN6BH0j/4/XBwufeLbjopC6fLlBkTLs
nb5lKfgAVVgH85IE5RLEaTYaF5Y69+7Ymtygf0HTp1lnXoza1kMQTXRPa24U64F0XC6ZgZ4JJojK
7M0/5gP4g522DAJaJT58cI5c0QS/BLbgaZRuQszh5q5IHRtAU3+RI7loHDVbjfF411axZc80td7e
mq+DOb9kB/ftMrJk2yfvdsqYmPuF4SQeIKp7VVUKZKVwM4XhtdfcmaswL9UP55bc4U/7Sdj7Syc7
xwWxWmSkiIkJU+0a3tIuewPl6phhLnmzWPJSN/f1VqU9ACydj/rXluEkdNNEV43lF14CgUDFZTNm
R/pJzqEdQRS+/TrPLkVDAuG4vXl8Ol22Ft0CIem4SY2VJaxpHTdQJEuPw1TqFyii+2t6GYx5KmY+
ZNMeOeypWgYZGINmrDoTqx+9g54u6rgK9WwUi32oSo+WaO6nSGcNGDSs5WXQ3U6He7U+9d/O73dd
0NwvT6VeWloO/MdLFpyJwEBk4wccs4xbXaW4+g3GfLVZYyfDCuelIrTafH6HNs8lrMK5F85dRzcM
yMrrMlFBlSsdO/MSfTKaowm5IrKttb42TOb1b3/bM32wHVzI1yW27BzV/bf8t3LrQBjD+XYTQNcI
qCIAZv6sy3ylaPG1jzUIhivNaYIP47i4ybK0hRFKaJp3W63Pt6NvDVeyUOWTJ6vlz9s/zfbM11+D
7Y2ICHKCCA+fnmO79Hl0MJ9JWmWBeib96u3H2akNLbI0yxuO9uaiYOYhWmbeweoRIKVXbV3DXWHN
OC65HHGAbp0BBZCiAg3oPva91k79nVPZTvVAxj8Vh6Hhjw/VuHRFqLxq+AOWze9+r60rsuNggGC9
E3pbmndDwHT3o1NQEYQSk3r/xuxUBlxo1bvtW14HUxu5k41unOYEK3Y6rpWVz4B+hjlW1iqtK82z
GuNa+IawoqBPXTtC31umfzxsthoQBwtibBGT7Ky8n9Q8IlEKPX2JFZrxhCO7k8+1m5fVEUQ+GK68
QZguyjT0RaLWl42IyW+ZSUzI667v89JUNO61YKrDaSyHG7kWcxoWcBKWEBl/BOzQfDIf/KJjgjJO
Awo7VbUaTWRaxUTuCTzaB2m0qB+j0yk3Ksxc5rE+SP7PsUjzB6TzBnlTFYORXmfpoJsHXOzAbU9Z
ME+fK2k1pht7NMe9520ejezY2pOXHnoLYPdh8YsVawgwtFv9BXiG398tZWG0t3PprN1xrCkJfsxd
s+gR8HZXRe1i2t2haCUqWB2yn+OjXvdajc7otn4fB6e1Y5ge9QeBCr32AwfO7l3WVZYew6pvnTmZ
tsnoRSjdTLfv6xWvmmiwreVu50aBplDC+eFJ00kfDHei243C3fDFcQdVxcgLAx4zRA4KC2a1qYfI
waH6i+6IrjC8Ss3P0Prz34YlAzIuc1numgGy5pXbs32eIOA2z4w4vCGkW1/lIfIwxtc1NbXpPWSt
xQhHoxXWHXMe652j3G1GEssuf0nkS/vPeVbX6xX95vkOcayuedgICfmhyByzDEtVrVMoHHe5wSRH
pcd569RnpGDMIF5NbX4yUse51fVK+xys/I1m8boSgwuvieSap986yjon1Me0UvEs1g1FhMBovSCU
hZdvETST7rlhlptFtt1bDyNNDnXrouiDoOHKM4ZWI6016q0B662c++WTN7fiWUy+NOOgKZlc6OB1
5G2Vjo11VWmFJa8LJdvfUK36OW5FW/1oAlkNYRU4oxX2lKPHTbjFc4FsyPfGwyE9dPUanbBMm4NP
xZTrBnOvypBhpuTyqPUauWBZ9sUUBg7DuVAObmEcbYCdwRGZQzxfNMrweElTZqy58gxqvKJpE1HS
Cb6urKZP+ZF2cV/iJf5LzL4xxIbRL59ktrp5jEOP/+Aikteq2B0Xy3tcjLSxI6tIpXNkug5dYbT7
XFCdSUP/YmGOTKis3ay7HWFEpFo0usJbYwvaNMC+3AFp1fY7HnG0PerrecqDFEmM2SHzk5alPXl2
33i39NvEp0Yw53v216rG0HOSaX5vjKXhfl7KtbomWQVOX3T5BFJ3qJdZ3C5VZqXvPbMoxvvS6b0u
QmEyuGVSLspDpgXrfR/oyw9VbvTAIA5gOlAag/3Y55XQHza0qAKuQrRhuElr+6fBCKSK4KsGy43l
T7a6YhA53S00AtywxkkrCzt0X1CRBMotHopyAUmZqgFHxA2SSJhahgJ5NpbtlxmvRggPttxm6OX0
5h5kP9XvNHTd02uV9pU6SDpKGZuuWR007oruqe9aA9zxyhsbnG34MA1VN382cpnWh4zr5f0mRelB
d9H0727vD+8R1MXU2Jom3YDb3QlYrbSl1hB1680LfSG8Bw/1Nxu+D/Jrd0aPysYjDD7xdRs1zoeV
+eP96LK3jznxALDoWPmR7sLTiVADH9bItXDfilu0G9cv2F9V6zGzgLPddptR4AOTLUX3JdcmYVzZ
MNQ/5HJtvSPf1g/eEexXGeF2pt73aZctEZjAeb7vVw8oGqownoitYtwqpCKQOQzrYp2a0B70vI68
rlbDsa5MNzv2Lek0Ic6Q9cEyEcQnITG6o9PgbhYVmQL9pSrT+SntRRhhK80aAXiquJBGHpt3xTYs
9Na6e1pAvvwwNFn89rzReqgbtGOgM7blr2Ia51965bll3Kts8sIZZoEez3K1P9ApL0GmGpsOSYb9
94WAPDVxILv1W2AM6QflLtNtt7Trn8V3F6bG9So/Kepu7ol2ESLE/XD4MptbjTtzrW3jsW6M9pNn
Tf23PjWKD/SScwxvqro/IO9pYIhRKP+7U9EzxuC2Laq4Rbrnj+szF7hJ9Vx1iSHbLo9nlevvO1+r
hgR95+LdJv3ZjSoQ5XhcK3zmIgSl8k8Ib/ceRQm7Oip1r+kTAfyzjJl7u+ud6FznSw4kKMUcQnp6
iIj38mf2mdigpIVxlA+Z8H5EANkOndFBZbh2nezOrtu+CmG15Oi0r2KMUzVxnzmVt9EKFmLikwEP
fGyYtzDlFNmyRVpbFj+3Pt3sA0UFXkK2sKfvKuuM/suy+M1nZouzBhWpQ5SndXJuWpyVNC+Ra58n
Pk4THfeGFXyf1dr/tHGxsQ9cRY3+bVXL4BzTMTXwashX3T6IoW/fmV4zfrOQGCTIz6a4l9pofqWf
ILbIsSa5hJaifgk7kz/vqu/Wwo2HaQH2Eop66/0bD660BTdsUmNYjXWBLATadoiau137OG/Z4tD6
bmoZpZOeJqSS3leXYq+KaLGlH/0WIdvIX4dpfCCFNIkvddHD2g3KoItXTdt+tp7SnbCTmKzEIxAF
akfPXa2bRZh+GcPVX43DotWLfmUqZ7yeDOE5sdaVKr+rTW97GlU32Fe7mXyG+tu2fB5r8JSRFKYn
o9wPqpovMlBwVyPQXKBIDmZ55Av9O4zctvXaQSKVmj9Lt08iy3nKAFztU9MVsxHZ7oxA5LJajZbD
yU0391crpmH88nbaS+Z9Ju3Ff5VGBCIM4HVOyteGDGNTvmmibpZrzz3aaimy8QUK4u42WnU0jlKv
ItEqpSK38fUtrKZpuhtSSwcS0mJAdlgzGH8YKOBLm3BF+s/mhP1KWNJeLUM709UQjzrHmV1qdbig
DHrwvFrjhjTUro4T116V4aVpm+KLnSlt+TK3g1lFvd06X5Ve2bwjrajAVG69izBuSrzQETQuMX9u
APNvo+i5shV6FuQhfaEdKjMQ6Q1/Srrd9va+yUgqjDHOe5rCFSKjs/8+ZeS9Pk2D5xcHTTW9f7UM
df4w9vpqfx8Na7Hw0DGRaCaWGVnU02tAjCLnbGVx3QdaE+pwY9IrNxtn8rLUmJ6CYOp2/d7dqOdd
2RhyuWbKa6ItULQLHd6h0dxI10UqY7uw0PLzS10zruhgLVWstMxxj0WwGG3M/dtKNCLcobseFo9o
n5lm2b9TroGGAEDqofzkIXGlhT4alsUtlMmhP3i93aN3gkMxrkAWyPNPNtXD+20B3huVrrBk1Mty
26LMQrw6dCdGq5Sbq/6wNL6q70GSOh82Jyi7KA8gzB1UnhnNwQiyDqdhNKfBs9KXtK971W3Py7IZ
n1NERbgFmr7P7jTDm9qQ1jrb3m66BkmHoinGKyBEw4MMdtQIYghNwBVtLvt/iAjcwcSFA3oZfbY8
XFNt8xlAZL12EGosROShVkOZJJ1yito+mB41y2+8MOMIiaMmBt5BVHWr9bHt3VpmYRO4s8DOXdbD
uyYthvFPuY3tF1cvXDIXx17928LwszsUDHGsI42rZARoIL0ZxgqHyaDVfMTv9Lqb7prZnJzrVXPJ
mWCJNp+Dth5cEOSmwzlg/vhFzdK96fvFDK6m1SjhdTbZeiNqZ+zCvnBSdYX9u7HFwvXrr7KAcIQG
mrLzEAt664N0+uAbGVb5YQkG8zZjBqJFMnea+q73AeiFY9dqwTXkXHlf2ytMr7navPIape4pjaaK
HuVR1CV3VgMOsoux+5N9yFHVkXoZTP9dlSOnAh6yRcZoGrK2j1zVdM+2jVEXR7AOftpZk8+cm623
D9zzOqOQLAMZDyXa2CITDL6DYFunnqTe2tWdXsMOh0K1pl/sptkaBMD94ivhyasjt3a2jwEduT9q
G/TtMGT18rHall5eaTBdBbLP1v5nlktRHatRuU/ZJnawuO4JatDWad/1qh46Zi6O9YvsY9Pu1zmQ
H+YWUclQwa7UD7VfDBUMgtXzrlJfFlSaDar4x44x8W+tdvsVcD0YpVBZjdWgZ+6sT6htDW2U094w
QwsF9SYJ+na8KqYmCCKB4nEX6WuQ6RHZQ9PeLgUYGSR/9IKPJQWcxy2QVhfmmpUeiqpPg1DX3KE6
kkxaJJYY2fJRNedozbmksWqky600lSwjep5LAxmxZ5rmdWL+qIrRZ7oSmNPHcuw8M2ai6bqR4ZD4
0fSuMY3Fr+ZrNmW2eeUM2RKnpepRPqKBnEcim/SkGq1FHZpx1GRUrQArksXMEEI3VFo+kO673xtT
5uOFicOZ/tDepUYDYJ86oyfysmfTBe1iONtmJU7aiYMxt1TeM8VYgHTKhf7QmaVYCfwFZjf4vZ02
xJg2u0VaTxYan05KD2KW9RWcWnc9VBI61YXG7etONboQAIRtpKrwTzntoqI+iV2G5pvJpkAdkWG5
95uwnQsjvzPxleyCGRQDNgMdmJP4WmJdNNRDpkP+1ov70eE4Fmbj3jkrpAul6320WrXxzyO2fcCI
RAoD8zOauKjtpJ5d6HqCjUpzO9lDlXSBvCStce7RGIAwycWcch9/vdwZPmBD08ZbJwFq6b83aQbT
ihDTA3bx9sdhCPQ0XHPm+RcmDOeWZdTGGIMd4qHu/HJZkTWi2AqpJ4bV649aUULrrZ3iqGgV2JFR
AeIKu6BUw4V1X4+NweXus0R033fB/pMvqRSVg51XRtJ4jZ1UWinnWOgVxA9rpV0cZnqa3U7YZ9yV
0jOGC83qc2cDiKzBkGFH858OPFDW0WuqfyMJ6mBvaGXFA8opTdi75SUdtzNLQfRgLo6bDMih0744
xWtTa4K6FZOPOc7oOUVemk7Xq+j/WR2RB8I8iAGYbTCJP+32d5aedfk8OEk7Wc4hxYfmmBFHH9/O
cs/MS3bxWYbcJhM9Et2XO6YTjdRlNzsJfCuN5NGR/eeF+u2Dlc7j0UW5+efbC557g/u9sqP+uGRO
T4ayx66Z6wDyCj24g6GEeTe3HqqndXVJaP7MrtzNb+C+YvOE4+fJsy0KUQUsmm3KtM4YDhv+G4e0
X9P2WqTadIVysY8npJhb+gi9kV9yLXv9ancox74jiQ7oXJ3cAU01USp0HeQZkdlHTy/SW7OGh2QH
So8RHl4vRKPXlzbqlohMcPzBNL76lLWB3AIKRVay7b1EMBFTbKosuBCIzsy/WQbkIk/EEOqVJpLh
tVTnQ2knQMRlGc7ONL0P2rIdyS7n9jfwkvb9OrXOVZWjshsGbtm7O5naREPUKr+9vZtef2IiEaq+
OtqX3Dun29ffcFr3aAYmeH11d0FKo0YzTXlDA9x7pNddIigayNC3m+rq7ZXPfV2wo3+hV2dG1KIe
JtObCMjTaPqPi1wMiu21OdrSb9/NRqr98xXLk+5m6OAVkdM9PTd2jszn3A9Wsp9jLnHRxf5gFcc6
7b6nQeN+pVfQ0LQf1fHtB319YDFK4LTujAs4Z6e3q1Yq2LmWayZunW1owTkyXszKp72rrxeWeh2+
WIo+LkqAZFX4dr68jOjxVWXpZFYC7meL62bK7gWp9Xuk+MtjZTH7V67n/nOuA7IV6/M91dmJYPsW
+8/gTbnr1Mmt1BNhD0MSyPSns+qXzErO7Bb4WLw+/EixITsFNPQq7wrsNPRkMYQ7RL6cmx/4TYt7
nB2C4TD5hXOB2n3ms7Fb4LDxD2C60+SqcCV2B5m1JWtFPq87eYGeWFscpeY3F/K418Pi3cEcyFLA
JcfU4+Sz4UFqqs6RRoIT0HbYRtf8sWvsXUHutG9GpEkigveICoek3YWO8IUb6cy7RS/NRQYG+ROy
n5Pli7yqvZq5ZaKQQzyMCix75ZYpTZKtjORs/x8HAoDW3hT6qzxzClRrKkbCjdC3RJmjHvVb1aGH
WqjEcVR9AQ35WiWSJJLNuWPQeMFc6y835+i4c+tIV0+atONk65o3Pe9mFUNozPn4M6gxjUIhzmr7
sCwDrYyI54uAMj0a76QYKji/nq7wC1+C9p8zB34aKQMKmjvW5PQ12KSzrqQTgEZv4TyNlrX+MNRS
VvHs9/bP3qCDeOGknrkeuOkBCKIAiJ/R6Yh8qKG7ul4FOwnYUaL0aYnX/3H2Zctx68i2v9Kx39GH
M8gTp/uhBkkl2aQsy+MLw5ZtcCZAEJy+/i66u3dLkEq8Gy+OsMpGQUAmkMhcudbiQpnU5+p6VQHd
K/Rvv376vYCmQVMKngo4kEBOhjPi6Q7gunW8AX1MJ6Sv6doC06EyW3Xh8gmM+sDUiLHz04PEzXvB
8wm0YHZf14eykXRLs+YFj/Z8NOegPr9q0etuRnr0n9i1wMU7L+VFioT2ybGkf7SF3MIQvfBVICpB
5LkeiM89uqF9n9drecYTPE7zsI9LuwdjSUOc4+vr+0LQsnpSAAQWxAPhUU+XF+1mspVQazk5qAuI
A0l91MP8trY3zqiXvgfUg2jjwa+FZ7QWjDlTVuU11GtO/lS0b4D1bw7z4Fgb1vJCOIIzEI2QaGoD
glX/bRCfN8TnnnUKJtg/umnQXnMxzUXhXISF4MPe71XxfUZUiFKybMqtZ+dvOOVT3AyUVyCYtl7U
8EvdRtCc4SkWzDYuM4TWOwm6ZHSvlA0Sb6g8VhxppXm0doCkO3cgsECZHH2i3gM44qLPUcDdB6uc
xs8pZNGhP4Raa6wEUvb7KVvpxEdUL7+W7ugM3xxbIanboXy/sxRgtCcXBAeJizjwW5mF/hfu5Jk4
QGidyD2VVH3t/GK5cWXZE3DXocfjwGekTTdipBduAoB211TMSmT8TOPHL8JWlgD7nVwIGyDhPYGc
nDDUfZHv2qPPTG1E3LqboCUsXB+9FjZ9hX+tnz8KHWTtOk0YoDlPDVmHwhkq9R6p+J7UGT+97ie+
g7Ee7+zv/lpAgwEgBEodh87T7wKhWB2iMjDhHCpQ8ZPIqscVoZMTLyWA9Puom/obMC5ArICwPPsC
9OSortE7Bja9HiVvZ1+Mbdd+Lrx0prEABHjfAYv8bUohBv+j86vojTX20pp2ociCANna0QeB4eDb
5QHEFX6WyGzyUSXvuGr30yoctmdVkDK0l1PryzJHC9QLwRraX0yVBWZUh4tuOhAZVHJP1m6rHUTU
0FJtLZ1gV2qypk8+cTKgZOsAv1BfhyE7ZMXIm9txHOWFP/XDHHtpjeyhBLVrdOWNUe7eCocVSBSx
oQTHCe5ifkJePWeXLZKSwRVwOTMkCUPUWj68vgP67YMNwD1gI78Addrn7ZGgVKkI/ECd8pCHIHwA
u9qlm6aquhlQbR+ukOp3PkdtNrGtTuBndxC+ekWir63tyP0BHPZ07yGW4niEBMPJDTtW7sOMQyoq
G1v21WpLOuwzKIaQ66AHo/TJ7on9Ed4JRvO6WoCO/8urgBQkXMtCegJQ1tUFH5k8VQVQ8Ch5naRM
h0MLCoVdYRfBQ+QBwRDwmu89KtnG4f3szYkFQIoCyDhg5IDt1pGzEApAtp236jQCFzfgJRJEiV0j
GQ6StxGkZoU3oQSTzWlrva0nhsYJwUQfHEjBJTA6Niu2aAF116fgE1rvE+RokN7Dn0/XIWvyIgdb
5XzymjZKmCLFKbRG97AIWW6cavrVha/Caq8GgMDHeYbnrdA1ihh/XJDGUMWV19fVNQfc7vL1jX3p
W8AXA1g7+LlA/609g+oyWlLiDNZpqVR9yJYS3cZdtdVf8oIpu3iu/9biweI9A+n7IHkawxJHdA4B
9JVZ3AIvYCiPVCj74JSrND3aa9pc3EREBLHdNOPGof3cjzEDpAqQJAE/BrKWT3euHSVwOt5sndRY
pVdA2OVXAg24FzlN6al0u3nfBmzZCAyeBfLrJuJ5CQ8G2ymiZi3OcQcQ3FUjyBWh1Qk8jpNSyNIS
9DRnF6qZrNPAS+GhUIgai+3MElR8niVugK/LerD8oSCaUUYocJHgSdmY27N2/N9zA7MCmhpwtzy7
xioWgasj65dTZVfOTVuMwVrBDcV3ukClBiCWoZ7ADodq6UGulUJggKKlOVlD52V7QKxZswcKFJRQ
Mx+bfIdeptq56npEF3vSQw90F4Dkq9u7PTLu+zQbg0+uK4Np13FQzxyUI+RtgLfEtLcA2vgCTWHJ
wastBlQtUU77NsL7k6nOim6XruHLrutF3ewsZo2/IGORI+XT0yLf+T1qdLsKuPpbDyz2XyzV8y3h
Kj3AW5cKfQJgjME2PScD9QKe5lEvl1Pn22ls+Q19UxcMKhreUkY/GqDwfkHDWHUXtO2C+9c99IVT
ENk2PD1BB4CM07NYGR1kjoT/LCeAdfP2SGfH/1UycFPsvLKm0wquShNRqKLaSxyOzWENGj5V/QTt
BtvrkRR8fUL6ux+L4YChAimpNQBC2vGpJxE0EnhR31snXrdtfiHA5jCADgt6bLYL4uhdn5UoyNpA
eNWH2XNzoHVhRN9en8QLBzH45xFw4/BCOlK/GiaPNCydu/HE265AWt6ajxYp0/cI/PjGEfnCyQHG
T8RfyGEiONbbOj2Zpgjul+m0oDCaiL4EvqMWfD8ybl03OPkPdVlU/1rk/3mY/pf9bG//FeLJf/4f
/v7Q8rnL4WnaX//5Nn8ADKb91f/f+t/+/GdP/9M/k+Fn16vu59/efuPybzg2fnzr87bR/8+TIfBN
/57J4Vv/7clfjk2f9/M79bOb735KVfW/vw5zXv/l/++Hf/v5e5T7mf/8xx8PrWr6dTSGaf3x749O
P/7xh4dN/Z/Hw//7s/hbjf+G8KWBUfxrpP/885/fZP+PP9Cn+Pf1NYdmX8QiLt7nf/xt/Ll+Qt2/
oxjlIu0DYSm4TADjbdquz/7xh4+PoIqJzFgERDuqc7gKkeJbP7L9v6OgHKLtAEchmPw854//TOvJ
Tv135/7WqPq2Rfpa4teA/f83ZCcYG7kw6lpabNAvQ722NrBbCxigCxfPvKsWoN4N7zs3+vrzRxGY
Tf0UoT5ht2k0t/vRY/lFV3RbHVjnRtdux3Lwpzod7DApAYDcI9ybgNz0+MYdfG505+ncATUoA6A7
POAuUfvsSf4WdKN0I010bnAtSs4AeODUmvzEl9EH1w8/gPhi64F9bmxNviksOihA4GZP6iy7RGPK
zVjah0dG/W/r2baWZ/l1IMnQ01O4XkIs695PAW0rgU3cGFyLu/5ji88UhMY2iAo6EC+ZeVt+ytBA
fd1ZffMV4GMKeAgqi1XbukDZS+cqFzOwfW1QbKSiX140vJue7nZXssAWQC4kONxyKFj4V8vgPJit
mvYOqSHfAuolbAj6PxLw54671qJb8h/nJq45MGD6CFj80U3Qb1LiFmUJOAK2GsfODb7+/JH/UuLM
IchNnMSfgwculg9B5f40WxTNeXsbSlwUHVEJmCmLw+ID0zw6zoXZ4JrvokbCZnSbOAk4Yb2LFg/g
K2BBt1oGz62K5rxWoCpAJQsniUbnyh7Zu6z7a5S6/3UBzXc5mGyBCQ7rW7RmdGg/QDHWmVS0ERyc
mbiuAeK7VWD1LqluZ1S1q53jt/JWzT6CV6NlD9eI9JG5oElhGOjQZbfF3EOaLZ9BdCW3CNy058mf
a6MnLAGIbHzaVey28Yt7pxTRIR9r/3JoC2fe2aQZfksk/QwiBexY4Xf7KOyD41zU0/s+LAYwBnNn
K6w8t5KaSyPa9KoJ0MUktYvLLvNAs9XweiOPdm5wzaXVMFv5QjOR9FX6Ph28dh8sqdmliRL80z1i
Dlvaoudh4gPZA6E8/n3K7I2u/XMT13waAVUPNZSQJznSbB+8Mt/nQJ18MDMuzadBzW/7pJ540uQB
KPK9JY0OReBCj8xsfM2rhTsibVrXPKEllM6KWmWAWmbuvdnommNH6O/hCnKCSYNXPhgdvfGtP7nz
59dHXy3jeRTn6KU3d5yGJYwkTcYBUJ+WgeZvVGBa9rt6C9x3Zm+p5ttuCkngdJ7CJBiB8PEgrAdi
C7OtpdrlC9Rl2nHhBYkKIiQqo5KjtaUhRrHWszQggMWoG9iTkwjqvAXtwhvByq+vr/u5RdE8tQnA
qLNYRZs4hQgstHCq+VOXcmF2XtP1ax+dpyFoGEQnbJq4dnpCZ+3U0+PrEz9nMJqnpl7eQCJzpknu
Zd4xLaPgozNU2R6Kn/bGpjrrWfiSUWoOG5CQp24nw6SmIaQgI1teC9a/5z3YuNCFjj6RibDmY47u
U8CNfy0Fcy/F5C8fZlc6aBXk9mXPANFHx2IToLcnk7gQRQ0xqal8x6T8jq76AT1N7Z0C+DaEzNDe
5l5/6kTtRNfAAH98fa3ObbJ2MFh0YJ0gaZP0DuS469LpD5BCTjfyxudG1w6Gsc0HDtFEJ8lV8QCc
2ZtycN4ZTXx9Vj42H3CiQ+CFiCihZPzkBtPtsjQ/zIbWTgPg0etmXpBNVpYDfLTFk5RC8MlscO04
qGco5RTTmqr26U1wA8mojftpnd0LFqmr16cqhEgnBk0orazY55U8MnBw7rC/zrEfW/EN5Qp/HxLb
2wBHnPGzYP35Iw92ezQmspLTBGCUGd02VXkN9S1/z/rJP5it1mpYj74CTXqDL8AOnbQw/B2PqrcU
XSBmY2vHhN1Iv8yqLkoAuy7uwYsmPqt0E7V1xvR1zfXaSRFEg1EyCUtxLZz2K3f+Gn/Qn7FioPms
O3c1ZETqMOnsKo99l/ym2Hdu0HCwRQ35G8rxkjVpnltmHPC5xQ2TAaCeLyCVt4Hidcguy3N53zd+
+w48qMMVmhvS8JihbfSyzFNyHNGfegWqTvu2nvtVdo0Gx4kXzYPRluk4f2C6CGTiLT8BOxOK5155
aQf8k9nYmteXeRB0vlsgBojQSGw16Kcq8i2FnTPW8LvD7ZEdNy6Q6aCuQhBQQs3Da63iIhv+moL2
n/bga/G6V/LSzXvLTkaKNJdfVOjRQg72aLYumpeDxCYDUmGw8dyUoCforOjTELLU7BjXZRLcwQZ/
QJo7iULy5Viiar4jLRr4zOauuXiTTQ4dQKaVsLLqTzWwAVUklNnl9hso8GhPC6a8EpCjIIGAzl1Q
O2yXd76hMWouDvhMMVYFchPQrIcGMj80hbh6fU00opP/movm2sPge1ELfrcEzVfVTReO7LunaPY+
SL1uj6IFBdUc2DTuPGD5d5Caou/bhT5ErKnvmxyMKHYwhZ8yMYstHegzzuFpV3lYqmlyAXtPHMvh
YINAseNdDg0Ts33yNMe22BxFdVvVifCDS1zp39Ho/NcYpf5cSx3mY4sSJWkvqBIGeuqLcdUC96DO
bma+uqoF9LEyQkJaJTkBfSXYcXct86TZ9bem/h9frXZhy4DhpZ/UjfceUK3LjG1pPJ/b0PXnjzyD
BNynaY+hEQi/Qd8S+O82Ok3Ojaw5NLjHUBKGXl0SWdX3JV8upF0amokW0aNbsJY9nZeEEOt70znA
XfUzO7zudOfmrflzGXaF1c1OlaxEEbuxcOTlGArP0E40j5YgA6lcFzVHSJKmwFqAlL2a7S3RtDNz
1+n8qArs2c7zJbE5ja6g1uQB6BpuVSLWuPeFQON3TfyRrVgZuFtFaqHZ2bN+LqBPOI5V29wJ6rVX
rhrdvcyXLSXEc7+JFnuP3B6gTUHDBFrE7KZ1WH2c3EqaZbZ0OQmo8pGq8usyaVZ5WJL291YhNw7t
czPXnFUxKHk1EgkKVXB6AkYHaAUor5kdBbokaTaAVn8Z0xLaiJW8BIj8wmK2tbEs5zZYc9lFjoCc
cQUOFt8vnH0+V+qtD8gHqCv60ap3Ls/DNYzLtkCI59ZKc2TLX0blpjN+mwBPzp1ybDBDzdzZais6
N77my+hjTzmanYqkV4CAcE9czIzYZtGWq7kyscNy9FxVJjMDYYDfg8kKREzThhmdq0I52lVrZZ4s
3JYg6SJydczBNL1fFru8rEFPcVGDNudagFkJAb3bgFMq8n72rY2oz+gQdLSLuEtTp0xBApOgORKS
ZOWVG3UbqLgze6L3PZZCWMKa+jJhYXVQmfdzSqVZKPY7A/TogAK3hWCjLZfEqwQBDZSzh/aI4cnt
aH6dLWTy7FoWCQg60p3fAMEDDRyz5V7X6tHEHWydMwIYGaON7Aep8DZsBaRFzQbXvHqi08Bxl00J
HQewI48sDsDQsDcbXPNgHPhAYrVFgdp3Vnc7FPf9L/0M7lGz4TUHDpkjgf8IckQ+2SWPIMNEt0St
z9mh5r6gTi4FC708gRoJSGLqFeG3s3NyaTRzvR2cLgO4g2qGfNrE0f3fR+/V1BoWuPT+K9BolZBM
tqaEl/7HPqjKfWODKcps5trVyzOyID/AJgiHAGTogDhh1wDOcDAbXXsBZxzGsUCmJKlo4f2YaNmB
/WsIzXKkertLRPzZE9JakirrfkI4K4nmrXNr9fMXop/fb7THPuo19mDxoU+yWea3KbgPd9zPqw8d
HeW92dponhpVgQKtmegTCqGWd0SwYJ9BGdzsdLQ1VwVHpANyMiqhlNzmK/Q6fItXZbhxhK3799Ly
aJ6asUGC9EPIBAJd3jeoFkNeeSz45cygKSAUA0ve64u0muFLX6T5bTCCDKXv2g5gMivYlbyj32jd
8o9TOLM79COutG7KYxvX8JlTwtJuYYDoOBOzDGMHnFR5RPYkN3xo6OhhtwjABgMm8cQCuyUAq+G0
F/6wpSN8buKaFxflGBastsHc0oo3rf0e/CtmDztL8+Cg9YA1EF4YL4VSezlOl4s3GiI9dBxY3oTR
ABkDTNv12H4uoZsCipgtweJzi7L+/JEPew046jlYCmPwju7BAb5HDvTwulmeG1rz3caNJjJaDokL
2l45C7kdrS2hjnNDa46bq5RNLfKpcQDWdEg87SJWXJrNWvNa0JXQUXULhlbNewuMsKAVU2bxsaU5
qlWgbN1mFokz4rv7LKMEDSvt1jHw8qJAre/pVoIaLQ866D3HoIBdtUMJBIjUZJRgALrx6eA+uFDR
kqFIbHNQIuWtuEy94q81Uf8nEQV55aeDD0OUs3b2SNyS8QOx8j0r2UZh6dyiaK6JLp90mBGpxiJs
j2AkOBV188XEUp41b6A12g6gWUxitOBd2P1H8FoZxXjIwWnrYavIH8KZxJZVvxlAqYj+k4274tx6
aE45hCDlXlJ4jtN774YuOIQU7K9mC6J5pW2pUg2gbI4nJt6Cy+BY8eCX2dCaVzLH7WewFRCUBkO2
r331xZe20emNfqSnq+1HYq6HBmODgS6EGPx06znqg9G8dVxXNc2kggwkiQGpu1MQgwfNLe3N1lsH
dYEkjZWBNcEABQWFtXWVz1vkJ2fMREd0BWnXlU4RRfE0zM5unvHWUN6wXJitiuaUZe0KofIRhtJO
V4FPDshpm7lOqL1JJSi8cuJZadzT5tgBqQJUj9EzHfxPT+0ENxj61EEBHGdDEyN+INNWe+a51dac
cixHprp0IPFctODLxC2M1qO/1gD25+Eaal5ZDxLHtqRRDOmLD3bnLQBoKW643JpfCoZuyrYuRLI4
iuxs5X6wyV9kLfvvzDXHjHrWgCBx6ZJyaT/mhV9dzCAFBeqeGN3Hz3gRZNfLiE81vgBN92AN88Uu
CxBfGVm5jsvyuY3IBL0+SZ5l4H5vwN6LJI/h4NqV6YPCdBlyypMiBIdrw7pqN1ej2aWpt2eW4QqA
cxfM3AcrcRZ14ckLra0Cy+rlz58r6DR46kcVNDzHpQaI0i4m9RWMs84exKPqyilBol214IrYMM51
wJe+SHNY3tIJuU4B3KCL5rNdgUzusSdudB8EAXzs9V0+9yWa76ZDBcEAEOwmUoblLdja6E2YF9+b
fNkSbF9DrJd+Dd2BeUlQNvIB5PE8uZsdEIsdFuYVccEX+050FTkI9JdeTI215Ibmpfk1NOgHSjqy
3onuPUp5+b4h3cPrK3bmtKOaW+dgVwWvi2gSqG87V+B3hwICms/NbnMdWkULH5qWaEKN0VAX3Xjd
coLqhFmZDfxJT02XI7mEpzZbkfxZ9pZ7qXW32MViVMkA6dfT0cEGnpI0WgYkO4p7MLN+GUGhvmGm
ZxZdB1gxYMvBM1BIQP7KW1Gw2wEM62bGokOpIBFQQL6qk4lvCWcHhesLq1i+GhlLoPlw3zmjJ4pa
JhZTD6nl3NpVZTi05rlKIY8xOJWEbn0Lxm8HNPfAl/01doc/Ly8dQgUdwAh8z+GQNOD1Z2BSxfsj
t8CmEQ49Ckdmq6O5acvtau7WRDYPCQdZtHdjS3VnNrbmprZNnN6ZxZyArfGapPSLCtQPo6F1JBTB
jeKPoGqIJ0mCnVT2G3Alb7GonLF0X/NRX4B4wgaJE6rsM9ixm/IOLT5mJqMjoXrAV4dhTEegT9Rt
uaRfae9sCeWem7cWFIOxHEIxE4niTvTRznbkOz80zMU8kwkGnydofnkdxVkOQ5n7pjvkkKA0M0Md
B4VgoZB91/TJEoRvrHB+A72sezNT0Zy0YQO4rF3SJrTF2eLN7g6KTZ3ZoaiDoMBoDq5hEXVJ5kdf
mOeyfYs8ntkjR+eNBOMLQrRgaYCwErc5cqVFtuWaZyIoX3PNFrtZ2gVuUGsMfvIG7OkqDb78Zi5p
qWG+1NaRTX40+UE6E3wLReWj6IMLqrzR7JrWcU2NDSLxrk+LJGiG/iqyIYla141RDg8NtE8v0qIa
oAUTcZTgaOBe5iT0d3Xmm8EZEME/Hb2WLvhlhqxInIyi+xG17v3vPKGRwevIJvTAh1nT9jkK9NE9
YaBthyTARkXizBGztiw/TvZy8ILZUI7Nk2nJLxc/fViIGM3OgGc8pZB17aBzkIOmOHuX+8Uvf27N
Cs02+qmfzNspbRTF6JAnMlX0bZT3zRcvc8mV2Yprl2hU5zUBMUGeBAW5g7Tmj1WLwXBVNE+lMi+J
m7d50gqICUgFDngJ4RMzO9fBTRKyenXmWllShdan0Pc+qkq2ZmejDm1SQU/RfS5YUs4Ar48sv/IE
hKOMltzVHBRCeB4d5NoRS3JIsEws24EA66PZ4Jp/ArsHYT0QvCdWPrX70IcUWzEFWwquZ3xIp2+o
lj4DdeKQxpEaoK8BjqfjVM6G+RQdzERr0s6klsi7FdFXJ1TXkBy7NVsW7SYlTC5VW7TIA+XBpXC7
e1rZhnGoqznoAPrTgcs8jEnhW8di6tmh7ZrC0Fo0B/W8vC7tuaVIj0WfkIODilHwwWxRNP/kSmYi
Bcd/XNaQj6jYDGK50nDFdbwSMAMQ5ZhIGkNpQl6BF/eSzJVZGdbW8UjQbgF4S5ZB7NEp/AoBseDX
FCDLbHZw6ZgkCLvafITCRTxzEV50yrOPqox+Ga26jkpKM1mQsZ/cGDXZD3TmNwsfzCJ0HZPkLGj6
C8bAiVkX8V0LRYzAMEDXufOUtAoCENgYk8prjoMNRiKVbVHDnzlWdD6pZSlTqw3ZGHtjeEO89SJy
zbJ5juacIioab2D2GIOROEq6xbWgPcZ6KOeZ7abmnrMIwxbQuD7Ol7JEbSaHKkovzQ5zR3NQ9GhZ
1SLcPnYJxG9cd/kZzZaZGeqAJPDa9sAeOz1U65zjlDFrR8vQ8EjUAUmiGNwB7JJ9PNb91aLIHQid
7owW3NZuTx8wGD4hlxxzqE3v7MVlO0CU7s0G127PDHIeUxdVfcya5iKoQeiZEcPio45FyuUAqW8a
yTgoPJA4B9UF2rgNQy0djRTZrlpKRmXcu96HUpW3dKjNDpXfvAePQBLl2HUgp0pl7BdexHZ2CJbq
ufd9swBUhyEVuQqAGAzX4bMftYVkazBGhpenrXnnAvTnOOS+jIWbTXs/rCi05eV7M2PRvBP66mWB
hGIbQ6TJAR955u+djhm6kI408nwJPSGQLsZpNOzAew76McssctaRRkWYgcjMzltgJZwDV98cvG6N
lkSn6FNRXUPqFCPLYGIXNZv4gVHXcHDNOcFEBcLsYmriKUrrN3U5OuAmL6usNjvKdayRilSmhsWB
tGAwp+JQOJ6cL9HuDU0zs9XRXqBLCGY1V7hN3MvsZlAybkJro6H3zA2qK52gXCEHH8rKceUWEppN
QGjSHYgpWjNbt7Rr1JmYWxFf1DFIFqFqBRLd5hcYN12zQ93S/NReVIommLGN/WpoPxLISe8GUjtm
MYCOPHJrIaPMZnUc1fK+9MUP5YlPJlsKeYenj/NFVJTPvFCxmL820noA87jRsQuuSG1k6aekKjFy
D71GKGTtmtnamU1au0JRKlNeN+YqHqwO+r2etS9YZxY7W5HmpUVA2eg0aR9DUrh5QE5k+YCHgNH9
DPK5p4sSMrTJg9i+ifMQ/f3Mnd8Hi2+UH7J03FHQQ/QoTD1oxc0iOtaymq6Ql9/qpXnZQa3IfTpz
UbEhsqylj5uluvYhPXrIotHsZLQizTtni/Rj5dg8tpbU3y9F+Y6w6MfrxrIu7fMCrKXrYZGxmDuk
zTC274bXae+6D+vzq925Y2sWRIMJ8+nicMi4lrk3drHdBTzfpcPYLkneSn+LiObM6utIpLRGZ6rs
li4OITHPdxw2dJyJ526s0bnhNV+dXcCoRzbyeAlYUg28OYAv1AwPB4mVp4vTKigeQ6xWxkUu3joT
SfK0MMI1WqHmq2Ht15DsrBF7DcV9NHSXvt8ZnbnQqno6a79qF1QXS9xxEH8Eyfh4Xwfk++smeW65
158/ikizoh9E4+QiHjwCbAnEAycpzMo5z8S1FsUW6DEyEZfCnd6FKaR954KzjdBr3bQXvEnHI1F/
6cH1AY3evrEgFBy1UINu82zKdnUPWV+/U9W+qIPKLOSwQu1iXeQkoFRai5hMtrdPKxSrjiGAsd3h
9a04w6ZjhZrrQpwhtDzo8ca8pIp+W2xhDW/DPm0+o3Ydqg91IIawRN8so80l+O9AJwNeE4t/HCFE
1117tHXrfW4Tya+R5S6aHZJzat71vCxwwtjusu+jAq2NYTmQ+1SUrIpVZ91PsovG0wge/vomJxCf
vRyabN6xnEFeWoBKeYus/Iyt6RRWyqHtDBVWHmeUXwLT/bmbtl73Z1r6LB0jFaaQZc0IF3EDwebg
eopaK/zikxzPn7Dtu5VHbJYfIHRRgppXNaK66FIJFrmxle5GzHvmdNcproqwGVMIsYiY5p2Kjn0I
UYFDv+SFwMOAhGaIGjCxP/VYCxJuXJauiMPFO0R2Qw9lAKK8123w3BZpR40gTq3C0hHxbHF1Z1dU
HDPF5MYKnRt9/fmjw8YJoBZalL2IVZGJ+6au3YucqPKT2dy1sCCg41KBWEzGLoj3wcctjwGawI3e
G/Cnp1MfQTyd98oWMcjGoYeehtcVJWbhqa7iuAxkXpx+xqJXKRpVoqHaoR/bjA3Q0lFSkCdRmWgm
gVwJhAggnXGipN1Y8jMmr2OkVNrXQzqkIk6Xyt9bSPCcaE7B71ZPm8pH68X/wjGvQ6WcqgIB+mLh
2K2j+huUjH4NNTQTcViifRba8l9AXpreEALR+2myZigN1upKRZa8sIXK3tXukB0gNYMa4lRQecpS
J7zO0Jve7Wx8tLEQZyxbR1wFtK9Ly6VlPLj5u8UV2cEfgKU2MmwdclVTKGmNFG5Dp+pnxuYTF2ak
ObCFp2btukO9ZHPVxZBYPKqgvAHrwA+zWWvOTgnIg33ZithpQ/EGthFdKVn3B7PRdWdf7BaJNBy2
shjfWvQ29YnR8x8KBE+XpJyCNm1VJOJI2PdUZUFCaDG/N5u2FkOgs3ECaJUhXeROCM7nsNmDSuLe
bHAtfkhVhnbhEhmjqGlXWZaw2qkQdv766GfCLR1rlUEApyOMdbGlVm292h/eFrPVXEvfr65rz20/
IoxQRhB5yKs93YQm4q4tOe4hlpW/uqoa9nk6TZev/yarBb5woujgK8nKyZVooIrLtLtAdfE7+B7M
jnKdhAoSueEgQTMNFSR5CKP2ws62BEPOnLW6sgBj4Flq/Q4Po4qk+1bV5W4mLXC8gAqbXXI6/EpQ
CFl1E+exZ5NrPNovu24xex75mr+6Wd3wyMKa53TwP5ZIyLybAt4b7qjms57fZpBdhOWDq5fs2xyZ
76E1y2VCJuapLVZdmU8jwUGWD6S9qEZQHlMWfjezRc1nkSb18iytWzzX6Q+PjcVu4vWWVN8ZQ9eB
V1BkSmerxPsr6AhU6mdw6orBN3wP6cgrdPUQ4ZSqjS2S3yzobEfbJ57rRuuiI68Wq67UKFEQaJfs
M4ePymowO+B12FWKSC4qp6GKA0H6a9lGe5TXOzM711FXjKfTiP69NoZSG2Scw09lU300W5J1lx9F
z0vWomoUYugAcLFDXrGHdonMKmrP1KHF2ItUlRxnogXy0ylgX+XiGL4qdNiVCy58MuY4utpellcQ
D7sN03a8MFsWzT1lN0Jv2LWaeFC0Pc7AXx3yPDTcTs09WWFz7pdrkpT032nGbhpBr4zmrWOuar8Y
qmmaeRxlmXs5KubunJDTa7PRtQs0JyPI6yYUYOwSd0TOyKmBdqbZ2GuE8MgQZ1GObsHGJib8UHme
vypCpRtRxpkjS6eP8lqob4UB7glraB6qTEJdFDQ5ZvPWgl2ZdaDdiZBaLKDSCh6efccMQ3QdbpXl
wxIQH8e4kvSj7+wWmX42m7R2cZZAQA52M8BMAifaiT31gshwPZyn+5jykTU8z6s4DDEm79MK+i0b
gdCZaOW3MugjGwl7p3RYE8BGWIRIhRZq+tWpQuzGfhnvzZZGc85oouAD62gFIFpfHUlYJJM/iqPR
4DrmCnn0aIwir4obZMyIl55UOn4yG1rzzS5bmtmxcLfRsLx2Z+8ipeLH60OfWXYdbdX1DM2OkJiI
Od7IUF1txL5AMurk0cVw8lr6qWgtNYkxRcAySudoQ47wbcG5GU2LpaOu2rmzauSJ27gL1YVXdxmQ
I1VuduLquCt7JjbCc8bjhvmXZXBoNmVRz5xaOuhKdaRkpMyzGDAga1c18n1f5manrY66Uk3gD+iY
4TERs4IaKk2kTcyuN0e7O/N+KDy7w4mIzNNnEBO9zbvOLFrR8VaydCj154rHYaU+qjm887v8++tG
fma1dbiVO4RuD+3YtUTUD7so4sh0+xsrsvrgC29DHW3l8nIsa+iGxsK2+D5wM/eOQlX0Mgz66BD6
6QiCeovsoee5Vcb4faK89JXadeoPS51LGrZxJfr58yxH9PZmdVocVUTzmzqH/Eg42N2Ok36pdl0d
lXfRYiF8bSn/VHThdBc0vdojwaKS0k7ry7Iq5nur9voDy+mdCzWufVvyZS+jqHzTo599V5ZcHaBr
GF7mvIO6yTiGF8Wcfm1lTS6tebKY2RVja6dF6Cvmkf/H2ZUsyW1ryx96jABBTNySVT1IzXJbk+W7
YUi2xQkEZxLk179sr9xQlyoCG60UaBSIgzPlySSmv0RkbhMMCi3JaEZPh+7CwOK+KsZK4CLMEzI+
AnnZpB79CG2ICwNbY2CcCYjdL6IowPcJyaidN83J7wo7Xl3XpoDmZmMu+x6+KCfWSR5LP1A8cWFg
XbdCs6Ky+hJCpRKKFeo5jqp//DbuvBiyDjcMOfL2UoTDV8Hjh532fgzI5N/ezn9ihpXkPNznvb1w
IX7XcfxXmIdeE7GQ2nsd6qhhbBulYDSyLv4qgvY73ZRfoOAiwHbMe8b5gtOuQz7fNfJsUXrwy21c
DFgl5zBfJ1mAaYp2j5R0+ilc4+mGcV55635im5LBCvmRrr3UNNT3+7brhwNggR7CRGkjWXAKmOHJ
tnI/4j7iosKCzjTlii7NZVzpWp6XBYNyvA3xFnldTvLiMP5zgZZStj3pjcFrQ+8jiRmZoO/8YKHE
hYXtuxRz3iIVXKvqc8C26TSUh59sF3ExYXveGwpm5PrCyBhB2oqUScX9pnuIiwg7DjRICKTNLwOq
8EneUA16bvm735k7Qbhg0TjrFlWJLhi+VpbRJJ6NV1VCxC4kDKTHQQQ8dXcp6zVHWv90sN7euCwv
7vUnt4u1nSh8AliD0rIwQA7mOzuRaalSTBMM6TAK+sgg3/i+K4xXOIS/5jj5CopTO8OcDGD51cey
fWSC+ATkWNlxsQ3a3YBvzu1l30yTREZsENZpP/z6674s8tYhveQZ/7EoyBKYvZUUcL89vivj+MRr
dU9i/Wd43EIF/Out3/objtWailfRfDD8gFkRe95E9bfhpnoONAYvg7UMPx1bId4XoZpZ0qykeYrA
8rAk7RINzyyX2EkfbtWehnlp/1qnUN/CDV/dmuOmQZ0QLgQQvEsVHtOQrD0ctS7y/qky4BxJ26jt
yN3IaPXQI0+5L+UYPTFIKn41exW9k0OzPwSbLrNOSnECKm5If/1ZXo7mrSOjrz9LTIuqXYegvRxy
5ydNNIaNJq/SKy6U4+JncghWM7j4BULHd3yjOt1jAFX9tu68F2D5FMEMdWHwqK0l5pg2c8pB2+a3
ugtOG0YqosX0KDuEmPKej2JJ7OSVdwjo8r4+dcj9QjO8Rm0qJJtMBMQjwK8a3XiOrnxSF5pm8nLZ
hSTtJTq2tNPkR04DLwEQbNx5IsK4RlGgRVVAQ7A7qQyrE7C23ciY3iw5YHHniSBrPwaiM+i9FJDf
PEpqU7NH6r3VrVdXDX/CeSG0AfUe60RzaWelTuPcvlv36taVubZ/x8bBxQWxQbu2mNxT26MCc2ja
DGEEYx6kT/SJ/TvmWlURovuubi+D4NNnvVXPUTCbL14G5cLSGlA2tQRExRc0aENA3+IvxQz8i9/i
jrVuAAdYYzbs/GVyQnZPWgXPXku7aLDSsnVUeRtkqIKLpCZ1nkg1ff/14lecuwsH0y2qD2bER4WC
2TnX43s1mYcuUucKU1pUlD7Bj4hdyNfejzEnOc6+KfKvcRE/xWb2wqpibcdoISlMN0hPvay9/sNI
+VDE/NOvT+eKV3eJs9YVzVIODBxKSgOKymXUm0cCyMy9aZb4j4Kp5uOv/9BLevWGn5KO4RqwFkMC
O9aXuODQbdECmhzQCTf380G2R7MPFpB5242JykmDHv+0esGgcXquVRNcqE3g9ExIv1a6+V/TezED
YmnHmq1ZQI/YoDLMZHvXtBjfNCP79usDu+IFXChYvNOh6w6sfQT773U0R0m/dV7KA9i4Y8xDeNgK
ymXNBY2y93nB65OqxHzntXMXCoYqZbeiVYOoYWlJ2izzN3T8vCoDInYxYArEaGM7qvpSlRTQPrHO
SVT1NxzYlTN3sVtLWJdNVxQNenz7X1s4zumxNb47d6wYgF0ahDMeonqmd+scfJ+r1YvQGafieF5e
lsMmLL5nTBQDaVP3dSq4T9UZazuWu67d1uthby6FJdFdnguegsCzuve7LK51xjSMZI3Kwz6NwUeQ
1L/rwvW48ehc+56OffY23PeWbc2F7Uf50MVKP6Kqe6tBecWzuLKD9DAbnULTXPRsDUuLviF3Iozq
L90A+qlFiv3JLpE+//qgrgQnwjFZHXflgBizvpSEVWcuQOEbCl6c96bzqnOK2MV1RVIWxyqX5hIN
IFG0+gMGGPxeMxfF1XOzTMquFYrp/Sc7Nt/3pXv49cFc+cguhkvX7UaHbWwuk5XleZ26JcWYSHHj
2K+t7ljtZqoOsjm4n5tdRFKx+J0mANv7bd0xW0ifxpCvQH5FWfcer3QJy+JeDDf4mo7dEpQLaQ9B
oQuv0IaOSZ2QBS7eb+eO2UJDrlsHi0wdXW7+pKiOE9IFt3BWV6KSn0i0wmZAyM0bUAWHSbDyP+Z8
OpGx/VzH9eb5C5zcdi+ZRsGaNZcDo1djBU72pvrT73AcU8XEBp2HPoYd1eYziHFNumpyazbkyoV0
kVycAyIeFzMyoKHuE2CBbZLns1fdVMQukitvJ1nSlTaXfF/adCDjp0lLvzDfBXLtXVmrGqwUl2Uv
uxSFmzid+eyZ2bpYLoCAjdhrvPUtI9HHLUZHDHI/t7Rx/+2YvBG/umiumBtTolrRAgTQr5nddvJB
zgz8i2th7uY5WBIAeuO0MhVo7HkRpNTU1SdhZPXUHoEXwgmfx7HpULPATgvA5W3ITlBn/bxT5ndp
XbKtlXWUTgrnJ4716zTctZv0e/tdzNcWouDcgojwUtvhUW/1p0Zvt4Zur6QVzLHi0appXulYg3u+
Hdv3Qy/l5yIy5akzBsSkpC7BBSWiiSfSlPS7XZbcL5NnjpGrKLB0qm0LpnQGdPUEomfoaP7wekFc
RNjAItCSxRFeEEHlPeod7H7u1sXv6XN5uNoh1tCosc0lCOjDOuYmWWPfMNfl4RIzMCFsIYihmzX6
1NCOnei0rjfCxStRkAsKE8XIORclUuHBxg+i3IvnGAD0H5OGz0j9Dt/xyopNlizdil8w6ikxi0aF
z1jPs3csGBrbbGQjkqOel/+0ubpsIF703LjjlNcNPfBqnBq0ktHetP193QgvcnAR/0TH1alDjNXS
XsYi6M9U0LtQMs8gy4WIbevR06pFCDeqF+1uWjwP5vALD10BQbmsetsKmNLGR7DagCmi/jYsgDp4
XRYXHNaxvRpZjQIKxaRmOokl7pKaysLzvricXFzs4dSyvr1Ugn0k1aZROom9GJxF7GLEJIKgaqiQ
wRR92KSMBibhxXCrqXzFVl1KrlqrZVheAnOK2fnH8piPh6BpacobGtz5nb5jqtFMeb3rWV8IK4dk
htQQCW9JYVzbvmOpBQXIF53ABjX+UZtk4s14Hhprfq/Kfr2Bzb2SQrposZLkGjD8EaV+cvRndTRb
uphwQSyNC7RJ+XUpBi9NEnxs+rpnwfcNWtYRwO5xQeRve6naR1Uxz9zRxY+NYKXVukVdZtX9fVd/
E6M9+31jx9GuRxOUYuM1SJj4cl5ZyO+DIf/stfhPALJx41BTQVadz7JLBS3UyYbWZ1pfxC6CDKME
29BavA05pW1K5GxOQbR89dv5y5X6Tz/WtLuOVX7UF8vEX22/b2Dtir10zbBzJ+slwzw3rZhRZcMg
+YNm+fyOaeNXZXOxWiPg0cxAzv3ST/mWrHP8vYwmz+/pGC0wVGqjktSXRc3xo4XGwWknpfV7blzS
rlqPUo4cMGPK7YeBbvUZylWe7VAXqyVHcoyKIGsE+VLxrhRj+zyV8eS5dSdQ3qFY1U8EjbNt6v5W
1L7v1C15hJdL8UZq5IK1lq0TpI5qXPOBHjNarTE64UcIZTZIS08PpgvFjZj733LRG3/KBW9Vhz1I
IICw2rXWiaiKPGkkUQ/rNC+PfATJ+VzYf6I+ntqU6YAlLZFTghnz6aGFPNDTKKm4g5QUvc/HWqUh
J+VzJBZ22hey/B6DQQq0FHn4ABp/cdfNpL7LF+RFKZ9ARX6i+7GdizyP7ra412cTrzlJqmFmD3LZ
MLQ9g0X7zI79cxmY9m6sbcfuQtv1NkX7PB+SxW5gBSx0Tz81FYU6rJ2Ddj0B4RlkND/A6QdBhTMh
L7NTFcj+7tu5hujxVh5SJark+rESfWignTSI/CtbwvYjdHfQZgpRDP+i6LQ/Y0CYPkqFQIcQ2T+D
8tXccFUvFvTW0Tst7/IQ3d42cLUgb7hQepzMaG6EaFc8rYtt28DzIoJwRBNqraY7gaE9SM1peebB
Wjx6vZYuwI1G02ibCneUqgMTHwP5o+vnW/iha0fz8rv+8xQHktUSXwpxt5RxetioOzdb2/sMqYnY
hbK1AwgtBqSalxZsuMlnwqjXqApWdvMFdYAzZUe9d2r26KHtdkiJ4Xb6ZSMukA0K46qDBioKbOtk
UgUCyPOmpu7s90Gd96wY17qP+h4wOdqZNFr4bxOG7v2SNJfajAdS1qiBI/QLigcRmzJFvcUvolcu
ki2kGqXTtgNBwD7dRfX6BACPF8gaXNqOkZIVmHUObPJlL3YIewak+ByvBfv06zP/18/9/AYoF7oG
4DZHgxjVwYoV8n2EuPgflPGikwUWLzn2nHxp2mlP55509xEewzuzkahMh3AXj7XZbIX/if9144K9
7XeUC3cTYR6tDAO+lzYIoBNO1U5BX4oO4WmYX3rMdIBGmdeNUD9RpEXtJpAB1BdV5k8dL5+VJaHn
2k7MEkd6oy+6BZetOBrEQy0yyM5wL0NRLkWaQSmGIEeqMeoy2QQzdQywH+vVG1QuRVrZ24UXUlbg
2okIGN0LOKeWeYUsykWfVeW2zVriAeniLkxzI+Ho7HYrHbp6mZ28QkLSKdbjgCYD26ePVW35/Q60
zxlg4UklI+ptTzvkk7LWtlAJaLV+NmqcEowL52Pac738ZsctuuGf3naBykWrbaxVxbG8pE+x+t9U
gkG06E2AKqadbriRK9biQtZWtMmCuOQVaDLaPSUYkwXaozCYmlF8bdKy6/3wa8rFrxU2zO3BY9Rk
xfG04qcllY5u/Iq3XS2mEV+52l8/Y9fWcNy17DsxQn0Stiw2VJu2GsFVs3jVg8AF9GqD/8cXNPXj
BfBtaPqIczzw/Syb4POvd/42t5VQyvHY9SE2C9RkfQmncEsRIoLdo1xX8BtBygagbj09jPGg6+SQ
bE8gpThmQQOCwV//+WsH51QQKNQJ2qWv8JRw+q0umns8XDci+2tLO+7cRLuahUAertnyu9yhPwh9
PS8VY5yaY+l6GBBODvgmZrLgP5vnz7a7We/+t1TwhlP8Cb22rfueB4hEup1o6CYOufg4WQxsJbU6
zJFshnd/adlMeZpvqPieqqjO+7Q5yPwQ9ge753MefCnWBnYy6vxE84i+24H3AjR/Vgm07IbvY06J
V1FCuXi4jfZ0DJa9voh1+aRqA9pZq9kNl3zlM7oouLaIeIloBm3+Kq0sJtU4p7fKidfWfm36/yf3
mG01MqLLstH9bCldQexX3LCsa4s7b4IKx74ZGCY1edv+vaOPk2PqyM+/u9A3hCl2USCgu7CgDxOh
it9mQn73MkkX3LZsDEiuDjHQXrePOV41FJ+LZ7+1HXPnNB6P2urqksu+SOM5TOWwbZ43xTF4CSp7
WyxxdVmL6dtE6zWJimg9++3cMXiug5oI1VYYjOzqJ5bT79PYrDdc9ZWr4sLbwAqzSZDWVBcwPt6p
udPggPE8chfdJg+IY/X7UYA8LJJJzHaVBIdXwVC54LYIwK2jjESJd2pJ9d59ZkvgubRjmj0A3rOu
wvIC7rPjNM9D/YSqqhc9hlAuuE1N2xBIjRpJGZvoebZ8/q4b2fg5bBfeBhAXn2D6AB9z8bFQ7XMX
Dx+8rqFwvHXTGGoEs1hamz6No06dpkh5nrljnQqz/ChXiyCL67ZPbXvf22n2M04X2Rb1nNZgDA2y
FZPmaRjkVcL6fvd7D10kWylJYxGAYed6Dp84XtxP9bLOfpGEC2ID12uU89WWKHQ257I/xZMXh5JQ
LoatOSK44nIsL0wN90O3Pexs++51U1wMG2uHqFjpVoLHepcnJuYdE+bK+gXNLhVZ1w5HS0JsvDmQ
wLAQidRYMS+qMByL4zrZMaKgqfE5l3IjTxurSaqoyP1iThfFVo+Yvq/XOsjGtsrvIQS7nxZgb/yO
3THQQio5Q7Umz5qifw7M8n4dhOctdzFs5YFpRfD5wIYagzhIY0ol6EfPS+54T7scVGC4uLwEgj7w
sCseehuXD36n4nhP1ReICqu+usj90OeaVCrlZr/F4nnFfbr4tThqoSq3YfVp+22Pv835D69du8g1
qOxW5Rgi9IwK+yDEkg3VrXnfa2mXi1zrV9mGIgzgOpuJ/c7Bkp00NC5OQ9eo99sqfhSNMdmQl+sl
WJY1XdbBr6+qXFjbjKioBMqlvNhOHKCJPNZzYU198js0x3Z3YUK7T6K4cBzaVO5N0iyF36vjYtWC
EF95YApMKKTq0yg43tmIFJ4bdyxXmEJvRcCKixqrU8+WlPnplAvlwtXiZZOoMoVYOhd1Upvjz6gc
vFqfyoWrkQF0okGDtZtRPMXV8KMzYJPw+5aO2S6bKBtwgxcXOhRVYoitHzZE8H5hkotIq7c2sA0b
sfq8rUkYi7PJl91v6y4grWmELuhiiktbTyQp60CkywyZUq+DcRFpEJ2GpqXFwRxj+wWiYp/jufRi
PhTKxaMVXdwC/qcR4mFs4YHl5nPJpPZ7iF1dSBWacWvJittCI7QYg3cbcGN+Z/LyOv+nZdUhQKI9
UXCrFs2HnBw02dTi1/pRkWOdvDCDgKhIcZHBztN+ixBEliO/Yfsvj9MbBRcXiga5kgb8HXGQ1UGY
J2gZjsmgtD0doC/yPHnHv4LEIN6akAbZDJkuIMMLcMRvnvUAF5Gmgi4Ws9bFpVu5SY+o+jiFg18g
6cLR6BKif61pnJUIZPZ6fVBh7GekLhKtiYq+7tB+zyQo/zBMFy8Ps9yYX1nKhaK1lVq3ptzjLLC9
TtsxlKch3z973XYXiSbnig1odKLLrqZzXtn3ozQ3TuUlxX3jMro0ZS1tQFTWb0EGVIG5Y1O3PdZ5
ND+uYuZfkcXXd34/wTHYvdqkOpCJZZD/Wt7VUI57wDjg2W9xx15VEas26BEH53tLzvMAnrvVBNGN
I/r3hrx1RvT1Y7Mcsqj0AmtCgbc+EUK6d81ei3Rr1m92G/FCEGoz0GtWyZYvz5KNv2lD8tMev8in
x8WHchPi3u7tmqJzCshFd3zsIq7TYeDkftHlH3rRxUdeDQ/hPP421WB6IRxATC7X8ikM2xrgK/XF
76ycp2Gze4E+ypFnJX4QtQPUl8XwyW9tx4ULSqlSYaCyvaLDqczLZ2BdbrF2v9yUN76CC3U7am0q
u+xIdlj7pCwYsszqJ2EsIPn9+hN3ZoCgCIniLO/l08zUC4DXz3hdacrZBGXQijrO9BhtU6ItCfq0
Z1PrN4WlXLBbHG/1WNIwzsDCOqfbEv8PHXm/99jFukXhMoaLXFXGClKI07xWW5WGJpA3guwrvtCl
JgtHhmbhhmezaYoxzcGf8rDxpT6Hc3H4PQ4u6I2WllbjLOJsFCTTgwEUVrWecbwLett5deyrxlAG
OF1Em2BGCAwqNu4L5lc/cLUq67gHJUVu4+yYxQDaOW3uTGCUXy3Yhb5Jmi+agW4vKxb7YQzI151x
v427ULftWPFGHj0siu6n1pxJX/q5EpemDEoobV6sYwwumuIU2H0HsZfnnIBysVzHAcrOqO9grYzd
cTS6MegQ3ur+XuvZuzAuICVMs9Y1rsu61CdbLepuoseUtrnt39GubE74YfobyuiEJnoU+eMm++A8
yFjf1xo/coWW8A27+Pdte+NBdTnMchHKRfRRnsmeTO961Zh38YZiW1IdpDi3SrMBuUwxfhm3MW9T
wMijNeEb0FAnGorqHZqB1amJ5LAkmDzf37XFMd+99HerhJRVcx824ID3ciwuhsyCQCkqFhVnhAXv
42m5D7n+4Le0EzsgdAD+TeI2DQf9bMYZsivr6DfXrn7CkLU4tENPcRYt7EPTb48tvqvfvh0/voqI
jqybYbq5es5b+m2Nqd+r4MLHRE2naAqx9ET3d3WufgS19FpauuAxO5cclEORyiJumpTLGcR2YFDy
ORLposfKapi6VSuVxWJrTvkCSK0dmhvm8nb4IV3sGIvy1naouGZWASVEmvbAxLy8cQnfdoPShYKh
CBQu5TiozMyROed0jp4OY8UnCIFJr9hMugiwlkFVQrycfFWwvwrafxsG4SVhI6QrkpnXLVhcxxZx
X9mxlHQjT1YrvHJZ6QLAJnsAjDM1Kis6+pljJjxdSP+n342hr8M+UIbNoI5VMgMySpxLfdxjvG06
+S3uWGgM7ceIAEWahUe+3Ocgt8PIK/v468XfztukK47JVmot4AoK+aZY77e2JgmT+XHS24EvUIfx
jbz2ZRzjZychXWAXWCgxVssWhVRhQSlhg9ReCZb8sD8JQZoHEq9Ar5ZQnvj1z7piZS7KywbxcOxN
L7OhJ/+LTf2bCEOvCiBaI6+/tQKLEi2DUWYGDceEi+W3gzfPftt++Ur/KUeBKAvYUkjOZCO3H/up
+AZNYa84SrqkZEKWsyhqCruduvzPRZTV52PiXrqWQrpwL0FZfNgGG1d7vp5AOvfHwKUfMBSo/den
ctQr7fMcizfDoZKnmAGp9uvzfknL3rqVjt1uEStpCVHhbKgj9j6qWf2uquv1PoLkZ6KjobprwiW4
M6Tob9jbtYvpGLOuYoXcc5HZ3jf80gdTmOpA+iHTpIvwil7YpUuxyuyQEnDk4YXc1AZ+PtcFeB3N
sAC2VQsUvrQ+FYueztN6i1bzyrm4cKy6K8dRyF5kwMI8advcmzH/+9cf+drSjsHyqlwb8OCKLFJV
fDrq+Ll7Ubz2W9yx2GaZhoMtgqOagEcUWWH5ERCq4kaf5ErHDfzwr68+B1UJnZsO1yVmpEtMyac/
yphHl9hOf3bhsJ+75pjPuMNLMth1fo/A1o9uTbp4rUWRyYJvjWeYICpOs4maO0Y1uxEHXXEILmKr
yefSqm2QWWU4CvpDlVRt8UPaKJNoYZ6oXj/5fSHHxpe1o8V+SJ6Fex4hkiPst4N00a2U4ooDdfnJ
NC1HSNRKkcVjCQaYXdQncFQjY8lHYn8/0CrySwKkS1aGIdmDckV4JkI2feBisqnlur/hoK9YiQvn
qoqQtHXNRMbLWJ1H8CZa4pdpy5/gXHMR7usx82w147uij/4ulluzGNe27Ri3JhUmgzH+nJFpX86c
7tHjxLf+5HV3XJ3JBra1YGrg5cjtknasZScOZWC/xR3bXoNIDE3LcCrb1iQoGwaPUSsPz9VfDuw/
oUQxmn5cQ9wWGXaQ9m1seI/q9l9+W3c8crVWGJKvY7x6AXSTO5qh6+c3uyNdtcklPnTRlHhRJ9GQ
pD+Wu7EtPZ9rF9E1DjOG1ruDZ8UUkFOucwwYQEHa87o4dWs+2G6vhMWZb9UPuYot7QuM4XiduQvo
6nLMr2jR4i5qU08pmYEoFjnjfqM90oV1aVR+8ThqnPu6fyAoDiYzY57xoQvs2s06dmFjeFaRIH+c
x/7vA7zHN1zJy5V+I4pzcV3FwdF5AhY/i+d9esxX1d2B/uPWVOa11R0zlbSpZorJdRRIwv8RFj7Z
YbqRNr4s8dbGX/7kf2y0nmbMsaqDZqxp6O/GEvPYj/n4UNim9nvWXZVJxCLbQKDahL5cH4AQTiaQ
nxep35V0XCvDSFXI24BlUQjan4J3d7yOblGNXzt3J1KOxkO1ZBuweLXNCXhA3wlz+OVZ3DHUgKKY
FvDy5a4TqBZsKOZDUdWv7iVdaBfwV3kIVmyelQqkRa1OgUj127iL7lo4x5URHc8gufPPWNd/NpT7
ZSYuuCsvizAaNXYdNeq3w9b3a3hLi/7Kp/wJvHXkpenLimaR7vjJbkOfDF3ghyOQLiWZzstN1qyn
GfTa/gyr4DQR9sPrgrvYLWoN50MFzZUlhjoHNAxM0hXsOPmt7njRdaUHEMAdy+bQ/BFzjVsOkJtf
YuLCt/oFA7Ar0tsM7QCbNHVRJBVgdX6W7wK4uJp7MIasLAMDdp9Afvf7YduvfsfiGOcxyGKc4o1l
XSt/0JH8UAP/7LW0i94aq07F1SrCrB+hSJqAQlR/MUytfoVjF781UiVGxC4UXo6chGlIqsvSD9cm
XfhWN28VyQsTZTzXfzO0RbT2u+U/gbfAFRoyyEtn5GDPYPt9H4exZzTnYrfoutV5MWxhNjOQRshV
o6BeqNyvpuuKTJohruKdjWHWaJ2yHcSYtR/dgHSxWx0QB00UDlia8X/iovzQgsXC7xY6btNQNOMA
oKeZAGk/SCuCf/rFszrpUoipcVyraNtpFtYzObedulvj0ndxxzKDNi7qoSmirDTmc3S0IAut5z+8
DsVFbPUR+HDWGYOU3WR1Ykfx3KNU7PdcuZitvbPgXVCaZrIT5nvUkPJjEZb/+O3cSUGPQcu97haa
jcFuH6Kt+b2brWe7yIVs5TlhpFjDMNuHYL+LpiE4qc1vRkS6oC0W7dFQg/A+m3vzaZUDpHhmL8k1
IV1pyZ2M3VoQrD0VHU9YR9438ewXqvxEF9ZXLWosc5itRTOmBZQmkyME7sPvezrmWRx5W889klrd
dD9sscE6Oz8yYunSg4HkqRVHTUlW1S2/l0E7p5HCNKTfzh37LKaiKsqwJ1l7mNOs6VPA6u9eS7uo
qRLcND01muClPbKSqy9ru3kNcUgXM7WNdBgsz4+ssdDETTFFyD7Pi80//XrnV5IsFzfVzgz65hsh
2bLNZXuS9dihVppHwf+KcjA3qi1XeHGlC54CUHbV5ihIFrUVz1MW9fqDJi2EJY9Opwrsx4llBuxk
SLxDCnUHaFHaAE/0ERT7X7wvy7Pfz305hv/klJBKKKMlzvesrwc7pNMImtwkNKECy3CujB8FmHQB
V72NhJxIfGRmNxaEEZtIW+/I2MVamT6f+2nClWj37Qdo2aqUNeUNR3OlYOtCrcwax7u04ZHJGEh7
VlP9Z7kU9LyTlr9bxq7mftboQq4IzqOoqDxQyOL7n7LiYxqC5v9Wa+AlD36jeOBirvpjHSpVV0cW
R/F6xoxJ/U81KPFXABTfo5Bbic9OhvHcrUd4Ehws00yGASS7jjryC2RcbFZBx3ICzyHJDva3xGuZ
jKTyTP9ddFYR2rlDI4VkYA7jaQup9qhqxhsb/1dz943Dc+FZWxDKHrPXR7ZPpADfGAgwLPjhn+Zy
7055rap73mN2b7OtSXN2hImOa5M2YQcdrSpuEjHlHbrwdCoTNQbRGUyzaHeWK6SSWLnv93VPovaU
m7H1yxVdxBewn3Ez7bCIIIRibV4/dPjH76K6AK54P+ayirsjW9n+v0FXGshG7lewcBFXhgm1FaE5
MkgwfVufj6b+69fv3JWagkvaNWMyYVTHhCfCtAN4/QVql8kCcUTPA6ev31FNDo3x3/LIGBjq3qut
71M2Lrckjq/t3iluLflq+j7vj0ywmSaQOTPnnXa32trXVnfigGYeaDcMWB1y4nkiyoEkK2+83DWg
La8PhrRNHw+sPTIFNet7FYg/h0Xd4rV+e+fAO7xefFvbjk66sZmNpuU8xUBYHGT3S0ah9/N69b7q
xQt3BlY3RZkAI7LeSaY2rxsDhZjXq5NgbHNitX0B6WGyeNdJqQq/wBEyFq8X1xRo++lQW7Y1aMYa
DZpT6Nx47vzla/wnZggwZLCXWuzZMBf8Uz2F+7OYpsDreQFn9uvVO65YSwO1Z6bs9FnvmEeN2ew3
Mwc+39erB7VmnQmHNRtZ+J2GY33qqtCPixQEsK8XL5oa2MjBYiijXet02nR+D1xXccMLvY0+AfGg
szo7ImrK2WahaOSdzXWkT3FF5JNueP2NSzq+s7IAZCGeZ89f5OKwchVtPdjilsyW8B/DiFlvsntV
Y0Aw9Pr3oFBSDWwqlgygiOUxj8LwjmNQ+EZge+VpcHFXEdu0yMEymtExhMxkJeV9iB615+qO8W59
uAMnIqasMexBzx+BvfcCXv0/Z+fSLKfNdeE/9FGF0AU0pbvPxdC+xHYcZ0L5jWMQiKtAXH79t05G
OYrbXaVJBk4VhxaS9tbWs9eCMMDrUTFURvPRM3M1TfE9VD8UbEX8VpZLXbF2i22Bk9m148cDHOym
dF7DHz7xFS2dr187sAdaWaLZAJXO4mYbUsBX6s57v+y3/82+hOv+uHdTzdGiZ65ymKYHPuzzBWQJ
faIw937T2SL6Fpf2Xtf6rXnjrGFtCQ7FFX4IPRKS8lbaD5sx9Z9+w+SsYS3nYTtmOqHhZzmewbfb
FN5mflQUiNjXH2EXfYkmr3a6wiX877UIrxz90l4v7gJXtGuI6WM2XtGK8zsPtj+VDPzyD+HKX82N
lZZ0mPKdMf21jsRwftl2/JaqawPZ84AWQWCnq+zRCMfDMJWb8pOrEC5w1dXVMm3oqrpiL6uz+ABK
ooPBy9RcCBepoqYJtnJeoUZXHzUUuRc0QmzzB78v6qxYUHn9IeGbfh2a+SEIW53C/MfPUwP1vNcz
MUYdQRgrxutWx8GTqWX7uGvjuUZdiIoGpCxEpMZr10UfAWmf2m379utRuVGZgWHw6zff0EOFTzmO
VxoZ8VRs8dO4WoSO/lTQ/n1A+GWS8VdRrtUbPZd1xjrAT/vW3rujuBHlXbBqrzaUfNZtvCZE7wNa
WjR7NGMS/dVV1ZbDO68k6arp+k2NVe03FVzgCubUcPpL5HDtiDF530/DpevY9OnXQ3pjR3UVtBaM
W5Pg9HINQXGfbTB/GbTfsU64xFW4LjUxeh6upvt9Q/Uk7U233gk7t97bicRxz6NRdqy/woL1PJEZ
7S73ikq3Hv3y7//KoPdt26Fn0WBI1uTjA8F//IbaWdPTECd7rVc8Fw0RcJhvUhYwv05Y4ZJWAzWB
5GIbrtjmxocYUqgXSlhx8nt1J+42vC/+Sc6vS1yQdCjbdEIDq+fDnUXdQI9v0QHpr+up6cI4NXvn
Gbxczgqswoz8hPbXqQq7XIyTzaPer4lXuJBVG42mShRvr0aR58POn9vNT49PuIgV5LTbuoiP7lqL
5E+06ZTpuKrfvL6lS1g1oi1Ag+z9lSXRJxtsec2Rg/s921mVPajWUOHO7xowUeu0Heoyh5CA8tsK
XeEsuS0s1JHQ12RbxpPS9X7awt0zLLp4VZX0e9FFsrsyWXwLVHGky2z81r6rnBXVUaWqhGrMFUMu
Bw3MuSHqvd+oO6uzL2aGprCXUZ/CJxxRfp8q+vjrR798uJ9k9y5cpShTNeG7vgLwFn/0ScDP/MAl
hIFn7p127xvbrUtYQd9np0XRYydnwSeYWUDNVgZ+5zUXsQpiGtWbOPSVbTY5B/FUAhHt/CQFhUtZ
ha1YSEnK7pp0dj/F7fjmgHXunaV0Y+RdzorPldi6oB+u0IkwH2YWree4SMZMF2gP8Pq4Lmz14lyJ
RlHVX6MDy+kwc30SY19d1BYeXsiicKGrobTHmsw11pTor3DQfloOcaficmveOOG06sMDJ+SmvW5R
q67wbi0u9Ua3O2Nz6+nR6ySgbuZtKDYzXFsoHTdDIdOAr7/7jbuzXhNFoSEU9O21CtvjuVx5kg/D
VpxhAn7vxuXGqdx1clyhMBJaXrRXEgzhx2BdtUpps5pM1Ql446AWl72KxJ1d4sZguShWOJURMK+k
v5rY6Ms85ccY+SmvC5fDCjTshFG1Rwjv+zhta/uGkMLzrOJyWLMK7ShX2l7nvoJSQ2CbtBwDv1O5
i2IlMPEhHSRbrpz82BOAe1YJzzqsi2I1kx1MtKrh2uwFKkUyap7NYvmdN38plP1k13dRrDmKqVHB
qK8zSJXkDYt4VZ8AIK6wQoh5+bfmg5+WhXDRrAk8md2HTkNPNnyMZ/txsH4+aOh9f72EV5NEDe3X
7tq0zTcUpv4YAkj1eC1hF83qV7DGQ494XslKjyct6v1TY0p0GtYQmPRLjF1RrXbRTUEI0p3NrPaU
6AN2ccU9BaMba9ZltBDU0VGyR/pKKJMnIpb2MiSTuDM+N/YfF9JiKuCynQ1CoxzHbF2LDm61Peyh
cGte2xOJ4uFxbzW5g2zcCJau0hY3fbgeo+1wM0l6mBOsEWg2NB4Srf7+9Qe/NVwvS+Vfh0JWcqLR
5YZoEzRpEsFjIuKln26DcNmt3hQGJr54+NozlrdkeRxFfU/P5dbYvPyif715txq5zeGAZQDVlYus
xu8tm9WbJor0nY99a2ycSNzKGFYyhrRXHa0nU8AlgG3tJ79xdxbxLNddBa3RVyvKv6tg+GyC0S83
cfktUw9mGiGDet27/Z1Q/zOHX9OA+IdU+NeQQ6hIlOU2tNfp4L/LoP9Am3umKjcWlstuLfD/Ocp9
ba8jX+ffBBDOLyPaSsu0afiU9mrs4Bua+HHKwsW5bGuLCdeVmDtckUexjeosC1b57W8uzWWT7hAo
uGN/q83fKjJPBCrRfvmby3BZsdXDsQ8aFeuqO28VfSeaubt4TUrystT+9X23TqNrDr5xVx1HyVmK
Ib40UKO4E31vLCcXx1oU3E4iuegr3+q3FGeWVE7zN783d5bqUjFSgZDR134Tz70RVVrK0vM85NJY
qjvCuC+G5rqyJNvC9U07L34nf5e/WvalRj5F6ms3VtBLG/stJWb2O0m49FUQSbY08Vpf4RfUnoAS
BaeSHH5HUJerQjlum5eDqOvUFb83OCceer7z6Bt7gYtVBXOhBoP2xCsMykNUo9VQPLNhmt+sYU/e
l0FA4Matm69eU8fFrCQUarpiX9S1Txb5BN/I8oR6ZnFnvd6IUi4TVZlSC94c6rrMRf/nus/TQxmR
/c0M30m//d5Fo3hR76XaZnXtVIH2HFMfJz0S5hcEXThqLnQCZdsST+f7s+236rKNwvgdsFxAajfr
NphWlOgXse8GvjwV5vBzEhKuHhUR21wwTctrDZzypEtB0wAeyn57fOicdRt0znY23svrKpc/mgoW
onH10W9COnXjeNFLHAErBNvNPxdmetvS7g+fR3OXiypYOcyJ0nj0mjwtuv8S6eAvv0c7YAVMpQtr
yrG8qsVAn4cdOHcKPyiK/weKots4FH0Q5LE257U1z5YMX/ze20mAo2ANUUPDowsSfY4OMaR1AL81
v4c7AXVErLaiVuU1QMnusoF2huSC8sOKuCtFhfvlpVeRDHIedu8V267FknhlAtzlocoOHRHlFgV5
oob43bz38btyKbyCHndxqGhZy3YeqvK69NS+Syq2XkaZMK+6K3d5qD2IV7L3vAQPRV66zxVEaENy
J8/4eWjiLg5VKayfluLV1aKCKpUBG99x6Dh3kPuP5scFN9pnIoN7x/Gf38tyl4QCTWsTsqxB3oyB
4qct6NW5L8X8I9GzeECxrXvYhzE4HYxXXlsyVB9f54AkgCeeilWQ78fS/wiSYD7jFFR4dR9yF5Ai
myXlZhb8IDJ8M1X5PoZynddac+wG/68qet5ClxixRPyAvH5/VhGP7gTBW9/BWceMGqQiXVBeO3g1
XVsxDA8HmZs3WuM2SFO5pC3a+t/grtavwAz88PVnEMUiu3k2Qd5tmMVJDT/QZvBr6uUuN1UxaTF7
URAk23CBROf7YSrv5G4/T/K5i00VcqY1OESZL3b/3K7126PevfIctKC8HpLKriro0A9xZcUep8O6
f5kL7jl5nJgbrjuk5TrEXBbub2gsfrRy8sMZuQtIRdFmlIDMVb505lnvRZtGhIR+EcZFpBYGoWVe
rkXeNO2zNuzrjt5YrwXlElKmiulsSxrkYCa/k2EdHiMy+ymFcBeQgvVgO07HJvM5bH9UBAj4hCKg
V3LGXUCKacztqJgQAgbIMiTa/hmHi99dMP8PHyWHUU1rJ/O93r/CaOaDHdY//Eacvp7hbJ5VsYW8
yNUB7deD2m/7xMs7W+8/d7L/rX4DzX39dD1yJkoEkhxiO911J/H8YOdkeVvWS7i8UThEPI5omU/h
3ls8xiUP3mOL6553+F7CN29a1j+InMv3EYGJUQpBI3aat1km6WCb+TtDj82nuKfNX7U4WJlGVSM+
LHUXl2nXCtRxSkmXHwp84B80ZGCbgrHRIB3X6KLLRJ/mJFy+VclwPOBWBA3Ha9u+qyoSLOlWzytc
X5EIp0Mg5yWtMGWuvWAHTLOj6CTKpIOekg7XlFUVLufXKc4AXtRftySooLmaWP4QrUeTl22gHwOI
jT6LdR3wSqv0g+YgG/h6bAdWwReCUvhNN0alR21wle/nesddOGznBq0XkyxyDhOXfhV9ukTYRH49
5X5+JcJd8muIu6pZXl58QD/9jwmHvWd4nv6t4rZ8W0b9/PTrP3MjLLiwl9mGiY9MFDkZw8ci0R9X
pPR3fsKtZ7/kav+qWimhIX9jpyQvQlxGBXq/cDb6mcZwl/XSbSIOIBNFLhaaq4J/hhCiX6LqeiUW
FvUZLU2Sa5IUKQ0+BoTc6+v7edmBu06JSR/3IRaPzIsG7fUz3cvH1izk1JnDzz2Zu46JorVmaUdY
rM/CdKlg+7WGua7nN3X2qvUAnNsEIslRlHkmR01OvSW1X3hwBbYiCw46bo4kn7ndzy/WV6ex6Ue/
o5NrmVj2ag4qiMHnoym+q578BRfM3369im6cPlzsix8zBKrCucgry9qzKiN7iSnMu+sE1j2yC47n
A8r8d/7YjWXlYmAaZZkNaulFvg11hCJc9563sVcpmLscGJrL2VQp7Dr7LM1plNulXGM/ZJC7IJjl
zCQdN3jxItQPQzi8LU3hp7bHXQdFtKZEcHnG17VdwiBzkNQXLtrk/OsPfGvMX/79X1sZbzcB1QBk
RcaI4hSQsU7lEQ1+i8oFwcwQw/Yx5jJnA+4qYTBi04PVn/1e3VmxZU3Ui7e2zEW3wOMl/K5Y4bdR
cie4LtU2NXuLUYGa8VMyPvXx6HdacTGwoYR7XHAQmcPo6Yr+XYiF8OmD14C4/FccTN3C1pe3Fuje
DovmFCeBXwsAdwGwpCFHN9aHzHuY2lRDsKUMngZ+88TlvzDtSlp0TOZbL9927TKdq7BWflPc5b/U
Tg00Bco431T32NXUnuqk8lz6LvllkrrSjSpFrjaV0bZ4TjbPtN8lvrZKiV7wSuR0Lae0I+tjNMk/
/aaKk/cPpCJQfq9F3pjfZ9a9a3rrt4m7ClstdLTDuFYi1wqrXUbiOWSdF57JXX2tFjsTSfYB5ohz
kAf2T9ocH/3GwzmNbwVpu5C8jHUgwpwEdfC0TSi3eT3dpbp0C++yaW9Fjloeh+rAup2ahNxJdP+5
sP7JKcvlupZWb/DvAPoGVWQs971bwtNWi/IZHjFI37n8LoO4Svdk41nIW/ENa7l92g32nqoYqUrL
Jlwvgs4c14wBmgtKBLR32xBVBHfUujjt9Uj8NlYXEysig8NSRGPM6SZD3yJNozj2c43nLia2Dp3k
FdlFjtLBXyJsvy6Y2X5f0CnHdbD9FiSSPN+7cD2rcFofKD/uFftuBGGXEmuqujekLHk+WvaRN0Od
gvrxq6m4WNgmCYxvAMrkqpUn5Gp/yc3PM567WFiwwI6aB4znEgdRSLpYVD6axDPguGCYlCWyHAP1
CUjT/W0TaK8x6ueby10e7NANRMItKD/FhgDiM2OPvve7xMSN5iruEmE6olOvLWbLC4WU2hdTh1jA
AigliBWnrkzo+7KIpk9hAfPRUzHLSaUwoJKP3T6vJzKPu9+0deExCtcAsUrN842kLzHEeN3zc5cS
E+XS81rjuaEQK2SD+jDt6jtVoxuL4T/aXma0YSCL6MWF7m1wDDk6q7xEGrhLhymF8sK0Lyw3Fc3b
oc9JUXo+2smjE7UvohsSmocWgF4Aw2c61/cYwFtD4kRrDLIKl45G+aCWMxX6kRzW72QaOUn0PPDB
gOiMclykXhSvsmrjdx59oyLwHyqMKVwoSIy06IcONqn7D2r4eD6aSPsdfF06bIxUp2cWRDkS6eeD
mDfeO4RLh/X1WocQyYryucWYiPDDoKXfVHFRMIJEQG52JzlNiiWNA5WRo/Sr57ogWMjVMAyE7NiS
x/osqyVOoRvS+d3UuShYQIcI7UhVmA9b9H2fRtyLqDsvfmOyuCBYtMRsj5fjyFUl92xoXyb5bOvU
SuaZhbk0GNfbUS1DdOS9GNtUFsXXoZb3ztE3qpquNtc0TZ0qk/HA7dlgP3WsrD/oday+8k2VT2ys
J89TgYuGHSg+Msn3DZcB8iP6KwG4zn47r4uGFVELHnLla55YvT8FZd+f4iX26wOBEdnrSkMocYlB
ejxd0vg8J2Z80CpkfjPTZcPmeD+a0hqMytKuaTDLdyPKeXfS9xtz06XDDr0004FDZK6w2Zxa0ukn
o5Ly0VZNdGevvLHDu0gYevcXmXTofC57sCxQDTtNfXTvdH3r/R3gJAgDHQ17uObxHsN1mwxtDlUV
9c4WbPBLCFwirKiaESYcZs1pNY5PJoCMdY1K9tkr+3aJMIjL9JDIxuhQ4AipjqKvNF788mMXCBt1
X8PqS2/otKkhaiDjdIJt052Zc+uzOtG1jpZxgj/Qloe8tw8UVjuPYYu+Zb9hcapUbShJMjSJzUXS
nSc1vVs7c2c7vvXizmK1I5XF0C4274L9faKr5BSVi/Ga7MxlwlCuMzMbwinXc3Beur/gC+N1qc5c
oayIcWH1sZmcSQK3z66/rLbxu0BmLhJmRzZv0R5MOQv68sTK5ENQV34+usyVyRpj1iZ12Ju8kp+b
sF1wVGt8x/tlX/hXjTeQNkTXBZ69sP6rKs1v6G71WpnMBcJ0MzSjrmoDriNQKeQ8Rzprr8XDXCKs
ainKX7w0OBWDjqii8BSIMfEKGMwlwvata8vJvrx4ZY/T0BdvxEyji8/CxFx7PeBb00MXBK4+OdzM
rk0Yf9tl/dHv0c7CPEbIpW7oEcwLyLukNZ3fK+kX/5nLfi3jgjCatFO+tOHfhRWfQr16Ic/MZbxQ
OZ6adcajC6PfFvtjOBuvIy5z+a6FF9Ug4UGdV2Qpz3pQ5ATPhnuX1T/fB5mLeGk4No8D/HFzg1uw
K+2IeHgp4ftthK4IFop0veZlMOS73D5FHblWQ/PJa564NBcL4eOs+3LIxS6OB92G34Mj9mtmYS7N
dRzD2NRoXczncvtfBDBlme8mW7dG3AmZcSFld+yqz7d4vYppOO3r5lX0Zi7OVfOqgab/1uULLA4z
KaR9Dknrp+nJXJfBAbzHwsAs5Uht1Qktk2e2wRHQ63O6RBfVSpEIhfq8gzLyZWD9comTkbz3e3ry
er8qVg1V8i0a832Xz5zn1Io7KcrP74+ZS3R1lkU17jC6XBZNMF9G24PsMeHS/xXDrfgDsVXyFK/6
GPxWlAt5xY2EpSeZMU5MhJciXuSpMdM3v2Fy4mjEW4gEi1jn8RT8NXZxmyZj0frFDBfyKtDsSo5A
tnk59Z8JXKeVJF7JHHNNBUUZHqOa+zYP4oU+LYafdXFIr8yfuYwX35WMinluc8PBJM8BOpuTEFVO
vyF3Iin2x2Tol7rNeRsO595OaBmF9L/n051garehaiHY3eVHGX9r+z0vFqgF/vrN/5Hd/++1DHM5
J/BHiUTnbJdjdJYnUQxVl47dtJ8X1rZvoeylHvhIjvfTGi/XuTb7pSU9eeZdUGPvi2f4gSndnl82
Q5muTBfmBCnGMSvqxZILn0B9RWO7Y7QhdX3SDOlAX5f2CsdZP9wfosSv94VwgWHTqLB66R5/t4w8
jsvuVWtgrlpWFcX1TuDelpuxSPsBLp58YX5XB8xFqFp2bCOpUUfSUQEHrvFd0XiazjOXoVI0sRR7
2Z7Zvn3S8MH9Ua199f3Xk+ZG8HMhKnk0q11IfWSBst9bI89rJP1YDObSUwsrRlSpmyOrQgrZKWKg
aYXuJD/LSebKZoX9Bkh6b48MCvXjaUNn5KOJmZ90G3MBKrEWQSKLec/iZYuygrV1CtWNxQvKQGRw
5nk7J8nQcp5tS3c8E1qrk1bH7he7XYaqlgUulssmzgJuP8UovKSVLAK/LcxlpmKYEw0VLwXkSChP
V2R7aV1yP204uCa+Hpi5xU3nKJY9A/M9Pqymah7Wws9bFUfz1w+fOITQTExotvL4a9mpB2YGv6Zl
5kJTdbhgu+UNzXpIqe7yc1f0fvHOVc5CqT4RokuijEqsz7ia6AmlX7/DjMtLWWqQBMDULwvqJSsW
2P+GsSe4z1zlrLoTRYcjdZShu3U/Gxmzc039ymjMJaaSJJZ9NZooO0YynbYeVYACwrV3gumNfdGl
ppIOvdbEFlvWs0r/0UbJap6qI6xCv2qAS05tNoKnAbynsoaUKoV+4xud3EMob7y7C06VK8wzDh1g
1+rVkK6DeRpD+9krXrjclLQ7oxApjrKRVuyhC0CkW4kTsN/TnQWarLSBkNu8ZfW8R6cmmp+LwPgh
scwFpzp1iGMp4ygTJ73TIRXl5IdnMxecahca86OQUVZu7AniTfBubO/dBdz6mvT1piX3MU6aUYhM
L/LTOhcP6C+7pyJ269nO0de2Q9yU3RpnpKLv0d76ke+xX4RzyamBdnqqO7llU1Dq8jTV0YvePN8h
ye83V5wQKshOyBQzrCBoROJW+Uu96C9ej3bpqX5rki1RhciAN75Fh8aa1n39u9+znQw3QLMmVHs0
zeIKjaeJStuw8ZyGLutUxX2Ag/qB/VYMU0pWyJS+qNz6vbizNuHOqMXeDVsWrnZL+8rE5wnZo9/X
dEWxQt2VQhUIcijHwBJi7gXcLIXyO+q6uBOUOIGswX0u4xEOQSWujd6rbVue/EbGWaH1EFHa9cgS
+2AyaTwkDxBn/s3v2c4KLTXU0gOzRNmy2YzM69N+HJ4f1DnpjgcXu9xtlEFQdHsI2IIrzGQNPQuZ
LvEk5w0QLMGYDzsAj76g9ackpoHfmLvA03hIiHiLbsv0HNOHBOn0pWk37bd5uRQTMaqFJtK4Z3NF
WIp79jXtQvRyeX1Tl2WCpGINM1i1Za1Ya6Ae0fTU4XLAr2bk0kwzi2e9Vj3NwrB6u6z2zW5j3zd3
6lFyCvtoF8GacRvKN7La7ZMgG/Mr2UcvUepft0athS8M/ObWrD5gATY3lf4cs4mf/UbdWaVEsgGX
YDVFjE7OoggvsBzzavVgLtJk1lgxZdo9qwcxpgHqOidYzvjZqjOXasKJSIxmx4vLaYyeZbK3lwJK
EZ4LyQmjdOSyLhkGPeSNeiZqmbKiPe7pKL5MjJ+UpFyoKbZrRTVOh9gEyvmBhDH9rqVoP9J9me78
gJf487M/kbyeNeE86QCS4iSb4i55VyZqOmsxicvWJgFiCPUDcpkLOskRZuXjGpMs7quvLB7fFwX1
S6pdykkHNjBjxwhQuCZ8RxPapeUshF/hywWdbMRwZFQvT1/jD6EM2nSZwv95LSqXcJoUHyBwtW4Z
HFGbz62u1ndrTKEz/uvHv3zDn31bZ83G+xLG4LfXrA2G/eNAYGqTwsx0uOgmCs4Hbaf3airR/9BW
VeuXoLm40z7Tfm8mhj2O29+A5X+LpfILKy7uNIpq5UOHjb9bk9PSm/+Vw+G5NbuwUw2j7hFGRhZV
Al2d7GBRzk/8rD6YCzvxWIdQ1h9tFjVieYYHlr0gwxz9cj+XdiKMDQtkXWw2T9CBeLkbgvGd59py
OSeqY1QFgMBkmvc0TQj+U25+U8UVvuJRMWzBSPDiZA3O2wtcMsWtn/wScwmnOowBaIXlkrUlpGnW
wKZLuG4ffr2ybpz8XMBp2uCEoeGWnOEYXz+pOCjSZR+TO5dwN/ZkF3HajEbfyaDXzELm7NMcQQAu
1TWuVslcQV5urj3Vh5irgBXMwV6gOXHN1BF9nfmcFhalZr8xchJkA4Ct6TphM6sMTyFU0gBtHf/w
e7gTd4eea4C4q8WuXHbwpJXXbdm8inrUxZ0s1lLbrOOSyXjTFxiO9KhIxt99Xpy6xFO79Ljbt8ua
TSUzj2bYEshawL3F7+nx62gOj4BVxHRcs7EsxSk8bJuGCZ88n/4yX/+VYfYFfNJxN2azQ41L2hjI
sbeyv6dq/vNkh7regItZZK8hWp+hXsseQuzIecn65GkXReMVQahLPwFXrlZbliZbA/oWfP6PlQg/
a0Pq0k8dKWsxNpju0VDPF76Ee4rGY7+bTzgZvB76uZVzMRfFnAVs799GQ2efmpnHd5LAn29n1OWf
pKxCBKljzfZp6NMtkh9rxT/+ekq+TL3/JiH0P3pYG86uUPJcsl4T/rgHqJOrIHgIQb1/Gatpfz+T
EVejv/5jN36IS0S9ZAeimGubrSx8rts/benXmUNdICphTSR4GK1Zv+79aZ+PKD3o0nu+t7NuIVpJ
W7LiA9BQ20u4z+rM0C/nVaqgLhRFGhsFo8QuH0Z7nXVLBTF8GAd5vvvLev7XrrAulMTGNng6JNMf
1GGm05gYr+M4dbEo2chmC0JlszEhnyEy+TY+Qr9J70JRWE9L19QY8z5qu0vdFe+7MNgf/Cais15Z
p6BsFdI5U2iiP5Xh1J3G7s6zb2yULhbV8qUBtSGXDNaG26kdJv24zaY5q7X2q8lRl43ijFWqnNWc
1fh/DwaF7keluecqdeGoruzCbTySOUvAteRBcHwhtuvvIMU3RseVuzosxZE2DrcMFdGmeYLMn/7Q
hGP9bMpI3PsjN/YZF5OKl76DCS+Zs6ienzrCvuxx5ZVaQkjs9XJa9pbpF4OPrCcTTecpmNIm3O88
/OcnQlyrvH64gnhzCDto7I+Ko79+svKybgtcW0EzfyRz1J2ioQxPY4H+Q6+F4GJS6MiKoEZtbTYN
U3RaRKgvYXn4SQVQl5SKVr4TSIVMWa1MvvHkPa27O+W0W/PIWcGK6SEKZ5SNRRex52Adgb4v0XAe
ISR0Jx259SecDDlM0LGmY9wJJFW0/d2Hsr6sC1ZdOnXyXs52I/y60lAJ5LD6aMahWY718tdSV+Fl
MbQ/12onz6Uw9InvofbKyqmLUMkQMqnJNNispcmXclhVOpVolfWaSS7cVAE0DcKNG9yd8r/Rjv4G
fT0//B7thN++Zqi0zS9RBshNn9LO6v+NZiB+ZivU5ZsaoSoyyHjNIh3pd2VRwZjT9l4NMdQFnLp6
UHwpjMmSLV2PTn2fdBH+5TcwL/vfv2J7DI8P2y5yQgWp/9JG6sPUJ4fn93SqUxRq/gAD9j5b1G5S
U/LnsYnuFO1u7HMu3FTNL/2gI++zsiDziVZZFHYqtUND0oav71RcHA9c+90DUxd2KjqB6i/03TKA
bOpEScVTkWjll6e4sJMMZQuZ533JFlr2f6JAEj5ZAtFqry/swk50l7YnHb6CgVH3u2Jvikdit+r8
66e/BK2fJP8u7bSFbLGBJEs2s532ab8m9BTDmabE9SqCTRtHgd9scsknxk0CQcDQZPZFC7CH+VMa
FXt3p8Z2Y6d20Sch2sA2/TFlodiLj6qDyr8eOvIwJ1DpuPM35I2xcmJz0AfdciTlmslNk9Meo2dp
j7rgukZLfW5kVT70KA6nyUoiKDDiFOs5cs4ahzd7ODfCkDd8K4bLAVvrS7D5USPUBaQma6NxOyx5
E5QVTYuDAzn2bPagLiC1aobbP46H60p3KRT4ep74RQQXjxITFQMleLQU0EpI5q5NZ9Bdv14VN7JH
l47q9sPaPo5sJo8V0Z5CSzkbm3i7c592Y7K6cNSulChjBvJY22op0tH0VV52Mc3aLaF3EskbP8GF
pJogGsKtRb18E+oHrnNOaoZoxq+H55+C/k92DZeSqtoJttulmTKwI5XEwAM03l/uEioYgl7QyDc8
FWUzPa973Z7mcmgfQtsWF9q37d+/foVbP89JwuNGt8uKr5TxFkKmSfJNFOM3v0c7y7yJtm3udmOz
gGzwiPqtjv2ElamLUdXjAV9DNiOLaZv30OKg1g8WpMwJ1SsHMdlJXGBwHnxALfQbK/1M7uh/5Ke6
qkDb04S1EKofIka7sEma//kNtZNfd7aA7fJ+jC8G6N/M9iEKZs8l7LoMar12y5xU5E0rWyR024W2
8s4B9sbcc/GpgtBNd//P2ZktR4pzW/iJiBASSOIWyNljuSbXDeGuASQhQGLm6c9yX/2dp6srIi/b
XcaZIKQ9rP2ttcTWY6E8EN2cRXPz5aY7co2eMkm/VVGBa5ejggqpbzCjwG+TfbBr/VQwIsOrt9Jc
1q390Wind5ygp3PbJ796IzHwoVnYKnMZm+aV2fiiGLlNI8iu1VNsJEFXiIScq3F9SaLgkxjNHwLR
3wRA19Ip1fK5aYaAnEvmxmOwISyJuk4+2JHEOShM28fbbs/VG4oeXdNuoiBnUDPTwhQPoFt/uu3S
9J85QI86v4avV3gukuan7lU+wlr2D1v979b61Ruqg2WN+SzJGTMwP4kQX1df/Imi8LtrX7WIgqLj
ZVPilpRN9+AsjXN44vLdTTflWkCFdx/rkOKDO9s9Keng/Zn0t+GD2LV+ysMTWLsiJudk9o8lG4/j
ehuFml2Lp4CHS6w0uLRcVCZZ/FZy8qcJqt/c8GvpVOujqYv6CB+boQ+dtN8D5GC3LZRrEpRhnSyV
ZOTMpfnY1N1n2TZ/CJd+97Hff/4/Oa6aKQhQHh+bbeFpUsnB9/FtydXfo2b/c2kPPy2h3Psdqd5a
v55lw/9QOvrdh756KYlt6FSHuB+0NTs5ZItV+9tW9tUryQodOITV7zuJ+UzMlq7dbTNk7Br/RFcQ
Q73C7fC6fGxqkypW35YkXyulynWsYhiA2UtPpi6Vdtnyrer/ZLLym7t9TYDaIsHn0WgK68jyYxWs
YL5t642Z67UyqqrozIhX9JyMxauekldpltuO+2tl1CjdvLDp/a1xxUMzq4w35LalfS2Lsm2V9NOM
ZVKMSBaHUoEYVoj8pjV4rYuqk9KsJYaOL1516gh6P8tHzf6UaP/uaV6dlTWmDEhgQ7zwyfg61X63
dONt0CR2LX+SclO6NZuB2pDJlNnor25ebgsMr/VPWlFeBKUNIUkN0mEaD9tsb7z01VnZ6KVQcgr0
hcIPKdLp0r/e9CSvpU+CtjYpFlwYczTYYNvMjvK2uORa9xSDjQlX+HE7T/HEUs39gklJ0Edu++BX
JeEloKaIw0RfplHfh7r+7ri7TbHFroVPQ7QZoQrdXPACQa1FIKVlKfBgw21P81r6BJ+LaTakry+T
qbYjL5nN+XRrveha+7SUpk/i3rQXrbtvnnXfvZhvg/qza+VTHRS2tkuznWFFwtOVTiSlKrotZrsW
O22unagWdjtb1uWRLT4xVv2pZvGbPeXa7M9JSzyk3c0lYOa12DD23tv4xhyZXL2dpJeybduRnsdh
Weos9loAt6+n2wyx6bXgqZgUNqvQ15ciiL8F4G1oom+L8Om13mmpA+LDUjToJBdgPnb9smcq+dOo
bvyvNVN6jXiae9IDZJa0l7Xr2rfZROSDb0f1Uk4JO9yyEdBr0JMEIzSSG2su27x+q7W9p4rcJDQD
jfifkaenjhQhRpgvSWvVfdQJcjKxG/+w3P/Wz///MhqsQv55eTHEelnmurmA7G1zsVi3Z2207st6
DTMaR1NWupYUaaiG4dPG5XaYsYbf5mAevqLnUH6lON+LHGbsxcFMFX9bPOonPPRVcwCjcsjgoBMW
O0pin5eq5/utj5ubIgB6raZi1QgmIO77GZ2tHIZ9JvWLoTclE/RaTLUytcbRDHaqHLdU2+5ghj+N
YP7NUv63m34VPustgmFF2LYXFWALzhTETznIjKM4ashkumyAO0ycEe1Af4Pr1xH62qDLgqBYsikp
o11vIpQc40EHOa1lqFOMdPQfWR2SS1FO6lCVE8kNsCYHgSn1r6OT4gED8BhSV0ni8yJc8WDC96im
YVH4eR6Lag+wrr/3FO1lq/rlBFpheymc+1Nz5N/3Pnqt8BJwMhmbrm8RPETk2U3DktIhETe1N+m1
pKvoldGux8Pi9oefkwsZb7OnodeSLjVM05CUuDLMYx74/NXcqJqm14yrBL4lyA8wnVTwMse86asM
4tuU6vRazNUamEkWcWAubvEvSVXAV6v4w47xmwd5jbcyIqA1hgirS6dnkw7S6wPce24bxKfXUi5L
F9F0dVdftsCx+0W0CwAqN7qu0Gs1F2RKcVJUibpwLR44IZCa1DfFsPT/GRaShdkaMK4LRJh/FYH/
tIXRjYv7arfoJti/BkqpC279kwhQ0RR2uc0SF8Wof+7/Vqs2go+RupTISdLVovfWlfqmAgS91nBB
9h6KwM7BOdLBNzOg4oM5mRs36GsNVznYYC23ITizVX2hZXuJ6tuUbTAr+OdNUXUVmbJFKj/4Xt8v
jTo5y/jTTbHCtXarD9aaV3KqoC/uH0hjp1T33W19Wnqt3RqLJY5E1JWXhlZLPnYNGO7ldlO6Q69l
WqwpoxL+ZWilhqrYYQZyzaxtbqoV0GuVVsPgSBegGnuxdbDsWlrIFNNgL7fd86tK2DZ0clvwFp1R
tRpOsdy23Hp6W/+aXrv2ra2c67EK5XnYIndv0fU5EpvcJl+j1+IsW60gTcNm7OyjZcpaHbN0rKbg
pkoevVZjNa0PzQxA5LkPE5P14ZYvrrpN10ev1VhrKfpQ8FWeg7aVqY7Et7gbhuymZ3oNm+o9WEFw
AZZnFbDqoQjYt4AP7rbVeC3GkkNYO0lAauCVfilaNu/qePvTqNdvEpJrMZasag/0dMHPGKqM9iJi
1RnyLJe3HZtufKxXYb3rwsAsFeHnYRnDPHR0/ZgsPvn837f+73Hhfwlgr7FTbNscI1Utzl70VHzD
JKd4meuEpNWmwvMA65OMM0DjJleYp6jxsGfqw/VlraLpeYDR7I8BhhD1PopB9yzqmu1j3c8fBC3I
Y4RgdQ/TL/IptIk5THxLshGE6BPmD2CPvcGb9r+/xG8CmWv5FwDaEM4UPD5Hc/HVBe1LiOj0tktf
ndhhgGf6Hmycgzpcz5t0S1by5E+h9O+Wz9WR3cgEJDm3xGcQSyzmMh3fMsp9+CFUU3PbyX2t+Bpo
DOurZYxRTSjXVznKdSfq6k91s/dz9F+Wz7XiqyUwH2xg/HRW6Ih/MK5cThq7W5m5MelZRjoP0hCP
6G0ASXqt+4qrKYwmZ+JzzGz3AC4du+9bDjDIfz9u/puv8/7z/+ngoPk5Tu3m4vOcyCTHCMt6qFhg
clBk1L5BmPL9v//O38KBf7tv7yvif/4QCTcz6Bn9IVqP4fTSRlL7rPNNmMva26wFhTxdWdy+lDYm
UQ7HSIp5urAdsUB6D7eC5L3zTn0cnbjR0RcVL+VHY9bkGbqyvk0jNzG8j5ZAFrLNaP/Bgf49qH2W
pK4e9RCUB9C95o81GDansfFVn5Ky4ReUDT5tOip3bdWag8VAja9TyabwkKzNenAsaD7VrA3u2poP
cxoLptO2Vv2XksKS8w835zcP4WrHa+AxXCtXbOdmbEBSDJtlJxT7Q7H0d0+Y/fPGMz951C4MP2ts
GgeACPQ+tlG7s8Z3H3q16j90qP52lvi3J3wVqFRrr12TdDgawCcmp87ODoYfEGOkM2yTdhBQNV+A
KnDfMRwR7wytfobURGlo1zpVaIQc+mqVf5Al/GaD/H/ytr50wN+K8IznKX51QhZ7D2LyX//9vP5d
fUuv9W3juILKNYbROa6T5LMgw3Jmmtu7SIt215dlu587uZ5FJOfbinTXkjdPppVPxkVnjRLgOcLt
yuHrV9wW1l+L3cLKrdU22OjsksifVdOEqVdh8vLfd+s3z+Ja7ba2nJE1ZuzcbEvTpL7FqVjOkn76
78sz+btC4LWhIoquXa1Qtjy3hFdllFUajFKftYQFEU0TwDbIh22eeP9DoZaaNKne9ILReqrnAEAb
JWlc+HQz2JO6FJZwjeZPJRpcU535PhynCt7cXKJ1tLX9GposEKyOPg8t8JJROixo5f0qR5eUS4pS
9rg9aG7i8jum9w3KI0sJ84Iw7Tarmweq5nrn14QeSpC8g11PWmxYyzSqo8Vkq9xVGF78OhTOH9BK
vqNm1bDDa2AqPHVNTLLIVnEOPCF4cGGFMyYZMIZ1dIGM72qw855DRYooJ5uq5nQsTLUHtPdXqYLt
R/GOeanHQaeOJMOXQizFQ1vW/NUmy/joqobsKwEy97wVVv9a+9W3ab3wunj0QDh8tVKS4FBhLLl+
FGOP5ZH2OJYsFrnSQWpY6B4TZXzeW6JTEELwjFczydyPsUW+xdydClUFN2DXpYbXL53ZorsE3wHQ
4mpYsroPi5wHRmdGj/ZZ+AUWgdQ7se/wOJ8IMCfTQ1IXS5sVcRM/glNePAaFUMd6tGGQjuBRZ2YD
lfa4mYV2L9Abwye8ssnXQIPkJkXJac4s/RSVinwvIvqLr6Y9d1r5z3EiyzbFSAxRGTRMJodEOc5t
1/e5j4Zxr2XZQ4agggIFTQFulp/67nPX1xQ+FHUFp01fJXQ8ztVGyWMSLFCZV9Ps5qP2xcI+ubZz
Yhe0DX5/XOPlvRYaNSabBLdHp3h4wgNo8SkbDfX4qZtLwEm6GRWIIVWwtNOfi1LOoF/1JlmrXVi4
Vg9Z0NSyuQslfjVlqp2yzZfkSdmSRFmNqZ59UbYWfq7jHI1BPvRzW54GU6vqsVlGv1dY73f1CufA
kXU9rOFEJ/KmVyyNERg3eVNb3z0LI2uyj3snyL5JKON7HS+JL/LObshLUxRy2+6xEcEo72NXuOpz
4xwnj60Mt4GnBYIjkjVVY5zBJ3F1cEABi25Nphq0M848asZ6T9d+9nsMcZbsbRomtT0FRQNvEgVd
eveVTquZ4U7VMjq7lKJqPqWmm6bmjlJSs7sFzRH1XW1lqO5C1eOfWtyT+BlOKiRIVzyMeF+puOF7
1vtEHuem8DJrSAGRU9oROLlkU78m8r5oRFK+Cog//R5SbrBhZItfyDfbBpjCn5doKJ7hQwCkFNTM
fN5XrovUT4CmevSTkCBM5WPHsBAPcpwmfm7bTsNprLMKOW9Xjui0DjA5nZ6MHMud9kGBxqIr3STS
Ppln/qVmjHWvboXl4rOMbIxTk0i8ntEYduy4NZFYfmlaBRMm/mblABVfgvLELNgDeVhpXZ0GXnXD
T5Z4ze4l0WZ4NT5Z5BGiQBV8Km3UIYhpe7FIqAI0izIp5q74jN9qxqfOxRsR6cwC2TwoQfrxANIi
H3eR7UnzsRbRMt6LEOsa2FsbiJ2jfO2+gPE0xsh26grrGFYNyaEzY+LuN1YO1THR2rqvZJPU3q9R
15dhNnlHxjKFURTjJ4GZ++aHL/T7wESLsYmDDgHjONaLXctLB9lfeORVgugRQuWl3k5LYqe5zEwc
tyofyBK9765jGExfmo23w74bXcfuKHajNd61qi302SjMDH2ZIs5BoeFNwmnaNHMRlSkEnZCO1Ngr
7GnBd9LPHsM17a5Iij4+YWg2rl+bYu3FuYI94175Kq4P9Yx/DxD21hY7QO+key4obJLqVIeGtkcR
Tuts87iZSH3E0Jtamv2WSGC91xoP5iHgETpScDkdLT/gIIIwPkyUGk5zO87NTwF3TH6kLcbzUgVS
Q5n2nnufd72pwx+bn4LxYEMA1HTqvZjWlFdxkJd9qAKbEdu68a2lYiFPTd2YBvbZGNYtwToKiStR
KuEoZfR1osmWbmGLAyqJrSr+wjTpHHwQLgzHcwMUzXKIbC3kXWjCSX7XLQ3DTwOwOs1eczYUX1no
Z3pvReSGD5HGIv010WASpwotREfSLqBh9BeAHIM/si0KyKVvpqVJY0ja3U8xTdNapWyCMeUXQVUf
7ltwD5d7MxC+3M2OIUBP66mU5m0cxiJ5kGHdV68LXoSpSiMx98Unuaoi2OtipnxPxbqUdwoK+SBz
bA3jKrc0YsC/BXNwMH508WVGJ1W9oX5Ba4fxnCnUfV4omiDXJzhMyHe4sRGV4w9ZY/L3l6NfswJk
2XVOaUM9ETvKw9jcKQrraZVtQFBMPzbrevOmm1gPb8OmAoEUYdXrJ9lKU31kLZQKP8dasbXNvQz4
GO+5Yqhp7IahC+UdKGbWP1MdkL46WjDZ5JxhnnFwx7FyCyuPXVKo9aeFHhvHg4pZVOwgP06sSmXN
u3hJ+WZVzAH+xeQrohHaBdMdlU4VaZMUkcBpWxQ9eI/cDz4Od+hNc9nnFWviNjqIcRrG116BHBMf
ZlD5QeFcI6i1vukxdsOa8XFCw9auBSadUrk25cRT3oSBnDDnopZDUcu2N4cCM4FlmCueyKA5o0Q8
smc6AWA3Z2xJuHvTthm7LmUmrNS5rd4pSlmkwtpuaS1nYTCcM3Ubz+U0NKLKEnTcyEE3Afx8QExj
Oj4BdLiaowiacPoVk46Lw0xV0B0q5MQyjzfu56wXViNgWlRfxWoftqIoazQGJt7suJ629VDz2dDX
oKiafreMMvqlN9GEP4WdmDl2C0xDBhrRrB5U80SDJSYpN6GODrAWLeUlKSlZYCYWy2U9xlvIzhJU
5xXn9WzNvvDBRD41zJTbjidBEetDSRcT3K19MIXfpaXkGEVhpA8S/q56B8J0H09ZMsEp7l5VJKT3
7bICjpOhUkShaHFz8VTassHksp0mB4U/W0/B6JtdOY+g1HYjKHsT5tgPCcIo/w1NSoin8JVZL0/e
JLNL0qpZErGTTEJ9k25A8zenGZEldg2l1ZgmoDA+S+iAGpciqpqj5rCagdIP4caXMtgzQdxytrxV
+jkIe2DUgHGmCNfw6obgRAjWJNVfZcCcP0olzqGM2lNFQVTCDpu0r3OXAIjh+s2oXIuVylMc9l7i
//VN0KcBCk3qL7MWGDDYpiqozoisOfs6eJxcjxCaWfqh6DZiTtMgsQA5euQorg86HuwBftgOn0Sa
aBuPeH6Led54DM/N3qofaHzgMNTFdixh8fdLiL4a+3Semql7YuBOj3eiq1b9yDB3Ez+uCwqMLyuD
FPQIrZxVVTrVVQwKa83WdQ9bgL79mYRhEO/rciDyNRrFOL/EI8TGL0VpffFd47Mi3jFCbNW3YhCw
7YZodav442YT3WI2sK4Hgm9GeJNWpFYQ+PfRivfX99MSZqgaqjVtSSTKk0SNda+XFqobAIs6daBm
Ej32isXox4KPZYCIsiZwWkRrXSUWsoXdJCUMfGNO4DOYEWV98DK2TnXzDsXxIu6Oda3rQyIkjupB
FDKpMp80AUNwtsXiRwHmGHMZn7qZPPBpjtWJLlvcphQ418NmI/0itC1hTmwE8rh9q9tIyXQmI7H3
kfRNV6VGS+seaGHqNkxHDgNanM+Bpz0eXFDq7R7UzGpsM92ta4qfBxD41HE1Pvc4ILD9QcxZ+CUt
e9XkbPVL9yMu1uCZbxGydwvU26VBmD5s2NGo31AzioLyI1YtGJwCaMX51EsE0SlmpVbyEA5OoiFY
JHFS3nEY0kUIGaZWjjtcuD4aDNMvHyvRJfNy75Kwc09zW6wir8e6Js8IFBTBrKBZh3IfWMLFhzFB
tLJvPB/ls0+6aj70oyjuIjlgLjaJywNCrtJg/IGYxB4gA2bh44Yw0O46inXV7jyGaHt3muI27hwi
6vcaUxVOwb0atZt+9bMexF8zxv0/z5zKn0hOsZntk9UCdjvRYhnzDrjLHytsgjKFdtZ+6ME7KTIv
izJqMmw+bFp3esYQiTtEI6qZ7lTCVNjtkOAnRubRyOz8seqqch5ydAUHV+ZBtEkG0v3o6fgUJ/1M
n2CoGrwqN0tINkpkBjJja6OM/IzMGEyL0XTwsYMLEvxRRaYDzwNgklDei+K8ipoBtKohGe6rhZG3
nnFXdTB/DzQtcjp1QShSq6FG/+rCKJjzgC3NaGDVPRfTvVtmDdOQoUAkO6LlQmq665ey6L5J1cl5
Z/BGxB8kvsR4TpyY4zpD22HItevWMY162dapDfi7fVoDMitFutvV01vL4jA8rPLdFSYTS+CDz9hk
LffIXQOz7rYK1hxzmni6RHHqOrB8DtxUcXW/Lp6x4wwnzBGG38B6VOlQWpT8+w3F9/gFDjPG31mg
GWkC7N2Ik7QgLBXetDgeUSM48/rdOTMCDGgn5zHOG1YymntDllc1y+AgKI0em3ENgjxY8N8oL7Of
DmPD3X7QTt9jrfBLJE2CRsiwBtkwdexk2Tp91AtvX0YRmyUFwCtBuoZi2pCG6FisKQGypk0+8iha
UGlvup9M92xGeReyB+eXLV3KhD/LCSkWQhJw10KkhQeFnRZyqC3CjNpsnnrmscMvxcbOqrX+grer
D7MWdi4otibbyQDvkPFhGxB9z9MxJgMClMXDbHqVNoOS1x90N5V5GG/9sWdxcRBlMZ+1wgYlw6nN
OtvG92GIgk1YdRoBG8RZMio8oPcb2YnehykgdCaTlM0ZfPfawzRF3Ws/9di0gNLKdSHCHXhIHCFC
I1Im5y9+SAzSsgiB04CUe6t7sqs09oyRii0zA9zBZQs7zZWh4AFD7M+smgYsOYivsVEUuwD1E4p7
EBT7wRCPjKkdTmuwfIdBJEfUWCJhswKfR7VmycKlL3D/Sxr2mTWDu8AVniILiMZfzvHwU1dj+4hU
ML3WbT9nLvL8CRZi+pNmujjB8K84a+ka7CeuT1ngeGZ1WO5WxUAQCbktd1AuI2yqEhccMUo75qvT
COlg+DB8G1ct066AhFdDq/ARk0toqHBW7iWMc4+mQxAI8deyRVkc2AKUOqTNK/QvByiY+AWKh7ZL
Y2wNh7KdODxeGRuq3VJE0gKhFC9/Rc4jAEZyGz050yqk/2LpfkLAR459FKwfIkw2HtpSTAay+w03
rVRxXmpHdjVz3fdmmuVl5Lx/KZeOYuVThYI+n+O0wmLYu7gE+1l30THWpd0B2IyF7m1zrJVft2xN
hnlvA2eqlLii+lnWVj3qhJVf29nwlE6BtTtWhe3nuimWdW+s7vlZkdbslR34mIdR3bzEZdk9d1Ed
vxVhp37BUyyAvRFHYJZI+Wlrg4Ddw6+gepx8U5xmWiVBugCtkGPyGjHAasb2oNCIeBuwD7oj31Dm
ynVVFgcdF3Ddi7qaVNmmivVYJGFZ7VoSBHMqiNFh3rVtjOJWP60epSM9NrnB8bUrtmINX3u74FxO
Vb2SSxiJbfhM4wGk/SSeArWrkcf0O2TrUZT2W1I9sE2U9yzkZoSBqKhRRLLrd0JW+8rR877nAehm
eHZIEZFWTqgn4JwMdoOQ/gUkL0At/Qgrj1+F0qbLCGKoh1LThUPWOMDOWpitfypDhJjDpsfzOlK4
TjWhdOUDOjKdedgQ/pY7M0TlY0STJsm3Ej6y+PSILzKJo/6N80WcoDVr95QH/lcxEL+h5jkXZ+hL
K5E2iFXjDKtDl1lN4KCVUQifH5mY8RrN07uZlghjTLnXPpjjPV1i4VMvkgQk1F50FrOEmrlTLXD6
7axl7h2M3SlEkDZ+rqjr+X3gB/mDCNVUGYe9EnI8GOm+ki4SWMXoAJAdRBkIUwSearur5Tp8Q4zX
f4H1WPGzdR52NaEMSprxOUJoXI3NBEXygiwzW6dkGvGy9OSraufxAZtC+OZdNf/0aA09zRIDbCkh
BmsymLfhfp4Tfp6rsvrO6yH+CyGb+NIQK5CTlc0UXFYQuH9VBeK3lHbRqvMScdLDtPXVlkULSy5h
2VNs5kNPP5gB0VtKsP6rdJvq8kIRgVSZ0w3t98XSb82+7KOpPfGwtWcXvpdABP5YkuISzYC406Ko
UbuqzhjU+OILnKKjOi/jEWJXCqF7nI0zfPAehpgYwDFFh6Gop34R2NlkhP3vadvGIvi6IKo7x34Z
dgaANZ5vZEHFFfwdk+wgMhhewAUEyZ1Ei4xhtVKUyfOGft8RFQ/kZtgUSYHCkKzbOzcQ4jLRrAHU
oQ77RdU6Tr9UZZc8bnRpP7YhyFb5JobCZxEcbXw+uKLfRhwHS+9eah5t34cBMLCFyD7aBattPjBY
YX8LWisOrZeDuoyOIfyLXWT64zor9Zlvik05QT77PIMe+VNvpjZHyLy2MfMLSnt7bjE6CFF+bV9r
SHIfMQDUPHQCkyO7Im4rv0PNgk9ZgxykPJeoyo9H/EZyppC5NAcmQq7ziPsWz4koV2aLJL7bcQ6d
a1YRUSHngO5gyAcfsedkXvFAce3KpaJqtkdioZ9NWxwW8PBgC46sFnTI5jKXen5Tcd/71K01+hnc
RfJAIj+ggLKuCMKjfoYSdlJmFijOllVewRV42ym2lO1ZbTXeVIMeMj3hvpV8F7NBn1QCidjcDCE5
Udy6t2CcUXqvEZjcJwzq+H1Bun49CWPa6NQkkfjqx3YyT4Ir2ICPZmvwQuBk4+6E4kFldl6gQHbc
gmXiWTRaeSmqZcV0A+xJUNbm0xQ+IvZaB2QJ01BlclqIQgqnpzkvHHs/f2nRJsmxHErzJVKk6p6T
IayCZ7GGdM0QoLfLIeg7cMLNKsKncWr0mxk2JNKxWlHOBLPEoLcSRuH3uhKIQJiM+3IXDh2EwMR7
Nt5HJIoH5LQTWXLllHjsdDD95YdRgRJl2mSHDA+FFYyXdDWMjqr6LZ40y8U2aoqlvk5V3nBEBh6J
WbuXyVwdPEb+RGpUHHzfJiHuUZGQ/LAyt57ezRP1d9Z58mHypUUu5At715HRuidRMXJCCfKpqmf2
GMIQ8Qw6Ge5su7aY7/O0ECg2NrZih6ZfIJts1Fi+dkm96pSEbDpZPugoo2opDxsFRf3rACj+jrje
I8Bv57su0hGy9HlpXB4vcUkOgQi7L67raZIj6vUt9NPt2B3cOhkcySMSs7QzVO5aFCqT1LYhTCqm
qOruaSj1kPaILG0aMTt8qBoQDbC7zPbQhvX2o2JjsmV1BaLpQ0cnP+ySBCOn59hh60eVVyK6iFXT
v0NxAgRrhDoQNdIhVtH/cXRey5HqWhh+IqpIItxCR9vtvD3hhvIkiShEFk9/Pp+7XTV7grtBWuuP
6rBFu16ONJyn1aWO3CTKQUeD9kTeULseOjcq03yVmMmjcY3gPGxkdRaVIDaZ566cqEHYpY8icbbc
CZPy9xbU9cKOUbrLqXIHHdNMuDHzuFaeIr9Lq8xJ6eNgcyAILpNKt9N173prDp22Ksmahh69Q2uQ
UREj3tfXeA6iJ3BrcaiaQD4mRchz4pfxRzT54FUJa25GtkPRfkhnIgi43tKGUa9K/187FVb1QUA3
fv0oCBGyNZ2lyVYvmM5B1+1u1o5Bc9yEaH8Us5pO/jqz9KuxhWdZ0uF1HrT9KdxZ4O5uIRDydWDk
Ps5lyUngJ3TcPysSzt+bfa8JmSr6+tWpaWF6NAmVJizrK0kWGmrCHkXhbKCjyGT7s6bqN8h58eIu
G3sCSzOoNPuqpbHzAUyfe8Cfwf+yqXf76erKJv6Uqaq7f3vQr1XGegla4PaaD6mjq/W+GILKz7su
7NCEFsrZn00ki/o8aGcxTMhT+oBefHouZtLBjlFXJsmhRDg1HbY4rfd8KIx83XAXLLnF5/8Oszb8
7b3YUtxRedVFNF515p7nZpKmvWvBxTDasDV+MQuLeipXninS2Gwj7pVZ1XhnyzjqIdTAGS6zTNvt
2FS2+TSA3Uepi/L7GkbLD2JJ7R/LYnMHAM9TF9jtnXgi/GoNhpHkVBcmfJpZba68WuV6sEFomrwb
MM2w3TRxQDZP4Izvng6n6By1uumvXzJtm0MOrI9diC7gHgKrS3/abfdg4wambw6Mof3b94P9PezK
l6fVXbz3SsKOydJ4V5QL0f28egUll70Yz9telEzokDF/p2jgKZDJ5iHhCPoYYjgy7L0FbaEiAvhb
cBS8J+v65BciPLQirJcLA4LOKt8qZgoz/Un1Ni43Gj87/9hFcr+vqU+8JiYYHqa1FWflJhTgAssp
AeZLidKBWtntqvmiAUjJcr228cgFxzRXjlm7hQOwA3ApJYWI9c9IvP0/ykCqZIsDOTOV1fJvwYNS
ctQvdaZlWXzYxmwxj9cY64N0hoWDZzXTTThb+a8NU4ZgQcS5IM8/hGWJZbne+qkz+qKnpH7bHAXJ
iXHpv42rjct43EsAzC2ECDZJd1e0qfdqnYCcDuW4x6X39dFz4coqzhgOuoDJMEhUfMTELe/2fu5O
a8Bf77mTOo2lBvNLay6ZFpIn6+JEnYCFe5mt8VKawwyy9lrXKZsYUY9Q74Nb3PpSM/Iu9TZ9LlVt
DsUgBLeK07RZn/j7qSiJsIOzkkWul9S/rHG3fMTbPDf5RDt7hushvq1t3F8CW3Qh3E4ZPbGBwXdD
muVdIwZAgEIGP8amXE5TK+ULyoHkMEXxeth6sX6bndEefCjnVxM7zVNLZUcOzKkvKi6cD952JIsu
ofEZaJh3novBPa4jAAJ3oTw3wVzzBpUFa0lCD1retiXvZbt3jHAWz0G0qk/PM1gARaJZ3cr5cWgR
oiUFc2/uQW1d/BEMwB1keZuDzs+ARDdWzok0wG0Ih4yWJXJ/0zA42Na8LqhCDn6AnUdssbi0utgu
oQcZ23XWPrBs2NPGG/G8CKe8VFEjrk2jk9PktPuZ5IvmYWpEeqTJ/XeHnSrnt2IM6oeizGZdU8pl
dWkPOt3S57oS7sdaav8AMek+Aeo2j33Zer952IPDHiqdB8FSFIdNu7Ac0peZDpSbFd1eHIt6qT4D
CWYYtK68jKWnDrHcR05xx/lE8lQAaJafno3aM7WgyWlJtvbruQj/xNjfZnXcyQKXh4qi5hcVl9MJ
RBpatNi2QzDE8zmebOxkZbH8IksOaKaa96vR4R8G7r9GrtErVlFKerG2P24VnNUKTv/uSjc+Q/v6
h9LZ0muSDs7juJrPqNf9sTYKdkUWKQ2WUHusIBW3ZRWH7yAL4xnQqr5z6ak/IXwzXOS2+uuHk76A
Q0YvzTC9j3FTfjRuRBvbzAyAS2YsyB+r63vSO5NXrynjwz6AR5ycKG2zWg2pn2lt28xOsXsoOu83
rqmRz3MRhz0dWvQrykbxscM5OuQoWbosXcWy5gr1hOKyRz5/MDWyJrNN8nlzyh9+RUzWp1q7YCMK
M3a7KDxKKszyWe2qDc7rNHMR1pEDH/NsbOXKh3Ye/cA52Qh7D6jUNMld8AK0Yvm27OnWXRjb7PYG
lFppyCo7hOl/alzC36K2Wj25aovNUXuJHf6VNtinOtvWWvQHNSrj3/aUSN/PpDSuvuPjxjItfJQE
0NxDr558stGDh31o60Mol9b/ZgNvN3d+7bXQjcG0KvOaYmsauPYWj1vSbYy3/pfOgzJ/E2eNjM26
vvQGFKv8AtMGiY5rRgLyrPI5rCSYrvXSn/PUMEOHcSIfoT9r7zgsXfF/R1x19ONpelfrXLbZOiaD
cywWU9kcUDdmtAwn5MvciJSoomPsta8+ralDOK/CCaPmsZSF+WCh7JmRGo6bNi+b3X645FMPL2mZ
rOpEcpPn5mlj+hugio+coS7q/t/iFFP33lfCdq8eCfdDnpZc/Bt1F+tQZSUva/Wgx960eeoRIcne
CY0VZlzLXffUTdPOJy130NqstgDWebN6A1RDECKZuUvTILQPeA4L+X1ytE2emLbc8sOuYu+zfabj
/qPsDA+T70M9ecfArv4PiNfEe64BWeQ/Rb7dvzlGbEyGGgra8rAIN2Gb1SAMVz3MXpCDNO3OM6PP
JI9jopz3dOUpIeA1rJVxESaUcV1Q3SwEBc7OXHa0ik0luPEkFtKF80Ql8/Y2KciZQzmienKyWCM2
Rc+pp62F9nULd/7nrT0KviN8ng7Fw9YoKmvGqED6wL0/DUe6eZ35ey2cbv2bAiklPslww0ZbtD8T
VrrlhmsdTJnrqYT8G7defgsqB0acjIogca5tr8akPVQ9crO7xkdyVEPGk65/S61ovQt6n8Fex8EZ
W32IxzZpHsdt2NJzrKqkN1cqjCRjEaWy+89wmVuZr26AY1N2M0zToW2Jef1PAW0FLxsdAL05bGM8
RwWBDVSAEwzq7eKR5op0hrT2UWi4IZ/QkokCwUCfOY7cHkaPpOP2np2UbTfrfNLA/ggrhBhPwRKV
O/IfpYEs7jGXSj2ctnIBA5tdGTU3Ax/W/IbA6vZvIweW+Fd5kwsxGZXNWroXFyti2DIrxGjl4LZq
fvbD5Ldl4h13L+o6dic1ORMRnbvngDacW75M2Vw5T1jgqFrT/v7dlUvcH4JxSsr6FbLArvoxcf24
dQ8kYJj9V+TJaPts4lnVMNw2an5tIAKzOZVBINWpT8rN9Pnoi93c5A6BTeZxhLN1Ax5oz/uXf/u1
3+m7g4BfJpPDh0o2I/ISXYyJFRL8jGhA/x94fx0fefuaZDkkkx1uKKOb7uYJVjN94i6NE5ptZ8F+
YgPOCT7ptul/8TJX4c2d/NJkZg3W8ORVk+Ltr2lmzRdvTMjAmNJ/Urnl58L8s03wXEokY05hZtrK
cx/KvXktopHrenepUuIwiaor5FYr3uqknIun1W2W6eb0qFPvCEugwasYh/aAblocaTsXzCaLSf6o
tKrTbAsqwysqGSsYGc3kfLSc2frIz9/Mx7LtvAYPdxIcvcjd58ciBND5FHKP+p8ovvw/Jtj2BGgB
AhVYe03CBwFJzc4BtRGci2hAcOXptHlN+jKlxWqL3Cg6LI3rD1jaw+a7QmQzP6WsFzaHGI3NTWka
Nk824P099ikkcBbM2977uaEOXnyselqDY+q525ixP+xPVut119mCh2HPqwr89dlB9SJOUMw0kVSB
FZaBZDP3xjfzlhdFU6gLuWUKVlJZCmJ4eXAUan97NdJZw2/uGrnbp0t9s3ewMws54OhiPzbfWwaG
Y3IJfyxeqs/TimItkFF8TYMJ2E+gLc39uqHRJvFdXiWAjIoXvYxBsFOaHPKUe2w/aI0KIBO7iolx
5wHw34tagBL1jdOQgl41z2OYmOhpZNplaFHTvMEWVu1dXZfxfo3wWV9HvUe/Rbq56ohgw/3uR/Hy
JvlmydZbjSWUtI1Qg8bu8DqgEYj/RGDzv4qCt+Wy1d3aHfDigwzGLqPgNYZ9D+8QJSwvYRlaQP62
S2gXEu7yuNZOVd9XtdJMG0E7f4Z9GmyP7pb2P+Hytj9tEbd1nvaFCjM9hyGsnsSr4KBezde0WJK8
WirVcnFQHQLMyH/OTMJQTXxZMit3p7n1TRIdO9kuZ5HEW0Xe+QoM4X69yNpPYUNsP/xU67Tj+4FO
565YehkDhfr1hz8u+m8DUfiHiF+9v+2hMD+tg/T9paL7p7gfhtohRNc6S3oqYMiHI8LJvT+k3dgy
mKyB6h6FJZIr70pAlBO+o8p5jdB3YDja6+EXlNyXzvgLrh+zbdMziP6meii7WrpDARMjqyBfyxkF
nLBBqumsSoKaC1W4xRMALn6jDL1rPf6jTEl6R4WUhWHLTee0PnTCtt7Z6QfH/+7qQpsP3qp4/dLg
A3CthhLLpxQYe8j44tr475j29a/S08bjGdpndSJoso/u0ZBxVZcjhpQorU2c747nXxAoVSP+PoCF
adT9yxL5BnBzQKpQPktfh/IVoCp6BYKt5Z9oZKdw52r5rskPfMHmuHW5F3E+4AqaR85+Z26cV8nZ
9RIWm4zzOF5Ecow2VSM7jY0Tlvdr0wfNtzrsO45LqRxxWVnA4kuaABmd4gh45ITCq5wP0l2RqLQ2
wT8ipEHjEzeVa98Mv7oNGZ0nIedSHHaJHY8k4BP5EEhp/Pd2A9zdzo3f7sGhxjz2LCeS7I8hqiSe
q71d21xRlAo8u/opwpWM5PNYPylbq+JnI5pKPAAILUWSR32RhBkg0m6OgYlicUsko/ETZUzDtdVl
EEJCD4Zzaa7S8W5K7Prej7uh8Fb4o8pS08I6aCjOc2tneY1bTvrLYudxpRAQAR8EB+fQfW9HSn6R
j7r1m+ZWQtTehZYfT/YAld/FPuvwuKZ9yD9jWZfhsO4lP0VUEvEZzUX3lm5r/O6mUfrNNzzJOf1l
rvPPbr3iv0VX/PWnYPiZuEusTxsM1pKpot/ksdmBjnOHsSz67XP2OSqbU5IuXpM1EvtxadVoPkLc
5c6pIV+j+NMxZsTf9l4sL4P0m3uHUed17BODBqUe+L6aQlg4hnmOM9cJqxHgOLYjT/3cdEY9h6Zr
3KfFQ4f60BST89C3KFq4OTv72NOl7KPOrur60UwKTgXlJ6afVjXNUcSOwoveTLuALfdk8N6hm7tq
b4rkc9cOKl/ZErKeZXrJVhGll6FD37l0jvlOhc2YZo301VPvEf/yLDgV1WGvJv2DzUQiADAhU5cG
xOluddsMlGzRqtOgW6orlbtJuHGIdX5KNEmw+ZxRidp/RNbTObLlcf6Sy/vPzTi68qVdqkG/JZRK
VtdBNeZr9udVyXYbAC/ZJRCvWzSVaK99BH5nxfTfTllc2B3tC1jlGxtJqo9m8JfH0O/ETfaFuabM
CwgtUscPXlG0bOGBZWscP/bGR14Zr1HbvJd94XbHUm4odjw4GBDBtRjlo0sF0lPtuZ2AYajH+iTX
ok0uXb+I8gERXwVAvJip+AelUE0/TNr0+r2gp1hkDFIT38DejrcCQDY8oYGfEqDHZeYXx0mb84BQ
XnERwTFdUj0t67VB2ftazX7tn3q/L5oD1LCVz95eQHUrBzHmYwsZRshJ67GbZ4H23fV1d2Ye+76W
04RLgptP3CC4+SG60keoWPFW4dYWY5R1xT6ZW0AmfHsJ613tECwTWk4w8v08aqc9NWh8rmblqMgq
/BZLzqA6PY70Lt8NCbEwndbyJY1HfTctPg2vqROhBnIs6qkBrkUcBQ2bNwn/levZoTrSDEUQfGei
sFEeO6EOruEu9n9Vz1v0vu5NeWs23/wcsZxIusWp9MpZ11d7m6Y0Ql/B1THlELEo/3rretX9DDu0
HlvjjNeVpD3+mUbHz6L4imN15mB+tE1f/hrSqD/H2+TiT5qCzb0g4RfDKV33mIS7nSE5775Qnjuw
zAIcp1D7OaRUc/mbpELEebisXpfP5dRdkSEMr0Y7oWLetKFND0JzdeXIwFb1vMw7KgTexIlVLXb/
IZ1o83bSfn3kLzchdIOJgvvAOH16HVszNIe6bil0K2p28N881fNPudvpiM4LO0IYFXo49l7Lbh82
rb+cfDn2DITO9iTMkpwqWdU2X+aZWKrJ47A6aONOZ7OP+g8TVn1cRL0+iNBrT7j25sPGePcwS3BN
jefg55rqigeyrwnj2Xt9CMepffaqom/PTWnrJ6iR9qK8rX0yThkcOct8OMfNLqeBWSir0j29iL6y
z3zK03xkJGx61CSRO+VsuKhLg16eZglf8NJz2Qx8gdQNv7kbPTVh2s8HJBUEim5yRqwaDimKbl3H
A7DgvnJfjGMIJ6KHWyh2+UP04eb/Vw3e5IXnFReR/30YqpJU/WptHvzRFW++ipJvBco3meMxKpYs
cSCJYwyUYza0lf93Qx21Z266rDcl9HppghoRTLtD0HbDF2xAPPg9CeGJ5LMfgt+BriN9glzFOwC9
3bT50pG9fpU7+onW82V/cQuRBowEPqlJrgwf+MYYA7ahQFhVe4ZsXTd8LGjf5fXqQ2c6Cdw5T5uy
040/5DuyLcI1MMPvb1GDnCWvk6H28kLN7mUXqI2OsqkdnQ/o5XaSgbgrkn2UV7k6W9azfl2Qj49v
uh6CAkwpWuxrnHQADTvpcDqrh9ixjwhm0YUz9Dn/RUsAHb4Oy9ddv+uz54tkOkN02e3YcSW6f113
/qohQOlU5wATaAzXIGj2w8Sea5/AhRGrcbAY0R+d3WtXEo897oodY48+b24XOgcDO6peIZfo7pmd
lMUig9wzDJaVmzrpXVGpYkDs07AdpSiOxH08zTCklgv6wjGIMGvq+oIFc9XLM/t8+Jn2Y4TlKFzU
RnlxKD8ixG13buyYZ0GiVHgM90F7j4ybc3HwNBL5b25ZO8CCrpMc43VjWuahTS6GZ4K5jQFb5YL1
EVrMo7PqgKlrtlkbR3p43rtVFYB5m2dAvkdZoOhAW/vGpLLM/N5SYslodPdOVGbs3K09G99xTD3z
Xxjq7cCBIt8pSGC0JdytZPwu9zSiJgxKSmXotDkIgBM5xV1IgEcS2hi6YOWXI9+x9+mymBzVHApx
4qpEqyCRDcF51UzS2bDWKE9Wi8L2tjCwRjm36TY+kLZuqpOHCMQ+e7MZPUgT+l1OX+cwxS7Qkm6S
iQYVQ46XxFNHuVdR9Lxu+JOzPuq36CltRbw/IeRT6xVdxFc0v8tbdat4Vdu7JRZjeLGyL9n93G0N
z6kuPPXXx3JAZp1TAnUoCNc1c+si+ZHqJIyeqZUdQ15qR/k4jXQjD5FyqU2bt6KO8olDocuHfsJm
khm0b+bFTty9HP2yQYSVkxjodvnIBQIZMRcTas7cBohtH9LZDAIRLWC28x//7xJet5BhfXaD5KEd
tC5u3hA0xXHtNvkRzJ36xB4G3B0qscaHYbAC+DYNw2T+gI0Nu/t2jSF9gCmRbSJnNeiyAzOeepcN
OluwTPngqmgADjXqeMCicfzPx7TTn9oxLt1zl8TLX6n69KSifewvU8C+kNEEak8xqk8JOzPPj0ZP
c3vaF5sMr90+1w6il1LShFCoflDHJe3q3w4k/vjYKZmMxzBM7TmKndVmq26Uk1VfLgPm5VaebFGW
mEdcp8ujLUr+oDMLX03Rlw9KxzCgifLZbJO1RGyy75M9DYwSW45Lxu3f4W356B0Zu6DwRA5XmWyW
oLjMum+Lx8DZ3S+359QFCMpd1GK3kJC87odex/Kp67rY0oobiXfR07fJju4m1YMvcE3e1hFy4q+s
Y3xee6fit+FLxgVBB4d8F4Jotye/Ejt0lLPtNx4kj0m6XvfLOIriudmRVr61LOzPIZcuGgJ8dYdC
jNv+4FdlHZ8SaO6fDFvkuvkdp2iZoXPev7mTSAe8gAPK68QGC1D/XIZZ7e+CB0ebH2NqusMA8/M3
kq5lVCFT7eIsq/qm1rF7522GuBSFf5lheX+bUuxv2yaiB78b91+2rJoTuTzVQ+zGEZURaBpgHxAY
lkP1myyHvssbX1hM12J7cBDmjfk8mA3WTw7fWwwNrKb9HD+2OEO5Ibg7PadrcSbWQOSxP/U/0jJy
oNOa/QMR4/a0wz5e6W/HO9gWaXmsiFO/dzZdPnrNwma8Fw7oV2yIZ2EV82MU5nI+Gc9fzkhHpp/o
ypynVZUw7Cgx7zGWmvSIoa37gzTKzXHMgNaPq/OeqHV41bbfPkmG3h48zCrPW7zd1TxIZ2Yl8+Yu
hrvLjYf5jPhc3iXLMFy146OudmpmTCKo3KMnlt/gErhxRlU9oArDBeZvHu0kqfiBcLgnSWZLvy7G
FlEOdaf6ukvhXvy1s7eYUxjBSau/aYmo1uEb+a2WUv/rmggzyzY57xuqoVc89etDvWzzNUQE8hAE
1fCntoFzBexbr/xRbDaM1eqWRHX6IJcvRd9YeA1KQg+b58Bc3Cz9cOAkSwAevU5Chrn2CGcKC4kg
WwCPbWhu0gpuEhc9Lhg5R/0ruUDbggQscUzG6tm++D4CR7E63dGfyvV7u7RAroBbKj3YZVCXUW0T
azG56flQsfQtQVge+rj1uVJdRKc0sY7krggQ7lw2FJMDeQ0zGsDYyNvoGKQIQ6Gb3K29z7GOnSsl
CcVdkWzxj80JA0C5RNzgQKZftnJmRBtu9bF6MazLvPoPECzr1Vn2+R4jTHco0iE5SkIC7/rZKQ9O
Rc83tChhoIm7ZROT75f70DsHLK/kYW4nDFKfMfray7Sny4VlNvhMTD/dj7vQL4CGoK/ByKxNelru
9PHSQLe4IUde6ZzRxtZYE9z0tGHCJFSy2H/vHk6zCjP4t2jqhl8SB80L1DiG5xWisnea5UwL2cQN
yWOE+niYDwBY/pjbLt4/eH4RrRid/FfAb9UHf3HlP1t3zhEigJ0VzvrR452DvJ0Ld2IqdbvbaGvh
5SIIvTfpCLNBzbvtnZV1zyJdbf6NLcy96yE8uWyIBEbEDGtD8D9F6+Ds4kPZYcprM8syo0MLi3Sy
MkH4+3io/RkREKiKfZucuU9OYW2bb0kUgsICwR3Zh9DKxctYPaMJA9UBKHCutk/biw7gAOmhwzjE
Gd1lTP71Ac/d/DvqovI7/owR0iNeCbsK61svVfuajjbSL22Ii0Cpvv0+dnSlZqklMSRTU5iw4OCL
xlHXoCjyp/qxrwMkXAjLzo2oqru5LYC9qXrf4AA3e1f2oXuPQ3s4O3Av7ZHZt37fGArR/+Fyw4zh
NDCMNG0Jvw++tbr+2SWRwXc8zVyEc1SRTE9QB8RkFPi5tyKuvlR2QKSrZh8GGtf2galiOURgCsiH
5vYcVlZ8+ojyHke8JAc/6bhp+VojbpGVFUjBTeRMxXXOU7Z9uIjM5gxqDP9dRO3NVbgbYnIzsqEr
pytPK2oIfO3wDfEdfsjgRa/R8CL33V6M19YL7LKaUTUZ7x81sO0dFnUXPX/roDtMQxYwRFkm/WtA
VmVmv6x/uRdQieqHc30jhWWK7yF3K4E1n9XwgkTdom5CW1RlDDtdka2Y0i6MgsnNqKE4AgYjJxn6
IG8Jqv+Frw0iGSXYdHRHM/1X4MH0vhFlkL5snkWoIU05N1UWBSseQMwo8yluJ+/aDkh1sHzOJ7tI
PF/KtMWcL+4U35lGkgynU91tdx7ZBIxmk9edp3HzSGh1+/1ZRAztddovyyGOmv1bEakibxXZoOea
SJifUkfjX4YKcbGsVKddNO4R+4x+9/fEe9+Dxfvba9wrYk4K7qUdym8NGvlTDYuvkPf44YNqu+lI
IikyY/AcUWcBzj0AuJVI0rR0vDsUFys45OT8nFLMeADMcf2fWdvw2k6l8wnEEHYXiwP6HnMZQaV1
W15X1ww3IZ0OkWeqzUPtLDwblOQ8KsvPlgpmW94oICmSUhUepnFNM9Cv7V8YleMRx4Hg3+SK95X0
9zKD8oaXQ737Rg5VcXMRrzzKoO/OwG09fiRjTxPwQZg5cunVkQg4/bZow7JWNUAxqgr0oy07/asr
ne7ZSSPnImKzvxvUX/g/AaP2fErnvsLrUoFURlF68ue6edn3NThR9CwAH3T6N8KfRIDB7n6JsSmr
nUjSoZ5zSp+DISkf6sKuH1+SmEcfZv+/OA6X741i+sBPtf8ZvBGx+LSwO2QssM0dEJrNg2Ee7xz0
/y9fJkNsLw4PRW5Sd7ltY4uZZvL338oNgtcYqfW1CJL2ufL3+VcwBGuAeSOqNac9VANKX1BWor5q
SACWuhELhMdBGMZzcQq3YnlEyUfQHtFeXZWHYwWYjTgiQhklE/1fsuCZPXLT2Cc5zVV3HCnMe4tc
rokaf+uvbQ6RFm0pRPSjixer+iwLD57Js6jEU7CTfy5Kw2M4zM3+tyRt6zRO4Zw8JYuHrmhymvlh
kPgu7mjvcT/GEZjqqIRrkABOfVxdlURjogGF5VQfirFCg1NWxLOdcV4n7RtRK6l3HK3SN5TCzn9+
Dwh9SrvQqJOOYbDzGr2jPGEmEn96VUT6bA1OmUwl3N8E8vit+1F7UeSdB8rH/Nw2fAkEaizLPkSo
/jpc2dvsFHejXbbU5D3XANlpVniFzVn4VvOAys7Sh5cO2KmAk6pF4PlRs2UHxSR9CmcnqMADkNls
p2GaxNWJrfF/thDy+dQU3vLKJRhP7+uaSHXdtb+GL6SH7VtWG4c3l2UuuI/t/+XlY2GfkH4lzUNb
OA2BZQzS1fgoRlNtFM4ixjiR1IEkfBvKMDk4vVkcfQpEZA6I0H2KXIbY7Xv+V6nt7B6sit31B+L8
L7qQTdfBctTrhFgTQmIeGjLggo8OPil9h5utNSdjU9tvvQKBLW99NAZoGjqzeke3Jc7Onsfdsu9C
y9biRlqKv+agOwZtZIoof3ndppo1qI4Qv7SFG/ZbXolwHG7QaEmC26QVg0RHFqO+y4Tshv2+n9Og
e90HlHdPbuQi/s6xG+7Dc5Cwt6NyFiJ9dzt3mLJtCeftAbTNfgqdIgbJ8MnMJ63gOdNsKJCzMVDH
IlqoVsK8QmjBNBwQU+iXAgEOtiHK8H5GW4I/A4BwC3L4s/K1ZUb5Dk9o7vgKx7dU1AUwghNi1ohF
+MvAd/+UmFbuZhOi0vdWIhx014IqpTBmv3hdAMYHkmrYNocn5U1lTpt1nYlkQIKyThFuCgx8P7pg
6tgT0+ZmVZ+8cyuk5/B/nJ3XcuRIlm1/Zaze0QOHcmBsuh8CCMmglskXGDOTCQ04tPj6uyK770xV
dFfnWJhVPdDIDAHA1Tl7r606FqYkY+013Ha7oFvljEANPODEbH1xct1U+BpAfK1QMgg/bU6qGMqO
hZ+7HLSChJoJ+QFVuXFypOxtm+Y2ddMwtwIUSMZdlkf2VdcM1QFlW/WAlP4rEbcJtr20/cK2Md20
hpOu54ih4VmFeNRd1d15WZY/Tf0Q3reAA2wfFbF+7TQS/73etkP4mJ3K576jDdEQ1IvGSkPfstqI
fgZ4sNRR9mZ5YT2+jGEi1dYjzniCVMJsDxasiVj2LGENqDQt6A/uiL45YNUYCLSopjLexjYzMTvy
pFEbJ51YWIcQvSIEA5cy+8/KaDEao9jRhXfvuR9pvl4mV3g3VeqagDk6ZP1Blrtx9T0G9hFuEsgt
zg2aoWL2SYhpimtZTkm6MeKlrrc2jWtmhklq1znuFbRZWFffnX7B61tXyUdrIINbI70w7/Swnthf
OhX3icae6X0Bs0RX2kBgozZ11jOUJw9Kz94J5dLt6d1Rdxibsv0YEdone6xVuYbBbSIQSOCn9cDd
pGgVJZK6/FA6avyoRzkgt0AqYVGPqF19ZTY6rjdsx022G4qSaQGJRWvcLWTR9HeOG6XdtrGNWT5J
1G5Ho5tVsp5nQCA7ikcDzfu2zzofaUtXrCM7MpZ1PhtJ8WBQVeDQjcAJAwWijuotK4gBP9YlVvNg
iNOefbRdCbEqEAFyyGEvoI5kxLJlkjpNsXVGFcGfxmIa7kpd8imzVGlloMJqsTdK2oNCRpO1ywoD
mcHhJu2dH2ZesKSwxMiX3lDtrpuS7N2lWmOfynQDs7bj7XXWFjtcoft1egyomR1eywFrxZda93Dv
6BONi4fW1o302BCoqK/mHo+QjxhiaO/mmA5/UiTisbUwsAW4mOdth4WqQaBauqfQWTQtFLfwna2r
SSukb0xRaSAhpuKxoUijuUQ3SCweQ6TTCkY9NqW3uFDUu0PidLIZlNWzFYKzN61GAA90zqKGmaYd
CFFgMzAsT+WSRu9p1o5Mj7KkzogCyIGCIxKF8xxnz3SM01y+zWNs2X5GrkCy78Gor1NjKrWjpbKs
3XYnAskWhWWuVsAEo2krKH1qn8C5h9Rvk6g56XO8NPqWM9hGcmEGY0Z9LoCDfmi2p9CuguMps4fZ
CwuGUt9l4Ab60Iqt70OS1sWPrpB0+CnsZ/l+BlzAFiWcgOPETR4PgWc0JeI7121wdCxxnkRXc9ye
Io4BeElWB1na6sEr9diKfYvj03DIrXGUW5y8fYuBqWrtrZmMstmBGygf6KR4Dw2h3U/dqCZj3XBT
ioD1eCquta7oxytqJul9Saja6zI4c+4T0jwmG9MpxnCTA6rZVcpSV0mZUX/l2E/DBQSFOEw8d36c
1e5L0jU4Tiw2rN8S0oXDg1mxu/iSAgRycEZA1kSnN88fM3XbmpyOsf1A7A1CbejZYl7ZjRfKLQVn
O1zXSFWvo0wkHxNmpEdTm63Xjr0PDXLkLkxKdpxYhx6owrxqVK+DQGKn6z7SPRjrxzSsfMQglJsK
1lHlelchbIG1m/a421xsGdMaxhpqfuQl3UNF+XZjdIt+MwMluKaRaKME0aIOpiBEI7hnlFqeETCk
CFSzKNycRFXov1KkO5zP7MQvervfp6Gw+9U4GsiM9Lx8j/JT8XIZ3PGDMnT6GPdT/jlN9Dx9RhiK
uY5NUMAEVuwo3YQbki2zEn91qF56cGTbQcbOVRECkLA8Q7vxIpadXlF73kZiHJHWanTiCl75xutc
aWzzpWtvWrhUWDTbUB4nB9VM6hltuo5Ddpd+pmfZk9dr4q30ChPSrNGLPSfZlMN6lE7rkQBtPaBO
b9N/QtLPErFoKaodCmxbKzTtwHMF/XRF+DIIDkwoq0UVAjNU0Wkh7dkmoYxHsvgqa4ETNLXU6Zot
897GeAgEp7aWbcjRYwX7dviopRqx2medN+57b5abhu3nxm7S8hY9FCAeZC75oUrJW6HDN97kRXba
KYTxTVmlIYKaznyWhSayQ5oXeLt7ehQ3bld7WzP1tKCxvftZt8TBgsFDey7MvANnYfW9o2Oyk+nU
OndlHXrtNc3K54jjyzqVRhXU8wRbytNiZiYaZgzrernnU9jXpE0Pewr3LWDTsQMVhnABFEtxwLdq
sT8t7X3LQa+7zYHMYFoDhRuBJnDRAYdJXHxqEIOvqqnODhjORn9xiJN2sjb6hnS0e3OTskH3h0kf
nEALUsRxubw2QL6VGChK02po8LSSyZMded67bQ7NY53nfct5Ab/o6WRwauCMfYPd00HlHISWafMJ
dBSAeDdeoVTYvmOq74WhxE1XAtZjhsFoHA/FtvQW+6lP9PYbKcgNHY3O2zdJZj5WaFtA+HKojBgK
Ao2NK5FxuEJtTY2iGIUZ+vIkZ9RsNXA7OiuoBvOV2U4jew52bivGmLAoF1pWh6CybEKKggXFJVVl
FF+dJb5GS+oeiqGe+BlE4uLj5SxfplqodQi/5Rgry/1Q2dh+rcAUHWfnxKRxZlRQNJJ32PkEgi/a
I4fWAQ0iDSu6scbceWBlHYJCUFkFhWE/ckrRjk4+9sdaxHkXWNz98oAAUBwcixQ4Bj9IkQp76kkG
0HsvJfp64U+sycnRynP1UTeN2KnY5bLaaArWkdWluwJI6VUW9uPJyt2Nu4Gwtz394D4Io874yvZg
ftJDg1a3O9VVQ6kqqtfYXp3NOM74MdPU2xlECuGHCnO2XCCkv7R2jWa/xj60slESb6maMhxDXap5
bXFYjXZuldVPbiPGFxIRIiRrpQYBT6EWmAweTGQK3ECkMmo1tAPbnxaz8MJW8AFSon10xU+dxGjU
7Lk0JlXatYZaFZ1e3rCV69Cd2RQCwgUleR439W7O2/Lajr1w3VlhdzWlNNZR94YHq9b0Z/KPIafM
uoZ1oTqx4FZtrX9XNce7MccLIhwRP7CoZ7eOE9dBZDjqRc/6fIdEwbmmkdpuZmNiDlDUebdp3XkB
tbTswMRGu8aJEzJtkdoM665YHKiV7DpC1HWndhBjlfbzF13M9uvY9tpGm6z0mlMTZmnR52tpIr+M
KncA1gYl6XuG5fvrcppvZ2lkt5zVxBy4STFdi77Ci9kvXboGFCHwvlSc0yBpwewc4f0nEFOtfW6A
oJo3Hpj+FMhCAp/7a5pWhjqmLGoxbqTRrlvyUpDY5yugYeyYV40m7fBGj9m0UT0n/KV/QGSZWCmb
YlVQ90wh4UBhNGPPLdB6QgtD+4QiqLhzOKfbcFzCuGNiLRy1tDeUvTlfcHTpiuyWdRh386pycjSW
17TXSajcLCBGos+5AHq8cRfUbg8aErPq898zU/8MyXoGY+6iERGOJPKW3dyNh6Syxs9+2UufsYwx
lIgsSmJxQDb6vRWNXIVIe9eXvfgZy1irfyJXG+Ng9c47jyqVyV8Q1f+EkmydwYtNLcqwGOGJppE4
ofMCH6vrsCrkYrl+o+NvvewbnOHVkbk4CfhO46Bpmenjm9iWUgy/gHn/2W09o6vD0CjkOCvjwIP5
pW6nQ9nov6BI/8lLn4d2J60lZJ6X4oA9FTvets27C1N5zjO7NYEyKOMIc5i6mWPz4qxafVSXPTHn
md2RFlJ3ajLjELX9LUfNV7YdvwBe/9klOUOnzyELCJJIbuWoYZSPHrUMsf1Fj8l5Yrcz6uh0DCwq
VRF+tbr5XTLNXPjaZyOUDg8aI1P2BwhCOeuk2CfahdkT5tkANU0ssQYdh0OMnyEwE8ME/+M2F97M
s0GKdcFNbR0MBdt5DGbZBuHZZaEB5tm4LGoFFCOx1QEi86p6M9P5F1f7NKX+Cyq6eTYmGzYvMedh
dXDQvWh+jgYR6RICqAR474U5K+dp3Za0Mb1UDW8ish+mKm7xYQcXPYnnWd0ThRn2V6U65J77njXV
HVWkH5e99FlUUVSbXVbIjNho4NG6tcZffFnaz3lS91T3Dc28ZD7ogOjd6c6es8vA8sbpNv8uxgDg
X4JLPZoPEZmGgSVO6Soc7C57wH9mlvzu1aUSem202sSwd81blCr1HrVrf+GtPBuccYuuu3X78eCM
w1Uroq1epfeX3cqzkcmdXGpWyeFQGt2a+KYvrewuvOJnI9M1gS92oh0OIVGYa0RO9lrWs3HhFT8b
nrDIIA0gnDqIOQ1vmonyApEByWWr5nlqdwY4o7ZNdMLtyaOveuczDO3LPvl5ZnfqoSEZG2i9dozq
wtMqDmqFlf1i2vqTxU2cjc1GK1RYGEsH0VN2iOGp54WxuOyWnsd2u14bZxBjC+JlJEaJ6NhY1cdF
D+J5bLcWtW42RE19QMKCvSHH0l4LYGqXvfrpav1ufFrRZIP/hhrPBA6gQ4ue0ykdL1uCfuZq/O7F
SdJcDDvr1SEU4mQFlBwkMjBWl330sxHqCmQ8i6yqQ1QuLpCS4YaGSHXZrvY8ubuEP5WKhI+OESdb
QWXZCAzGF7742RDt8zYp+oHFLdHzJ8g69MHK/lfxvfbPhfhfLNC698d7in1ON+fU5sLgT34ytHRb
Wf0LHVxodYqcRZhA1UksLvdKLoepavy5LZej7XrFsoHlEb1gJs32qU2ejQxbj3NmU/mnQyYt8va7
PaEuQj7Xn2j/jY/M4D5sqDTAx0DJo+HrbWb0oD0KT3s27EM9g9Yfh29yAkuLc3RFIca9G0svu811
lKOoBqcbnDDJQQLyWsWxts976zFpvNuUhKp+HF6nOZ7W05JRoOSIvZS8rZKlNj65ZZltOkeP1kia
vE3WeKeOtrrPsPas86gXaLHjYS8QZ9rIQ+DWz1fTJKPNUtl9+0z4ws7Mm7FaYanTvoNfllRt7AH1
CSTkASANAipzq9A3HHEBVxQAUyC+cXLr1WF4C4t0rUft8CWdDdylnRPMhMOu8VJcCbd5W2iV760+
v9XKgcZPXGtPsqmmj8ljZ+DoV0WZQfEJldwJDRgSflaAEG5yoixzggKqMQ2IX7V2WgmzRPyDT7rE
HGWtKO8ck6hHLFtdCZXvKRiUj5MbhltbAzzuYCG4ARuHrXBGXjlAY7SMu8E27wbXHjccwAsMu3LC
SYcZ3y9DrVub6dj7Turlr2mCpC3ptK1AnnOXAReDf3dDo7AMiip9XvLC9dmdlfNmUdoOVsyT0uaR
khT2VfabgUc3cg5gW99ZOKB8BLmApppp3sFsIEYgi90jRMwRhcd81PC54ju0fRGFoe9y92vNtCXc
BGfahlBdd44pMHiUcoP2rX2hwosUZKCbT94ClWJZOB6koBwFqW8APvOByugbZ9QMx8fVjA/QMZor
1yQdAJKQVUO3pmfama29V/XcHUOvu6l4GE9g4LXrgUjcug27LBhGo+0Xw7zrO+c4RuXz2M1bkbl9
ua4GjGWW5+QPLSqJ42zr1ykU0HULqdmPpYddTIAtHWD8XuEs6/yu1p8FapyNDoGcBy31Ct92i+wg
FxrhEk+D4+KytqItYQX0fdtTT93lgqr+h5e5c1BIvPCSwt++x44W1Bbm1MhxC9JEFpjMvf65WMt9
1xE7dedFsgUh3zZwncR0hDo4w9IuGcLOjWugYKLpNV3PZK3BoZnrBW8qvTqsmt1gHiIyQt6svseB
2rj6I0gQ52iPFSYOuMHF6whph4tgjT6BV978CDjo2qamZDyHVU/IRLXPTEc/JuB039q61Te94d3V
Wqp2y0hnTsYBCKm9Y6Kp8KZh0576/FgLxbq2m1VvUTt20b9t3SSCTQQrAlYFz7R/slXhP5ruMyhM
m2JMDl1mXsGQ+yqjwb0RqQE5q2sY2fOilrclyXOQFElib4ldMPxqpF491PGh0E36jUU7g/cAL0zC
h4d437FlsmzqITGPtiHTKDD6Sd/Ayr62E89wA7jviAIhoa1RtIRaUM7qtLN6j2MCRSDMEO6eOtWn
CEuNpkVWvyQJcgPRls06xmt7HJbwJU+ckzdvGYpbi7LbxiiqA/oHxgbgY68/1Q8rC8UmhoUVzCKm
mdDa4fD4wJwqXjyNQxx2ARJh6VzXgUZ1Gf0l0mV+HvRbG8jIehpnDQ2EOgnLZKNpaxcn0nOMU23t
to0M3KyBUySjhnsRY2ycE708tnN+i6gpvCYy41ZjClcl1VfT1BDGo18ix2UE78Z0IMC3fxGO2pVZ
s+MB024j7FKbUMYAp2nuuBMauaopUGbYNQQzTJYM57BevqsSUVrWmtkj4jkDJecYvQnNGx9T3XLe
mrLXrvUK1ak/9p3nvSNM6L9pgI8biEZl/RQ2/SeiQe0K7iA61Zlbibq4P0QaOMCZOxrUnVwe2FQs
m66I1RIgv0Z+QYfy22A1nKcHhzw2DfOPXuC+mq38nabETKTpkGFcVMbaW5o6iL2mhJbf3HUjJsis
I8nPtLoIjU8zcWesyvHAsnvvlHOjnd7VyStyjK46DJo1zH6H+vGYjoMnfdPrvjQtGlwTiPthKEak
jFnrzjTRnO6jR3vil163IImx7CfPPAl5OsyfIU2bALQMbj740DhvwP8IsC1+C1Jr5w3K3S5ZFR1p
WoHbFs0BD3aMr7227pC3FIFJq3eveTrtHkOtTRuQtz8X0R01X8KhFqsfRzBKZkw7e/pB69yRVxrE
9vpd0lrzs6mJtraSoNS85mmIc/Gqc0vRVBY43UCBVJay1TPcrKUP3LqpzMBNDfmWDx5dzlrX3Zu6
WHawsOedZaO7moje2NbpgsFYs7KPKIudIqCJUSL2M3+ANHEfqoZudZcn302dNimKRlG99XOpXylC
1d+Gkzqhxlsd5EzIMD6qWKYr9jS5Hyd9h+UmgTmS5mK41Xq87H1YQAaTnWvuAeo/4Y4T+wilJhZf
GT/LWs23WlpY21OLCTW2NYm1Z2AABP5Hhw/Q4m3aDcudpS8cPEz7wIQWgavMof9vVJvLlAQRBDW+
pIde+4WeNyxZlYkO3hM0nApVtlcoOUGFEYrV348YTp+qdGiPrhzKZ4xq/bqzzegFSbBig4AXoduQ
yDTvUF5M1SETJDBBQYxtkr5aWqR9XDIHpXm1GhWHZ22xMM9YsRZgGlgnYU2OgTObwVhZ1yOQ4hV2
dWa1MX+22nAkJiK8r9HPC4xjTb41WEnZ18EJMnveIfvp60nq55CNmI+Or7ybo5Q7V0jtsshN/RQz
97uNf1chJwTTZh26yqozPzVqG1dBi4LpF0fFPylu62eHOWy+HYCH2YQXg+p6BaCCK2+AIgLkbgDP
nsfxspOdflYTTWPYAjG7nAMrDLvIvsU+S/kVuMhFpxjd/uOlAn04FKnC8taaxjLfhc6UI4Tqwqnw
Lqvq6mdHvLzKvL7B034oE6JRrhqPgXFQaWS8XPYNzoowGSwjE8mleZD2SSxde1e5IujjF4/S6Tr8
q8PM2SnPY79hptGwHKIeC9Le1BAwx6EHztBQRjJcdgzWz0oyKMb7yrYjnifXql6cppxe0dk2t5dd
obPznhQNj6ujz4d+apEhkiY5XmGAw+N3yesL7+zAp9IYnhEiz0PWaGSC9JyvYhp8KrvoCRLe2XCm
x2uaA3ZWqhtInGIohrjhcnYUF40B4Z2NZjB+Y2SN9B1oBEtkWyboe22u0F1ddn3OxnAMeAE0qTsd
9AUMWz0m3dEbIu8Xc9FpHP3zEyq8sxGMYKxBCUl/0Cxg3ftFLaE7JxwJL/z0Z+OX3OsQsEUzHTqE
tQls5KgKkljO1YWvfzZ+I6l1C0Il/SAgznNSwPeYcZOLX+UL/9n1ORvBFtk9Ibrg5ZDraPoLt0VS
RDrneFGhVnhnQ7cFkamLohoPKFXFnTFmVRggyZTuhYPrfPDm+L56Ax6UnYf9RwnIgjhGW3+46NF0
z4auO7bK7Nt4PGCGRWZXJXxu1y26y7qzwj0buoZhNl4xcnWIrPAqAElCfwD7OX1e9vHPRm5em1aD
vWg65MWYB8h6OOf0vGd32bPpno3cwXY6ZbXmeAgXN3pMB7Of11mW2cXf5/3//Db9V/RZ3f19mLZ/
+29+/lapucF72539+LenquC//z79m//5mz/+i79tP6ubj+KzPf+jP/wbXvcf7xt8dB9/+GFdIiOc
7/vPZn74bPu8+/n6fMLTX/5ff/kfnz9f5WlWn3/97VvVl93p1aKkKn/7x6/23//628+B8J+/f/1/
/PL0Bf76G5fko/z+T//g86Pt/vqbYf0Few2OaodwJhO7F0/N+Hn6jeA3hqVbnsBXozu2xWRBAlEX
//U32/qLy18KnLI4xBx5ag20VX/6leX9RdcNk0BVHY+7yx/99v8/2B9uzf/eqv8o++KuSsqu5T1P
I+5/J1qpU9g1XCwfFqntpuN6ZxMW0mJmq2jQCTZVCwDEJdW7DSkjGLjKSJPk8ciWyGuVOd4dVBRn
DUDbnLZGbzTu35+bPzw2v/8sf9yV/PwoeJB007aIorPxVvxx9zZYQFRak5pqnzczRAcZrvumeQDi
9avZ/1fvdDbS2irSVBkZ5MR4oqVsOBBAYMTxQ0pg4i9mutOcc3Z9sWt44AmwyXuofv74pXIpZpAE
YDEjgEnbZSDnZRIWyK9T1G8Zo6efhrZHPud5V5rrhV/+/Vzyr77p79/+7JpyWG1TR+ftYxIAb02z
9ghi6YcHidfxF9PK6aX+6Ztaju0IU7hCnDcogEY35CDwJHla5h4rkmoFxbhMI9yFIQDvEvWktvn3
X+90o87fU+JVYSAIVzfOpzRbO+VKxXw97GM4JLRaG9eGpsV+W7XajZbpBtCAZPnF1u1nY+78bV3d
k7plOB5D6GyhmeGgl1jn2Z8YQ/Xqir4/RnG/pOt2GJ1wU5lTaPqNxCgbnNwqQI3DXN83c+MO7zO0
RGdnRxhA1iSHUS+pIL1bK7sqXarCQxzr16oBsMeuLQbsIdOcYsK/v2z/6qnwhCHBkLuW+KdlPs+A
srsujg5pZQaxcmBad9g8xpOkva9+8QiiD/3nu2RZgkvFI86kZZ49hPNiQdd1MUdV2nLyWzgGviLE
8ck9CRZA9TlJqzAYrBN1cIyA70i7NihDUic5UflCSACRBi/dVxOtwZWIO3UUQGllMMqOqIDexgO0
G0ziBoO6IbLGT5dueprjBoMF17x6hsk4Fc+4TRJKElFfJPinOqhwMrIGzNuhqn8YCnfxyhZueVfG
RTYF+HeJKQgku0/YmZQAV1LZrgEPIcRX46b1oOACJmVyR4yANe5UDQMX9nstcrKXs+W9rIiS2xSp
ZdjXjQvJ15ddpD029mB97Qs7VpvQJF0vaLMwcXyzpqxEAyMhknXR3G+kPkDmQy/XaCuc+GCVJ3fY
UriGMEvDG7ch/9P8dzSwjGvDGAn5nXqRvXV67d31ZhF2GFAs9UwlVpfXuHGre5uM02I7V33FvJ4v
8tnr2L74dpIbt7Jp6y9cJrSv7mj033HlYMLricNG0rqAa4PhGNmf0BA9dI+0VOhY5Xn7zbFmQmOK
3nkzhTOJFaHGzkHZ3fKtNdJlXuWiMt/srFxu8KJFn2I2xvsBsq6BnynM3jOTKNSgAaTurtpo7u47
4rmJZ62U/QLKLYSnWTnzY9qUVQ/EodIfFyCxEbbcanhE6u8+LFSFKENhzxihY7sdmUjE9u4U9S3a
ZwhfEe1DrCfUywXYukL0S/Cl5oGOPVmUJa7yKUypCGrJD0IzoNCjUc1oq9SQ0kbgO0OwzLocbokY
Mw4g7ZF4EpuXP7BSynztGIkhe2hunrW8TGGkD1sHCZVzIHbbsg5Ijg3Um3AAh3TrIFB6hgltSJ+Q
HXIPS0jUA/gb2TxjF5Og4TLPUsSAepZNsws71AaLvBOvLDdmG0g+k92bKzzbsH5XKfRu42YsEYGu
ThwuPD0Nfbl1U9TTfaTrpeG3LDD1SjGRmb6gpT4FFMjyb2jME8gtTVrBnUV+RNDnPHTvCm5kvdGo
But+B8lm3kEKxP0APiM9sc1k92yygEF+MAGF+wtk2mq1JCAgUGvL9iOvw0gca4ucWTDGMOoHgi1y
ssxxN0S02eydQfZCuWqcyBmvs0U1pCRTeBi3FkiwaeMWsGNIcmJ7uoJuqOsCTAEl1yt7tO30ucJv
4FDXH3qLnJUFI8CcTe58TTLFqF0bTT/PrwBiCYAqFSWyDSl/0/QZgtqYAEEBHiN5i1Ji78+GnPKv
BoPM8r0xb28qskv6FzjL8XBrdEYG67sZyc5lR1ZdWRG2nCAJo16/R/Fsvtp6R8joQtAIZlod0RaB
oCV2b2r/lcT0jc/BN3Sv6W54BLxXXc3K2VszYnpI2qoh2kqE5OO1Ma4zn2iU5AGrwJQHpoytx1IY
mA2MMYFHQNNBvx4Q/NDHzfQaqyzmBDySNaGpOyeCHr0ehM4MwqRZ2eLVBpB1J1U0fsWosgxvYaES
CRGwDMP6vXKcZulo4PT0qK5jY0BJtDJEYxdglMNa7ioncQbpD/Ss8fGqpsZFgBdHSOsW7AOx9IGn
t3lEhk6UmIbYh+ReDkESJfQMsccMhMUCilu3pW0R5BvjtL/G801zdLQUD2Fv2FoVhGnUu/4IreSJ
zptLpnEqqI3nOsG+oON4ZfzVU/ZKI3DBGDErtwKwQ0wccJA+2pIBkJEn2pJEs2tnMKKPPchSWjlp
6bxkvTM8OUNJlIho4msP60EPqFSEtKFtK7qqmn7axJkTB0C/Mn/SoefFy6Ce28oMHy0KzmCscXrD
uxROvyJgvPwI45y4pRFm0gyD5aGNVfsc93N1HLy5C5zRHV5Cbe4ZzhEoLOmsiTPt1lDHrvO4nm4w
UH5UVpjnqxoCMegweioUrZZVR0jDuo29YWMZI/WZMDKCuANqsQL5mT+1cKIIxemFfjVH7brO3Gyt
q3pF6+9LlBLKbZk59kUSYexdBaB6ozWe95b10H1JgrvHpGInu0TZx8KjIZUsU7hOzHJjDzGkrkl3
rrSG9vBULcOGCSg7gPWM/GVeHk8Rpy5Bfi3WL+xzK6U7oJqLbG1acLdku509SdPXom2y0k8CeAh/
7SbJ8njT6WoXyvq1Xk58XizK7kdbtO4GlT0GqLLr91kT5l+8yZh2lNqhmXRMXOCD3K0X5cwqUizz
GnzdN5KBX7MszHfAsNcoOlgCDJXBfAsHBSdqSq8xDSnAAWZ7lXHk14NUhO8WKVdbSheVBzBThl/Z
zuxLLCy7rDS+uaOyQTUV4r3OFnIy54TVvE2zbV+cpPhk+pFJHlavpPY5r2SJqSeTWY9kxMW91+bF
hMheEcEo+x9prJy15sVXbVt/m2TYBEOd31eYg7yoSnHXp69SyLvRS6HCFqzS2elaZaT7rqMMpODS
zL3nhzqcP5GfCARxA4TWxtuSiCcjNy2M5AImZVnXG7zEcpdaoX2YMyOGTVmbPkh0MFnsDZD/WJb+
FiYmVdCQaJutKA0TdwdNwlU9L2nQUL/pVw28wVMv9d0CifpYGgO8BJeumx004eQaZKeoO9x/zqar
h3DPLvYJ0YC4GRNMrfQey1vXEYcm8XaFMmhOttXXeDRuUi88ADrSgJaKdu921XIg6/E2saqRJmx7
pHMW+SG4ad8GbC590u7IsWPre1RDGf9gp+h+BbhFD8ZbQPI5SCcguNJBX5yWDm4PX0gfXJKEpART
WALsnquR9Zjl9BjPQ0huCFHnVhPj2FqWR3s0b/tUfurIUcE3zMbOpsE0VPoPMuY2bNK6W6UBXBxK
dzsYdEiVVnwL3RQ/+OLi7Tet23iMhrfJbjVom/F9xlmXMNQU/wlJhFqgK626X3TYLaKZysBZ8g1C
iGZDsGjQu1bJ01Svexx5RBku+HYh/yQoQdgNhvvEHkFJYjtew527r1BybGJZvKN1cR9NNPOZC6xO
0/ttEVMs9EL3Gob/qpPqw/IGDjBa+4iHe995dDCj+K0zwyc8uRAt6+ZKVTqxJXH0UaSsb1QhyNOp
w5si19ZOoup12UIyVXBPtZBdT9+Jby2EQZjvFcKTWujbmCQt3wxzN1Ap7kAvsTRo8wZ/jJE+3EZp
ap6ufeK8VTPhdPo8/6DXmYCjmYMW+yVwr6+qgLODV6QMWgeTvjrRn+X8bun4mGOnXxN11h1Nd2a+
natroscAojDZk6a1ROOzOyWJsya+tgEvCWg10J0ReB+hf5i7pgYNFJhMrLU2WYIAFtk7vmG1RkiA
MXb+avT1goMX5us91zql4EcHf0eXe7lPnDB6nEG4QS9zjHAlAdpw1QiHQvJixm62GkZD/8S3BN0v
dfqk9gXPHPkSiQOMPVwK0opZSrn0ZY5Riv2JU+5F3Bpwf8AY92/EDC8JjlYQlHu1oGlNhzmEpR9a
1R3xsCqkRuiZu0Jv44PBCmyBJHMoOzeNMe3x+Hg7jZZq5p+8pzw5bYke0fJi82skiAb2bVDCUM1M
s/nBZcwlS0SpBy086e8UCvGFwGawaNDX5B+tllPVf9OOnXz3+gm1VQtnH0Oj4YkbUMFgFjGUhk+p
XhC6Cz3PeAD/CPuczmZ6o3dzi05Fmu4HGCrBQkAFyuChBgTsWwSL0rxHSxWuVWPUbgCkoBuRJYXs
fHFRVgskTENgbPeU/sKx91EVKnJ9j9LNKS+vhptklHFKqglBOVx2a/AE0iMt/qFCYVDlbNFOBqrV
FOZX4Kz1ygHCtRfmUIGIMOf1CHTupfPsztikxBi9jp4k9nGaS66SxEgNh8fLoO4rN3KOCbggPVj+
H3Nnthw3km3ZH2qUweHuGF4jgAhSEklRoiRKLzBNxDzP+PpeUHb3zQjyMkz3qTOtssqqKhNDONzP
2WcP1tjyX8eEceEz5XQOvd1QfLadJfmcROhs0FeVzoNwSRHaIeIkqii2ozH31zBsv3V1l/KuUFgR
vWMM+JcsTvk+XhroZtEQoh7FimLm4k6ff3PSxiWEuxT1Fdajy4DVmmp+43CffCvwx7jH63X65jK9
hYtXL/izV2UjAyf39BdC//C1wK16PWadwLc3VZDJ9vUEULazUo9Mu2QdxI8xTrwvCBrZjwhbTdl3
MyNafXLQ7U8dXtYU8izMcUd20fRBOU31K8NujW0pakKkxDNG/Bhyga3hAIqfRTVgTY81mMT0xZTD
ZkXsLuqbWYT6AeYtDluVhUvnPhl1HcIA8XAbcwZjYueasbHlWyynXxjlSSiLZRd3u94exQdFfOV9
FOoiedNxlQ/5RHWwQ15ujEeiFTPOy8kmzyruhmmXSHf9ERabWZoR1cW+0VH+Oays5iehDOsdk1BR
bZ9ZTWgIoXgPKF5Ij+ptrCnhqZAH6GtjIuU5Grp1M7iwKVr6dSXPziPZ7JtdhjA+htlKfhodfoQc
udAadjxQV4MJ9clTmczyfpA1TZDqnY7kpFqvj+5aQRqbXAdqbdeTzHbs8Mb5RJIz2eSiLMpfxkCO
BjtxS0ZVPtOgmhjf1IRmkXmGYLc0f+EvqdZ9uJiYrnRWRDIR6VIVCbwL3q07TJCWfo/ccXmHUyop
57Weja/5iNhzJ1YDYmyLIB2hqDtjnz0jyKl2BaYbvOR+oavSYWtk2GkNBOn0uSsPtL6cF/GU4oIv
rVx/kMWaYuhBif8ph2fCPxZeP61aX8cCr394GlfQqcomMKy2vh6HkfBDkuwJxUp7G4stjbPUIYvT
fj6seAj2x2y0vOVG5wDUOw/h+Gej8goH81QV3zvUrQIL+onMSI17Ru03De68RGQV0Cy8tqU1Mtps
/Q1zcIg3P9SSIn8csX3HvQQ3CNKkIN+FrZMddN1On2wy46u94/GYVNhlcw9BG9uXZAJIvXLBMoqj
Gcn8vu3hfu7XuTPDoM2wQmRhwZYNiJLDScbBhLPBMXrX0K+Nh7XwZrJq6s36OAGlRPzJEXWI8tAa
Dp0IswsE8xcQNpp0KiU6buUofYYQErCLvWgBwrzwPZOBFiKfhVp7NEj1vACbv4C74sZh2aY0peW5
+gzMHrH7W4ftUjPJ2IemkJkv0wFlVW9PVzjgR8Ffg4fbQ1mmLRlO2M726P/iozhDl5u6Bue1nJbd
nSDXtywBPkrDmI9/eSlXmuBMUkgP2yHvnM8hJe4WMZYjeysi+dMhSRbbRUpFuQp9gRLxB54+wXQJ
rnU98AQNlLyB9aePZVeKAAZZxH5ezuYHPBLS6wWDGnxkONKPBsMy8gi5T+pL1yRnDcSjuq1nIzrA
5TMeLOQnN120xuICxP3s5+W+PHxyNOQnoaV9tpISjwzmLCO215LLV4xF8MGrCJ6CU5UEVNDm+9df
+QuXU9oCwrcsvILEuUIC7XprD1DOMJUjqwyXD+GPwEVXtiufXEy8L/zC21s9e+uMDFCJeJZyBE5z
p2+dzIHISkyd+P2KicX3pgpb93MB8ShQcNcRNk44QHxvxrkKVt3b/0DTfzWpvEl+tlVXPfXnc8iT
0eVd/bv82Le/f/c33+vz/+f/jxNLh23gv59Y3lbt9H05mVhuf8M/E0sp/gMdXeCOJh3FqFHxo/wz
sVT/wSgBZvO2HPlfGFH+v4mlw98Ec8UUkMQdx/nzN/2fiaV2/uM5hBgCz+F36cBi/puJJbf1rxVj
e9rkS7D40ExSaSy0LqcrJrRFRydYrb41Z+ZP2xD1e7va4uANi5CRXV/0xbsGJ9wLI5NtIf7XQt0u
a+N8oek3XZed/XzXWwHDTRpe22dKUX6CY2aTN1t21//6Fd7/88/79wjU2cat55fxeFV85zafhDr7
2j04vM1mQOkvYTF8EZ0yPm7+t3dVksMc9xJtPch+oicmwcDt93HRq495X3cNrOwO6nYVm31yLBrt
Sl92tgdFfaqqLmgHK/pp/nlDNvy13s/nuQcgTlrq8aIkn3jHmSVukgWbGR/3JcqVoqvM+eBMY/yQ
tc1CmZSTEUbZPIpoX5kZZb+eoZpzVucJGIOMREgGZTf8MhM8onwLtnvn66QS39N4TbGmiS21r4Bd
orfYSU8f4xZ4GmZqYn4mSa3qmWtUYI+4y5OgUsgpwz7X1gXavsnJPso8nShlwillCy5Mj5k3rkqI
L5BBOFerEibAQZwBVsC5UXuMXroc3CaT614keUQoBRmseINN7a2xRDG2mPlGgS2iPlL7/1XmtS6o
OWwfcYR6X2aJbe0K+uS32YqnC5URJK1dYqZJ6psySea/OsX/rC+G+Yz6Wd+m9M6Pn9FcYMAmBhxs
WUkMTqmpbM1wsCEEBSfqxLmw0tRG5TlbaXxArtbWttzo4U6/o9itMPPLBsvPV5Byv0yrnMFbO49x
oGWd3nWRhXt1vyrjg4dbKbGGY5bEx37ANHU/YNUMU5R8cbD4bEkftR7iH3LFgXkzp5mmK4fkgads
cXvASYLpD63h1vR/9Wh9GGGkbz8VVOMy6zq5IyyhvY7GAusYQo1xvjDCtJIYDhkNOVlpHV/nTkLH
6DorFjLSa2q4z6IyPndjR9iNAOUcqDr79k22Zb3scY8cQgjHUfKN0jwt/2rQ/een4ixmHmrzVxu+
3umb80jicQswMp+hzhrEOWKTJJ+xZ4EVD+rqiZvXNwXrpZ8K1xdLS89hYHuu3xb4xONESy5NFErn
R1EZqR9rlA2GV0+35E7bjL/IOAlcQJWHSpEwuBvzzQ8r8erPYN2l72S6/bTqlglvKGywR419RX7M
Rd48Mm9xmIoWlXmYNhctZk+X1OF/jvHTxeaYriM0uYPagSd19soiMpIRFobSL8rKTf0u6hIUWznh
x8M84tLX9Qu+9kkx2gGWSFs40bqWbpBkZEIFheoK7PLiuah9TLgyDMjXPp632Ag8aqM6buCqNB1k
TcrS4a0dKXfC8iocGIDK1rpDkw3G27vdUO5xAs/tvyqIt/WAAxEEdwcqjXRMfUaaIwKxFKrNtV/z
6NhNkYuU6aGE2QZa8/pSOKPrbNfC6ksr0BeqJY9UlNO1l3EbLSGEhm8ZJp7mhJ0xJ2ECV6V7DSLN
l2nM0y8dy/pbQ5LqWxy3sQLO8KkTFw7E5+cwDAHOYJfBJLP7cy43RnyIFzBGQW4tmoDZKMT5xtj2
TJfMqjFT9GN1Xl646p8D8HQleS7vgPuGtKSFOmMQ9iWpEwWQXYBWpAVLKNRSHdK+rm9laGzWWIxU
M18XrruvnIy8SqQpiAr6TKt3edPWyX6wBkblqYvf/ea7R0pDiwuvs8+sSN/hJUrrXAqTrnlgih++
g6lktbTxIdKdIpPRlxETx3QXY5D4ViZRLv8kXHO1QYx3A/Li5pAjX8NQmyTZLzpmG9rV1ZqugWMu
tumDCg1spp5hmDvGleqzA+UAaaNhEE3NTN5M7tNlSK4EqhY82/Kovo4iQT4KHlfFXcFkXe/ZUQmf
wq13ABvxZhKT6mH9OzkAS02YENfw+6K1pDZXZwdEH69EREPXD5CEeb8xP0qvmlUkeEPF4cHMVHXh
MzrtPP7v9TRKHCpEm5Sk06U9cyzQ5RZ5kHQEIjkAUlvWFhOEUWN8Fi+5bi4spq1TPVlLNBwm5DsB
i45W9lzbu8xgMyhPcqZbc8HnGovjArr6FpnN9HDhw322h2/X2th/muIRHdxZ11yIvCN2nKgJMc3T
u7lP5BEYCd5xNgz9l9obzcFPDIIx0jKsP66xveE9DK2J/sY98enC3WzbxPmTC3YPqnUHwMZ79tti
Tgf2kwd8q6K/zj1ruZ3qDZnWI/5zsG32FbDCr9lFH8QkqPtkadsNVrJdwBxF9K5qk+ZYhk1+4Sf5
40twfmcWjCqWnMOJ96ds+Re6YAiSzBp80wM5J2F27LJK3ONKSM2XLIhecSBe8BVvJs6H/dQkIZiv
yItvq0E0/Y6JOfo/nClFGzBvJresGcfkvRkntXvl4CRekEhk5P1bYDHGDa+/1BdWEz+vjVmjLeXW
P52uX6w911ROiednxmJf1U7SkCkYmh9MfKn++hgQkDV5OYr0TkW5eHYtGwUEQSRkSecWETskcJfM
CaPi+xIl4hYPIyzp7dW+rosBETrzih+4tasL7ikvfK9bf8gi4ueihjxrVVZHEdxg26HPQFolJFmo
6mGwi/So7Y7g6zVy1/hC5XVGvPuzR/DQFiUy2wS82bM9IjVlkxl1Efp5Etf62HeFmfpQ4SFH4Bpa
fCrBNu8iBu6Dn2tMzD1SxbHAY/IC+awsZos5wejYgMYNurspX5rDMlicUrVMnE/pOpBW09Rm+mlE
UFIfXl8gZxDTP3dPI0zZjdEyYmt5ukIq6MzbjuP4VR+GM8y2Cld2G1kmuWmhnRKa1dZQADhf1Oir
PtmwZZPQARq0wv7JjAS5FCCYRM/pTeTcvX57zvbyzj49ijO2J/6hEmrj2RalapxN2npkoGlkK85+
bbsYflaH090UTglOhqzG91phS+uP5mS8nRh8EhO8ktdxhHiVWmDQBvS1hcCvd3M6wlXRY1O0vu7c
NPcNMnemPR6y9W2+dAkq1axsfxuz6DkgDUkkGN78xMoLOocxML0O2gQJs+XwSUbtPPvDEMcPthkT
TsKRjlEAYr05ht1AugCYbprdMlubHgbiKH4qgsufGEbF5q6hjh8oRSxF7gaTSuuQmx4+jExN4Fhi
4+3eLcLbJl7j/LuU3NiNjmL6mhEtB+tlJIaaDJKksSHFwNfblkr7XmV9+HVNnfFDl8KKxvhSj1dQ
bWlfceYrvibMZH5BlO5+C3TrZmCaMRMoZx3y73GHkHiHSwRHmxNJostCOB8sZjhPKGUN7HSPDqjq
Y5Rk6oOtBiyxX/+lX/hy4fxCYGX3gDx7zkmOIijYoCWGzzbW3eAswpTeKO1dhqj0erGZVr9+vedV
K703dFmYppbkxDXPFn5fjyl8ksLwx1C3H9tpUf5QJ/2BSaZ1WFs1UsYvjjzQgnY/SRYZDrFo9IWj
ZduPzpa3zYZJbbHtHFQ1p18f1Qwx2DZDBWAEdchrYozbctT4c0tE2cxU5yWJP4iOyNcGctaFd/Cs
XOYVbActZRWHmzzHVcmjJ2vDIjaknTb2qXAhQzFo/dnr6qhEtCDGS6YLOzRfxgvPDJwNdZA/+Q9n
+6VGvO6xaxh+zAh9xNZhdLJqP8AEmf12xVx2R2s1uDt7Iv7hSqSFTb6yqdqHkcAI5hYznKYjQmLj
LWZFMaSEihLNL2x3VoEJnfbBiLF9B7ydzR/YveLbWWJE2V3pNWRTW1XLHiDRuMX7tsg8tN9GbJP7
FCfWnkTI5EPWpBFsudQrDfTSLjF4HtpyGrliJYmssTKSyZpYdA9CAzjtynx27/BJ6yADuuo3jtvF
fZ+36fsuS0JiqFzskGGkEN13rFt0u0Qn1PHRgXX8CwYY7GKtp+yWYIn4x0C6ShqIbI6lP4iUSnrq
87nCyyjFKHUe1vyGpFDONTfBVnhPXedakEU2M30UyKv3hlS06VuLeYexk4Uyv4UTZul+YmU9oE1c
TT/MJoRqM0P6/rAsJdksc5euvEK7Hj6sncia/Syr5kOVJT18hKZLvtWEzgha1BqS5CDt5MbBtMHE
QTaTOJ3Xib7Db56ED9s0V9S5MzA+DNVyACxbhtnZWWTQJZh1YvO2g8wDk8MeZP7ORR5Onod2jMcE
p+Jfjd5i0m1l2rfZUtaPepymiYam6n+buIWrHTyW+qoNTf2ES0dcEmCgCqzfe/tTjYfq+1YNzccO
strnBUvJmulpSNx4GmdYY3LyK8K2LYP4y6I2oi8L8/0t18ogKLPTPVzGHKgLuBJH2S8xoz7oY70g
kb6H9dztZVK6D7D5ZtLb0ppEPT1gjSVgkFs+M1TzWBe4+r+xbeihV2lVpHcEkGE5o+JSXCu3IoQK
kjNYZTRN0fD99X3shX1z60xsMAzKHbCz0x2kGHHLr5KMbzhjSrEFe9y6zCf2UTs2R0As78I+/cLX
u7XYrgsxmOnX+YGML/TgVLrz/KrGXMMtWtyMI9gKRWlfElK8tEVzGFBYWduoib+cPpuVRAYxJann
9yGsElyfPX1Tzq5xPaWLCJykV59WFXXZsZxIk6X06+5hl+G29PorfmGbdJmaUiMxSaAxOzspZEWK
rUpHz3fxC/auupa0oMDKDKK9YTuOYSB6WAdB0SzRJVvUly6tkGgBsyHT4hZO34Db5qKQXkuEGP4s
b6bCZjAMQHY9N2P5Zi2W5io25uxC03A6//pTErrKpckGRFLus6bBwC5dV3POkpotOcHGahtOhxXf
MKJ7GHXuvLq174oRzqDAtuTCAfHCgmY986zcADdx7iMKJUm0VVYZfkS40s+k7ZFY8IL3bpXa036o
u/rr6z8vRfrzE4nxzSZrsxgwuee1hwWlJoFch6yUWDdyC9vVxNJiwDV+aOFGXkGsnV3f1nlU+h42
TOIgYqHt+7GVce+Tngu6lS0QrUm9qL6v9CUYBdmm4R1cc9vlSgPLmF22rBFRLpMlkz0Gy9Ciwzb9
UQ4jxXQLjngD0RIQLXH76DGhJK6CSUVE6FTTDKmv8hr70XQskoQsd+Y4mBj4Sg5tz74pKGXnXbRW
2ReSwKYBLpRNZCMiDDxBp1ppd7ekRfR2dIAtAhvh0sTYJsQpr5EQ4LA8ydm+ptS8WgxRkdSO13xM
Bop2fpYdprHBmFjTN1iLLkOmMMdcj8eHxL3gdkIep0XooDPO3cHG3L/wjS7H7ieRA2fAHEGa3TU1
FE0Yzu70aYWudFcyP9/uwA0JqSJ1aEBKYxkPuYex0C4uZ+huBXHsoO1DbEA4tOD01/GCHxJxopba
tUu29rvabG3sekiu+k3euP6AjUj6RLVHwtTURFH0MUE2mPoEAtdP0MpCh1S4nCSnvJLTRwLoMyOY
53pp9lMnFPGQcTbMuJHHsdyl+IgZ+7Sb2ugdtCfzHlcOvNWNcOiuJoA0+nnwNHomOB45Ajqn++0l
ooF5QK7Dl5K5AhifWvp+h0LIfYP+HXGRtGQNz2wNLQZbjaybLzNxjz/ZeVKFyCLvBkxS5vpa1hzs
dB8LnGzBcdzurLlSZItNA2tJlfOEC2ZV5HdyiceaBMEO8nXYY2O+K5KwVe8YkqziWkQprNU+JO3n
UFjVOsHiw789MPsISJIZnasJvkx4Zh0147eJdEx4RU6S1bt4HpzHOTFsYigSA8e1kToVV3gY3jh5
ERR9P8p2na/w4Zp/kEoSzjjwiPknSej6Z+TxNe1qZXhPVDDaeeNmsqqOiTs4yRUuFbp5Q6oYAiK7
cqsnuUKWoVsvUtyZ8KsnoWMrh2HPjbgfrQp6gdXNb2uNXdRNDMl/2FexSr/0UIp/ijWsvX3aGOxE
Cb4aEFUxux/wXGl0f0C2rFbfQSYgdhIaVQTXaTQCvKgwVsGhDEYfyseo3zMTrNZ9YwtDw6ALp87f
wlDQFmRl+cCd5JWPjTusPmGss7wWZq+St20KvHzAEw4WxOv70Uu7kWSQDQAI6EQIwOmej8ZUIyHZ
cBQlkTXJ2MHTe1TzscJ2ZW8QcAC8bc/3kCY1KpwKVPn1G3jhiN+0oR7oIFYTiHpPb8DpzbQ3uoxv
K9Hlm83A64aADnhqXvzt9Ss9P97oQCBwcrbR+zzzhejrvoucmWwzr4i3KnmE/yWSKfoFk7XFsEjL
AzwwfeE8f/58SJyFJwXTCgHx/ez54NJVyhwclHpuuF6zRRMX1M9QqV0zu/Aqnx+lXGorYRQ5UECt
Z6XDMsvcbEjH863VrG4yTM58C4striezO6fgjVIl2sMjUV4XTrXnxyhXtiHSqW02w4Z/+iO6CRNP
4cEEX8Y0DkBM7C00abklN4SRpzdd8v996aW6HCsCfJ5h8bmesogrlWCdA1ADI5ljSa7vNTDMfSdE
e+GlvrBqIAgz2AIYcpGqb7fyLzh2Sb02z13D9pO2BGRrejJ69jXTeiIpzCW9xj8jPmaIbQ+vr9YX
HlFS/sENghzr2OeWoWnSRiJtTVarPYlbs9rSnGPlfl5Zoxf2AKF4hlNgACkjxS8cM+pf0LnTZ9Ql
UVSDIpPC6PNo/FoviekPYx8hdCNG5DcZlio5JiV6on1Ln+xTMWFRyH3jeuvi29juZU3AzH6Jlequ
MxjHF/qOF14GmKcFMU2T0sl2cXqD8L3YItG0+FOWoqoS2XpV5gYBJ8R1//3vrSTW8Ujw4exY5+4x
car7dHNb9OH2EeljLJmfoYLbNc1kkPNmjQH/Qy8v7BLPt2GhwLGZkCi6K2bqpw+4SMJYF0ORCsK8
KzoWrgWenS+FoJ821EyoolFdM+4VHCBWb95jEpPUF578pZdMZ8eMidXgPauFGRYQdVSboW9u2V0l
YMpXxA5bljWDwvvXV/cLX9XmcGCh6uc7Zm88fd4W2E/hE+z6cbUQYxcTkLmQrAmN+yAUUsDEis3P
muCiC/X+C9cFXmb7txW7h+NuX8K/vuY60qqZF4wYSVCsAvio6VNFV1eCAqGGbaKpPyZ9glT29cd9
4dVCa2Gv2sbjgtL/9LLkqhhkmKiEegAq4JEUT7KqpxGSH7TA/gJb4oVjgCcEbKMal/gtnF0MA06j
q/lQghRgPXAJAYV7ohw3wLg7/7UsvbqWenLUzvZaIwn+/kk3AqnJacdLPh+KO9mI9Z6ScRAhffiI
U+1wDbpv3hh5d8kh6YXfEgSC0kHBVZXslKcvNXNdElolbB1kc5V4J1VtBMh4aJELgOQSbwF0uTgB
h3/9nVg8nt7sD/h3jtvT6za6zF0tGdOKTjpPDnGC+Bu66bUIR331+tt8vjGfXursEeXU9NiaMjNN
ImCLfV6kBvAO5KsLn8X2zzk9AMj6s9SG6ICKU4mdPhIw5WCZ6ZIFpDaX71zX7e5KJl7vjHKF3AbJ
7PD6c/2xRz+/oA25DzNHOOLWOWNkoIlMrTbLA2+E2or8sPAQJDYcNDWcXlXfhkk7fWy82EMVjS3M
fQZq+IXhWnsMGfyQTmUIIz2U1AYxhLG01JvKovLrJU+vSdhlfPv6HVvPVxt0C85HUAoNMVGf7Rx0
cyk4hhEH8dgmJfTSKP8UT3Xc3zXgbAxnwwECfiiUh/yVmuBpcIre8Y22KHFy9QieP0ZW7DyaEHh6
v0dwCezbVM63Nq+Zd8isCz+OhYy/mVbX3M9whVC0ZNiPHiAJjZ+K1VWOXxQKlY6ldGGBH3qLtast
TJf/ercC/YLsKVh8DkvibIELp5C0eXESKMQju8wq3NvZzb6HSJweXn+rL1QeEHk4dJgJcsB75yVr
Cqccn8gsCiSA8WEq8JvO5Oi+790UJadnre8rs5k+DBSdt6qCxpLpJOxoXWvkspkogzgtCbrvQ4dh
zuv39sIPjgDbgtALbQsE5OwtrPWYe3WS8IOLtjy2MW7mHvYLyEnT9U70FPOJxt/z9Yv+IR2efRh4
wWwUCY/yDzLk6ZfoJuOSzjXxfmJclGYYkFk3+LqvjV+XCJfRshM5t5cqE8heMoT8DzqKul+WOTTe
TTh2KLJabwIdIjpcIevCP+4RgUFSHDGoiLzj67f7vGyhLGbr2PBZ/JvOMVMoWlFE4mQcdA7AjeqX
It+1pNxFvkmwrvtGSyRvohxkF6jSS29pe73fr9/CC1sktwBkutlFIbs/+y454t3MFRGczTUuDm1p
jL81wqovr1/lhQ3SofD0lLd1AugxTn+WZungFKxhHFTRmmMKPwkjWLMl8R1n6A0KB4CM16/4/NPY
KG6Y04ASws0xvbMHK5aaoKA20YGJ3B4j6aTOHzRJZzcwpMODUcXifQw76KiXukV6bWftzo0QTO66
zGk/Ijc23/Vrkh0TwRzr9Xt79rNbfKyCVgG9DQWrJc/eRjqYSG9tTM5XUvd8wi6rx7Vc2igwO9mI
IxmQbryn0IieZkNNZIAWhABeuIln3yc3AVXYck3KKg/84PQmlqg3igIXn4Bk5wkaXLFeQ6eGrLNF
dWK2nr2J0jENXn/yPzleJ98nHTbnAF+mBKxgmnp61d6KJgLx0IGi2CRFsVNqbQ7UreWKopa47MAr
7VRusir5wcJi/DdsSyxi4mL6MXUh8em1dBt8hNeG7V0aXrhLXBcsb13y8LtVmTU+ZM1qNwh68+nJ
maDIs9/nrXuI0nC8n7ChvqeITaCKp/gT+GUBs3lvs0fjdD6nRL7Ncv6hbaTMQYei7X0+mjnJ5+YU
rdejSskqxM9D70Rm63Ivuc/4PZXyqN/gNibtC/XLC7+Rh1CKgfNm1MYI/PRtLQoJXi3bNkictMbs
vGjveltGB3T7b+nf4gMghXdpYTzbEShkgNWF5F9iO13OLtrhUt9UNa4RCEKvKgDxaVfPDryS19fC
84nRVjFh6kSvyJ+cYacXGia7rmux8nQ4Sd0MHKp7A/ego0pbFTRu2eBQ3y1XHs41fqQHBP7xLD6/
fhMvvWEKYEYXfAFsgmcPC0VMNq6j2qAVZgKGliwB+wEWa0sng8xWzRWU4vhSNNqzFoMvzxSghpL3
iwju7KoCnhCkzbkL5rKT1yX6Z78w0SvbcZgHMfKF49J239uyMy9kvzx/3I1XBmEDtAmLhPPjMTYa
qxwy0QXQv72vhDSM+2xYGrlbvLQgEBbHpX0rUkNdOJef7f888Lag2JD5A5Hc6U/drmlBwGUDFVu0
2e3sed5xlJl5PfaFeDth0v3j9Z/1D7xzus9wQeoPXq8N/nPOlmgV0YfFmnRB4mXm4rdpQYR5kYbN
Rppwn9C7p76dtsSL90I23R7h8XLbTDPT+YRwzeHCWn8uy9legA2oaAKd4kx49gIqw4lnzpQuMJal
IpetDVvZ7GEiD8TYpSRR4yTTwqDpUZF4wUTEK3xs8pZITCiasNk7IENvzbYa8zdkEsgsQKPS4UfE
6WBTUttE17NzivpIEjLTbMtY499rDp8Il+M1vZuoFL/h5N9uJbZlgD3lrblrI3A4vyFg29plVaLW
dx0edF+NYQvenRJnHH03hB6YWRPaxVSR50XYRGLfxUOOhQT38SjlnBEzMDXxZ9PINieebh0Fkw9R
6f0cmc11V0ExPNZREz+iuNC361Qsi48XWXjlrSYpODaujVmAJEOGvm7yav4VtsCuwQSV92gxdiF7
At4wA800a7zkofW65Ohgly/wmJni6goHk6W5pjpGSZl0c3FNFgA2WZNgtIEIaJVXqAogB42ybyyk
yINzxazadGGQFMvTgsK4CVSDMPLCot9qzfM1aNMCsIGDDcLZOV30dcSgbErIfGiNZbyCtOTsTZWu
V5pBxIVzFWzg+cVA+IBYaT+Z9T3zzK4rlerIKoKMnrF/JAqh/EoCIP51Y7dx5QiRdH7QopKIM8zJ
/JXqSFofy87IlwOlkfkz1d08wnfMK3OPr0/7RHosCRuuaazLW+x9+k8ZgKpz3W7cxDe5Yc7Wu6ks
Cc4gHriuUAE544PXt5XwW9xglJ+aq8lB2Wflx5R8BvIsGhhKGPbQlvpkaM2fvM6eNsGdWtz3bQ3l
PZgRDhd+COGn9RtTItMZHNQ749DVRGmYCLAI54jzbsfcEgIUYdZav9PtFkBMw+vdzWXW/MqTcp1h
4w+ZucuhO96LBf81onCsCAV3r6AfalLOP1bsBCb2NXH1jhEuRhP0AF3zxmnw7djLHHhpP7Pu9D7S
RfUtM3pYZiTQVOiIiniw93qynSuv6qLxQGaDTZpIqCPK2liM+xKWodq3jJInf8kB/327oC88hPgF
qWBdGwdwmODrq6SwyeVB+CN+JU7cFI8qGglSn3sTWBg42by2R5uQ6WXWab2DqggZJjNi4xflDHkZ
KO2jmzHv3S8T1h44ZpQiUbdK8evuFSycYWcovYT3OE7ixjX1mSP20Df6r/Dv1Qj6LpPfnZU17sc5
C/v5GC9pZ0PlIZFtlw+tQlvFiE+/qeUUevs84o4Obdwhix+ifsofWNpddodf1HSfR47IgyVE3uD3
KSELJFnU6tBheDf6i+iM6cYTUfZ5llFC9sNQ1hrvQXvxnakt1Z4aEGtTM1Rju7cy0DnsjWxwc08b
6bpbTJzLjl2IveU+rJeQ0pE/9LH1GCIcvTpb0daJYsj8IlHtE+PU1D0gw2xaMhW0/p5kszeDfAum
t2Es19soJKmka0zzsYWf0u3VGKUJvCMvecRnjOQZPXfdQyZmxEUiIx9sT2QRnjdo3pZbmDvRDxv1
BP4EhF0AwHRj9CtyRmzu+Es97SqkVN5O2aKv7ruI3Id7OdirRSr4CJe6bzPpp/m0PA7JoB9eP/te
OONBMDyogs6G7p3n3S5WP5u8zCJYMZUD/YnX/cYDuCobC6ZRP1uPeSrXCwfcC9sPzSPQLPwfzvjz
GE/dUJyPDSJr0rMho1XkjGfQCg8uGMhnTPv08a8fkutRnKI/YI/1rNO9FQeNeSgj9tayjNZjbUsa
AXsZSM4ilsAhRA/Eq7jEtXmpqpBI1CG7MK+D6nNWsRrCbE3ZA5sYvdE7AQXP9LSoBuWWk004/kRT
mb1ZsEGGdy3HPv/kOnHZXMHzsh87opra/8Fbp3x26TDgpdLpnr6FDiPYcrGTNnAwFPvcrES6eFBi
/T7p1oBws0tL64UTbcNVEE8zJGWOdNaPZN1IrpKjcAvF9ORD00CAgGzjvYNhk1z4gV9YUJtMC5EW
vDU6xbMfWDYt9YzVDQE4+fRhIt78egnLXy6y0XuQsEsT0Rcq8g2Q3oaUdKiUjKdvMtJNuZArMgRl
aGXRjlkdiMRsNBkoWjYErPrmgGo5vy7hXV4IoniO5jKZ2wakDBsou5Fun148qWNnkkM6YdFnyisI
F/l1zf/Xx4bGDkZNVFLeJMYBVxLBPCLC6TEXECg7Pe3pSDO5q0p7OTS2Ncld47i1by9tcTCtXrv+
65/dCz2b3pjPEKYshznMH33FvwZAg22Cdw54+cVdl39GRxfdodFbHhQuatgQTtH0tUFCHsQkx330
GIJeZUPYX1gbz1UcvDDe0x8aNDOw83WPhN+zSycZIV3lWXZUpCQWD0XEQDnI4Xh2RNYtzcdYdIPt
43ghTFTbWfFpwPbjS8SxuYmki/p2grD9M60T882aqmlL8swBp3AAHL/AiMbSMRTr32/OUNjpBKCy
AwCdA2EVDpWl3a19UHmz83aAyRr0YzK+NeuyDlI4/W/WNSsuVIdbO3lWiAIN0w3RZ2uGSmfbhBHB
/HR7hlmOi++Ipcv2c1VH8iLktn0kz64DyE9DLz1Jd3+6jqGipFg7bKy1apDLIZ3dkvgtK7p1u0nB
s3WW9ook7P6Qx6qpD1uB/i4kq+1/8I6ZBkPR4njAGGTbxf61Rr2CFle79RA0HmwRNZnif3N2Hjty
K1sW/SIC9GZKpiurkjcTQiVD723w63tFdQ+UzEQSt3Hx8AYFKJJkxIljtnlol7jd0aFMH8tu+a1x
c2/k+pfhiuKO8TqtLbondPfO1wT34iFCyZpJmeaodCEsh+604QZUe/E+j0NjS25G/ovnL5u6lhsG
2jBdRNVdBY00t+2hULGy8uYk13amaMxjHC/VsOOVxi8a8nSS2KuDPqx6C+f42cRgt6HT/EPJBu3P
fw4MEDQoubn8JYt5HRjoIhRhI8Zp70ZxDI2MEGFMfXFSJhfsWYdMQFmq41OaqZJc6yWQl8zo++0f
cclzh2lKEFdJfBivoUp8/hWwGGs7gZLUftCMTtvXCwD/QC9K70F4djZBj1L4IS48Z9TkzbZ93ywC
A8JKuOZ7tKlRMtf7CG1IxDXb75g/NTnGmFh+7Wb6Ft9R4IUYb49Ze5clQz6dxjbD6hL9Q31LxuNy
jkGMZazn0WuXxg7rJxlpRCTR2Ex7CEcFU/6lOxUuwzluJoN3JzT8Qqm77lCdm/eVkmgGsEyw+D58
KXqdKnIadZ9Ud05XF/dJrGKNOhr16fb7lud5tQXBOsgJpAwr5np8Ufczeh7FMO8tcndGPMhw9WUF
ag9E8AeYAvPLWA7qXQG0c6+Pabtxzq8uT2tQ1R36d5q9OnP0ydIZlJ3Y2/GIGcGYGvghCWdwwsfC
wa8o6FpG28B3c2vyS3MG6AqyNlQ2ru+3Yev6NYDop/YmM5K6R+e7brHcnGYfyBZuodp9wr03jR8T
NP21dwBtoSFFTMdeQpq532sFUaJnS5/GiiSt8O69si+zkx0bBpIMaCsLPzNdRCFybUGApRHNnPij
RlXre0rptcHMiFW/M0IACLAPY6OB950oP0sjpaVdqlgG+nNpFiCJw4rGtjYpkK6LzDXRN4/5CvMA
gFm0VvwQTagu+xlmwpQiUROd9MXpwkM5IbkROF6U3rV5mdKcjVWEp6ssXrp7pJ27n24/11/acDQ/
RBhpZp+n0MzuGhIrRBcFFYCr52Z9FBi4PjqjXXoBfW11A4t4mYiCr4GPpJK0AZJYZ0yj6OlgjSYH
3RbJY2lSuuVVxybXq/Jwe5O/ZZqrz0vSz6BEgnq4VOTt+s91MnmLp46qBGx5emOiY6lRiu5qIFuD
H6amjrUo3Y3iWVOihgI8QmcH0iNa1r+0rm3Uu9LGUugTW5GRxe2fduXSYWYIMYu0kdb1uo0M4nNo
uk7v98OSKN+tOCx3EC6a12nsviIUs+xuL3clT3UYquFFQ+JF9rdG+49NqA59KXtMkQEn2Yc/yYYN
J9VJQeOPOcpiuVoZ92Hf1wUqio1A3LjAtxEF7G4s9h7slxEj3xGQbzXZUNPrxYAqlrXd+DKGc/iC
RWdvbvzsy73iwJbjrmQUSL9dmuT8+/0cjFJs+JoZY4aQeVHaD+NhaKfpoe7i0P7vi7EUQUkHleGS
gJwv1nG3REJfkAnSGufeW0S7d52ieogYq20sdSUX55IjCZYBkLafvUrrvJYiFSbWsq+seHxcNK3+
qtCFPpi5HdV+z7LoZAMA4dKMYLwm8WfAklsubpfdBpr1gKXkyJ2i0JV//+d0OJj/MRn3lj3GAssv
QCTOp9mrkPFo49rZKwCeR3DtVuVs3D1vR/zsWGLkQ8cTRTsdOjdkkPOF8aXTxhBX0z1u1nF/j6K1
+tx2S5Y9WcWs1oe47er0GNOO+Z7Go/EdL470k6VlMJDUfHL/MOCNX9CB54VZGYNh7njwmH461M2M
a3nSDf7oCAESPySQK9C7ISY30iWhz0Rf+2IprDAYUP3LfTscrF+m0rvfKtzWh10N8m65Twp1/tDO
iToHrj3U4HP4ZX9sOvejP4eoZvo0J6Psruuc+PPto3rxVXg5vBem3/CwcY5Y7XmAj7GpR8myl904
pDSror5re/Rh99k0aOgQTsgOuqOCnMjtheWeW38VAMw6BGBQH2y/868iSnR2aUWr+1lHOfd+DvWW
2wQuDjSBwco+17GdRghyuGiFGkjBfru9/MVZ57lBlgGIZGxqUVWfL59FsMHjrKPey3PuOdea4QKm
2gG/svzu9lJXnpQWG0eMPQiM+oIZa0bgkcp22UcujT8/bhlB+5E9T/u4nexHYVIMCA9ejBeH0fH2
2m+0gtVrBu2Keh1SSHSj1qOFJFGpo6Ja2yNYBJ8Tugnq8oqXN49VqJXubmZqW+4UF8uMPBkLJTCn
kp4pujNpfCK+W/RvC1Wd78YwgoynikXs6Kvr6T6ezXD0kXgzPyr8fHeHOWDaIzqThofC0VD47tVK
F3u3mlBzX/qqfrfowvqRlDH8+ExrIiSZx8wLGt4LsIu26Db29tvsbv3wJuAO1DZ5/7Q4zz+yNWm1
MYS4H3kYWNf3qqJpv2fML9rnAZN6WrJFVUWH0HKWV8wcFhSV4KujKq86c71vG+Eci641I0lSW074
B6Aa1pY5vbPbH+nKGZSIVRUct+e40LbPfyb89DIUhuzRd6gF+5D+FylN47rzE90kezpGkPJi39WX
MNk4hZc5C8fethCm4f04pq2uUtJpdkqCY68jFlMqSyBE4n4eMR3+O2gD4ShDC/eba9IzB5njPNMu
7pBkHu3suwmvKoBlm2yclsvLil8EPpIOG8KE7NhVYHANzA1clR1rMMP7UJWjuFsI0PrOKVPvRL1W
3fdc1LulrLP33rhgdNCRXG18k0tUEHhTeDrAEGUb01qDezV4t7wMoe4zsLXKfa2idhiAXJJWTJoR
/qodxD8C0wIhP5atlZ3iHuCnr0JlrJDAj/sXQhpCDEYDZRuHLrrEGz/xIqkzKKkQuzQMOAXORSdS
H+zERfvX3GtIZD5XkIsCjq32AZn68nOe1/nr7W16ZT2UDR0SCZIj8rrVaYL3PgCmHI2925hhGWAr
FD6kipJ9d6IxFr5T0lTaeMTL0Alalj6R/A4GQAf9/GRMlZXE0ZyZ+3bQwqDrvAS/7SJDVc4QcCTS
VDADTMPl4EIl2PLevLITuZnQ36JrDtPGXo/ioVrPcMddcz/GtK7byEM/PlHrVnvo0jgJ90YhyhOq
wpiK4zxznyaDGj+YYFU37qorL56imVcgp8+UjvIt/ZM5NZiPW25imft6gAXaQ4L/2VFD52QWuToG
c6IvxsYpvLweIcLTVGA45MA1ukjgF28yzCay9jNDr3toXkOJr0SrPLR2YmaH/7yxaHFaUhlSwh7W
ZqpZpTOYnwsWc/GcgselICqYR08iKX4DCKk3YPvr1+nwMmX/jdvYlVpSq9eJHdesDUkTHVLLQHES
Hch7GCGi22kT/icITKPvcPsB1wH+bUWk6+AkyFwDVdqzD1hWEWHcUpU9d4f9CPG/R4mgqd6rKL7A
uNerANX0LcgonXb+2X+vP7mszYCfmQhSjgDOz5cd9TJ05jRy96hn6s9ksV59yOdm/qYNgOD82uuN
36YaKmhX1RXNGRT+tHuPMXDvd2GI+HVEXf2C3gcUrNHuDGyA+iq7K/U0fo8g70wZXxpWHYhORB+a
2Cg/2uADkOVUs+H3hAbidAirSLJjy7j72Sfq8LWYe5RzVWuxHWTWUdsPkNhQcyCMCYSQii7k8+JW
zZ+lyJ3Sj4bYOUxgTNT7Lp2He73EmIu+WhL/iBMABQxP61H4alc5+NiIiR59pbTkMG4XpT4+egv+
I4sFA8NVuvFnBKAfK4cei4qdTHv4p4C9/2GXDGFQLCTXQVIxehcVPL4gNvvqT4ZzVu+nhHOsW0Ix
p3vE6nnwtlVCcwdOSXnxGPzGe+yM0kdcMKIlmPCAufMw1Cj3aWZ66C4pRvqLAgGtjJKNFvqzZ7ef
Q9LPah82OmKlmiW0ASH5lr7dNBjZk6Jiy7WH0hzDT86liWHSFaAJO63FolR0Src8o/6TLsGgNyNV
gmkorR/Rqnxs+dv7sIhQkvX0UYmCuSxl2llISxLKDeP9MgFOOIxVPf6x8ftLgxmDt28Vk6w/eJ5Q
vVD0uuDZ+qj6phetQAJ1Es0DRNUw34FVmVBxSbX4L5FTK3fpbNd6MAyzJ4CUh4jJicJc0OanZh6C
FCDBV2dQteiUlmp6wqpiQhtTA8Xmk+5g+SBtkZCeM9F2Dayq6kuMI7JZYD6Qx/dMRiKD1ZiO4kzg
KdYXwUQcsMfIbAYa81wiVRx5jFFTfeijO2PQbIynPKV1gDnhxRigtSt+Lyq2Rf4EVd/0yyLJnwag
2kiIDcvfNAyt3y4gkTyAQkHLDa2AGUlyb4wf6eJmP1Ir4+RqxWRj8kBxbPs6XMhflUA+dC/00Xls
Ki995cVBqbaUhLh8O3qsYzHHGNVcOZORYyymt+fH2Oygv+hojh1Uo6qPOAvOvisUAehYnb/fXko2
HVYRQ0qLMpCREwrUNs+XaqMoy6NYBS7atAqNYdMaH5Xabp5vL3MlHjL+QM0TUo9sCqwyCZem9GLn
fXQwGAxreyXKwncMkZ0msHPgCKNoknctVjDH28teiYfSxNhgIih1itZ5NhIgCj3iBAOxMSr3arRo
J9RsjGcqz+5ZD2OsLW4veAHm49Mh4e240qmWeceay+IYjSgj0wiB0elO9zosc/+dKr9u916ipN6D
20QY0xklul8tvPlvyI5AP1U1RA8CzJXC/IvT2QCnCprEz1kJhe1kIRnRBEjueNZOj/CxCbpe0z5r
XqH3Qcfc4lfCYLc6lPXMYFow6kQkJ4FzjacjKqM+drLGgxLiqOejkyve0YYyW6ygdFzbXGGpj3FW
j1JZIjd7X4ETooCvKsoDOQbmJ0UR4l2XOyBlOOaqhplomhufB0WnRIDCOny1MzGjiNwojrJjZlEz
mFDHvmfcEGX6PkfGuQlSUdfST28ZjjOSRMsBxrSG7Iiotdcai8oYURidaJyK1AHKFBpJt0N5T5vI
+EqHkBMhe9FmYGb8rIvRJK4rvXwOtWged2rJEEsq8OGRS4t1EkcOJi5GHh1Yf7HotgZL5GW/hJqX
T3ntqcPp9ke/IDChufnG8Cf6UXySm58fIqexZuzax+ywGLFuBaKcECR3bQX9bwtlh9zK9aBFdvsw
xJV21y0DNlhDhudsXrnITtrtpC68wKT/U5aGgMNYT4heU2gVuDJ+NELTefDcVlB7q1Wym8Xi4n0S
GQGCPWXQ2ub8jNQcnlmIXMMKqIaNbO1i4sTzMcTBd9mBnkVyLoPIP+noIOep6eQVB2RRcCHThN0B
q49HujgJ9nkeQzHM7fa04uq/KEfOMSm6KH7BP4ucndlNxUvSYPS+E3XlnupaIuVj111gso+lrmwd
wYuIBoSW1pxsMslIswqeFo7YiRHW9QE8ghZUDZSBBIT6zyFPvo6x+Y2HVD/d3gBvJNPzKEpWifwc
2jO0wGn8nL+gykUYZqjb+qDaAxJVRhVWpzlr1Gpfpx09wzbW7DLQaYEVe1MpR2CxSjGLXan3nRV0
Qm9aP46c/BPQtxIxxKm3w3d2M9rHKZzJ1jjeKfBkJ3c/J1AWip09a01N/8UG0OCCjH1JIKz0T4bw
Fsaqc9XuOmSmlg9DFRvJOz02BIRD0wG8Hicw/gplRhBSDTOEpszoTzRE1lcLpGACO9ibxX2m5/XP
hek4KtBRz8DQwcSq8dUxZpzsplH5nChz/1osY8SmhpSKYkqq9Z/gpZj5EV9P+4Ody/app2VFdxd2
pfOV2mMa73EmUlH/AQ3yfZhGGvpOOiVPnnR3Ijsoyr94sqjMtbgfEeSOBLZvDeebqW2oHPFMUxXg
qkvMUMHJhyrIG7CGAUnF+K2etXnaxUY2tHdaa2MHlGg54jlR4+Wf+wUtouMEplUaHBMLd7d3wBs4
42IH0N4H48L0iZLtfAe0xWK4/eilByPF7H2XRbpBsq+anR/aDTjGcW6wCkXl62QJjpOvzbb1uQKN
Wh712J6NoAF//6PHyrF+HI1WL56xC8RjC6lWLI3GfKysJ+iZWRsQm0k7DIHCsK/jgTodCGk4etpq
WFbvvDHqn3AqENPOrY1UBMWMPDpXn+L86dtceSm81v4tbbiqjXN3edci8ImGD3kELRQM08/fwAzD
0ilNgdHSXJX3YkFlLY3oKpcq3vT0+qKNglWeqdUbp2EEjAPyAHyFdatvnPJ2HOsmO+hFHGtoJ2ll
9+Tl+bKRQ1wmY1gYUBbD92awSNfu/LksLZqQi7fSw4hG01PqtBUin233TrS62NhFV5ZiUGxI8AZD
G3ib50uBMqVlZ835oQOJdkTnEPB5Z7sv9GaUDbbHRZuYmA4DQjZ3mAMwm15lZKEewQ91k+QQmvFQ
P5SDHd9HDOK952mcGYHYpB3k+D3QdzcdbAqqPKnRUlItAVVysdOTR5qYP2OLuMBJtHrjxctyzOzG
AVTajp3Sxvd937QIAihadGfao/V31L0BLp02oDREb2f40lim5JgWC0MWXDfrPlCtrv0sqs6w4VvR
DH0M8X3cMqi43Ks2B+dtPgpGlFnc+YtusBgL47ovDgjdz2UwTt7gfQwdRXlQ8pZiWHFHPBlvh4gL
9WkadnL096bHA3BjjT1KilxTu2kqD6mSeZ7f9ZZ+7NLOesBQUr2HpWydiqQqfcTLhj+mEgkRtG7S
4ohdWicPtTjfQmDzCTtzfUD8Vop4e0UOSFlTB8zIOyPayGsuk3asuGiKAiMFu0AGff6WCFRkMqDh
JBpLPSwacoxVB+wQp8QsaNGvPOaz2W4c62uLon8BOQcpc+bXq+MWY/5hL6ObH9gwznHqDdSw+nJX
NxYjYactHnpM4Q63P83lufMQh5DmEZr8b50yhLWbFdwp7QEeRpv6KDFan0snBxFW0++7vZbMBc/D
FoRKSEcgwVxuirXuoglnECWmrjosS+3tqfT2XpUfIO1bVEGF94yRogigYqjfb6978YzMgXkyLBUs
jZpnLekgbEJljdv0oRXuZ/oLKeMFMzMPYjSaD7eXujhdLMW013Js1MqJ7qvQorgzNLFZqw+IxGV/
jKIzjzSTildm/3RnnGjZwrutwYXAulDMY+Clo1aBu+9qz5jcA27bVfWhR/3zYxwWnURdQwisu2Y6
FpYm1Xbinr9zS90z+ywP6MK5GyH1onvMz7BIOHHQAGhGxrya6hT5WKNMELeHOE2UXyl+rwGYC3sv
LAhe9Mgm88GsUsWAQejm/qAChxJuWW/Emcu3z8iRcwP0z2WcsYaHCaZO6oKB7EHNNfE0tN6y4+W5
d1oeTSq/AnFm//b3vtjSbGeKdancwDXM5j6PE9oIKyZMku4QYtt0ynUam5Bl0mMRzcuT5RX4qwxo
WzMrzDfENS43NapFTHSB+pB0gz4+X3kcDLNdEB87JPaQ4U7M2veVRTZL1pWGG495EZl4TKkPz9nh
S9PWPV+MM6sI+MPdwe0M4yfwAu3UdWq1a0x92nkwMu9mqNEbi159QoCcqPgBsCG9PF+0HQ1m9Xhj
HVwqpp2qw8Zvak8/5XXWb0Tea0txJXoMbWgvgtM9X6rMkLWMdK87GGps+8Mw/kRVcPxqdk70cnvD
XNmibE3Ut1DQJGNca6IA4M+LetLJXGPFuRfT3L+H9/4ap7Hbg9Kj0ri93uUGBZskb14iroGk2Sog
wQ9W4HD2zG9wdf3lhFkcOEvo2r5rMYP29bkwWphpLTrywnI/3l788mEh8kJ8U8m0pBTgKqmL087r
QRySF2u5e4w59l/Qoy/uFSLFC5TI/8dynHpMJj0J/FpjX2hQYLOlFflh6RbzyVw64c8NQzQrcrLv
E9oC+9uPd3kqaNPxGQHBveXJq10j08gR23oer4NSZA/2fK+WQ7hrhqH2tU5THsrZ2IJSyQ92domi
NYiqrUSxgEiAlHG+VQtSnhnYIffmgLl8VMzYiE8KpNm2qQPKX4v+CrPazqzyR7se/5tLKbQiuTyb
iTGlVJFb+6nVjvDc2uxy0EF69k6pXTRB2GA7jyHKRjS/9noRLaGytOmdAa07f9KodfSJQjk/TLM2
PpYZRV+YF0jFxoX7ilrSBJByUxv6AiMgH5AtC42CwoDp1WpV0EDOoixWfrCjqXofSc3s41IwBQEM
pd9Zi4GfAnqsDDBQFHtK8nTw68KzXl1sjoIFrfKftzfZ5QEGy0Z3RYrHwSGQ1pD/NqCAc0XlgLLp
wSvU6qUUkE8HgzpEMwvEqNwu3judoey8qnU3tvdlUJTNPdQQ4Sywxb3V9o7x1HUFViAHtc6yL2NH
C8XSq+EuSdwtx6ALChmCZHxk0EmACt721flTWj0efVSxDpZTjneyEPB5Zna0vEhBxlM+Wkbrp9Xg
HqbUgCRihTC6Mi3/giv0Fo7mImbxS9gDnpRIIalZ3+jI/zh1YY0OaHFAQZU+f2LcnrwXXYR/VWFa
G9f4xef14OpJRhdYGPLFNQAkT0tjigx7xiNubj4AFXkUo2Z+y6asOKFKEL6Y1dC+Do6unG7vq8vn
BF+MPrZOEciU1pI/7J/GJi8bn6R0UQ/NUFnM+Km+TJSq3zlZ9DMr9S2U7LXlNKAUpCyEL47Y+XIJ
SrZ6ldbaoUdFzq9gHR+x52AsNdFVHYda+XX78S4zUqYMEIi5CVB6Bwy2ipOJV6rCVhbtoNL1eTG9
KX03RHZyrGLyYV/kY+OHnk1xnmbFNxEXc9CpJmp9t3/GBfdC2kCZYBkAksgCZB2uo1qxCnwZ1UOH
12D5uUPc2n5W61T7Bi0ELJw3WfG0o+LqTTSmS/eAM5OoHxkE9uTJubF80R0O/b4JDW3xlUadrADX
mAbAtYBw43dlg5d9ie5wgaR1iNVUGUHVwmkhRdb+9sNc7lUGN8AfIDvKnu9aLxMNmD63ukk7VODL
BfApx/kswJq9yxQ7PBlKnu4ThLV2uT1vwVNkpvDvrYezCKxzcmzGdIBk1hTLHsTAgFvVEmSToQdR
5dr3aT1WG2CJ9Y0jV5HicXwx4FAXHwvjJ91sY3UJSk1ffqVO8qOc7fy5TzzliSEQw9q43dL+ubhw
/ndRxgtwoaAlr6X5J9eEgjBibB+Rx+MdD9H9exW6zW42I/2T1qKYltcwIAPQacnHqgervHiifDbL
qj22ydhsBIarL4HkicybOxeVqPOTas52FuMhooKTKImzzpsfLu9LgJNwkZUoRuPYAGLZOCkX7EXe
A21xFOzJVqll36Qc/glIVhG2VRn2S6DgK+ljGe4d8bf3PpVmFf1OGyAbaY24QTeq8xFSc0nHvYnu
cp36EtEh8Qz2rDl4Ichh0ymLE7qJQMSKPv82RxhoRLkbb9yPF75T8he/Gb0Rlrme125hadXNCNgD
HGzN3nm0DYbhEep8aKUpESQTu3XgX+SeiixDPB1aM7N32Lk6e0dPlU+gOElo+nSru3lBR5C/SoIb
gfIRdgiA599PUyqaRpEu8Yr99EPPuxEPFjF6X6alcu+rJFTUHdKrWrSLlYH+pYmyi+IXtTrczTRb
GXVSqGO3pCrqOwWBwS+1nRgv9COT0S8t4B6H21FlnWbI38vRpsqjfCZ3XwXqEahP2Y+ZAM+XdC+I
mSf3A+4ou8G2t5LXi0vhbS0YWXCoJRlh7RQ25TZZWg40BN29/pOuOOUnRQF8FeXj8NpEqukDzUrZ
3nWyF4rTHZbB3hLEXd+E8jdQaEqYkkwx1sQZO+oIXD3qu5Wx/Fa0hEF8izdy0AJC/m6Vmbq1TWUP
YhU7ZVZF60veQXACzjdES+UM5ZnYaSwD87ROxIFCW+EEHgGnLmyK8IWoMueOI6cfC5C/fjbPovFr
I5ze3/7WV55d6pxJUhxgu4ssYPSQmqyiZgkKpj08cb/sotQs71W1E4haLsZGCfFGMls/OwLwpAIa
XAjwCefPriAiFrLeEvSIHN3pE+DuZ6uaOwZsEEEH3+1CUIa50pHgD+WQ2kEEhv7nYEEj9E1cjZC7
MtIWoZFQEa9jqqCHUg4x4qKOsSjHmXCjHBEEaX9ggG2+j/K5YNNEdX9n2b01bYTma68P3CCbl0Ym
sXmVREWi8yyUgASjzFLxu8nOnoXrdP4EGD9YstD8j9AVtipdcJArcBnJoNY5YjMguY7ouwgaJ/s5
eJN6wNXSYvLYFIjv5QSJvFnubm+Ri3BA/4V01AZNQPaNPtT5F2uWCFwYMj14CZruw7gUMADdLEJR
Rt9yYr246eRSsilsMQqi3lulwE20TEuouCyld8ojliQTcuSlgLhm2YisVfZ+qbp+451efT6KKam+
KL3L5N//ueZCzKNNI/PKHZPj5ieQkXjXtSryuFLq/ParvEiaeD6E8iTaFLA9n/F8qTZl+8+oY+2c
yq6+pejMBnYCKG7r5r66jslGkV0eqdp5vk6NaRHiuXA3izBc7mmG0HfxeLG7bEnCT0aYlQH6EfUP
eyzGd7EmQK5hjxaUdoGyRNg71q++Gc1DhqbFxhu4ODCYsMOHAlJN/0A2L85/Was3kx6iK0/30PA+
UvTNezg3AqqnQGoNpaONdvyVjwuQ2LXxOjIZZq4JRiO+UnZSMblvKsdBEUgD+IG9UBAt3tbHvfZo
bNq3x+OIrqN6lqQClALnBD9uUPEpmM0uiuugr7r8WAtN2XiV1x6N+lzqnEBlB2V//ir1UM1yCwLF
bmAW+jEucK0rnbp5GBx3q/G7bnFxNVjoyfBMgP0ZPK+a6i6oANVELWYHHwox1AnheFTHZ+OVw2I8
dhjMPKNiNSqHRrHSvZr1/e72wVkXOvIH8JiEPEiEoGlWgaHq1dAJS2zRbaeZn8BbKe/KtmhO0rTz
eRFzcj8h6xYzg5yLw+2lL9M3uTYpsGxDcZzWkivUslWv2XBWp7Svqr1tDul4hDiCWTaZd3hqVGqv
ezoRTJNjdJ6cY2gWEzbLwG/Nv9lSNgdHQ3X/qVly83MjaM363aLEPyIkF9ExhfuzcStdCaNnv3j1
uaKiVKKW2n6HX0730bHFeAfJLYX1aoLQQWL642iSmt9+T9cWZdDEQaNkYFPK4/FPGLUdrLyohavd
6IXJX9G2aG9pGdJCRTe9A2c3HCJgEvvbi17wZOTGYFsyyyaowtdZxRPUHGgFKkW1ixvNi78nHoKs
gdr1YfpglWiCAv4CZLmr29G8y+Mu+9EtVp/sIbnP88uEXj7Ckn2Dh58hSnDmLiy1j7d/4rWty/sg
1ZHVFCyD8/dS5Slo05j8ZpwK54Bz37x3UYi705i5/x0HoPFqYxYHt863bHivBSTQGFLFUaouWatb
QEsT1cxFXmN6ZvToF6qozPAhrC8unXC8YJuf//lJpYE6399FWeUCnNLgUZbHgKF3Xdbou841U3xi
qjDAflPdF3P8u1KN9BtqjFsOAVcelIkGKj+0IaTOyCoSorGTpBbN2F0RYR+omX1xN+TZsNMVxTxG
mrklnH7lerW5yWW6ADGI/84/6eSYTViFES+WhE8/DK5VxnforWxqp8gvdJYsw9wkPacAZ0QF6GG1
UI08TOhOTGVDQ0LLFpHax3EIu8ep7SZ0a2bl2Ch1FoQxA1V/Kof+yZ4HuP9lVNg+nYrYnzQ9fX/7
O1856QAiZInI/7GlV+VLKjwk9QYNWUPA/8+D3meBAmzjVLZh98GzJuOxTavPt9e89srJBqCSyTEL
193qlS9Zrpd4oeBp25W7PMrtJ0eJm41+2sVGAjVJJYpQgQwoVMDnq6S1qU0FUqXBEKXps6btUrSi
UokB1Edt2AgMVxZDfgZtP3DKfOK3Dvw/ATNJaQsqTHb4rGUSgMPEXjas4MTOg3o/gInauEOvrUcE
knL/mi0tGc4fzqn1TldHxw0qjNrBd4/ekbmo/aS6ZRM0ybSJRL7YvaC5JEWQDQz4FZDV+YILAwpH
n3UW1BXoPEoeO78AmszRvsNMFiviqa3inbXUqDfrEfJgMSwMPdAA9np7+tH0lyq9NfYKxrRA84ll
BysZ4vKAq2v8dwZq7WGzFjX7xkDU2q+TOnuckqQej7ijdp6vRE69pbJxsfd5JgohREHgQmjmejpg
IMJflnXhBq6lQH7Twcgi1wPlcV+KWj9qyFoeDGtTRvAi12NZkh86FIycCJCrCJcbg+0qAxgOTRgd
sMvZxoyqLw3gFPrkbRR8F2dNLoZ6oEX+AY5/Hd4KoSIgbrGYKc3gTm7q4GHRlXO0pax9bSHkQGgw
4tLGPb66vGuF4r1RCi8YS/DnZm9PH6rKKr7cDh3X9j2THGkOTRzlNZ5vw8muDDUXAoC/7vQftAlr
u2rIq2BBUO2ub9C+ur3elW8FWRKGH91jYtW6Xm7jYYR9VsDpKjP6jUPZVY890seaX+lV+3p7sSv7
kfjBu3vbk95ax2OCAZSk2HQhnal1T5oh/i7GlPpmnQ13XpkXjzlbdiO9vPJCpRI6lqfAeijkVrFY
IJBGcWN5QeWOEOZmDOMzELaBggnp6zLqm5B/eaGcXYPMO0EsMP9l3CFZoedfcLYyDDkAcAQLClKg
0IsC2wuK82YoSPAyJPCjHMeWvmUgMLdOA0V48Y721I4nVB+3RNGvPj7JnPw5BO41CgYBo7Aa9DiU
sI3hWIwVpDnZ2C1i5xu5fHK4/YUv8kceXuZwNH4oPmg0nT+8g+NHvsREUaUMLf2ePNt5zrxpfEzh
DL8u5qKems5wcSnRBmNj7Wu7C4KliW+uTHfWuauJYEo/OnBj0hD3Zwv95ccmgYVXFm33cSjS6QMe
yfMWs/xtBLf+3jBG2WEgt5m0r6JdxwQBZ7Q8DMo2ssQDkjTZ8B2sPgLbQ6XMXRXAnRUIFrhe/t7t
wLoH06j1v5Slw1S4MxVnhlQIRfPoOghvBfocuh/CUJ/aIKH6KY9JzHjb9/qobwJMWLxix7uF49eE
c6y/LoUaf0rHvqS9DoRkDMzRRm7XRBVoX9sVSsAAOrzyIVPmNvfTBWLhodfdLnmP6Nl4KhO1mvy2
K4rPdmih/i0MN8w3BmOXQyqJAZCDGaAf+DG+cQD+yR6EGiZdlc6oVrXCRrwDtca/dlgV9w344V2n
L8UP9G3Q9Bq8+k5b0s5Pa2/6mCuMZvw8EvWWWciVYwFmAL426QXSJhdYn8EV6dDNepCE5fB1aSZb
Xonp+JAibCwllqNoo7dz0ZWgu/V/yGlSUZjN5yejKeummrxUD/q5M4NhsecAlLp2FAVQS39UerrM
ad3A0SQJaenvJfBqbx/OKw9NyUEWTHaOq/XaEDNDWrodo0YPCt7KqTYiwZJdrnp7JKmH56EQ0N1u
L3l5vYDHx4yFY8d0EmjE+VNX+K8wXK6NoEqr5XEym8LH/yKHMzpsdX4vnw40Pq1mFsHr7cINQY/1
gcqGQWeeTtRVaikOzpC+pm6a7HUt/a8CWARU6PfEOnxUTXLUVZi3lUk1Ev4XABtF5mEe42Pt5tUX
odHw/u8vUeam/wuOxZvw/CWKUW+jqrb1ABMdL/PnKhleh6G0nQNjKlhDt1e73KgUiSisMADkumCi
vVrNEQl1RWyQNGZ00Ks0f7UHDwuHLNXU45LEXrfrMwWOsJbV1aueT8rWpXWZaknsPIrpDBCw/1zX
T15rOkNkTsB961Z9WPLF+MimGTYe9NqGkWaAwI5hjVi6/Ps/QWmycDOtc8iA6VyhS2WL0NhlBvzl
kq7T58Uj6N5+sxcwJblnpKCCIeeUEG9WK6ptg15WUkBZqj23OmizPuz7ocOS6n84O6/etpG2Df8i
AuzllKQkW7bjOHWTE2LfTcLeO3/9d41PPosiRDhYbAEWu6MZTnnKXRB//wh8AY5WZqa5V+dD/T2g
0UHaUQQ/wqxWP97+LVsHE0oiai306kjnVtu3nbuhnkZYXp0ZYcVY5tFd3JnySVgu7KzzxlAK4lEU
BCBns+CrVG6aNU2y4MF4QaJkz3pifyYTDx7bcPpye05XGkasLzOh9kneCP17Lf6BmxvmSkmje9bU
FJ8otVVfAuKfiohgjtFRAgr9EXCCPh/SOmwnd4obC+f1Fq6UG5ktFk2RVfSHsK9L0zVMOLeeUsPS
f/95FsaqRIkUxFWai5cbz1Yluc0G0Ow0Vmus1oEoHNGeyEeUI9TS31kUEeBexidiu5EugMfAFuiq
AGKgidK1veblOJJo6EBUSr9g8KQs0Sc7nXU4E0nY/Jgyhx4AYkLj79ymIbno/HeerI9luHcMxAdf
/yI2gpCbhs/Id7qcP/2rRs6bRMYxL8oOCChov3pMNo5YI0n/dXCiWwgWObYQoCFivC4K+TgvXbuz
MOLpWf0KAP1c3YTrQB7Wsi1RsQgNyhBfjnGAIDyRRt6jk5TUbuhIcUTYMWQ/6MrmOx28rV0qIiFQ
ewBEoZSvIoEYZU8psHLZC4psPMt6lzxkidx8NbpwPlMFxUsrn0ovqhdCwEwK1Z+DLJd32RQPp6Jp
s88gfcqfYylnZ6M0kt+398vG3YsFALuTcgdp4RrAaOsIoOZlKntmhYmUhgw5GiSNGe3ou15jKYTq
JygVcl1Yn5y8y00w20FZzyHOYlWtmqj4jSAlmg5WhxtOVQ1hVZ++VGRuqtCXkJ+TBR4hErDhTmi6
8QjQkMIFTGiRinrw5c8YTX2wrLiRCcby6IuaxvV3XY3jb7CjzYcJvOrO5t/adbw3KFDx7PDMrl5X
RfgpVzbWIwYiBs+FbYWHfszys+qM1X2nNeC26HPe3/6mm1sO2hyHDqwmykHiV7196phNtZAxeSZP
3r+iD3auxmz+AhS7OBX2ksVwg4Pgj2nOzT85fQEdUL8wbyE/lz/o4WTObhfKOSgBu3sZ8xKDpds/
ces7gGCDI0LvHoyC2JZvfmG50G7i7cDkSJLDYz9XzkdoeYj/weiuXyx9aXb2+daAbD46XyDEuRtX
dYE4dfoRJ1PFG9QyxE+2nuOXFJqghmSlGdeeOgxo0Nye5NbZAoEoqCImecdr8+7NJKXWkiu9nhVP
nvXlM1Zz3/DMHH/cHmTjuSUE/v9BVtdLWkR2NdH38uZGOMRDaFsQ9XPCIkcZs5v+ZhkByGL1RqeV
auPldwuWhle/wJwK5VktP5AE9uOB/T8jjljTXmujPd396xKDqONAW4M9AFdrTSaSFl2RiiomGo7V
/L7q8VSc0tY49njx3GNu9IuSR3UuwHffvX9h4WtAX6LAASZCLPybr+d0yZJaLcoIIIJhnWo4oXZp
M3yAQNfubJTNOXIOeJaEmeRa8DMBJCGZ3Pxe64RT80PJlWB8nBIMpWksFxo6WMhIHUMNQypPVabw
vW7SBFLEC7AXgJgB815XIZMyzsbIJllVUbs6hjOCC428FB9r5FYOt1f1uinKWDBSsHBD1gsf9NWN
WNErK7FoUr3FNKfpwRyScXpGsW0MPWQXWGQ8ygEzF3LaSE/ppKN93rQFSWw2qxIIf036X6DPSney
uqj/FsmNvif8uHVVIAhMx5Z+Opn76qoAxBRjnhzg8RRCJ6uUGK+QJWofMSz6Bd1t2QkQtp4IQe1C
9kcW8dHqSHU9kBNjooSF6DU8x1z7NuDidhf0WXayx9ry4Z13O3t7KzWhRkjbgw9Bnums5lhYRqwN
CldTsTR98d1Op+isN049HQCmVuA+E5TT52GRerePC0k7j206Fq4UAVN0yZSj8i/2BYkoIEsyerLf
NfsL4IFSsvtkL5KmUjrJoaF0R+DNdfoPgGbLOTa11WaHrtKW8RSFMQQ4ovqE5Rky/Z9EydWB3Bx8
tCtP2BkBe1fCvc27caFzD/CK4M8C3WfNW+1UKSdbbmXKeDVuEXGgYoxtz8fbR0RcLKtIlf87WqdI
KeDuvna2pa3aD9i4Y+RJMnE/lYvxLe/7FzmppdN7R+JiZQeI7j9uV+tX2HGCpunCykSsYMxPcWij
+UGh/N+kHorPt4e63uUMRU+KzyhGXL+FEQAGrdVa08stHnw7luQjmwkrBgn6wSwp43Ey5mlnJTcH
BRko+nwA6NbSDfWiW5AkcZnjWeooYJgU4qkB2EcHBevHONene6eW9/RRr+8PAhfqGCDJeCW54i4f
jgx7Gk2tLbztYvinvMGor0yycULaJz9ZJY54t5d2I7aGiEqnXwAEFdHZuRwQraqxT6nveM08L1+j
vKLJDtgr+wzfuD2AIA6eFJT9Dkmjak/BZM1f2nLeey6vuCsCO0g9XFjyiCLgOs+J8I4c0aIzibAq
xUpR1hI6VWEyDYgSwOyuXUXttHPYW9PProzU52wRWl5GAI/IVROz/iOXpv3TKJKqezLysf6OXAOC
mpExzaXbDtL0q67t2jk6mW6fY91otDMUE+nr7dUUi3V5+pgGFVOWE9DsVSdaiWa901Da8iylHuWT
mSuxjf+fWlKTj/DbA+k9TceeKyw9pL0Wl15JjUK/v/0rrm8aygX0HiltoNCMUszlJ21Us5UDDY6g
mjQQJ40kfmnRGNmJO65vGpEPw2kX4DnKE6tRFiwmK2mxdU+eRqX8VA9VJvm6MG+uFtLonUdnczSq
YGRdQorGWG1T3Ev7NDQd3XPwKm3OdI7G5GlRET7yLLNFj/D2Em4NRxEKsQPkWoXM3OUSogAoSF04
hyxdbP807aQ49EEU/1Oqux4SG18LCXHhwgxVm3t0VfLqMM0ThhYWSXQT/acg3PetCuOdOGHjWhE6
5QTdbAz67KtrBfCxDaqSQRa5kjTcF8r0SFEvguAzNYt5n6Mm8fP2Em7dLBdjisD1bQysAgSxh8LC
kQMOFaiG6IAi0nTsINt/orIZfl5mxU5wnBynUzJF8sPQTuP3279i40Ne/IjVvjGCZtGHmRM5I0p5
SHGZxVq9atDJCvc04beGQnmf/ilwBjLT1VBgB9ucmqLtwV9pVORuluAsLTUXlDQte7UB8T9b3TTg
n4HfEfGIHHG1uBVNw8rJKnAT0pBppyrKtI+60S7ayVHyOvWdWEVB1uzSZbxTzRFCLbDaIH93y4bK
nAIMmbwYPIW+2lZyEOoNfWn2btqavyB65v+StE+Dm2jquJcRb+1hDgjpN5hd6iKrwQba9gVUCgbL
EMUZFq34oIxEvVEqt55qz/0OX3bre+Kwx1ikpTxLqyXWwzhOBiWxgKZYkuKjamCPrhLLcQAEcCj/
vb1RX4tY6y9q0WWkwEW+Cnrk8rggYgg4v+eIkq7zV30c+86ru7gHo5Vl6ud4iWfd5b7Cagc2TXEa
Go3SSwEAM+uG6EUKxsG//Zu2VgBzS+JIiAvwvMQXeXOCF9QRwwidX0g8ev81D5vBq2imQ8s2lNPt
obZuQeSIWGp2s+6s6VI2LgFxRg3Ui5Ox+ZlQVT9XyLZFO/e6WMTVIlP2F+1VskhwtatFDqwZi84C
ZExkGHhuY5ks/0LRF6GlTtI0t5Fy+WeC3/fOW7lxWgHgAVsgRRM1tdVzopfanBMG2N5Y6XaBaERU
HyPiSv2IG94SuvNs4iKjylX4pWumDBPvsbOUnR+xFWRxXTgw9uBiCyL25eesl6ns0fpyvCpILMS5
B0lZ/MYCNuxW/SJ9iqQ8j73JtEJsm0GmhOjtG8voG3EXf5HHZfk9Z1n5A4wtC9ibCl7Qem9ZoYsj
r9Z6ttxCMLPmpLqX6mgEtqJV2PEmDRDP9x9Ng4BVSPAIK8x1V0SKY60daqH8M2mOT/sf04lMXn6Z
Sa3sFJ+vzwAmJowEZIMWJ/HU5aK1ozaVQ9BFPp2B7tGKUaFBKzHjKYmKnc15fcExlM3NBlnegqC4
2pxKZ6XVHDYgB4e+PqWmEGu2teKUzrgXg9TYA8FcnzmqqCLYploKLHQNwJHIqfBHSiSvcFBRDTGr
d+0+2QM5XS+g8NoUXr2kich4iF/x5hKpl7jI2g6SiITaMqXilBefEtUHreqcd28LhqIKAA9fpFBr
gJozDTY2aBON0RJES1P1PSAWoVBia+Xx9n21OSsxEMsHVmMNzw8GDQNxZ4bmFJjBMcvL2kOhTz6o
FdJmt4e63hbI6L3mvbCe6INolwuY9NAqkyiVPFXNkPFLHGM+xFIwg1iynnNZ/3N7uCsdWtJOGaAw
wSL1dahFq2tCRuAY9TJgfkvKdeLSVkGatAvwY8VDAFVMNN7lTrQFI+i/kNcap3e7zpB/2CivYrNi
aXPnOm1j1JCfkn78MOIWrJ7QQcOWx13KGu+bnZ983SWkC0DiRWNe9ArXBfqAQLKnISJ5U1Can81m
mj6nZTy5dY8hIT9t8EPHKu/MRDuriCQ/hTEKpbd/w/UVLygCaBDxfpHGrhFl0WyMOtUl1IhHE2PK
UiDUo1o9Jk1eUgar1HuLa/eA/HbymLWQqW4Pv9G2YXxKS8yf+Ahk8uUusSLM7IGBItKf2gICBjvH
S5DF/6VqEpYPiLS2bh4m5Y9oVppPkb7ER8q6wy88BRpQ7lp/MiLFOZbZMASHxMFI7/YPvH55+X2A
bVCQI2+86mS+luQS2ZLo4Tn2QU+DlLxAiXApivoTYhOzr7R5szOoCNEun3t6ZwpS4XwWjtC6Y5fF
bYMvOprIZFnG96AqS96nZvDVyur8WTaX+z6OZy+RhmgHcL91PwjtCtQVaVQRsl5+jhoyMHjNDI1a
RUHZIFEt38kD+6wZxV7xZGMo0ZgmUEV3S+y+y6GkSI2LWWdlITkTq1ljClRrKsfJH8sm39tnG0eN
wYjQYGFiruOs9hkOzTF/8miEqjXbP+Kq7HzalL0v97OcHDI1C/+gmuMEx1FHmwpGuOG40VTsSTZt
zVoIEcJmYPbc9pezdpQlxWINnik2dHHoOcqk4AYZBdZDaxv56fbm3RqMzUsrCREbsvTVYGVrKUHf
56HvZL2FlZ+MYY874K8KGg/B+T3Uw9Zw4irjLAt86rqlMpSqXJcNbI3aGYHCSFn5Ty4DyUWkovv+
/plxZxDcU3YjxlklOZRw+9AB+OJJOjlrplv5XdLGWHBMKJL+xVC0/4TWlUAYq5dfLGjHCoUrLfDC
KXGwmli00GuTIf8tJebem7m1gvRfTHi8SFoh7XU5FqT2LscUNvB0PRx6v4BQ3pzQcsYWMbfz7v2J
EpVakMwItAFCY59cDpdqNR9slAJPxcHtKTLH1CszRMaJjLVwZxm33mcVIKrA61GigjV0OVisIsrT
t3HgJTqVjAfew+5bYJjSZ61Sij9LkNYtij21/oFU1aJSjrAtTnKKXaFos0z/9fgYBNyA4YRiOsEE
JjGmlj73KM3/uv3BN3+p4CbbCG1x6+urY4Ov2xyhQCKOTV6hY5DZcLGloOoOSW3pn4jgesUNl6h6
rmo5mv0ZFcaD1CuDGwdt/8GIUbaMMX3mhsY/8YD343JnUcbYAxRsvN0ca/4ANofsz5qwFLaonBWz
QTAXWtKhdVLrEf6Dg1jGqB0of+o+WoL4O9dDa7hZC2nk9kJtRHjwbxFe48CzUmsaQBjno6MnAPqK
Nu+PTS8NIN95FoNp+gBt5L16XAR4oFF5luD6wS1c5xmNMVO3dbg6sSg+q2hFeZiCEyK12XhSpveL
gojhxED4dTDu+hHOF1ltRxkLxKTr4mND/ewA5yG6dyYcCmotrQq8Doz+yzJk1ffQcor7qB3M+2ZY
rJ38QBzDVTgAqBJRYMrjIP6ucNVoB/SIXkueNqjLWfjdolCrt3e3v+bGbiLJ594mdOagrjUKiH0k
JwzUyO/xb7xLlyj8KCWjgxRlXnk5QMFjx4925w7FsFjp3+vMwNdFhpOIR7xVtMhX10OhSb2tzYBu
cD5UjjmmHFhKKyjKNZHuG7UhuzaSIzthwcZ9C3eLfvcrTI1pX95JnTIJVR9S11oJrAPo0NTHKM86
BOP+/bcRgSBGQOUTjCKnZV0qarjEHU5i5CtLs8Qe2A/zm16P07nR5eigOun0qE/x4iJTTFlgTKE1
dGG8p/ewMWMyfpPU2SawpAR6OeO4dWoU+8zQj5dROXUlASWFk+x/PYHa3o0vMrzVvtWFqgYQFnr9
8lrNOsYCyqKjH8GJy8r7ij7yl8aUulMRp9ndkLf1P1naOeJhLbAmh8B7rzcVTJHMCP7tayjRUwfd
ZCfh2bi04OwJnIP4SRTTLhegAeSgawkACsmJ/2gt6BItjOyDmQ/JqXTaaeeO3Fpv8hsyU0qysEJW
AfVS6yAgKxVjlqmg9TviPcL9XEOCiWiN/sXcKHmCvKLuS3NmNRg11RbF+p7BylYmc52cRydL7Puy
gF/rNVq37Ay4lb5RHQFhbtDj4m5abSdgNVJuoOjhj1qknIZOs04WrFY/MIIT5kPPYGBN4eKR3YcE
IG6F4+hz2wyK3yLLdk40tCqHsEK8b9R/3L7OthaePAbSEj1NQtLVI57goDrbqRb7pVzax2Qxvzdo
svltH4Q7n1jMcb3N0SsmWsNaBgC7OAZvKkVUFeXFMrhEqEk/m1GX/6/D4ZeCQtk9OoVivhgWbH/H
krKP754iDQwqYNB8+OrrsxxIph4EQRH6UoEs3jQt2AO0Max7bfiLSBEUPSAVmrOCHL1aTWBHTt9V
deiXQ7GcDMzZH8wI4lLaFnviARuvHfUpjaP52vZbV+/nADX+XMzKDpXgSYtC7aksl+j9qRF63UIy
kfILwNjVhGAHRVltzKFfxEOIKVXTO/UhGbGfb2N5r0uwcedwLPn8rCBdgnXoqw0dKJ2YyIXKtfHo
5AMv2lxMsRvXztD4gaR3O7t/a0RiBuFUK5jza8pwWky5Wmhc83NdBierWmofOuOfyNTCB3BDe7SP
reFI+lDVEPY22BZfHoEmlJehtozQb+ta8rta0Q/cQ50bLZH9NW3t+C++nsgiUD2ADgXp4XK8BTGf
oC310DdHotw0oAJjzjjWY/n1F0ktKExMT2UCQVL21UYpajwMB13YddXV4sdB2XhWHhsvAY/T+6MR
9sirpy5XFpTey1lZSwflqtAy5IvVxQ2DXrqTQ/wfIvyC3l/nobzEYMK6BqzFaqg6jh2rWPTMn8e6
fdbU3Dzjajs+Jos07rwRGxcxbQGTpBY6AG/T6onIazsHWx+nvhpV6AakHRJMet0UtZsOw7SzhOJ3
r+5iwbgQ9rjwD66QltrQ24tFY8xPDbn+BqqlfmjDXX0T8Y5ejYJ+FVVthFWueHiAmmhIxU3qtxA8
T3NiY5dRI2c1LjYOWLDKXatRUGJNp/xz1FjvNS4kVIb8JyhsYu8ra7/Ems9ZOcmY+rMZjSdQqy99
EOdfEADt7sspCXb2yrWKJ+oDVNV1i+FI+NYA6IleRKYpdeKneUNwYXaBTm3YDEZ/Cpz8qaOeeCd1
hXXo9bh+BkNYfG4B4D2Gha7HXpnX2r+6Mcb/3X79Nj411TzMpABKUNBbv35KoTqNlpeJv8SDDCZR
gl4SpXtUlo3HnW1EdxsYPSIT65ZdMBNE9ViW8Kln4KFA97HDVElK0LdYUvM0jZb5YI5ENPZk1XuF
4I2zQx2Ny4DUiGrwOrSAETIDkUgzP8vm5HdhSeFjONbmObaLnYLa1jxpmYO6opCAJMnqmlN7ayj4
0CAwisY8k5ek98QC8oGavXYY0et/DIwuOREE6He3v+PG28H7S99GodwCAE2swZvwqW8juTIS5kgf
M/7TGUZ7GGdtwGPYqNu7Ph/3EGBbU6XiTHmHGUCmF//+zYBdtJjwjkA4p708HOn7Dm6bxNDjogyn
06S2X4JhqVwVreuXv5gqHDWFqBQ40xrzTrITo8TDIuuIRLjIWI9fW3v+OcvTdLILZ8/Iamv3UDag
C0xuLbgEq4nOQH70ZEIeYDCKf6bGCD3KzfhxRZ365/0zE27dhBoiwlmriFYFcoHFIme+OhYmHLNC
+bfosvzjoNBB1czM2UFpXR9+qmyUZyBWUdDnAbucWtwsTTukEl6H8ZJ6OOuUH9ph2VP3vF7Ay1FW
YQb2eWlRZqgRNGqmfB2KgtqaUnQfp5GWwXsXkCsGlBsvCh+KdPlyQorUzG2ULQI2GlmfUWr9KS2l
eeeAWn/IimEPr3v9goluPY0XsjdAwuvSoT4aSp3KYeHbwiijJElt3RSS2gd5WhqUX/Atdo1R5G4T
/o88Z2nc7MQF1+een+BQG6CPD7DyFYf35hhWAZY/MoJAPgg3u/XVQq++GFPbnwPNkU4ZCjXvFmjE
IkeIZojeC5SPdZQ6FDp9FpsRZbpph7SKldNiRw4NKH1PCmFr5zAYpsk0voFgiMm/mVyrVw31nbrw
EZ/p6DPTr3iCedf0bhYYzg7WY+swoHYgkhn8tEicLgcDCdbZoTMiiKhDeKUfVLj4rMZ7YYB4Ai6j
HjEjEcdxe9G2W52GFClFtHtQ+4rrVqc2ZQ5uZg4m7elF9RNtco7zrGaHSu3mkx0FdPsDNfh9+5hc
3928AvTxADBQqLzSXZKtNLJLW839oRwcVxvJpAqgIPeY0ideoE/zPZt+9uU5H3aKsFvbVShiE1yR
dADhuVxkfOMXK6i4C7rUnj8YyfwnM9Qhd5EZNT2MT8bD7ZmKlGm92uggCIkdHn/AdZfjJRkY5VBm
PNlafo3KovduWYzF4xR1locQc+X2URftUEW3lldgUF7N7qAtrwYtESepsy4ufEenK9QGhFNIIiC4
khvpU98r6SmNnfibIvXh++u/FqIBQmcYVShRjr2cbxFXHS0ihGGlqo88TSraD3OEN1CHUpSfFUbp
mWYy76TJG5wgHmM67XRD2FLUQy9HlQq7MgcHkUyKsygmFY6U6V6cmdpProiwO4QASIp7CeXQzm2s
ACshnLIb8MiDEFttR3UP3CS20eqzAwfBKE0wlAH8rZeBILBPZLT8FqNR3Dq1ljOy+mhXqV2w82Zv
Tt7R6f0h1ADzZg3hNqqwNXR8TfwsNUe/SvK0ciOECyqXSJYH1YiHx3KMlu8gzonCSBiHl9kI+1Ot
J453e7tvwK5hjtBLYu50HzA6vfwSc9rllNHQss6tCAHFbsl/DOJXTEoQ39k4SBN12/m9gQKJXzpq
emxMfY9VsnGRigwHeDJFLhE3Xf4GpQuQLJf4DaAFRgwRBlzS2/Lu/TPFP4mBXo1jka67HIXbMpeC
lDQ/JPiTn+rIGJ90e3bQLWhS1pk4OSpdg0C0eZTMOPoWZEkzIr2ik2fe/i0bYQCtZuHnwcLDhVgt
+pRIMwbuYeovSlud+1G171IlH89FCURM0gLtXHZD5qH00H+d4CrvXDfXmx1kIg1hGiKEAJRzLldi
jnWMqgfkrJY5BwuNJaA3aVLkDr3U+Ldnen2dvpJK6LzgEIXynPj3bx/krK+mGFtdDySfA5NXqb4N
VTr7QT3l9xKuLd/1yZSz9+9q6jkoYECEJmXnHy+H7cpGmTBtcPBL6dS7Fm6Pn0JIf4K8NfoYunK1
Lab6GX7F3Tza5YMytfnOb7j6xiysKdpqvJyAQV7Fvd7MXMraNus0ZfRmJQZWlsaAQtEDKDP4UoNk
uYq9GJ+ico47CvXNVBwov2b371x9fgNtalqXpCEktKsPPUrAK1SwPUgQGOE5nbvyZOl1cogSyXoZ
+8xxnXnXTPXqxX4dlL4s4gdCZnCV/rRK24VDVSFkKJUVWidRfxdUen9o5/y7FAbD6fYcr8skYjyh
tAOtEFTFOoSHoT1oSDuPCGvmzrcyM6tz40TtuVqW2ddQg7rrHHM8EzBYH5s+CV7wQTXu+s7pH8tJ
1n7WYTcbOx//6kEX9USAdbToRdyyBkVynaSoLTYj0FLJPhZlpWIlX3Se3mSTazjp6KUWomTqgA3r
7eW4OttiZOQfXuszBOurnW/g+un0IAS8LnPCQ93UjQ99PvFmq9nDMG5OUhRohSePGPPykOV0iHXM
9QbPMhvpA/KLsguZV7lr8qQ6jo4jHRu1blyZbu9OTLw5MkOKfJ4ofy0845hLITkVk7SNAdpeM9XK
UwFq7H+zupSnUrGbF0wsmwBzd1nbifq3Flh8WzAK9HN5Sy5nrbZV15glYxO/DI1Xxpr2Xz8ndK9L
3Un3On1X9ydJKQ8ETmGQdgAnrk4w0gpT0U4wKey8yk/LEAHEjDHW/TyO7Xgqtbx+seYek8zbu2hz
WGITMg/a9FdymmjIa04zpQMU2nw5Bdpo3qnFhJlrssQH59WoJY+bna278VURdkQHGDQCMKz1jQn+
mkTSRMSwTZsEu+Wm97Gu19waWhasgiH4pVljeN8tyXC8Pd2NbwqNBD3bV6UWeOGX35QWuTLAIEDH
tpCLexj/6bOtjdlvpVLUna27cTtSy+U9hL0iOkSrQ5POtdYR7Q4eISDaNAO2S9hsVO1j1mv6U1GG
zdfbc9v6lMjlUvglvhXA1su5qWqIHk5bD7hhRvohTObsPtMc9DTkojnETYBi4BQX72V6sW1f0Q6U
wLgh1ncy97GtAOMfQGJF0zFAZu48Vm34AOM7+otvRycWlg4aszRvVhUcmeU0OYiD1yCDeoqTRn6y
xyb3YrsPftxeyte1usgSxLSgk5lUammVrqvSXWtg7mCFgyclSv/cS2kCapY3xfAgtTqRi7Bi3Bxn
XelNt5ac4IcTDumnTHeC0U3CpIeBVqfQUAJNnX1ENrOPmqRKhleMcmSdu6y1HF/KAv0fh5D8KSmy
8GeN5j8OgB1dBnemDPxuMBn1WIJQThx8Tx6q1XWmpG0lR4PDVdon+mOvde2pdYb00CpO+wAsfK9r
/2pRsVpDIaksNoU46WuspanM4aLVhJwNaAobaxC8439TNMsMN8mCMTwv3Zj+sFjJ5W4o8jx/Seo5
G32Kp4hq9lYQf7SHIHdcQy2Q9qAE283fp2ya0LEwkDJ2l34ZPmeDMu5EzRsnFxyJ4FByfrmJVytF
GzYzo0CaPBI2OOc40YW/mt6ocaaMnSh00fKIrZ1E4Soz4uuwr6nRkysSs4vf9CaIVPAba8ZWwTKt
mquX0HH+16mlurOttwbBypWKvFAQoNZyOUjeLrHStSohQ5T1blToJmSYIj3cPjwb9xBVT/BtIBkA
Na2BZktV2bHcScSiyrDc8UmHe33phHpAON8tORrmaeQ4O0/KxsWu0cChHCjcekkHLqeW6HPn5Atx
WNo0xZ9hXqLlGEiWRr8BBbidoG9rhoDo0LZhnxD9rqo48rC0WhIS8VdVjG1aPuvVS4fw3PcG6Ud0
L5LmaDeh+XJ7XTdeTerJYNppKKMYukZ7Je2ojCV0Em8q5a7zwsKMX5IZ+ccBc14kzjIjfZT1NH7K
ulHa+aZbywuKD/gihF4qfKvtCVovVgqHy0N0BQ99M8vhiZ5HuwhCoDTuPCpb+5QNKlj24Piv6BmF
7ExglqLJs4rC/ME3V1VXTsy9iuPWpITzLMwY4L2wsy/3zOI4dWPQj/dww5sxW67ah2GqtDNiG0g6
3v54W2MJ2XeLHi+1zXWTfuJ1lucemHNPjcs3oolwp1Xk5jFJm/YvzoJQl+fhItax1tIdBZKR4Box
IGgU1MMDtoc30+k9z7KS7JyEjS9FOsalTfdWYC9Xx64flxEdUk6CJiNA3lZ68JAWTbWzHzYuZAqI
OILApxOwO/Er3lyOml50Wj6P7L46opMxVopF99DoctcYorI+z5lp7gT/17U7nPrAAxOhomBILXz1
CFA6qXmS7AGdtSqWDpxu+TeUKf0JHaf5D15+4CuUpK1AWThTLvtpHOYnuZZaFTZcidjUu/ePyH4h
moiblcDycgmiPARoVSRc3ZRR3GSaLbABfXka0UPZmfrGVgW5xctH0kVhfE1KTsZJTahzDFj6lubJ
aDvza18nGlS5NNsZauNKM6jS6XQ2OexALi5nZVJ265seSyIg/PrR6fNfnWKMHyRLnZ6NJZXv7Brf
AjR2tY/vXk461EIwBEtBIedxOXDcsYyBxhwNY44+hFmlEU7EY5W5cq7NOyIbWwtKPiMU5Xk0UCa8
HKy3oCX3M1ILhdWmX9ME8rMsacYjMN3k/va8Nk6K0LUjaKUsAz5tNZReG2YlY0gAR1MaP8ytoh5f
0aMtO9zXmnEPl7bxEjKeJRpWCMOCBr2cWuqorVMpBhq3RT8cQypkrjTUX00l0u6szJnuC3nXd0uc
vFVcybXGtyNcwjRxDTw1JRkB03jovdnQ09wN6RG2rj475ocQTY/KLbUh/57x35puWNXlF9VOyz3f
xo1PSrUN6AgnBVKnJTb2mxupdwIF6h7rHBpp/l+kS+mnWXbmJ9Pu4r3AfWuNKXrR46S3ivzTao3N
xrDjUI/I6zAwv++1yThAkRqeEly5fSE2B6A729ML31rkt4OuNlKnJMoSmiRAlVngGLZY8322hLCM
o9TCtTyJHySz+JWT/Aq1t794wWiE0m+lc40wzVUqm8pGG4nREffR/XJUqiN0ewmn2KI93j4xW18S
1gddCbJmnpbVl2z0MKSWxOpO0TDfKQV5VwYLxe8SU9kZ6pVAs965Qk2LnjUcgauAA8+foulQH/Ss
wWwPS1MlD4ukJg+NEqU/SwvtAtdJ6vpT3auekfR3fZWbtZvrTQyHITNOIngngl7MXzghLAk5d2/8
G/Voqt5eE/Fx178TKp5gHAk+p7l6++xpUU1g3GjfzYX0y5qiSXVxBa4/tRX0b7RHlM+3B9z4CLAl
uLL4ECzNOowAM150acJxgpmGVaWdtU85NeWj1YTL978YCm6TgCbRklkbGGgj9b5mkHsUqxvpk1ak
4KDSOefeqgdtJ5HceN54XEDus4oESOuUm3ZBnRfG3Hu1jf60pNFwbDnnX/oikVDELKq7CjCl20wY
9N2e5UZcxshEZUKFh/rlKi5T55aCtzH1XqaZ0h32p6bnQCDY2SfXPUVAEdQUBNzDEaxfcXW9uQbr
ikxj0dnQUq7mZ7NJP1pWPR5GO5QOeigFn8bBSdxJhu8UVjpSj1ax5920uXWER5VQ1xQV1Muf4Mya
3rIQvAYyp1YPbd2XbFJccIOzf3tRN4cSNX4kNSBwr62w2lCGJpXY7FJntu9wE0jR8EyVI7fKu8EJ
YmFp08MiEgLaaySNLYdZtNAU9JzKCg7xQLmoi9TwFEZd73Xkz0iLl3tUmmte5uuoAKMRNxQOk6td
s0SmnEeF1nsDWurHJbfSA7KDywcbNbo7msfWfKxKvT6mdqJhr1hmJWDcYHgM5Gw8amoyngZpRJnP
CvvokIHj8AvQBXvCshvvoQjMRceJv3GwLr943dhhEmYKp6oNh+c+nhOeidI5wwtMPiPE6Pgmnca7
299+4z2ky0dCRQTHeVqjRXR0EoBSsc2afhru4Zs0P9JkmZ/kZUlOQ5+nhqsGffCYNMgISFGv7vmI
b82aUyZQ6xp1zvU7NSUdZZ2IqEeTJvuUtfb00ITkeKEe934t4bWxqFK2g8nZukbEPkCpgJoUe/Fy
qeNObdWS8rw3GKX9FOJX4vbhuOcWsnWu6LlTLRI3CfXJy1EmXa0QDuey0uu6PShVUfxX5+3vIKm7
nUTyWkxLoLjINuh4CIWWNQChD9gzEPN6r2oD20VcUnquiu4f0+yKD6oUFvQuddWXQ2lG67UAsy+X
La7wtf5YpHn04/ae2py3wAiKQhn9l1XoUQ5jNKSqeB6MoDtqnfQ/VGeHLzRAyp1exMbm4QkyUNqg
0goIeXVkijZVic2DzkudUg7dtuil+0JNWt1Fw3x5jptSe8HkYg9MtjFBgaKnBojHDWI4qwkuidMP
5VL33kR57qcS1LY7GZ35POX/x9l5LMuNJEv0i9IMWmyBUlfwsnmpuYE1xSChtfz6d8C3YaFgBWNP
T684w6xMpIjw8HAfd7vft6aIpjyMVfBmRAtWMYtE1j/gHibz6RTjVJZy/IiYCcCENljd0uRqH+wq
bwJvaJsW4yuUD09JZFcP8M/zs2sU0+g5eRwbx97o3Ac3ogJ1CEUhjoNZjf9hy0Ovo21u4daTuS+z
+ePhLFO1LqPBxQxZAsKmrowOaRzEz1Zf7/VGbX0Eg/sClOt3kX758z+GGsVUdKIqWZiKprloLIPv
siujJ8su7J1ttnFdLDnuEhGwqW/kt+ooElnIcFRNWDG3sbKjGrTah/vHZiM6heqwKAxDZoe+t/z5
HxOqpgFnzA4j6VbRJsR+h8x9TqHNfy3H1nmJRVL/7/6AWytI8rV0mBE00Vl8PaAxmfUwFTqnB124
i2G0H1Qh8LqJmj0pts2pgRDSz4O9MyDLaiSZllU1MBL6agSHNK/5URigV5Qq40MX53LnVdtCuZbo
cImDQQxwdrgecJJGqNkVa0mFJYDwqMjPIwqWj7rR49xQQ6054uygfFE6U39OukC8CF7fS59UnfL3
CBexP8Hq0l5EOrb6rE011D2ejmgbDnX1Ng0y/VDhZC89q4v3/Iy3vqgDN5vYnJ4MBPmvpw1pXiel
ZZ3LLJSZj/aA+dgUCCd6ukjG1/vbZ+tmAiMAs4e0At99BXKNok7FTPHKLxCC+holXfKlgpTyrqBn
qz0M1jzlnkYVbud12TqMrooC/AIb0IG5+rSG3fA3m0brZ2OAj2ybBCfRFcrp/uQ24qLFlA3qC9Oj
OrA6G3rU2VZUM0rstsMhGGLFo52PRuQpM30aTJPnoE2j56HAnTow+z0cZnt4ChNk75QZ19G/CEcR
IO3FXZDRGZ2PZknT26Qf9bltH2a7nR9bU2/P7ugK6rRGsHN+bj8tpE5ODYE6JLsbIZN6GKu4NaAT
JOo8fx371DkGqPXFh2J0QYazwB6E1xe2snMF3u5fsh3+CxxMVAaf93r/5o5VFLmUg4/JDhDNlCn/
NFb9tjY5qve/7++I6BoLoGDIqSTBgkkI0nc91CTSUY8b8BEsa2vzOKBi8Y8aYbfqyalOviq1pZ0D
zRbfxjnO31LG1B7dKJZPCwb+pVR78Yz0rfM+V4I9qb2txaf0gPwo6diCj13/MjgkuZ7YQQdUEtDt
0ygYLtXYPRc4UDUSg0jH9KJm3mN83W45DjPQ6kK14wZZG9C2mFvbBp5fvusmWeUVszNBUm+s5iuc
Q9XykVmIz3pf9t/kjFbmKdFnzKjuf5Xbd4LfgNwUABm35U2BbM6a0qYbrvdl0VfnRkn7lyhsy08a
hesP1Gn+WsZjATn5/9GeB++OFvzrpZ5tWWhOBMw7ZMBOGBwlB1njbAazxdo5UhtbmxnB74D1xW5b
M3Q61JLtOuXvTnmO/Ur2IXwWx0KqKd9rkNkcCnE0+u7J7UDor2cl4ja3KgMoSHHlS+EsjkqZq+ZP
ltbt2hFujsU1BR8IPWJCl+uxtN5Ow7wktQYpUeun0RxK91IkmNorbj59+uvtQWfu0lEKCZp67epk
SOlGSu8yWFnhgRBI4yXW5yA6yMHODuo0JHstyLdvDWp6wFkEmfh08hhcz45XINIxIwbYhMDxQpcj
DO+Sm+D+tDYO/LLhFz0BqpqQM65HMepEmO1IOjEhCjwepIPuhVfKKrlMo+1+iKxaO8ZlUOyV+zdn
Z8FpID4hZr8B+0PNmjCy5qIJhDP4blREZzgcyh7NcmuPcMUC2XGpwXdcfscfga3S0Y4DcgzAo9ew
aBtIvBmyH34E9Ha4v5SbQy1/G5qeS/y3Giop0yAeqEr5eqmEPlGS+pj1/Q+jy50dDHQDI0SrjioJ
CTcnjYD9elYCfYgFROSycJrKr42m+Fnks3NIKyN5KGZhPRut8Rr2g/o9jqL5M85Ie814Wx+QIIUz
geoF9/Nqtqhim62LUp8v6aLyQ2ueTyh1xztruvEwUOKjgmCjvUZhanXEcUTLijrNYHBOcuYZGIKH
3pyyo1443Zu2chvM+lpwWFS7z5Xu7jkMbX1SmKOUhuGgA2+v4j29rHVp9hRrujmKT6NIqgO6AJRW
rbE9/v3ugbgJaX6JPXiCrj9pI0fhZHmBCXUem35TTfGhN7H7G43qr1sK+duJPqgD0YbOfbb6dGFL
5blSIP2hut58V/qm/OjKOHuQUMN2durGArI7aHozsHWhXWl1vWRTa+RiLqmzkYUcjExWRzHag5cN
jfv37zcqaxbBOeqj3GmrrTIoQY88CmiiMvMCRFrbo6+96N864G2hXyaYyNz/ZBvI19L2g1oJgmsQ
G9d8hjoz015Z3tU8xtbMy9K5MP/pxDCox6IZqx9Wa0Qt5PEuN2n7i+13VWartFc2gf12TLANOYZW
rnb/7vysjaMJWZUOPHfpi6dYcb2V4tEMheVwO6T5WJ3EYCXVqWsHXNm4NMpflgmdxKcBUWqfGjlY
bxIsmTo/TmX+YsQ4HDyPprQpDqaZ8r7Vx6TcCUc2DvWCmyAKT42DeGR1qhDKGU0likFPIEMfLAAi
H1144+hWyduowmWRZ0q99FPVAYDrxk6BZWtLapqBZRPIrw7F9np1CtskI7eYcCnxnoWHLp6iUP2u
dJa6g/RujaQvTBfoVrQUuKtzFrtpKCqSNPYedvFFAewJ60b65jwOO/fkxjO+JIss69K7CyHielI6
0ZZE6IlgUlbTU1mHE2Fs7UC9iPTwXGkTztsVKPr9nbb8ras8Bvcdg8eVB4+cYRUT2YCqDQ1uPWpk
0eAP2ph+tcwi3yG0bGwXRrEXTiAXIw0a13PDnkiNewNCi4pB7iGbW+1JNon+rxvH9km0hjwhWmUd
IjfUvEJpjNf7k/zNAVzPUnW5WWBjLDjcasNEvWukNNX3ftvjgH3RAhpyfH0KgolGO1UGflDRGHO0
u1IYx0AW7ejhOtH8iunspd+2U75VuazOBR5Epz4I5MOA8uvHRiSRdQyTwWhO+iA14UWpbMCHBq7R
Y1Q0VnmaQMPoIzTTIX20TZEfUz10i5353WajhBALx32BG4BT1nBDgttXaxEZYWPmforK/uwG1lLA
XdJRV7hUpjJMoqaJdqQMJpa6XHXo5X/JIutd3qJ/Z7bv7i/5zW5edhSqar/7/AmmVq9GbPZJRMkQ
KCmczKcWNajEUypHeQrBnU5269BKTcC3p7GxfMirD/17WEpgRDOA62tp0NLGhyzl4fDDyXXJzd3m
ZDQQXedgsiGEJs3O+3FzP/w+OJBJGAuaxPrQZsBWJVrmANaV7Z7Lqh8uadBlfuto406YvzUU7WqL
gIhDzL0mf5DcxhDTKVYs1s2H1jRqkoluwnta3WNdL7f3ehWhAlDXIwFcSKDXx7XLNbOJsp52LacO
Clq1WuPfLFGDzzRlNge8MlFVjOPxpZtmYyfa2Bwa9dOF4gIVYV06182hiBVj4APOlkT3VjM8p4z7
szMO4fO4SFdnVZ16zVj+tR8Rn5IGe/4F9WXeqzsqEQ0mJw0M4pjGOa9NtRltcGs4Bmm9J+28tUs1
mKH0Z6IgRO/59fomem3Gpju1uF42qQeQOB1GFwnOzDTTw9xb2k59b3M8IF2L0QjC1xU1kEg+MmUA
X1GEcsxiuO2VYWCE42C1SZFvr51/czwyQtaSHhHuo+v5EXHF4zBHi8V7Mry2XeUe6IosHmorhGBS
T3tOILcVer6dbsPKgZlDPrNeUE0UFXB4RgTUoq5xUgSmNCcp6Gny9c4232axlTkH3bU73h1XhG8L
xWiHfxTZzax/LIfByxs9dzwn6RwsEHJaNflD7T399+ZfZyTLj0Xs/repL/nwanXIPUcVnQrqJjz3
R3d04pcgImsmsU2/3L+Fb7NMxoI4RIKOujeJ5uokh0OUZ3MpqJwIRXzhzJZfEmM2LnY3qd/bOqcD
Vs1qql5cAq+GcOZfqlJ3zk68trUfSKrZDcAviOasct1gog8hRjbdV9JgPiQymt4YrWZ9VoIo+lI6
Svrp/rS3xsOfBXby4iGEitb1/kO6MaWZrQb+7vTu7RgkLVr3c9/gehPEyaGNyj0awk0YxTpzYdEs
qIO4AnVej1iFSanadcWN2RTiA22Q6jspg50oamtaKJvC8eSLLkXr60Hwa5nnwS5bf3An67Gpsvdx
AwXNTAQJwNhrl/uruPXg/Dnc8nP+wF1UFT6p4hStj3J/dpCR5voSWddD08TW8f5QmzMD8FjYSjrV
y1W04HRZb2cUoH3h1NMzmKTyriAc/1ISzxWemLiCvb8fETRgUaDgQoQucz05JXCtgDy+9R2nGi6u
0zYeGIXl5aFpHTVohTtH4LZ1jh2CuCKRH5wRMtzVFOlnM81R502V/ajLo9k2+jsNTMc6UeWu34uh
bGOs06oxOmLKPEVHIpzQ9sw6bz9iWjfZHroTaupLCvDmA9cHHfO5pvXSK9LS0r1ISdV/YtlAhDJT
LXmI8XozvF7P4p+DgYew1yNdqe18t60tAk7GHYae/yLGfr2KDR/GKkxW0bVnbKOBc0+tnihnl3Lz
TqKytUXAbIFyFFQWQSOuh7KdvLRzk5JWPibTse4z8zsAWeIPlilQAdb2MtytqS2NPVS2uUfIAK/H
k8qsR2owM54GuJmLTvdbZELOhhHs7cWtoRBegTyHAh49zquh1DA1AB0p8dppEKHPPFTP8TTRCNPk
0U4+uxFeASqQS9LUDKl0XUnvTWH1xiQ7v8Pg/FeAmn3hlcbU+5Yiqke4l9lxKJXiMJhdFe4cuY1p
krNDiNeplnD2Vndk3ThJVJQ5mIGWlZ5Vme0lgSbp2eqQnO6f7s2hFpYgvHCKUWuPF1udar3KCTai
KPxf3xb6SSu7nnLUEO+MtHybVahMFzOuNVS+kMVcw4tlImnHVnhgw1wUx3jp/DfMcs8UYGs+JvcG
MCqv2U2awf3r0pnNfFoT7VJPVvXwpWq1oSfXLNPvf794PGPUbWGdQY5afafJbRQTy7jOR+Mu8kU3
NI8p/ggviHurH+8PtfxVN6u3dCdyh9CPsG6THrFMtOIUeEV1sYnUtMI963PfnZJkMH30p1Wg6eGv
UcZFmhiIkXgERIJU6vpkI+Fbz2XHoHBbgueOZwDh20E7TQF9pj3Es53EbWuSpGzkMuz9Ja+5Hk+T
NLnYyEz5ndVWx8HohlfcwI0L28nO6aOqi4cI/d2dRGrjvlzUublTeOCW4uT1qPNoNCZAHO9NVdvH
NB+cBxfhGSyeUdSDiNof73/KrS1K5YQiFM83sOBq1yRxFBbISjd+0c35MbE75VKI4QdE7r2CwsZ6
0rFNwRUXIzDAdcP7UmVoG1s0vHOwmmVQap8TI0X8vVAUWgVspRZYfraa8e3+DDfuzkX7dukfYnRK
bdcrymUaVPUS4421Ph6cWJieOqbFmyIz5sU8QPfiwpQUcLJqJ3+7lXhB7ZS0dHmGgHhuHA1qzHHc
usPg1Krb4jWhBboCceiHt20PAo0Liu7bsZKd4q4tDtpct+8ad0DsHv3oH+Wk1MdQxMV/wFq4kvhZ
aAIsz8lqPUp91DuzIGGG/jIchVlpD6GuB17uttODFZrK+f7637KyllVw+YcgiiaFdZSo144EcwYb
UAUwvd+IggAp0bLIuYi+m1/VKW+MUxe74SP4bKEeBpH0sW+UU/2/3umJHe7/oI0tz+/hVKNeu4QI
y5//GSBXkRNqCr9Hjh3hY5mbOL9qX4Eq/kN8vGgGUCJfzGXhHFyPpMPmBmuJAQwQrZDnuSK79CZb
b6F0mpl8iV093aO9b1wgVCUBDWiMJz5eF69tNTNLmuQan0bZ6tR3eA9Ni/ZyxkP1OqcIo91fzc3x
eEOXQgzP9rrpEeFNK5wcrfHtsbC+te1Y+q1INQoeITWFMftrJX520yJyCByNOMgNC9dpZdWlrdkg
8WIEnjE0iq+D9Zy1VvyXobjMXXxYls6F9TMnZjuVZqU2dCbplEDjKnozTu5Pwx3C179fRMJjBON5
5MC5l0X+Y0tqwZwONfboiAxY8mI2CDfiRv1FWA2uUi25wP3htk4AF+HSkw4xEx7H9XARuo1TQ17h
j6HZeXTXuL5RRK1nDbvw3EagxadaGA4EQMgBrY5AV7sm/cwSQNkxGuyeI/WCunu9c9NubcKFbAmj
C/YUL8z1hMo5whNPpeKn5Zr+thLYl2gQyjy7LBSPqm6+E49v3mnEj3DB4fgvvanXA7qR2cSpwymj
mSXnDgEUjIrWPYpajQ5zMnSnqXXEgZa3fNFYsbxOy5pzWNvGzi/ZmvnSkoVkG0VleHvXP6R1arol
NN5v1ckTv5rxJtdKu/ZGqlKHqkId+/7W2fqe2F9w9FhoXM9W3zOi0NtGEd+zSkP1lIS26deua/1z
f5StDbrQ0TAFRJOCoO96VhG5heq0SevX+J8fgcN+lk5YvZawPHbWbys6WIqhWIkulodrXimwYj3o
OvGWhf60H2Fu/zUY6uIZuCMDfIrmJzdBTIbYIXx/f46bK8mh5+pcWFvrWqw1JogLt+A0ss/Uz3kR
lXA56IO5P8ryPVahOqnw0uJD/oHUxiqebHtYTlYJREM3gbhQ+4++RnpeIg85jEd9aFAEQPDpomS9
4qtjF+0EX5sfcuHa/f/wa534uhwiK3OZZKaXFpXv0fwH8Ybap80tutyf6eaXtCi1EKojVPVbwOeP
O1TVpNBUwc6syR0OhRoqZ/YoWpVOTHATzLpPta0+tc6814ezeQaZI3H0Yie8TltFHHUz88cbXIQx
BLVJORhSMX1JhOdPFW34/2Gmy2jwCZf7e5WZxGa19GUxXpHJ9MWVWXCe+qX108nSMTkGjSFe47lr
X2fVKXaejt8UhvWGIpCDsAlgDw1q+eJ/LLPVtpAWnBB4kVLL9DBUeq+iVzcnn2A+KNoDGaiN4Jom
5D9D3EmLdzpNjmkvA6Qk8ASy/DauFJdGB8iQXpC4TeGN46gMXlPZmjhORqN8duJ+qPFl73VjZ+22
NqQFBrnwFhERXzfxiEnTmxiDUR/1/u5IRK5Kb1RmhM1KdPH/uluFYOXP0Va35VTEah5ry55Efus0
polCmTnKosdoto09PGprG5L+ozyBxSLWUqtHcID31gwuaIPWVrNPFpZdFPRRfSedipPblHLnkt66
WviidMbwuPMYrnZCOGdxNgmKthCkxZOORqTiGdY0KXRzTn3pV6jgDYdO7eSnODWdH+Nk0NN6/yhs
XaK02C3oM5R5uuyvd2MSSSmspAYYS6XyNJe1+d6ysr3+1VsiAt+RNG4h8NKMRc/79TAaXy8OGoem
h0LOyTnC//RnWA+o4At2PrK/VvAhy/FJQns5zQ6RmspfduBUEcUijC5BCEPKKMM4Zm9ErgftAf3c
fvIGoc+d59TZ/K3syjbzHT0rbS9uRICqmGWO0tOEmpUvUaOpdJKnVZ4eBqet/pqZw96ghgrWAXSE
TvoqILSrMqmzpTNy7DLrbe8EJa26SnJqW2Xnvd04fzzrS58YRVtanpYP+sf1Uc0VfjslqEpSmYaH
oIV5IcQKPC2GFX1/b9wKFCxMT9w/+WZgYjfN1KiJEsg4ZP5uEMe5b5cl3bsz8ijfolgT7yiuxrYX
xsivPtAv1Jnv27Kw2MNmOGReZFqYGsxTrL5xAMFqL1bKLnqum3p410ws5akMcYTeyU03QJIlIoDk
vJTd6FO4Xp4ZVvDUxAC9BpyBUzSZ5dERWu5bs9b8nApZRl6ZFZa5cytuxbMoI4DmLTX8hf5xPW5p
p1YVSVLtWk+NF9EM5oH6hsy8AliENmFEoensH/rEdxJa4vtJuJ5VO8WRI75nDrKxRUgmNaAagLfF
Hvr6t8Bvb2d7disfWQj9eyR77ahWDnzXpp+Svbd0Y8HpDoewx9tN4+KaYuQIIAfV6XlLgyp/dpJW
9/umD0+kfMhcplr2DS/zbucrb8yQQcG4uU+IANeFVSye0HapZyi0Q4U8eddpD0anKNh7t/+h1LM4
KIME8FwD3i+Pxp/nDXU3rXHqxm+MPjs6JSXUPh21I9qoe7jK1lIupxpKMgSUG3Lr7DijmaVkeb2G
IAS8l9RvaFo6WyUU4RKtwSfbkHux19ZSLktItkD+TEvj9fzmwbFCDVMydCAr1TfiuD0ZrQ0XIGra
nQBzcygCPP7Da3DTD5oOSmT2Ud74MtPkOXRz/dy65XDIu3yP3rdFAKCqSn8K7TA0Iqxp5lGkFFT+
gR7yiJOW0CbsU/+Rx1GbMLFJ0ZU0uwKD6agcD65LhVwZkmYndfgtabkK9UA9oN/9FiuDL3q9toZd
KmWPCKu/6K1Xp4LP+gGgIvw416WNwH/icE+WiUjDi9P09DaOSlmWXta2qcONZYdPtjpS6wPqsx6G
vCYsr9H6+nj/mt8Ie3AkJxD9XcsHZb3+lb2sCmRBtNp3UFKmniPno97pH5taTR8D1wx3APqNXUCX
HIYmIHvEBGtqaaFMkFYs8CfYOSmO3kFBl2UQPpflrOw9YMsCrz7A0haHEMjSBo6l/PXUCPb6QB9B
GcpqDKyjPtndgSK3jtBXX+WXMceO3VODAENrfRLnGD/kzLOEKU5/vcS0zS0xAl0PmG6sNkIJfmNH
I/CK0k8YEuNwf5BaNB1Nt6ufirwKP90fb3ON4cstLTgKZYnVpVUqJAjjTFKuu50FpQwLQGCO9rEH
EvjreIRcxtW5t1Bs4P5YBc3FOKlaa+mYGIWpe8FUBJ8vVSqnrGr3DI5vZ7UMxSCLviBYzWqjNpjD
Y91s1X6n5OPJpDvYU/qgO6XBbi/Y7ZkAaocEQtWRlxSq2vXGmSo7MYIiXPDEGSVzo5cPFMHlcba0
yqMsUD3c/2C/odDrncoCLiKiBE1LkWeZ+x/PDOKrdkGFjLkB5ut+3jtmceoFqbjXc0bexrkB/Rp7
24QAxmyNpyIxXLwDDCdskJgfSB30AQcNL7DzLDmiFKU/xlnQ/4ydTDsFQdQmh3oc1WfWDifDEj3m
f0IUPOTx/kQ2Ll5QSh4veNWU9smvrycSFGKylETUfmIYwy8A/OyhQOfuIc/oOfNs0bbHZBTuucLG
98F1AuUzcHsd7pz8re+3uIosvc5slXX3eISmU1LJhEtGWNpRhLY4KU1nnvtA0/Cz3zVc2Ij/kJkA
14PUSMMPQdf1tN1a6rpYbjV8xM03+TiAJuhtLC5lilllGp+kZQzPCTef34ajfWjZt6q5K390G0Lw
MxDe06CbM/d1/4Qx4Z7atTyxemgMmMvY3XlMZY9YdUPkDvJ4SYx4D+bfWGyiTajYAIDUTdayMCWJ
0Zg2Zu27tUPXj11Mz4EeNS+DmyQdrd896sL3d9ktVIVYI/xKWmg5MjdBy2AreREszmlVKuACVMrk
p4OGrHlF3SsSwsSnblAOdq9VH+6PvMTOq3O6aNNgakLtRCUsvP7OwIFjOZQAcJMcDb/Mi/iNM+8L
MWwOQ08V/5BWIApzPUzVNckcjG7tK0aFrERgTcWD00yT1wZa0ngtwmjyKJA2PIYTsGscifjDkEXq
QXET+a51+rQ41YGUp1nqzs5dtfW56cdd4HJIp5R3rn+baNCp1CLO1hwX2gfdoP2lHuzkZIewXA5q
AMZ3uL/oW7t6UXiiOQTFJbwVr0esAksBJWNEobT5MZOG4cvWsd+2boL+nOD5NkHHdgbdmuafg65S
erMq5sxSJOX2LrEoTsTVwRVEDoYVaG/7YPxrdThWdAnDKHUu5qPrxF5RhngIE5wlrMmdHiCX1V4V
1OKISdHsdfY4HAEtjTPWz3sO4DczpQ5B+w0oEFgosflqpmVkTxYFfnphRGQ3F8OoQ0QwFgsMxP1S
JTnn8xju2bcsO/jqIJGXEhCRxNElCf1rhasHs4zTieqZ39FdnZ21Tm+ezTpQn3JLDfZU4W6O0zIY
LTCLugfY6+9A/Y/XdWqSttSKggw4nLW3WTdqJ7fK7Q/3t+nNrcQoNMMj4LMg6LelHYUOJgI6CDZD
L99FJQUCqJYlCLY9e8QRNEiCYB6aYtprSb4lSjA09yAIHimqiRjd9QlZhCSLQgCRTbWj/ttphfxF
VGtNCKFCDSAU0xfDaT36iXX3/AnNo9D1wrF0X4K4NqdjmWKWCRU8qF/vL8nNyV1+Fy8C4CK0Jdb+
+nfZTqaOokXTqo5bV/erMlBP9tBHh7AnZqub0gQKUXFJuD/sxvdGG5laJj0EpIHraMpemM/uQjW3
siD5nOeOVMEKjV3688b0wD2WojPIKSS15WT9sa+IPquazcA4oxKfU0M6iac6Y6T7QzU5H8GNSeqE
6Prv9+e3sdOWirBG/w1+ZrQUXo+bIDhImwrjziFF2ryp25MTFYZXSHU+urPq4nXlGB6Y5B7F/HZl
Ee0lbQOlWCLwdaG4GqFA8fagdBvb3Rs1ENP7KmqbHXzn9kYieCTSh19DQHETDXcynpg42XsTh64f
N71xwR3v33lu+4scwXnvL+ftZ4QtxmaBxIXONWz96+XEIdTtdINyfkQfc+pjrNOcEq0NL7FuBq+B
OWiPtYjLv02EF44aaMhvK0D26eodzcqezNSEzzWjx3YKi2w8FJke+VEyljvn4fayZShupIWzRB68
pja2Rm/GkQOPpkPm+7ssxuDnGKfq2xj49/N/WMul++I3BEmsdL2WQpUDS03B0kRE2/6YaWEoj1YY
kazkSjLYEP/S6IwfT75nabg5SQLQpZaC+vy6qjcJvaqBfzmMShWcS8tInpwss8864OzOhrk9fySG
8P048zAMCfivJ4lqmimEBrBDV79zLg2a/s5uPfdnXa+cX3aoFI43Tab9xsiltVMRvs2w2Dc0qS0b
VaEEsCZFEYngcS84c2Fda4mXOUqbUDfqKhT+w3L+HBnWkJ3Cua8/mE4+/8+FrIKAcNqN6vv733rj
MgAUXWBDYoflqr1eBhHIZBgD6qhJ1mTY4tBY6qtp7ug7y701DnoitP8tWcaNLXuowiSFl82eMrL6
KdREdZq0aE/6eevS+XOU5Vf8cZmD4Md9iW4ORKwuoWMXh1unCaCDF23ZntD47n/dX77bJvyF+Q5z
4TewTFVHvx6xAAAUOaKaPiVo7QMemIY8BKlmv+QU2b/23MGPADYqkrnOoD8gO9I+p64evWZBnj3a
UqeJ7v4v2lwC1A5wbiC14UZc/SCEHKJkIXMUSdp8skSRPk6JrX6tnMw+OFhG70HeW2eWGGiBquA3
oTxyPaDZtVndzgBjQSKiy0A1+xCUU3JcZJV20pbNoRbQEZIKt9NNZai158FyoIhV9IWdZjtPHyAa
tIdYHczL/WXcuh4odtJ2CC4GBr06F1YmurgNnQagyk7tg+nE3a9WBl2LqrSxyMXilqzUkXKi2SI+
3x97Y5q/Ozm5I0jS4Oxer+i8dFDkaHz4PWqVb7qpUt6Fg03nKI0zp/tDoa27cTLBrQgFCD5Jz9bA
ptHgiVHVcOZtLJvqJzEmDkbJFTVbnGD04rWWgmmGltTmc6123Qda4EdQbKcWrWdIO4lOKlTa9yKx
xL/TNAbvizoILA9tgkw9TEpQDYfGqVTXw01zms6Taob9IUrtSDmXnVn+rGrdKE913bU/rDwfR6+e
a0t6TR817yaF5jQ/skrjp1ONyU+1HePigheQkXpVU47/YCvTFR5I2hKkx3r6g5he/ZQ7dW1RIyid
L0Nj9815mov4y+KjW8A2NhqLztUgeY0Mnbi11vClwma+kbFHu7Dypol7t7wAudJURcgJCyNW5vpn
39dW+pJaAFGwScnOiVpx9nIxuQ4OYxrV1hlfTtRTdJxqT9KdnegSuIFLbu/kdn9A2zKX/lRMTXqk
jpLPB1Go0XhCICS9uGU6AKuVwtG9LJuq8F3dh8UX6LLhv3mdd1/w4jQLyBpZ2dD2ifrewehn8w1W
tNhn0u3bv4ANqeIggq4bfeFqo/oUxFlpeFwS8Y/cbKV449hSfYVPVmG+FdnBe7UuCTQ7JJZQpJQp
5PNGye34tccEJj46PXQ+LzXz6TNtADLyNK3tJv4nVfxpHudeJyNCmdVEdwSkrJfNm3wWuHvMas5v
6kw1GJfuquiXm9sh1mn07oe+MSZj87ZsaQdEAQwFrVOIcBZYo4i0F4H3S/SIwlv+Etl2wEylmzyG
psjMU+aw/X0eKONL0cfy34FG2C8QEF1czFH2V6gHxNM540HVj5FqUhtIxxgVucAIyYLTPKZOkGNH
+MZQjGk4hoVdIQ4ZqWPuhbLGYxVS7ZSd21LHrSsPg899NqsmVAPEcQ71oMbGye4KN6UxJy+TN8gS
qJAesl4+VqoCcY1ZqKewNaXxKIwRiBuCkJF4jZ7J0nN6ZFguZm8r4tB2jYavKljQo5CB8wuJJFyu
SglaxIK27vBAW0mMKU6o2P8ag1uZJyug/cdLcU1yPE1FGvu1G/NkOkduOjoP+WSq8QG1ysI860HA
XybEOD0ORmQKBCPi4p2jVcVbPJHL1kuVunmOA6m/DkOkoK/eZcM3y6LU72sDTOAzblxpAiGvtcxH
1QkCHWoSKSbW9ND4T3PjzComPWYDiy1ymGZq92P6oFjIqT4Ra+e6Z+Mg8mqKUKAXqYRtcUqnukLs
pKuCH51lT8nFqIL2RxFo+efRxKoBtvtgAIzhN1ycpnBS/ydjK36elDHiKrJk1XvGaNf009uhYXt5
Vbvvm1CwXYupAktjjZPLyF6k4dLq0ndBWCJpPZISPI4oBttnHIPJJPNCy//XxNQ3oIP3LfoDGM4m
nuiq5sG2U930agLv/JQCR4HXyDTrLkNqBwcXer5xTKQTaA9wE4pkORT9D2BivfMG8LpXF2sN59DX
2fAQms7wse4FrNvJSIKv1shWOeQ4udYPfTjKX6Tb01fTqKzq0Gf6wEs5mSOS/nxp5VA6rsj81Onc
19bqh/yohTIJH4SchxFJTIGOkZaXVXjUnUFRD7rZKbMHH8NQLolOkfvY1klQeUVBW7Q/TEhvH2s1
FzhxzsqMe3BQhs6hUYpc8epcxrDjlaKLX6Ts0Hpvom7qD1OSZ/0lCuIxeHLzYqgfI4Vuf0/a+CL6
YTv2/UPhiBR3qLYB0ZtGFCsuYhrLyrOlIsZvMgrH9AMZrvFTdQaJyUgp6+INDAYNKD2Zi3p+1/Bz
hqOjTwBi6M6P2bNa6fZ4xsU8dJ5YfATqrQnmufDdKo3bt5Mz6tFTMIs+OFYIxRU/Lb23si+hTHPu
xGmqRIgPtuWg+XC2zNq1v1tR2DjfQ3VqtQjYtf8/jq5sO05dC34RawFifGXowWM8xE7ywopPEkBI
SEKg6etv9X09x3G7Gbb2rqpdtXm4ecIet/xMlxzWmo3NwxG9qSyn9V+PdlF21eLXLTrH0+CSqMn9
AAK0cUmqsWUVyWqRHnu2m/VxK+KlWM6w0NfTb1gkx6zZSajCnygxRuUINimkugxjDp/u+6GqUbPa
ZK73+H13R+I+IEscYB2WiMQ+wTdx3v8sRzqln1FGNbuPcKqQFl6M4/BvI0iUP06yuil4zpiPPH2B
cja1j85NPlOYC2oIrRvNk0jQbgPiKP7OdUjXFX7ouzje4HQ+i/vFWVWC2qsC8rs3vo8/4NqWxxKP
T3yMT9QqmSHcb3TiYQRiD4HNwXNN3qsUfrcA4rPDQERqiaSvESv0MvYiXQjFeaX2oZLwZYD89A3X
LSYd5Eipfq7AX45REzTcLWFXE7Ix8y3Gy1yYT0aw+NTTeK28bB0AaTc3fqzscNmLZZ+edl4b+ZfP
4eYSaQke/adMWZ+fErwbEOLE8L+F400MxIb+BWWix60zBJHc1wkT9NilQ8GfTOr2/bIhXk+Aqs+M
vK8EHGbHpubw6yFtoaQYnmEFKGExmJTBZ1WzSlvDyodO2QGeLhNsf8yCl/XjxMpybDw/9ADhD/Ew
jGqQVloX71zPuCnQpkV2WZrd1Yc8u6Wm7rLwI0svosp1dl2Ey7EhHouanmQBeVyTsVszKyLC1jbw
44hHBA3U4/SnKoMZnyQ0jmkTcg4HulEZnzXxccA1SkcT+MWUeP+sbzYcXRgYGlPJiEA4VGolUizg
UMtPhxMka5WF45VCiOk+1x3iBDn48WVOYmxYr8j3WJHsdDslwzB1iB6DmXyeHOwZCnCYNIcjoR/T
DuV3K8yeR2cCReNzvRYjaVIR1UdnTLp/xiHZTcOwC4isjni0V3B0sJNet9KBs5qRPNPNS0GePXP6
B9h8G9oji5KtwSw0uLtV1oXvsNJyQOcxq3Tu4XkBa6Oi3Bn0Z0OKn48tG794DouVVtZmXC8+D+wB
UaOcdsRJcb9HSTw9DtgB8H0ww/RsUPdw4SCp/Z7fpHVTE9KlqHBggf9r91UxsBEl/m3L6YHmoKQl
VGZmAqba0g2GfDAAQgxFs8Zax7/kojnouL3eZINWsVJNPZSSnJCkZ+pzBQOMvLF6lVVX7gKVeZMK
PtQqOTSCB+LD7++S71ad55kH+4XWMc0aMHyM/p0iS6EYQVSCPQ8a62DuabQTWU5hDDZEja1Xq35U
K9vj8hQQn53C623It17pwrJeJWMdfSVmi3/KDfv7KUzvlb/GdrNVU0B/jfdqpnPZx0iqjxqPdR4O
3qdK9/tV5/QSD/m83hnktlVNAne04yWJbRyj/8697MZ4WENfYKLb7v3uvDs7p9IdjW15cDzqdM86
5OQhQDfhNcDZgruAJZrEWJgl51W4It9pCl0t1jzpzbyhL2swTW/jE4pxsjyltpiWl3lfk/XZC/gD
9ZSITWB/qnJvMOwb2AVKvfI6KzbJVg6zDOdsBsj2UOM+njMWcjwbGbreHmaibnkRhSekn6Sq7jSN
wt9SQubo1K0vXdm8Pi053z4Zorl0U6oYLYpyIBwg1LW8aCoyQ4xaBsK+8NbsXzl2MOImVUEWDzLs
8uhFzIt/RXWMuieFVfyOLKL8Z0ymp25E8XwQGyzeurFYINvmaHB5m+SCzZ1TNX+zKBOvmVY7Fhwh
HcQ5zed1eEJeAdkafSxweoEHcDp1cDdJX52cqWjQHotvgeN0u+opxUkrVxqGO5zDG5wMpxVd7L6N
N/ex0uOPqPJJuccaAWOPi7yZSG1bZJYGJVWJdorUivCLmetfleTLC2p5FUByr/zDLQtAPbwJ09sg
c/zSo8BKZuug6EVnZiK/9ZbOsAgzI2IG+2L3+HgNx+QLVg5s2YBaxq7dstTr2m06wjgGb7a61Spn
WIV2Q/wyzTSnaKsSZNbtlRb3ozMx/wQ8p38PgxJQHZpEbnd4J8tzdEB69LOY2DiB7+aUNsgOGT6M
oUY1ENkF3dUj2+IGDd78ay/UfopUvcomNVC8v4ei4uFBZzKaW6DA+37H3CG/DKkD/mAsDUL0SqbK
XvYMVYBTUR8nVW6G3RVzGa7Lhrv1KoZqekgMKmPvtzQkd3g1h/UKtEPwJlPIFHmwR1D6XGWgEE6L
WhH1ENVzodA47Ib0e4mk+x86tcv6I7FxsTawYlvph+VRUbdREBltFroqWJSspB4gcVL77zFi0Hdg
8qFz1nJ7yLJ1Nfo74NcpGlyYSaThZCiz1d20kWVpuZzi7QdMNX3VjOU8/EhRW+G5wUbzPaP79DNe
gv2sQqY+lC/XJ89l+A16i7JrhdLhmtngSe5Snht+HsS0fi+nfQAEOuPirfD72X9HR0lsQzZIvG2h
qg81FbW5jLuuv6phD/qcj4PJXuuNZnmvfJr9N0SJK7qarnl1RRlHSc1ndKpbWFjykJdCPEwFmqoG
B0UFlauS8avhGNgvsL9JyNNkt11fLOLPUWTKQayPTIdjudhM0uQ7D4fcvi0J+t0HaWZ3ptxRCcGA
ie5wJ91/WVBGnrNI2PUbR2NKHrIjO/5NkGZu3cawEtxk1c2LbKmEFu0hKDLw9hzCl8dpZlg6T2CX
mDwPaRUtcJjLqz9x7Op3hly5/QowY04bS9kaPx4IjrraeamGLo+yypyNJgNasT1nZ05WO15mEc/f
IsOtuy/WdLcXXSXDaQIksz+slubXwiQib0ebhvie4+ogbvzmtgfr+2S9gnwt6HVcCXkno2JoLsi+
QFG/VeQziQMC1XYB4LaJdiCJt60fBoxAk3TBp0OI2mArG0OFQKDpj8MOiiKYBs8olfGQ9ipN5Ct0
o2RtcWZG92pTG+1sSRCakCl8cAM7j+1vyqMBXduwzxn00Gw+0Nru2c/cuYVf003Cq2goNnKHFQ9a
tgazL/nm9FGdtrSshnMeeMqabQt07w1CFm1jOB6mDhUUxQ39n/svyaZ57YQyUdxUYzX/FXTzY38U
hbubLXzcXMOSkQA7RmSre2BiEFuTHTugIjLPOQ4UQVdxij0kFWcMeTucJ6soTFY0yYrEIcTvVOIp
zaPFXZCbAiQtht07ignWsrZbtjK7TwPN7z3lZdzEwKqTFyq0CieAXml+MqDWP4mrU98qCtvOUwyk
YLxL6bqHDtpbGJEM6Uz/rgMs8RsYBkbJGa91mpwNehR+cRmcYK/ZGPx8T727JdZgHytr2A6zZMyA
0VS1Fe6RuigylefDEyxQouokWK2Ac1J+GodjUi1U/El4hLmm2fu1FunxsUfoE/uAP6dHz4r99REa
CtEaSZYJ+BsGHbyj9ZjDzCwGdqLx0aqZo7J8G5NhLZt5GvnUjOIA0lJNo8K60bIOUZvCBv95jpBh
3yxY196es8mXlyVmdOuAWyXfUMTZD4gcpqxJXbZ+TVHG76ojhQg34nO8XKVFnwizxtwWHV1C9kqx
M/ULf+0tTWJBPv2ZAqP4CQsQ8s7x9pkzS5ViPXxx8s+19rNqCLHb457hcPpn9zj7DoPrRPdQ4tOn
YzRVwERSAPsBhOZ/YdEnQ2KocenUWprG80O04WI1kxH2KgXRAtaYafJy0CWOLtOGCLaHHGzA0cHh
ubhfsX2ydGKda3mCno28VjzaauiOU7o1RRENG4a+/9/bYOvoD1A6Kd9ClUj9XGZItuzVkY22zzJd
se7YEv2Wo0j8DQadagtTMZ5fCdPme7zB5byXUL7XfYXjJkH1r8yDw24inny8J+fF1Sz6Ltbl+App
aUW3s4moU5JZdlvXysLzrqRmV4NNx73B+Uk+eJKHsav4MQ0X4rPhJaTC4XWKI/TINopVJ8wEEyW4
hGJLZ9ITtgrI7kbXHGFXBLd1xG07hlA+Q9EM7BCPz542TEHI0nnIKy/WwKymSSXk8r1b43jrsgVL
K+jGjhXuDYvwvw0Et7KlA7NLM5diBmzI9+kVxvTDAhMuNNAXOBADx1lyvbzsEkttJ6C12/uWL5CW
QYy4by32mMBvztNW/cFs465lhPmxAZYgz3xOgT3UOxPH116nSp+Ejom8X/Nxi34HZAb+q7d5H1rN
puxh2Jj8UwEYXnrqbfb9OIb5GtJhZD1ahnxucjshZ7YChPiPLADP+unYYH69KW3hTrEOYOMb3P3l
eN1E6sJpxwKT6QIqxTVDM816bBZm7/UgHAi7KdIfNVndqytw9DAPnKhV45a8Cz+Z7I47yV6ct0P8
WqApOE5RbEFueuwKbGcwnvqZYTuBNSit63MUMDz2mdrWawUSMG1dQA/5mDsezhYmgJgTQsJ4n050
/0yhfdZX2LOyJ8n0sDblmO/mnESaXSon0vmO3wQkGHJyLgB2MYHWCWcENqMHy/94gOkekPPG09bs
BO28HSzWrXgR9qHzaeU+K4S1smapSvItKuYJ86Cr4keFGMq9L9Pa/UZvymgb7xjduhI9PmthaeR+
yHrIv8HZkPLzuJTZ963KANaZoqAB2Q++BgwsKvr7MPPtVqch74vIrT9vtMfUyrDSDNuCR3hZM44R
Dh4WsN4N8TCZRodRfcOKK1JLuS0PvAiSl6fKZoN9MoWqR0gpwt4HehT66agidExjpZZHtDV+7vQ8
p6ZzZWGTpgZ0/i5GhJl9LGrhuEyIRdJvMQawnzB+rUIrCdKXn6Sfj4cMhjA53gYsl1OUPJmRZkFe
xj8mQLOdvd/kEzbGigA2ALEaz2Qu8MABbJYNTemtmR6tEudx1bpHKwe5XUo4gm9TOHe/7VCUrff5
OA8XjRPlTYQ1fRDpLb4srQ4BhTCvh/AS1VOKlRzEOjUOeCaMh+JIpo/jEeVfAAdzecUcnz8GJYrx
YoPCmiW2v8gvyOSXrwEVCyg2dtwefMJm0aDh0h+MzCwChxPZx8KKCK8+gjngNOxVRtqMV7PuqmGM
KTYrON5PvKq17csI3wXAqysffDWWWZ/AbBziZuQmPyd5DnzC1wdT0CnoKm6AOGVRk05VeJdbjs5C
eQ8dwRAR8DE6sgPM7bOQtGMi5dgA9cDLg0kLGCh6Tpj+lgRxLGgfQGRcc+plDAw1pPQCkNq84YyO
km7xkKv2xRTM/FAkGueOQ9+mnoBQevpgRI3xB77DqbzyZJxIl9PUPw808F9UlViVMTliVEmFKMSn
TFNcNnjTzVG7yJ2FR8cJ/zQ5OrAPxov9NzNznr8yQjRCBff8SB4qJMLeeZfNprdIisEbNZA5A5a6
Fn/YUo9JA9JMTI+TjO3jrjV4FL3Vx490nEsKBBJmekiBD2WzYcHkXhaAazvOJ/ckBmqOt83sc9XD
QGJbm4yMEswN4mjuRrdM7Hvt6/S43dYCfv3Wip+kVHy6GkzCUU/g4P+unDN4YhHvU3+RDWAc8pXi
8cNaVn1iGRV/9MzhG9jAU9AN3SHcIbrCkUFeFHelu2fVsr54PKD+jkg5fK+Qc5e9r4KXqp1AQbuf
haTbHVwHIYAJMeFRy7fUAZ8zW41sSdT8Hf0SvgoqCoMVPzZHovoyACaOLquOSPTIZmgQHm9Q4u+C
ksLBIqJAW2KkTkPn13iznTW58X0UUfKLHLuOmiSqV90Mzqj5pCzYtC5kZPsApFNHl33x21eygs54
koRvf4o9ps87MwSbe5C2pu2eeix2Lomzsi3nWr2AiMemVjlO9dXDOSx9X/IZZFJCYKnVwd6irD8d
WLTlAkTZmYdqLvQb42DNvnR2HLSVyS5Q6AvuO4YpwGP+wwDemOCK/D6t8T5dRoPI74c5yFwCdsRi
4dXDoZu962na5gZNjJpA8ATAqRoDXt0ukyEzrmLpAWYXy5PNbba+1HYX/5AeniEVCwIvVFM+Rttl
B08oL0grxRfCua9xaSAjyy+Qn5S+FVs+X3w0ZKKr4W51o5CG4R6UT455YF7rR1joFDP0ZjWFFUKt
1D+SYeLoyKqR+lqEowi3LRTxgkUc96wo21wrYXg44ASVSL0oQFEB/UZRPbqxEunlpvyC/78sj/kb
KFf4lYE0H/6LMbHDpIOXEdjdvdhCWxXJ9jQjqnNrpmQOv0H/giJEcGg+NHAjRacCPSl61psB5b0o
jCAXLRf6WVQ1KgenYfxPczHwHjM3fthC2AsjXOzmhUYeQM9PlFfDn1Dw7W82KzTbdklm9Olr/pLB
7VE9KZimHCctSdSjnYymk5rVur/kxspLgv4uAH1kuWimCRPTCdh7Ls/4LmUK6Iv7N2KglH5VmL/V
2TgbfdRs9zAbMqpOzvDyVvK6wCNeN0s8uW8VWBfa72kQUFrPg7fwKgkYWYAm7TECzhLUwaB14n8Q
7xTIxHp1GE4rhmUAh2hx14bSxa/H5Mrfh5oS2ob/Px8rlkBY5yCsBgcebLLAnzytf8RbmBIwGZr9
tyYD7KBFJLDaOfG4OJtK07nDr6Rvo4pU8lavCBppbKqZPtWbIhpmQqUHwnMQ0AgLctiKE+iyjALm
j7EYYSHTCk0uBrnegX6CKyKyxNx2quScxd0yitE/DrDdfA7EQ4qD4hT/W3XJHhjE3seZxRTpcUvh
ip6ipNygSK4YNCt4zacay1at3GxK4U1GAGHJY68elryS0ZXIRNAekUCrfMToOR4N5n0M8oQXSwc2
z8m7eqlAP6cYTcFVV6kRvcEhAAB5jADMwVfu90bIAta3WnfZT2uqMKkcqeTNaqT7CdcFjXPPEXaG
7HMMKK88my/1PFJ9l4HfxHVIbg8sk27sihGt1zWH+nZuSWmBj2kxwLEIOApcCOAptmbwVksLAU+M
qXbNIqYaeWo4oKAkIQEvfbRi86dn6pBPapnBR0JbMlUNBhP5E/0z9Q0GdVY0SYmWrFuhR31dZ2Td
3lNbYgqKdI48B1hwkxOWcPjWhbW09CHPleR9PQ4VAJTcjfd1HS3+IUII5IPQFhtR256CwsvchA1+
PapDXHBMxd9FyuO/eeoRUTHdFKpAcgRHEjhLFjxv0eCW9v/+Wr0eiT4NZlnXn25laOLNksdPeh85
9O9uxbptlm4J8NXI662psLftmxJxMlc4hYBZyGzOsgaazeltmTOWnPZjAJeF9ua4B5Vtp7NOMtB2
IRnx06OGDufqIOKNIK7PdtkEOEBvYDi9eR1BRumW8fHAfxgMuHgSYIXoeUnnE3pmC2/cGFl3DeYs
e639kpctaLZF3Tw7wqtZIOrvRmwEVRc2YQPjOsMT6kOBn7yzYfeiFeDqR7RMh2UnL9coahiGiVuo
RSK/c+AqH2vwARZq9iZRMFXB9m6YNSyIsEVO1V0EgvpNoW3KvmMa1PJbRpwq/wJ3nyATKGeQNxyA
kOuYnRJgPNAiousdrfhajk1L7Nlq7Kxhn2W4DpzCOU77JZuvJHHad9BxolaDNR/8vyIK+EGDIegN
Sg2Gfp3oQBqIf2KMRqquT3M15SXqKffphTG5vNFRzb/GAzwyvFrECMFCUpuAzc6V/gWnkYBgCODi
ZpRzV+mTD3JPO2AFEEKgH4dsEVxVAV/Peq/vV78hGK9ECAgUUjyHpsgIKb8wKaAVCFXJ/hPgzUzj
ZqBQfcITE+79spDeI9/dYNElVV0O0bu8YtY4dM9GbBZ0yCIs7tLspj4wE2p5C/mFxwmXTw5MuczX
uGUiC9uz8DCHADaGnLlGSJQ2xaA5uJhDoF5XW7F+g5pHZS9xivv0q5CBhcuBWl41OjZT8UYrmZbY
NKOgsB3cWqYn8B6odWCWAcKlOktrrPrCaK0ZAXPhbS3YCpiFJxbIGyMfYI5w9POdjttHYVH2P1k2
M4ygtzMf5zvx7VHv+h1S/2Hpb5ZYU4fLLD+VPcrjcV7jlF6BsoD15///KiGuWIYbjF7nZZwJxAZO
BvrppZ9Us3CHnbtajhSeu/NMCZawg7w6h5bnJrVeqjZVA6xdNIxXfmSAMvBkQRzCW4fYj/WU8AxH
VYn/+VvZPLdA1av4vRBu/hP7iY4NRCfxl9BlMd0Pm0LOHMi7Yj8lXsp3u3n+t5JsCz1cnah9kAc/
auSaVQo+oWSCLW844Ax8lyR6/McjXU0tvKNh5IhlxvgVMxD05zvw7hHXHkOWSSsosWie7Di/NUp6
uyLoxPawhBv/OyCNet+hpLf4AjQpuipTgCG3LIvSbqvX0f6SpRZviKqvIVIKemQn5FOn0BVMc9Fx
AXt6uIgoBVOiONmgHwiq3hGel4VpftCsTF1DF3htdWTUAO8VoMmHACEAlEXe5f9UaWDzC+t19R05
bhvMSbbKv/FCJkmDs4eAuV5gp/gQJEpiV4a9QEgp4OHhUW0aEL9WLip7CUdL++swa5y1hm5H/Aj6
PVF9tsK6rU+jgT1Xek0dkCqGU2zQRzAvhY2Kots2b9UddRFahm3ZssdiIIfvYXW1T11wtI57lDcZ
N1OVI4tGga7pRSW30O0TJG43fNY/rJVOipPxJsmwCqWk79eIFgV4Ps8+IgN5ICCCA9d8sVAAvgxz
WaNgH7K4H9AnvA0kg+CL1JCtGuA0WDgZVGFPdb2Vz2hDxE8QXmR7qvRCL3ucOnsRCr8a5hhseUoy
YeBhpqR8jtal/FcEhi4BhGu1nsDDZ88bWt+fIAtE3mA/BgIbGIHDKFRJV1ZNPkEAcR0yIEzRCEvr
vwuZgm8o1CFgR610S4cuE9IXHUCBSK6zuVdqNTEcY+HmlccjrUB4xBiZGuhu0IPGEtLvHkG3OK+R
pLOjE2Uga/o15yMUYKDzXxWWjfJ2t0T/GTzK2D3dIc/ohoQlppO3SRKjLD3QWA/j/Hxox7f3eYHe
7yFCAt/7TVQamirz4VIAVdY/Mc7qL1C1nDztbHC8g2pmyPsInetDEOBR28RG4WHWzmUN9BB13kzA
948HGENtb1OeI0sMTzJKkN9zlD9E8sonEQpElUJ/4VljrOe/Cn7kyx3Os/zLDsf85GGg815rVcBt
3OdQu0MusXyHv78Z2iwG4golU1x9A8af7Y9TgYOnkdtUw6vvKMyfMGeA5OHQM4YLS6fl0cd0hkoK
XD6AjU1DDlEpVt2hSSdTNyVgQDpfjPzdGgRin6CI3uJnOhlUHsyS25/VO/rMtyHCI7mi2rf7wJZT
siORBQQikNhPv/JdNyZCljP08IN/EjbY7b9cBPd8pMRUZzT3Q9Lvw25qaBij+leQS46BEH7/QJWg
Kkr+Kwm0gv1iiDjfsjKwn8bJhNbP1vXUohRZfU/J6HawB7C5a00xk2cZ5cdvHLvWIzOGCNeneyI+
RxoW6I80/D0vax278U4uhwbjqXj9lMijyFo/VKCWYQTG0stY7+t3zN4clLSbx2cUAVV2EzS+X9KX
9CcxI8D4Gzj2mXE1vdNBkLIdgRnhO8O7Bw/jslSnoULORF+GePzO4knALXKH5AjqITaMEMkJFNTR
afUK6qNuBovgYChJNQH4pKFqRftQTT/YMTPdL1Ut34d5QFGAYiD/BnEshFwJvt8L13mdo1SMlDfH
pjL9ePBo/AmAFaG78TwLGIvWEmW2GBd9R7LgfOvEDFdHGOa5v0D1sLgJy/7A2oOC4O5hiQbz2EQV
9XabRcr4dTmYSCFXc8kE4/SIP4V6IT8O7Fekd6ZK7B2GthRnGk4Vc06zQMLLAvDrN628i1p5lJgq
MGaOxWk+TPkR4BhNn9wc0hETLFt/5j4qj94VuCSosXPAVDJrEfelL3cAPxOjx4UetcAK7UjGK7Bo
up7WpKD3BYHyGJw4w5HKvAfKHwJLf0cuq6PzyNiIr1Or9JECZI7wlNpNdmGqCD7Hp+kPrwkrztD1
20uKIeA27m/qW2WjdOp1nuPJrCDC+gmXOMCidiQrpONsep23chxbdRz5f7wooTjiiOb7nvA1eZuX
yERQyRUw97E1omVbVaL1OEV8z3+WZmf/zXNiPuCRge3zQuDyok+LAhAsWpvmyMvwz0BqcpzTQkWY
2taDPDBoBn/MUPGpkwWNU0LdcaOdQcod2GVEdraEwBtd27xm0rcQZ41oi1fJ7vehtGu76ZR+zwaS
+NbCTSY6B36j/JH9Y144tFHgToaSfUDBkwmoERJcqHQuclDGmCO+zfk+Isp1ru1vE1NUGzg4VQ9D
DIXlyXpb2QZY7fhzWI4YKtooT+A2RRj3TUTBvKN5hK2UHGdJe2Ck/AeHkBHSrD1hyBvKBBxn9M1X
5wKAVKPKJzoFakjHlwGPNcTlcwSgQm9rBUlLVqzwuD5IepmOJF4vKsndcwFKg7Y7xD5lA+8URxsY
zWzbzU6kNM2Ye5AucQbg9Vu5DNEr5FIQZYx6p9+NAUe3NgZT6x2cEpYV+io7Q/SMhW6MTGgVQRxF
MjvDyjrz3b6VtcIvHCGng/5BhEZARLw30zbIE8D/DYRh7acMs4QZza8aHlT/0Wwo/0IPVN6TLQeQ
nFj09dDpzEXdVfUx7f1IXJqeS1yD97Ke06yHCO64HnDL2Z+QtLX8Z1U0xU8QY+TmTgvHjucpkdUL
+E6xttJs6Tdq4UF2Z0TCf60QfUNylcXIjuORPZ4QYFjYZjnI/ACRya4QAM+jDzCEE3THEKq3qSxw
UqSWsxcho/LLwjm3/g9iQ7KfKFTnGfhMSx8hmAf4KI+s/iNMBViJQFnWb1gpRfRHuoi5rcyeRZfF
GxqgX/Vhvcv3wbkz1wnn3QZ1YfYAMmT4dlTg/09uWyVgeDIO8clpCnI/UmpBbAGZAQdhan2LoX9l
JwwWxWnzU+xOtywSbIgEWRko1g4QiwtIt7V3FaQgr0Yd7ueohXk+imqUp2M4FAiCYlMDNgljsOlL
nmVAAkxENhgIpvn9aCH9a2JdC5j9M1SfD7tmy/YFW3ecc54rGnUBsrblkVR+Va85n61rYolmAcJ9
syTNsbijKxSG3FsAzpw0xQ5GG+7f0F2csF5bgomROXsaq1u6J0Rx8QlpKSn2II7d34+rQamHIwSk
YZvg458Zi9EFmm7AM/d4Lki/2hW1EASsTKE7VjjCYf7OPFy3c/Vl0wo7R4OwW9YWWFgH6FOZY8Kp
oRb1PdlTwDoYVMEu2tuuAaTkaudnRNaJ5TIg8fp1RPbu8rBl87Gip6b2HhoX+eFhon7v2UgSAFYz
ylqssBIJSspbl3QZsVXSR7Ius8fqsPF63pPDrhcp5th3645OGEgTgOAmQSoSDmxsz/2Po/PqbpTX
wvAvYi3R4RZ3O4nTM5kb1uRLAogiEKL++vP43J4ySWyQ9n7rsfORcWMwdkuEWcouv1iKPMxF2p76
nV2gfUGKn9OzitIyv/iVBSeUh7nkSYjc+b5uyHHbIURrdqIIlGLdjVp+lWrWn16/oPdpx1qdYqeF
VeaJgA+f+Db6p77NEGLqymvv45bbIsmsJQ8ShKM6vUajXSAYShcvfsxjam525UAvwX04sgttKO+I
3ZOpsrph3AiqcZvPAdtoiXjpDrpZqQMb7PDkDx76tMzDcJ3YaeToE8dWb1jVlPqJQoAtRPfGcJCv
cdRsfNRM6d6n0AjdSSWUfRpAJ2h9iDhJRprAXnVRld9hCE+2oyyNlzfs+uGPBczuchqy8CWoMLNl
r5Ca0UjXSrKsSnus3pwin/J9XbrCJmeRy3Vn5a0PMd2NEzdNk9EOH8g2el9RTjCQx0EO+iFnpP0T
ugH2CYUwt0CeC2SWDvD/eSTK7TKmtb+Z/GW8kvLQzjvc6YXerOuwQBCMpqnuG8ijNiliR6ptuVIL
m6x87jPvdbnMW8hXtBjGCqzDyKk27nuKcvJ9vno3jcE8pQ/ePLag01abp0knpvGDiGv9NCltWBsp
Oi02LdJ7H8oSo0zi12Uxb9xyqNfTxNMMmFsv6R+fH/nouqF5qXu6onYNHwSMYTgiNNZVqNuzC1Jy
D5I1kCnq3RIWHK6Oq57WUu6jvA2J8V+KGQsO6ke9yWYh5Pbm44c25dT8CjENuLugNVNJkLMjWceH
mb6cSFE6mxSeQjwbexwKiAy7lBV7RBTVocEZiJup5Ys1FqE+Dakv7hpniIDWbJyMPbpHsANfucFF
hJiw8DZM8pnO9h6GLWz6y1yOIS81KNVXmQoV7AGg+e/Skkt1AzhhXgxzR5q4Ji6uAAp+tCtm3y2v
od8OL1PjivlDunnmnAzVk/FXMwbzqepdbUHWp7n4XmDK9EOjicTaon73iLy3y8ocUmcuDw5ifflj
008V/IpWzCpBGEBAqnR6m8bwqBOPVCIA1LVr77+s2q3r94A1WQPHFvr2qK+3R6ZdaqB3S0cHfkt3
OeKEGM6VW2fBMXArB5FtuNY7G0Rs3uHSrSu4J/IZTxk2p5m/R8O2p4B2f7Ks4WyxUNb/Npknvskc
RHxEPm9wTfEwAbUvGQ5GCdQUH4YJWHszkEFjoGmrARm5kN4H6Jmtdy1x6jM07Oh/x6bFToJsEvW0
jSD607St+JtqHQf3uhrX4WPiovvDNbLGWy8gtm6DmiNrIXXq4AtnDDCtnnxdPIxsrNlO2l21bKj8
tiK+lnI6ei10EYqovAy2TdeBezR9K150Dsd54JdBCcnC0n5USIL7LWiu0+8c2pjkjkWg+umxK8pf
K0ib77JBwXGQfeiaraIw+NkvYNukXtn/XWAT30A158u74LGmMLigwnkTx+t6lch8lzNvd9e+F3OI
iCuZRjX+BSbpzMGDIJ9ZUD1DFSHGHvNWDZkjn03rk6k/+AHaem+N639p7dl3rp6AiMqQwXVbRyTD
p9kEmmwvwl4uSBCrdSPXang2YYPRg7tzOjfe2BDOb9VIJGEMeVd17HEiu0PF2aMHEzzmQTUjZbey
6L53lYluD4yB6RHBKstN5uo4/1PLJZMJIyRtDLA3NvlCBd8GWVDZpUBSqE9mDDu07H3AQpBGDXMo
ZVmaMbmtl2lreThUkmiw9cLE4jJb8Es4jzPskjmMhZhfebn0eJTSSHHIuPiOMGUIqUxnnHtiTu3l
a4Q+SHd8yAhFPdKp0ToNQ3sXlwSbbO2Qfeg0YzX0UPxQa5vManZQi0l7Xf8ZjxLCq0PFVXoYYem8
u3auo30lR8feO0Slfk+41e+BmhBjzyBAO1/emB4+XgFpHE7/P4rlmIM1q+HXiGh9KzVS1sTWQ/Hi
kXc1bUXV66u1eIs6NEEF/NdYU00ar5+B0bkrLzot3ugFtnTRq3lT2p7ffDVh34FB2l36C8hSYi5x
urHcdz2OkU1Z8JAx4ZTZn7wSkGjMrFO8qZsVvEWG4M6bTCFYOU8LONFQ96C0sy0FNEMLLs9eKOvq
KOGy3EdtTesVkwXusskEy6ViR+dKFibn1u5FbpIVlzXTmldjpixAE4OHecTkgduOAyHqHPGMMGKu
tja3c3g/trrpTgsNlljLPB7JHfvVfGUmlWUiC3BjFmvciGC/5Byj4YrdYYv+VnhbkttCZ1uabHyN
JCPz2S5zFiV3stJLy315Em4wfLR9Cifn0jqCj1/WCNBMxEmxTy1HfEyaES2pZTe8+LjyHnHCg580
Y1p9WmZMXwUQMjjcYkq16TqdfYPtsU2VhhiSN8FM8J9wQVeB7pjkoVyr5bFbl5GHvsQcc4hEI4Jt
yd30BOziA28P2HcPUZT6b4srG+stlm7KOFyH0YdS7fpHMTeislgLpq7RnwntEA0By9YokBZqu+4f
Kh7UahdmWCDZy6aguMuyfoEz4ncClKCw9AxK4ou9N0RieKv8OsxOojLZ7fupcywj+ewywDLZQYr4
LiXOXVi8AEamxZFUifwTe4yYweEaDX/oY1nac0Y0zbWphf9Ad06BfpSowte6bKw/fDXNskEmV7+p
G6e7UW4W/ozUJP8qLRjvB7d1/a1ZI119D42R/u0EdSYFadyKN+1QwndG27w2L/DvfsbJYyKwG0k8
1bfmzYSpS4OO8VfmNoNaKZwNcWQjgqzFojF+jMrykoajOz8jvXXPgyatkeA4lAXHpmmt7uj0APFM
r9Hg7UERChTjE4ohqFQZw0hr78sIt+KeIS2LSLd8Mo8EIOHylNjSX/tCiP/cPlvOfWaXgJoV3DkS
wXV+xPrbPiFXyxSwBvkyT17udW+Fcqz3oa60uxmYO652L6z02PaWdY/GMzVvToPvbktQ6Xik9x4Q
26pH+cyU6HZ8fdnoJBi8xSXqVIgsN+YJShzQJyID/Fkcw3oI1cEtsqU7eEs3zrtMDshDo9b48jGm
p7T4dFWs4yvAwDzea81wuW3n4BBbpHmYwfnrrdJ5gdYRPTN3v/iHPBVOcewxNqgb2eX8UqqRgqG2
0jwBj5X5EVFjcS2XdcwfAR+iPCnWYPoh35/jKcetPlsJMX3FsPcKO1TgdE2xbvo05IZuGtxhm9Yr
vPCwzABNR7/2w3ZXLa53qA1l6fs8o0/j0yE6MickS2o4Z4l2DHwLKGA7LBEubxQOrIjbZVJ5eara
ofvh6M5eV9dY486uJFRV6/b4ZCTtzL8WU/gF2fwyXVTI1rvxiomQt8Fe3d3ktH657epIRvuVCEjc
FDOIfVXyudKYwg3s+0s9QvPWNkZXO7XdE0714gMNSVRisozgChmA0u7VWqzmC88G9E8LMEowwDK0
LkYRjc+zUEpdqqyzSWkyFBoeph6v9jtp3ZOBCgPDhrtXRcAQ73sMytWCPKj2aE9BcGf+y0DPZ1b2
pkRfjmkZeNyxECfiMUCS29kOv4qeo2JPMUHro7we4wysTODTYhwd/kAsVn9dLgGbB4yFGhGyzPZ+
RyzuTSEQvkJD5A8zppw8aarOU4fIbxHfjsHqQn1HrXdnM5n/Ok242Ps1gl9IOoJi/utZ7/MT5Fz5
4xQ+qsRsHMcvDpF2RmPPGLrHJqf+FXYRRvhcOHQSPG6OTpYVQ+y2Yi/EyeM3KcSyF4d/scnW5IIU
dWTDJNXqKwzxTGvw1nAjGfguaWYiKtG0p/9jFEBDpibPj0m5aFRzclFKPDeU1PNSVvPsg1OW6ncc
RPTpDVgeCEaC1HWymfc+tjxuxrbv2+igF4GkNQua+QtaW3ZHxHPBA/7zYrmuBunJkWUegpHQ+XXA
RWnEN74zwDF8Ctm5FnhJEELaVbWZc3e2dxhYMWWGJoguNuhbta/WGKshCQRo/Dw7cn7a1Q4/Bt0O
D/C0QORN1Ixvhve45i0P6gtmGMRuzYBLStYunIVYyuI69a4n9kufeRwlmUZpnyPuPls+N86WtjB9
JSG8/YoK2/td2q68rAt+AOgyT8HoYXr8pdjNfXXZS2FLqT2y9kVoKN8qR1BGx23WejsO5H+jV8wQ
3/ALstsimVgfeav1fygeif/vG5ioY2m3wZEBgCCFRlm4kay+QYdIWqTc5p3r+J8xa9SwlZnfOBuv
ifPl6JrVGU9TVTbnxhdFvsmsJvSOcN+q3mREDRIfocTa//Fpw7BPyMnh3Uk3qBEvIZjrkYLw4CdT
2Mx3bHlFfLZZkfr7EQnyk5q9OiCJoC64zyNm210kiORLpByXe3e6QTC2nOJwO/Wexz9ihU35t1jx
sRwAxnnMo9K29DOZRJ7aeKmML7ll3QC3NJBXnz7FH4GIRPB/L8KLyKPsL5tAvCbhlFbBiai2prq0
FWj2s110VnFqVl2s2xRFPwLXprGBiLC5hFK25aMuJ2knwDTqbx3H0E5e08AiTjYNhDuT2WO+LXGb
P2ACxa7IWulh1g6m+Q6PJdx7yODhJK1TD0hSh5Bgyr6svXnr2HPpc2lSVrpp+2G8c9K++HYi46nP
MJ/tfzO8UCO3ou7SZof3KH+IgLeqw6SWGFUfBQjxxnBQXxFjuM5/vE91eqlz5TxwTuYczsqfzJ3i
QMDQWPH32XcV0Jp7LgmikicfTvA65Wb8F6JG+hbsks+GbEVvN6+y/xP1RTbucs8003OD4HubY7vF
td/RuthEQxifKcvMjkLVE6xnpvNd4ZAVvA1RVGd7N/Wi+gTm2nS0bsecvvz+embcmsq3Ie6FuVZl
IS8hz84Cb9WBNaQjtReHARCYwKiqrDY2ino8eQTCv9vTTfiIEj1+ayJ8vEkwhd3fbMy9GwctKR1T
ATV4mxgWuUg8v8z+qQZKBvUE2Cd9GtAVWy6V+UXJgPerkNgxE4tzTZ9SmY5/fObVx8yuFNOD50zf
vq2n11lSvsGQObj7GIvWX6mLvt4iHrOOounLf5E2LOSl25gENsshQx3psrvNIbHHfeoVudpS3iz+
oHhS/yxf9heeiI4bMZfhc90WIr04FB9ciDWZ3VMWkca9RzmLJZKYoOGZNOR23WLcw5DSkieSXtie
kNyENYR/skA89Il2gsFlD1L+J6RcnB9tHnuuwDKs34GR+vEuQ55X7QOKRkfiHkXzy+DuuxQVxI7g
lnJIncftEHlHzQaEja7vFJYQZ86cjZQ3tZoqpF3fkT43TvsyNi4MblOppxoWEmjIlhGy/jn11/tG
MkIzzwyBe2o6J1ZMLU6Z7hcfoGI3hbazJ7MrYi+Gg0Acl9bdpsTuS2tnaRZcnotjnaaJAWU3Geip
RICPoCigsIKgiXFSbFskJemLGW+CcMfhtiFJug+RU6XYwNBnyiulsnBZrpw1UTTTSFNaTUPnnlzu
lbu2IvclIXJO/52mvnpN+2apz9XSLNe+TIcH5mDIStdzFmSTvdfdpehGsVhbac8Q7lrD1cHp7+Cr
8sdL36h4fcf9vz6EwrQ5q7+DcpphVgO4rRFGcl6J5zkkCGlvBStZwHwqUUjEC6fQWUbc9gff1NW0
t6AauWwR0skdOQb1lc5fXlquPu+ZXdlrjmlLqgkZXF3zR1dpeFltjvuEwbZ+71xZ34/ELqttVqVm
zxYWYWQD5Dkx6KJgKpUiSZ/2smjvM4YHLLgqgLYOw279bpWHaqJd/W5rijR9INDEZHdAhX4uN7oW
MX9WN75bZeafW0zefKpQaIe5Wrxx1yMiHBIFXAowX4RO/e1MFAxcBonhbUyswpvVR0XEyn9156Ie
s4w9O3jaibyfRs+fk0a5Ktwz0jH8SEIEyoRswg66rFzQJULQ29muHlNxUXZwswph9JMI6i0XGcJN
9bgpZ2TneOAcD5TWkDSY6HZe/G14g2EAZrwU/xw+9TXpUCKZB2tBK3JtyzD4ak3rotFnQNC71Ztj
8cEN10bnmeK9FeqcwzfJZ6Wxh82BhR7Cl+s5KOFjmsSaRmPt246JcGtExwneoOncCLz92SZGvoh9
mLtxMxfR+ABeHvNidcx1e13iU70lmM/uBTkV5eKAAx2Sw0Lq7zQYTPaGcjTv9z7PUboxqiNdKILd
wtxfDhrnLQbC/HFInfYZGdGIH5ZdMNqQ1RH/501DVJ5ClY/f9bzk90M0BoT6tLV/tVzfd/6V5CCh
js5RqiQt7MawvQ3tLAV5ifFQj0swkRgw3VxkSxY8BYIqAC51qwUIdYa+f6pL3PP8sAbbWBTMRb+L
is57Tm9WWCZu4dU7dlgPd3KPNAMHU67EE+IKpHGjyNTDzXd0mmukHkArNQhHrXPsTV1cdD2rdxMW
B8YmfA1usLwELfmof5cMB9g4xlH9uCgvb055muvmZ7JA/RMsFJD7Cp66P6LPDe/RsxuYsc7B2xAD
qwEDpTFvfo108An2n8FGOwO5PwGBPB86xD2SuIu/vIKFe0960PNXAQv6GaRr6z64pVwJs2EDBpxp
m5opIKx+7SxbfgQcTpqYdehfSn6hGyoC+7stc9yJ7GKF+NOrMHXchIqWiFdT8teOUGZtHUOUGuUj
2mdOgr4l7ngjicyAkQDJ2NkZ5UE5ol2zxzkkztka2IU6cGbo/MxRcmuEQ8Qc7Bx0hNyawl2/0BSN
65YC5ig6lyUQ5Mbz9Hzpau6vXemUWUc4laPcl6Dqcn2OmnT4p2A+8EIRqPJ+c7QWRCkU8wMnIvNW
WHA573VeAzvrnm2dtA10FjvUVnn9N7daztxBSB2fZD/ZT/lC7OLR5r3JkmwpxwdriJdhExO9wJLh
90z+faeHccNej3UUTmDCumkTPozWXzU/dk7kYFLHpW92bkNXFVHeGb4w/pIU+MsJsjuD6OszhNCA
FChyksc9E+bxNiMrpdjIUs6PisaAD6te1v7VuDwhPKW88ahC23p4Y4GXw0cYIE3HAruaN4uYng+g
npt3v8vVY5qV/DXQpMMdyRwdJTpUlbVJ3Bj/hVxCMgimQq7cCiz36CExHkSbWIroGttGYwCfUfuO
8AaF6u+80I1QatiZeXTTMNB7m4yKD8oog3983K5/9NJVsLD3+Fb3QpdzcERiK8827aNq4/a+DWgG
OEAwlEHtu1mpmYcAZ+2N7uNqZh0eVcQ/uwTBEl06tUx3Ksu6/jwVaQiDFhETswFEioBGQB6wwPKf
ABHB0as9PgBcQiPdU8UGC8iAi6sU67RlgiW6I18c3rZlzFJvW/Y5At1BZ0gAgFIZWVtik9EKkJdm
72b8QAfUFl2ws7DyMRSA8oktBkunTtbGw0zuKkc8dX2KE5sjUu3wvubWZhjQKGyKfl0dfESR1Mdp
CjhfZKUy+V/NbmXI3KFyNhmXqf3MlzVWR7R9XpAI02WvRTBmbyMmeLhLPzb+Lisa/Q+ois8rysv+
s6+EgB3CVBIm+Ij0HbQ8rIDRC0Fcjjvn0QFvYfdfORBTTZhHtKTJUDT4PlKcost+UOP0tNIxmyai
QbFL5kldvpAqs9oH4tkxpKUBX8O5SkdnqjjXxC3emPS5Cl2S5Z8j3MHtuahCIggapvn+wNYuX5ae
432ToWEz/ANAybsQK/+0rxpCV5KoIAxu6+Zx+jLUQtpXW9XBCTXAUGzI2cn2JDCX1XFpclNcEN1x
ofUoWcU5JtRWJTBnBn9GTH4goqTgABup9Z1NwJq9ifSoXvvJi19tTNTeXvPi3EzvyjoMbdFlBx7P
2yk/WJpTemjLPazugHpodsKPPqiRGfazhYBp9Hgn48HxDlM3oNeoCqeODqPqh2A7YSnd3+hafC7Y
T28IpQcUisFRtPvZTNGzpRWij8JrTLWN0ep/LiR3hdsKrfAzSnTYphTHMVJ0qht1MrSOXxOIkqNh
nrXG02PBlMSITLFlMX4VLGqzj4IQe9FMLttNTJh3dicTQxzb98id+jarlawBBEhOd534WQ/2in9i
R3iGlfFzq/64YJmyLkC0brCZcaFPSHNL/5RiUB22VZMDmHJyTHGCe+3/Z3AXFY+1dAA+O9ipxIZr
TC/TMjRiP1QOmQjk47jeTx960UPUGT1Bx5Oeg2ZO9q2d4F4OxaZI4+GJL2+sIDMa9RXTA/ynRdAT
nkM3leJox2KJGZsdp7lz52ENeNt85y/2rvCdG760dwOKT7bdwo6/bG3ZL4QDsP32agLnqFH2aoyL
33HXr86mJk5mOK9pZmcHQOz4pw3aNj/ZrsgIPgeEtzaTO7TrrqOAaL4jdMIttgxUzMG1GvXHqlMv
T7QVKQzMVm4jYIl8ZvYSDcZ4soPa8PrEVT3vXYWJYNtmoPu7wCfVg7w9indh/1MrfCGpAfNFkKG+
3a9Ai4B6/uydbCDgFiLGI3jNJ0vxPND47W/IGyPnYJ77mVI/4UUcIQgWn2Q3Sw8+egDnzpEJX9wI
Yzt5sLyiWwljRHCfY83/SFhJ39zAaoojbjLnC7KIYE7Gs4kYzsFxdgvYm70Jor5X8Fw+5uFyLMmb
y/HJcJeLkcIpf7xlUCMcZuAL0Xs3CRHAza+HvUudQ5/ZbCNrrv4dbV/hLcUvx6fJexWz9JM/Mrwx
bPEtKQob1623hLb8FF3Qz4jWWgJRsnytH92YSsjDzBTMEw4uUD+T0anAKlcPLKHkWPhjVWjOj8hj
e/Ik6xBAkfaRBh124wQpXuNQ8KVPNh/1tdJQEycGE5rT2abm8oxoR9wao8eS6FG/yiN8vRHBCZiy
of/WuuMm57BY10tYDQ1ekXqtogess6Z5AIAOPsMOSu7VIgUm2i3gdvxAC1kXwRZrizXKreR6CHCo
gpUNRdZ9xcgezzXmreUOmZtYD+6Eb/gwRlqPV/jU9DqooPwSjemLZ0Tg6BZ5BhcgSpzGbBGdS42J
GEY//OsC+cszjrlCbvs6Y6Io+QIVBk8HKVjXK2OdcycV7+VCfeexHGb5KpQh4mBUasJGUGb4hKKo
qC58MONj3CtV7Lh+VP0le2aeXW8Va3cY/GK5R09O9Phi6+BPXiIvnHm/eW0z3edIYMNsvjY3dSUI
VPQsiKfC7uu4ct+B9k9QLhAIz00WIL7AR1AOd2XszuFeWHVzWAUbEB5d0RFJwbdxse127DbkocXB
bpTeGO1HslTR6/uk9WO7kENzmtxIf5L+2UJRuPBXx2YmGXI39Sw2R0koxG6RsVHX2DfNH79Yy4+I
yEB2IDtdXpdVSnXnzMjpdow1kbPLHPTL22xes3RrogUVZk4gE+9GhlYLZNmGKWIRhN+fIwcZYU1Z
dU580HqZCRAaDirOSm/D51eOeHuzmYdV6ea5suRkvSEvpn03lnS13YV0YqY71Md5DGcmWJLsaWqq
Iztcqe97q+sfxey2424001igUpC5v7OJv/xToswq9mEfm+EAuZJTbhuzcM2tg8oDkqTmIlwtOe6G
uGvvXFe1Hjky4Vod+nR2eIt9VLzsHVY9/DPxjPqq9ckAxIIeR4cVOWOesE847JOrXbuEP5ZGfczc
Scg9bMvUCQahBvYMTH7GZeXJmtiLcGgTJK3u/Mg86LQbMiEBcqNS+WdHIvA+jVpNxanluwAmQPra
3qEEnabdiorpvozGzL9OpozL+2kuZsjosp8PyEeL78myQkFpl+RLs53VOYGeEfbkBM3tBe8t/7fJ
x25+gPsN9b6v6j4+zxZOQMiDCRM41JrJdjZxnwRh9Z54t5Q/gISsgeH6DxfAHnJzJLbRoIhwK/j1
zaNmUU0UmUaQF7jCRoK8OZl97ds4m8gpC0J/15LzzZFgmLr2dgtmRGIRwXyra03fqDX831Jp/NdR
LbEdu0ot9/je8m+mkLa+2d7NNp5m9H+3s3zL6jPDyuZz9qy0BN9FvAEiKLRwJSRbo3/IKyu+WLIg
kFLmvUMIBpDf4RbrKd9GfTbQymGq4aWYFHudyd30qexs9T0Z/MckOWAs3JV2T/VrXq+AGnZkkwkf
gnbGZDk4xGxFHBpcRNgb3vO6U9E5zdTwvjbr+kKIBvkLTOM/mKUUh09IvzEhDH18dHvUW4T1rMur
KDv/JmZYUAQGPF1PvZvLI5Va2SNrEwRUYDDOnyu/Z0+6pY6pDfFgxCh42rZkEpnRDk+tKfX30E1Y
JB2NrZ482g7vUgT6sBwFboT2va0Iod3fCsL++eVshnPDu3vArZyay2ya8hdEsReIy+g985FpGOJH
8aD8xiNuKZA8lL68vxmD9xjVbrcjlE7FiXbT+hDLOKMmqgYIOc9SVjak3+qA2/o4FVDNtOUDWWVZ
9UBIDUexGkum3MAF8t12FSvjbYkd03MkIBZ3wllDtRM6JrPWb/DRJR5xsugzcbebB8Wb9tfTsfnu
QpXeEfwjUDVPBj1I33b2LUeezYbZPijX3Rrl9hM50EifdFy1T6gjoLh7vuZjTxQYBD474l+B/r3c
IuMl2JnkWOLX17S1y51VusEvX5a2Nw0Z3PnJK2YHtKYlBnGT+lXpX7jqhuxAHpGXH3BR8hXwvxyP
kWwqbibfDfu7FEl0Dy2/pDyCfRN95Mwo+pgJYqztprF+fJGW63FthsLZz3JY1c1NUz+heAWL9SbL
/BMkBLnINMz6W9fE7N0T36LdfT4K8x9B9vkP+8z8UCBtfPImhe2vqez2vYxs941DL34ohtr8ifFJ
DrvMiiMs8rWHW2tyPjIGyXd/XacpychBMKxpq6TdnBzsU4mqCUVcITyuc7GYfluyZ+BqjyJU/6Yd
iGVOvdS/VsjsLY5QOfzHvgx7WU2F/a9Ao/l3HNzwU7QjfRG2JOyIZTvzXypnQBil6PDlmiqD6UI+
VuBuKoAJJT6hxOr0pFQWTbsa2MvbSMzLeg/KZb2sabH+dYTWektBtf8JTM5jTikRmxLBs/pxIceA
CAMCW6C+kSNdvQwgPGGIcRiVGrt4sDr0mElsMjXtYiuoQM7ggra9LqIBQh0GArmqM/14i6weKfdN
UTlzhZFUlXo9wrmUxuWNH06zvCOLU7yZkbnAGquUItlxBroUETzb5IeNtUljNw4eojW2Sd3sffEZ
4HN4Qr2T55sSOSoFpA0t8mRhpcMRRgQbf9NZ0QdNqqG9tZgB94CZZBEN1UjYCCVPc75vuPHQDaDF
2+CO0nKHJwwc06+JYntGbi/wypEmgvusHWCu5xsV0UDyYrWo8BdNq2ObQ46s4JYI0FfsXAUccNL7
cIMkhyEeOxNf6BxcCly7ax9KAh+Q51jOobJn+pVSAEgXdXgb1O9DQHQWmmZ+9pMO+lt0bs1vtHTa
fGcFAToQd5Pdnpml1J2cjE3Axjy1P0tgiTsHjAYoH4L83i2ddthHS4yyuuSFde+ACVe59d025tR1
ubEf7AXJxG6tC6vet9UQfbAbUMsmNHGLCcQSd2mxrET4dVIbwmKYAKd9Ha2M3akbKX3jlrNi6084
GraedG40r+Wnb0uwVL+mYUr/9W3mvT1JpPZwqTsCbhJC/sjIHztYxMSTqwp2DbWRExwD0EmSF57/
NuWtgm+IHLB92RVYyOGD2u8lWOuZdMayn7YFZtcxIY2s8+mhd4KfGo3fRS+9+L0Ji7LEHtkJOH1A
H5KBdMGb5wjJPpGwS/xi19lYPk5WNOSXom8DjHyY+HkdNabXTimJLUpn5lBT+0qgqBdX7J/Wun4V
QDqE3ylt71UWGA9IJ/LQBxqClO/TjhydhPb2vjpOoQ+ihR9N6CQ1lv9SEBf8bQIykYlwiadrGes0
2/huzwmbFry/ez9HqrCvtL/4yeK26oG0Xfh7i3wW8mNn8RH0bv9liCFHUeMwhh6iYBQ/kjaj6oHb
Vj1gZqK6u0+FPewsnQqE0hUGRf6ATIJ/ktJ9jiYjX4k/gY8iMk+/tV5HQSd2oPE/Ero6lYwUNP5o
T4l0S+wERAaJZ9GjqYKc6YDTliy7zpO/Ma8g6b/OKGGdvCm4mxiA8SjlQ/hfTYTtSN4U2TlJxSoY
JqQwcQg0lZgmHPcaP10M7XpeO8YNVq+ZyYBsnuA76JF491LrdONUKbeHcnV4j/ocgwtKpPgDTXl+
dHRBGo+uJ6zI0ieQe8f3gSSEwHKDYGeOwhvNlqO2sN2ubK6ibp3/FJqA9hQTGFmTUd6Lb5o9LHez
ZI2LZbQJjDwI1OoPXjTX5hA76TpuKg23uVto0hEHVHfLQxDNA7aV/3F2Jr1yItu+/ypHd1zoAQEE
XN33BplktxvXdrn3BJVdNn3f8+nvD7+Jk0SJdh3V6FjakRFErFix1r8ZfG1w09gs/k58P/ziAWT8
YFjOgNDbUHGY/sHNUE1PaD+19c5KVV8FbNO2b0P8IrxzVMVxeAHrQE4NyK652EauISIFfPzTkIX2
JxtpffKXrhuAvaQdKtPa1P0dpoJsfWpq0HuJwZMTQKT5frINSTETWS5oiCZWK/Rgmjj4U1E084Pi
JHCBldhIZjdPatwtCgYWWIm0ssATU3Ka0wD8nfN3ZjMRFIsCph3dzrqrj1aXmV9av7Cgl+uTeG9N
AApxTPDVQ0SfGqQG2ho6vWeD1ylnKDDRG4Vo4QJHlpAuC/iBO5WGaHjQRkmZyeiQvN35KaHVDaiB
HXr0mVqiDZ36fScBfb8BB9KgV0YTCGVrFRKEHu4ZyykPatvHyXsfpREPmeuB5iPYSac7oLcL78Cz
4oF2nGeP6ZkLOfRdyiFGchYCNN2h0DvxDe3fKjwXagAYO5CNeELNvovdFgQ/0d3AD4LNpojPWuVb
7z3etvZBpNqUAFGC3uYKCZbDBbVDmgqDMX8asEv5mIKH+NbmlZLR+rOND2k9dqhkwL2mPOEX2me0
55O/7K4amT4or2cHKYoKH+XHOBkfStWaTXQowv/MiK0jiLc8sBFT7Apq7khg46sh7eFD2rXD53IC
7K7YUQwEuZ66xyocqDELQw3RwgXf/SEBh6c/DngQwAsjx5plBaBZnfBkql60TmeD9EDq3o+FyLEr
zFklMEPQlxFp7MFToS0OBcMCyakcARihK9VggvgO+Tlf/2paNTXzHuuvNwFR/Luh+fp4tCLEqZ8V
2CXUikfHjgivKLxTDEyF/WIkAfSDFgJHeZj0AFplFIxidH0gmBdulDZBkDQHOV0rhvlXm5otN1nC
5VTAIW13oV4qMfmkVT1YXeg4bpQFkiQFhRhxkEPTfZ3kKD5qwZjpbk1XFo+urrTZ1j6Gdi4rPVI9
ziDVCGBH6eNoqkKlyOJ4zZegh779RL4yPsBf1ptjJajp+4QEKPa079EDh86bv4D95IlK6zb40OEV
CuK79UXk0g6yKcx71DxcnlTxZwW9j3KPZOUojwU93s9ZUFsD4jPK8PBHycOE1xBdJpmY3DJqjlBH
V5WImP9RBk7fl1mCE40tUvWpwkfkm9CCiCpwqtI76Ty4CUhzl+K730A6hYYGfA2dgt7/qzDp6ODq
ElHuy1I0GijDqA1AlxZdwK+Uxlv7payCrH2mla2Tw+eV773X2kGdXD2cjAtcozCFaVMG2e4Ppxdi
zMjtXLA10SN9BQfdcLZ6fPxDK6hYFBQI3UB61j/06poPmYjCOYEChqXCTP70xzRBZlQ7AfvXqnWP
tFYFrKiAbqUWUqTW8Q/Ik42jSi855JYeiL3K5fmgxpjwnCMwzOOGLdSKn5E++6rxV6SKUMXsOfSb
M5am+oi7iKLZg0kaUZoyAbkch74ZxHlo/eRpAmP3dfTi8WJTOHD/6z//5//9z/fhv/0f+cv/twT9
T9amL3lI5ev//teaxZBB75tk3jBUR1t4HfbkNJJYx9MHdgfQJSRpKec5j/dHWbNNQirPANQIwsSx
FxaAfjRWWAbxelJ0mquoMP5U2qZ6wztjeLg/0uyhdWV8SpwAdW6ogrePyYJeL2YfBX6OphaWspUS
PvZTq5+4TPu9oeALYabi78rqETjHYOOxNtvv9wefp7EYfP6GmjSwerXoSl8PXgadH8PDxzsiq6JL
oYb4VSLVcaz9Boag0QVo8MTJ4f6gN2tL14/OH8OpAOp0Z/EFp7Hom8AE9TbVbfFRFQhjZ0Wp/Ikc
fvhaT0Um5piGsAX6PviXLT4jzbKhwd8AgllR1MdMOpkLVbVxBw9XpdfOytCoqWimNFAmtNSFyZfh
6V2BBj5ik9J6VzlR8jyI8qeRdumb1w/EW9LAhV5jGdWFKVuiWSbAJtQC0MmtdwMVgT91ouqRHjjs
zPtj3RjAMRnDxgTSwWfPhqp7vT9g2GK4kjrGXqI2ipb0qO9ikdOwACW8wxCje+3hnsdz5s9FXNHh
yl2PFxWNj9AZ41Wg8U9oPioHo53St6+eFb6eukOTQqW0YSw+VVr6E7e5TcKJHdneyyPnCGEUZdxG
RfxE9NaGL+LthkdaW8LtdXRJR2h5xDUFHmyqgsFL1Lbe66ZFM7dEnsjo7enjq6cGu1I32e+SNTQW
H6ybSwNpiN3ElCXWh6hoaTjIwvjZIFB4Aq8avDZOSgPnc7B8lAc4YPo89d+uAgU/AC5IUHQKYrzn
yc/JyIFQ7bm9t/wYV1aRbYGFHRJNBuyYxVdD46CZiQsIzqADesbQhRNAdWYPd63dMJhcHwol2vk/
h51/PSvdg5kCh2g+y0a5U/RQvXgACCslMjYC1MoBE8QMYiFQW6L/4nsVOiDDIWAqFTgGGLo8sHt/
iE6B2aO4NpXR66MU4zmqYVmmw1IuYi9eH33SOWzFDBfk09AL3zXwDDs1dfTz/k5cXUPdEUiN2Krk
wr5eQ0j+eOdIiOFxRVt+an3vUOUY1EeDX/2bSQnolCpLaJliMZRPSm9o4UCU6nV08lAKuJgetAuE
H+SGa+TtbY2/M7Ke9NUAKOJpez0roOSAbjwkhdHCyQAz96jmHH3ycRry2IX+7KsKuF6jK3RBJnDJ
D6MjePD+i6W1VdsxNNsW9tKgPefxnlUDOg+6p5R4IME2p1hZnVW7jzYC8q+/dZ0hwF9WMbGwVLq/
urZIT1Q/bXIaYmKfTVnwWano4OyaAWujApTZn2qQxC9hVRmPNMfqJ8zw1D+5cqcDrXb7AhRH/hjj
ovsBLDuzed+DzaK7H5+jUKO4q0B/2biw5pN57+cuvo+iAFONLVvsY/oVfhbQgfUGrA8wujgg167u
07EJ0RpGKOT+N/mVd94bWb/eGSijQHHpGblGvBHAA8pyqf2nReFsX2pW9+jMkACKBD+9SlRPapgG
57L1Nn7F2qEj+PO9rDlw2fO//xaOIQ8ZkQDdA9MPbUkvRGO8Bu5/QSS83BhqPlQ380VAgRMODNiy
FoeOkkvUQt0z9l7z1QSjeaIpk9HWRUe2QETo/uquDSZmY1GQHtAf9EXO4xRxY8z6t7QdM1/b55pR
PCkyqk5mPyTU4g1YZxvz09bW0qZSQEaiW1Jfuhk7cKzJIvDgRMClRtsXLwIQ2F5xkaTrlxG3L8Ao
unVELrB/Kbgp6HDhCXCgNBJ9UHTHehxBfZcu/Bn1WFIsP91fk/lqWHwASMUa8ik2tT6ukOtvnc3L
nyOhBSoOYqVdgrc3aL0d7o+ysgpcSw4JLReUrqqLbe1NA91XZA/29agiqWsgkCJNfQf3fjzeH2kl
tBK+NS52nRUX1mLvJr3oQNuR+9Edqi5TkHmXgu7OnjLK3IKwslNXawFakI7yhHNI9fqgSkJNrLOo
eRNVF1ssHWB+hn1g7h0lV942lgq3Qh2L/AnKdfL5/lRXtrOJxbHBS4GNpS0f0CAk4QCXjAVQeHYB
EPjUUqcDTT2VEMuwPttY25WvaHEz8gkx6Dbp5l3vFUx0EPM0KekDWqsfyj5G+69o7KdKt52NoeY/
tdiWDOVoOmkNL+elhTMuPTXGQB6XcSJpASV12CJRGgaIgGOqdugNVX/GGUvZiBCrM7R12zLB3Jim
Np+W3yIfIM4qQp0JRTRIF0fqnKBICjTRYXXk51d/PToT6JFzhm2J3Oj1UJaCljz0UpLcyVPfGWUR
0TcAd3yGVRk74PC6Ut8IRquzcyxeldz5mrQXszNFoxED2TCq7zflQUFU7BllEzNyQ6jlr3+usIp8
Qsu2dEEGfD2/hocTanAsJcoqFkgj8hyJX/ehKoB33l/KtXkRuWxHN7CDlWIxrxgZ7Rz8sbmHcGZi
MIT6sJLgUdsCPtzYIGsX9HwCeDxQ0oHruZgWXH3ValumhcmT9PeFnXcmMAGZnxHWV9AwDpAcTnon
63mnjf2Pqiq7C14+1cPUaiTnr5+5xV1G85ygapqLcFMnuELJHp1MTHfluYUBdRyc+kPbQ4r9FyM5
DnpY4Hu4LeZg9NvJ4PWGQSm/gGxRx1AAehhSRzq4VxzxNtZ47ezL+X2Gqxp9X3txWdRDBUSrBk5R
APe9oMdIlw33Kreih/OAcLRygZpo/4vjyPsC/i2RmxqFuJ6fL9F5HBHOBlGc+DBtgWGkgaV9GY30
XEyOt/HiXZ0j7SNpkGKhZ7n4cDkcB1sf0W3ywrx9K0Mj2uPBM51R1IifYAliOYFW4euficRuMUOr
NNI6azHHCQk68HVItydgVbXDTBoFJ9hI/Y3D2N/MMAi/3N81a9O0pc3eZIdaRLvrVUUJzfAGdDz2
1mjWH4YJofEqB84a4Uj6sQ/s5KntlfGf+4OuhQPqyiiKOjznDHMRDtQqk6XRo5QAFWZw81EZ91ai
QBCgW3x69VDUPanJUBWci0CLFcVle2aa0TuA/qu5AdXKJ8rK8TEpvW7jRlyZFWVyaE6q5M1IjnO9
lC30JUhZNUqxjqoeY5CV9EISC/lr++f9Sc1/aXH3QvNjU5I/UY1RFx9tUD2vjgut3gtgJW8qTKsH
uJ4ZHp33x5n3+M04gkcwVDmVKS1CqS3LLI6QtgXvUjlnzkp+sobawndcIDg1WfKD6MAsFFyHmCDI
+Nv94eeItRxeqhbAEhplFkWh6wW1q6w1fSk48arZv5OeOv0FqhvJUrvLjuWYKRsV15WzIPE6pUJO
jUvYywjagk2UQUxL0Z58mEdpLn/kau3vQ9r7CJjM9pRAIP969SSJ2ci/CCFUlYfE9SSRPka0H6z2
vnMQp8tRifjTojt9RA8STRNelBvf9NeqLVaVS5H9aQuTMygXwdtJ+pE2aY2wWhvH38wgld/nEP9N
lVA64U5V6LNrwRBAYZogfYDm8t+nVCAt9/7Eb1fblJZDRiHIsnAWXxwXyBzIN4UUSlVL0d9impj8
pCWBAyoEhEekEky5GyHYGLv7w95uKlNyTJk/tBBEG+ZT/Ns1aaEvHNqYKuFfiONYnM1SJthMXuCz
/GAThhuzXB1Os+cek6M5XJrXwyFZqEFdAuQ0awC+B8djXKoEXvygDJCygxyZuVfPb15RfL4gwWvM
8XpA25pVifO+hv6j0JaMRNq8m1rDukSm12OgmTcbM1z5jhi6MabkHiFtXVyUouzCFJclqJ9OWp9D
UaBej7WDq3hefA4CxbtMiqL/eX+Wc+S53sTU9InnPHF4xfG8up4lBdqcNhJHFU8P0E3VgMlgTMYj
taL4xwrK8p+oqfEPgGS0cX5uo/w8skVmwHvcAn51PbKBstBYlSYXJvqlB1rP8lIJW39C5yffaBmu
7B0quJqgKkcplyB4PZTi6VERGAYQhwLNxmoYpwPcasDOU/Eu93Dyvr+mqzPjC1JXAl1nmItbJU5l
oEwh0BMoztkxJ4ME5u8pR6Rzko1FXPt8GgUex3JoO6lysUkjfYDjkc76MRMEwK5S/IOB7g4K3+Ij
jV/9hKDRbJMwKBtZ3RxUrvcN+RVD2g5pJCu62KxxP+JMlFYNFBDqSwouRceQwsfGkbj9cLw/KB+z
Lwk1N2ew09Akgfjd7Os6QlIHUoCLCE1xRKkTxSGcYTaWU5t3wnJacn6c0XnSyY4Xx6FSC0SSG9HQ
dCqNN1HCCzKIMkzNDFGGuLZ41UktasgClpqeyzJFqjR0mkPT+QJZj758VhFV+3B/O91+Ywv9Pp1S
Hp1nbpDFdgJ57UPB4xvXaYI6REeQ/ezHzXBCJ8j61DQwMc/RALvQBccNyPL+6CufwOGdSdbH/+Bt
LMK8I60BXm5JY7+evvrIH9N4wWR6hNJECDzeH+w2TyIKabRpOTem0Jft59kUF0FE3ClUoN1nDLkQ
2ZFTf/ZSLHMprMlL7qeISbZNEx1MoAivrwdLDhHj8yssBNkX5ymhRKoi8NTu7Tj6hwdR/YxDu4eQ
bGy8vT/V2wPESCRkUEi5u5nvdUxqS6z5YhO8jT5kMI7LoDmFtDs3NvTKKGRgPDDn1ICexOLrlYqD
jLbqsaCTA+0X858HRUcq9f5cbgOenEuQ82ygt7BdrueSo1mLkvSAPOss5zUGortYWvRZ9NN0+hcj
WWR4gpcdVbNFJtshWgZ7pcfYFTAyfqa+fEgRH0bvQySX+0Ot7EVq5zxCNFSq6awvP1BgY0tjzdox
+D7WsCRa82gMev+s6dTrd6mo4/fpCG+vll35qe6t11eSUZ8DMqQDULDodC7OPQK91HdSYFSYF2ZP
tMOnQ96jSxmrg3G4P9e1D/gLtOD8+nzLhiAaMF0rW71HjqeEJhVDJoP7Hr2gdrjVmZiX7TrC4o7L
jGYgi4qg9GJH2h4mVdoI27IUk3iH3l3xqVAs/ZOugO/ddY3tuGme5a++rhgV5BoPSo3a2fJjItcz
DIlvdPsBKOUjxkqFq/WO+S/OAQZ31AFnPAGN3Otz0I8YQ6sGEu0wDtEFnQRarWKq9nj5vb5IxVR4
TxI/aKxSEbweStNhLAOyBvYksSyRiLQecMIzd75AjuX1m2OupcwgAjrg5uLM6VWNKVAnun3p1eNp
clDGDmgUH5Nu+HZ/pLVoRSOOa2aGV9Gcvp6U1YjUmRLcNsqqaC9NxQs5s0H63x9lbbNzoQoTbi2q
mOYiWhXCo/QXwb0sbWxDUOVHCroyy/PU5N3G5XkzFJMgq+YljMkXCJNFljShs1RbLd6uqtnJE/Yo
47nsW2oMsJAO92d1c67moVg5iyIpma6xuLkUjLzhFSF3FGepfwb+7CNB1AQveLLVX5zOgJIa4diR
b8xwZViLLBd7IboIXDPLKEkrm31Q4IXJFUBW3XzGNlE7JWms/0By1c4RgTLL154zHgy/D7rY/CZS
OKkfDBNadjnkNB2DHVQ5muMY9t35/rKufEE6eQ4zFEBo1BsoUsgTSEczYV8gvPkAYhllTomfGwBw
Y+Oc3eR586yATtKuZS0BTFzvfg9wSSiGeDbmTAas2ZB2NQQCPMAXlFPR6dZX8rD43SDrjWN3c9Mt
Bl5sHTRdgNUbwbRvGq0/8g5EvSg0oWpqU1Q8oLYeuCh5wcDHfPiJxnK6cSBX9xCXAQefDgqV6euJ
I7I3NZWD1YkaYEK1C1VkLV0/SLInD4mACIpGiTLIiMTFxhW/PrAw0Z2ii0bGeT1wJTUkWHHaossX
dx9R/Sj/1rEhOkGFkW6pyukUYwL5+oM698ipBnL9AQRbrHZfKI6Wefk8W0D8e0pWdfrUNlnWf5+6
THnpgjpSqODm1ff7W/kmugIr4hVM9ZYCigBedz1bK5+MckQBZ4/8gjLBJmlBxeNYLN+/fhySTkG6
6QAmXfbeuC700q7gT1uUoWZHnbHyHoMA3srG51ubEKGVygVHDgPGxYTCZpJG4sXqrImMeWuO/8JU
d1v92ZUIIH8fZXEsgxiNdoQ/1D1yIM1JWh4q7oEzqxDJV5dE+EIk6/RIIGfSoFlcF+hIlWkX6IBu
rFz/Eiij9lZvJd0u8ETu/Y+0svUlSS2u9dbce17i6DDKsZ0s8dQ9im+o7aFZiSp4P16qTrXPPs66
uw5x9o0PthLhyFcsi/aBhvimtcgkVBlIBZMtDYm5tPpO5eVvFBGnNz0x4REKfuaa0+wt50hE5e9P
d+0jWnOFi2oC9f7lVsHszm/SmF3SptZ4gpaOEWMEy09Ha2fjclrblWTtwN6ojFg3YFmHXk/lm0iE
UADPT7mal66kqLARM+cocZVGs1UoFgLhk7AX7WXnUBpIfpYTLm7Aq0fUI2V5mf1uj+Vsd9mXo77R
UFtbwLkiMoM7Ja/jRYx2BizjsPnS95WZpYc8aMcjzl/jCV7jVh10dShJAFFJ102ek9dxSi1hQtFs
0vclpMQD0RJhQgzK0J2UWxDZ1VXk9qOuSGmQVsX1UHEIWj+Vib6v8cS8QGIwLgXuKQ8DzMU/e1P4
p/vbcO3U8cmIjDqZGu2t6/FwToiaxmJqQlQ/YuiK57CBNRfjkOs2GEZgXj3lG2OuzZEnz6+yOTWV
JWSgAPDuZwNhf3QadT9pZRy5Y9mnGRx6fBgRoc6e7s/ytjPC5nS42kDPEFzgy15P08wtDAFGh8Ac
OW24S8JfkteDox1j5JMRrkM1jDhnH8PARI0OvqF29HIVmtn9H7IWb5g3T3hgXzRpFvE0lho+UUEI
/i2y9RcFQxYVjIbVnyin9d+zvDGhLiFL39WV2ILD3Y7N+SfAYuRHOZ9a0vUaFIpvDd3oYdeVR6Xb
GsYQo5O3050j3KTaLY2gPzRprRzuT/k2+jCsqbGXjRmTtXzoQtinrjVf7HirGwc5Rt5zjPbd+f4o
t0d0HgC0Ny9pbgp1ObnYnkaM5AawtJ5J4PEx00Lu5TgU5adXjyQNosD8piZHWyYT+KJTpBukDjtR
6AcnnoJTbzvlSZt6a2NSt4eTRvoM3LUtwBg3IDPfCk0lq0Og+Q6y6iLLUQ9XFWSpMts7AohVkBqo
t4BKt6eTvjOgUN67PEZpg1xvk1ZC5m5NQHxwN8OzUeJtW2Ezdx4amLd1CI74tes5l5N4zvNOpNe0
XM+si+Ma/ylksoKphes7VESGnIfHUwq+ZmMz3p6B68HmbfRbi7BovaDvZwSRrBqEqO0arQi/Fa46
mT1WvfD2ZU6IT3H13qj3rIQgHdgXYgpgz+dEZxFpc9VsTJ/eJx33SD5jY9jtlcD4nCkmbkUFsqcI
k2IfOyBhWlY4Hpup3m2EwdtPa3FhQqia2SUEgHm//Tb7PHTsoFG10R0rxXlQ+tE/jYn0znFaTigM
jVsp3e2hZDz60NBYGJAKzPV4CRKOSAA5I046uvNMxXnADC0Qrm+0W8WG2w8rVYKMrukWz2KIGNdD
oSYzTGhl9K5ZVB2qhl3dfAgdNNu1tolbKMOD+RXjlerRx419Y1PdLitj81FBNhtUVpYUq2TU0FMd
8t61sQp/7mHQnDMKsuhe6fUpULV2I1O+XdY5b6QRTPpjg2EU13PFMWdQrFD2GCKWBG8nGnbIaWB0
qlaf75/NXy3P66ROzgBXrk5aa3PP63qoJKgcKvb+6GIdi0xjn4In2lUGVqlA/UT7sUMz68VCaedP
ULkjWv8RzZHdLBCNRwEGu7s+Sa2N3unthSJ1ArBK0jxfZUsUIOJRrQqMGBUVT8V0EDmfYC/6bPx5
f+7zVbyYOjwuc05UKAHcxEF44rhuaQbqCn6NghBUd3UP6KcMTxq+o2DTBAAHmFK2i1xnI3bpiG7e
/Z+w8qEpusyjU6xDDGLe9L+dV8Px0I6NbTa1qcZPpAjNWa1M9QHAvNh4CK0ORT8NCg4xH+Tv9VB1
JMhCaq139Ulp8ELLAs3YB3WN4rMUfbvx+FkJhhSLeXAJkHDze28xs6DjS6hIlqCE1CvZvtU1+NJo
6jwIKKv7rtHgrYsxPMEStt/UU+W/+JO2xfdc+8LQWOkQ2cC4YQQt54yGoK7lA/5CmvY06gKfmJDK
XZZO6BXiBovSpa64SQK/nyymfX//664Oz7kieJjs5+WD10hqL4gJHK6mxSYalBoN5biDFm1H5oBe
Ivh4QNYtKg8FNrGKfDXe2uYb0FieSUHz63DxDRoLaEc7VIPrd2nxrcCx8CS81tz1bdluHNmVCMnF
w16GE0pVZElq8bXWbvSpH5BJiZHSwEH53A+AvJG6CVG90ZvT/aVd280Aj+jc0snUSJ6uv2yEKWZs
SLZX2TnDe4sBXBiOzWNUhFtIjrVoNBdH5nQJrNdyJzetinFkCNYxFoWeX4LMRm4JIzSMB+7PaQ61
i3hEjYJ7G84rDNsl5VUmY1f4OTdcXgr7EXNU8+DlyBDlbTO9a0xEr5Hbcg73B11ZSC7uuR4zIyv0
X+iE3yIQOqey92ME9Sy/6DERwyvILcRsElTViH9thIVfiLjlHOmxAzeCRTLzD66/2wjwOM3UEctm
0Me9ht555mD4N2WqPE5lp02H3gubHN3ldPyGKIOJtjxyqwj+lrMcTU+FtN81aoQcaIyrxRvw2c14
oieq+ce+RUp+Qmvja6tKDGaRbuMbYRtjTW8VzVe8nVn5nX1AqX1oHiI9zJ+ZuJ+gzKy/mjPKXhHk
O6RHDkwHfVF2yoK8SqTZIsqHKuY7Ne8f/B65RTy05ENiYKXw6q8IHY7XJiBZk4LJ/JV/+4oI+3V1
kiQGT9zW+Ww30n/KESj4IvRu2khzVzYMDHobxihgAugji6HqvkRnKWgNtxSp/Q6ZmPSxUc3sbA0I
Hd6f1cqBmBtZVGUskpObbLatA/hkLUPRCB8eSa5tV2um4CFKaNDBu9SfdMyPNua3EslILulzspK0
0IzFlxOTXkkPSTI3zazsbSjDCzYWJGFVDzK+abYwhmtz/H24xYHIkvlJTV3DnfC7cs6N7SO4pk6Y
Je6cmquqo0OKE41RqIf7i7v2HZHIRDOA1ycl0kWOGSKditwgRd5+HNQvMdWaz6Xqlx+SOJ1e7g81
3zOLQ0+HhReCAawKVM9ijrWG6olPi84tx0k9UETEzLsVPzHZwcRrUPR9jgHMz7KmQXF/4JXFZWAJ
dJOPqUHKuT4WZoSOVufVmhs3Eh2eXlfeg5r6mbdq92ZowFVao5ZtrOvK/nEo/FDxpe9OjFtMtrcL
pJMlY3ZeZXNRIFDynAICjHa1jktTNtryeH+WK18Smrg6A0botlCgvZ5ljSyY004ImPZoIX3R1KZ+
MxoRFr608jbel2sLOpO4+ZoEccpc10MpCfSwFMkHZEcbFXXQpurt5q1sMkkfpNH1vV7Z9ktfwBZ6
/RyhNgqBBhOZlDmv+m8BLiwp/QiSSLfyPCyEGlRS35eJUiGv5qTVRjKztqBsVgqKc7ZMJLgerJJ6
E4c0190s8+xPIh9zjCVCTCMsOxw3csS1s2HO1yEIfcAiS8RNjH1fgwWM5krHq2p84LTusUtsE7Uu
HqKUY+ZIQNNLP6AK0G6A5lcSVAfAD7kG1WFGXySIxNYpKisDawOzULrLKBP/LD205vfl6IMTaxLd
+Cv1hPU+7cz2Z1ZTn7r/XdemT6VyRtHTmeSHXC81vqDS7OtSuFacItOe1GY0nIw8Mf9O4kq9mJiO
HwKQf2498kjbGHxt+tRrQDvNjNIb/ILQh3bIrV4gFhZkyWGUwi8Ru9TLd7EDlNbIvfgRwwDL5bna
HaDCb+G91jYaz1sUGGZVIS7T69nHdN0rBdUhEJ0iQwi3UXdh4RhnBXmOfxEkYAjP6Hnyg5sEPdDi
KJDolbtpH6DnGNjtKcXj9ZIWOJ3c/6ZrEZAhAD3xgCezXBwf3c80ZM4i4eJXL/x9T/nkR9YDSd7h
7dI/dtg1v35IpBY4P9QYwSWjTXO9kL6ZF2iFVRNxqe9eWjiTB3w7Ma/h/x3+Ljx0y+7P8TYQ2uha
oS4x6yTNEj/XAyIwXlkIBU5uounRZ/AaqFx5iraLVeycUvwSd8gwDxvR99fdcX2RQjYWdHFmsQdK
I4vTMugqHtBxN6IA6qu5O3SD9tgbpvd3D6v8XeKNwVPj1yhij0VmnZs06p9jHI9PY+eo/9xfgNut
SxZI2kBPH7rbTV+1Q+UUkQiFyh9mAO9VaMTfMvCCz0VWZp/uD3V7TMkCZzATVyqvomX6oAt6w1EV
TW6L2vZhSHXnEOBXeyjS2nzveG16UPuw2nG7ynOdDt7h/vC323lOQokQdFjJlZawcx+mtEU5DFUM
RBQzVBtiJPIiUA0kZ3pVPnWdU2186JXdpYkZOUEZDBS6vbjtbFjSHYaFo6vNtIwusaqDaBXngE3L
9A0PpPIU6/Lt/WneRmIUnKnS29yyZJrL0jEmZdrQlkgUVnUYfkhS/aX27PwvIqFy1voAzVEe/65N
MrwRLtZ2EsEPrDAobN6gi8n6KaadThCrWK+if9QMuv+oJGD74yb2Ny72W6y9bZO5AK3A74edtCys
1k1bJb2JwYUAFAqgto9QmI8xErQrL3/D5ul3CRazbqT3w0Vq/vhXSN71HrlVvFCbJH7WS+mf7y/8
2semaUm1HhgWGcDiUOMuFmFmQCgJJ8gGmILagNExbvL3HvYWmCshNHzJHBPdt/sDr31xUimqNfDl
QFDr1zEsyjHzioZ+cuui6J8wDNI/4taaXOxapP+MQ6UecwQPjlps9Bv7e+1IEb5AiOu8jylxX4+s
5ehjeSW6ydT7mzdDreXMVVM+oYvVPFSB721EkLUtxiHmTJlgcel8XY+XAtTtZYg9JfTR9jigSr0n
9cMoYrDzjYth/lqLEE2sYjXpuBOvlhXdPMWId3bIRCJ3aN7SoDAQnG/6D6/+dNRr5jcVdSny4cWZ
KREBHO06GnHvTIdyj1+hvJQZgjmaEhdHJDepItVhg7soLA9lY9+sbFgyNdi/5Mg8rZY4YMq5ZVdT
rXInfypwzyrLi1n0+psWa7JHyuXtbtCG/PVRmHSCu30GK7F3Fp/QpOVvhmE2K6jWeLoaBpYb+EIf
1c78YMehfrq/wL/wAsvvCFqX/AXZA5Nb93rLCNRs9RhzR5dGabxH/Dk+YFU5HqfetN4Wos2/aig/
uyOeKYdBxRXxUFWqdcJDM34ftgW69ShKGnun5FG08dNWdjPtdqItVXzc2JcFSVI5+ph1M7pWLvWX
2FGmi+za8h3Qt+ybjyvcQR2RU437Kvhc8Gr8HmH5oyIaaeRHHC/Dw4R/wFNDLDqrcdRv7I6Vyj/F
E/pW8yvYoPq/iGcQwotJim5wezOvkdYp+j5xQ2R2vtSqUORRKvikPlioZHzvwf77+9zP1Ce0mVEi
2FiplTjDCdRUGnc0ZQERXX/ENKI4HOTU/80Ol0rc9WL/2KLw/Dh32qcDai7iYcRu7WzhkYzguZN9
b8exCA85WmVuKZXsGVyscQplkT7FVY8JXxsr5sbWXslviIIkUmhSzs2C+d9/f9t2pYTvpQ5u5OUD
JfrJCB/1MU8fuSudr0i7I6+bo/bOUmZjsVOb0ft4f6FWTvRMHqBZANpeEJGvf4GJWB+OkSqHKzSx
9vOxy37A16D7YCU2zZuuQXj7gFuf/fp7AMYVQ860RYAri3sgakq9o2OPV5/SFtiNVthE/wgqoUCh
1oE/YPQuU/3y6snSH9cM6Fag2MTy0Wt6GuZYYa+6OA5VxVdfGYNzRNezPNl4BYQ7v8Yt6gGnm/HV
lUWqiYRtKicEMY7b9SoDQjSwRcqoDFVxUeKD4+DUIuIygcXsKdMZx3qRbwWLOS4u4hgos1nJlR49
ac/ikof+qUOZjtGvzy1U7zSvj7EYbItHpxu/CTBIx0htXwYn7k4DOit7GsDtu/sLfhuvKE9AsOOe
B3WCHN71vA0RTX1ApdYFaaZ/olhkwqYzEXCqM7S874+1En3AtaiksTMKg+bu4sgHDu8ddeKwTHpf
548pASpzRRLIL0Zb1dVzOo2jfXSMajTwhYfkuK89NLjxrEnzLTr3bS4AGET+InSR36KLeT3xPhRI
m0DGwJqdsLKrSy04TVjmbJze2yh3Pcz877/Fj6Yv4JbYonWBt9k+zqR2+1gXOBvg6VH/7USdcby/
yGsDcmCpHIEboCG22FNNZLXmkMYdXnRQJu0cxyCsTCFR4YC484DbbGTIa+sIYn7+nBQUULO7niAm
mxqAhLpzRVf5z/lUZ+91c9i68m/DMKUK1DIE0k1kidpiGcHMOX2Wth1WAmV9hIwZWzsHC5oXOlXV
y2Q63ksZK+I5L/zUtTrVeLm/qivHhLHJbkhQzRlvcj1LShuB0UeMH6R15uK9hdN4U9fP4zSWh/tD
3Wb+VL0EkA8CEZnTkv2AmHWrT5BoXGydYixSikj5FKW6fPA1DWtv2vE4gWS694OXQbxVdbsV7Ztr
bpSG0B+iX3XTDigVrAZ8vWGiIeYWexxBvEfZ1/FjpjZWifARirW/LBU/B3gl7z2jaD82Zfs9DRrx
vg6n5BAXwYDAYCef6BE1f91fnLV9ABkXyOzML4Vtfv0d8mAwsBRKO1rZbUFFG5GhvxQrD06jUgiB
b7Qt0bvreiSMIqG+Q9Td3Eg+1/Y7eQAqqQQxnkmLX+DZmeFVDr+gN3Fg3QVeCmA3suuN6u/aMYbj
CfQfvil8+kV4irHW63Rc5lxFUbsPZa7GOE1iwjqenGkqjx1t48v9pV2dGIUz6xdH47ZrH9YGTgIZ
B5mL+ZM66N4bYfFIuT/K2kFCIAQNJoIGDJ9FuIDOneV5QDzMkkY9NIon3TDtMAfLldfjdyhagIqn
YoLWHM/3673ihQHRNpAIZnR2dMr73nGtQA0Onu8UG7nS2qwQDqJGQimKQRebos21PAmF07ogSlF6
bdvmoAc6xuZBsFWRWdsYkrg+iyzqFKCWC9g0lV2YxPcRg7NHXW0iF+PvDLPnyJpdLvpXA/3JCsB6
zTgVwPfLe5LGRla0+BG5HiQitL7T6lQNpe9q2Lgd7++NlcinqyTZYCx4oJAEXn8wAFAiop7WuY20
kZz1JmfvZ0oEeKSrz7rv8EhQDOCafextHOqVFyXKRIQ8sEhz/WkpWB3o4JtoA7WuoQT1hyweZehi
yil3Wggw71z+L2fntVy3kqXpV+k496iGNxF9+gJmW24a0Um6QVAUBSDhEx5PP99W1XQ0KQY5NXei
aLCRSKxc5jeNp31DZhoHbBUPtSVIJ9qpVKFmdTZYx5SK3TzgVsYJtksayIjhx0vzzgY741fpcNLV
PeuWvF6aenGbjmHaFJo4HWzXtvjWYA+EXrj9SYB9Jwq8utCbuNPFlPBTCppyBTcwh6iIYFli9Fb3
Sbfvz6qGEhRuI2kDOCgmEq9vaMCAexoUtrG+rurWG0dJ5aspkTRREnTVSr1U0BP85KLvnW5wKW0m
A9RTUO7e7DCdscBgdBiVDsJO62BVFoyADTRDA3eq9B9KU6roWKi9EQoqzQmrF8O8qYym+dK0C4rU
RI4hJ4uKk6Og7NzyxsyPHz/p9xYGFP156kZEMd8K8OTYEdpmg3KK0BT7rsCUNTKyQYmS3KO1ImYn
xEzb/iQqv3fRMw6QqSr9mz8UOVHVx3/VicfQZTPvRFp/L4A5RT32pHvMw/B7jaF/fnyj55j4uvhh
MsEpYBFeNEL0m50Wi26FbaOQaXhJ9c2ux685ApnbrOmrC6Uf432mOUhlLbI+5nH+8vHF35nWkB3z
OoJ/PPugvCXXNu4U95p9Pl+hFHRh2cn6MlucxPOXerG2Wd0XQRmr02bOtGbayQK40NRVgF0Zon/G
cHonpp9rMOY1QF7PmMzXLwM+l0UyFhrPvOyKPSF2vpwS/al35HKw57bbfnzz78VZtDmwfjlneECg
3lwuxzlRafGeWFer/4XTD/zlvmysyJpafNlxMM2OCRJxl6vVeJ8cJ+/dqkvfh5E2AyOylNfXXg1V
1Fhq96HWLt7WS1Wcoi10TnzPk2Uk2+mTycn5Xt7uMrSAOUzORwvMn9fXy8sm1byB65GazlFR4nms
2LLe5JYzfFIjvLeskGlp+wKD5x9v8g1RrUteYqYaZo4+ZVHnWvjQ0QzFvqvrdhQq/Quqz3iYAtPW
Hz9+pO+8wGce4xnUC0jxT58WPanzMuHaQ6XYm0Hpzw5k2AefXP63DcxK9IfZbt3o48u+8w4D3mHo
SfA4dxDePM3UagtebQkDNsnsaper6oRlmUIPIYuV+cvsGFO7HXXFuF3AsqOr0JmfVSzvrDpoEJrA
9nkoh4z36wdsY+bnrkrchYrb5xtvKW6dZsTeetWHjdp4zR7x/TTsOLw/eYve2VngIs4QV6I8GkFv
mt5x5khv6os+VETmfseb1twWi94wpKo+kzLU371JaLKkACgKQ3t6fZOVurrxquK7M82O9UNiYHxg
MqVv5ViM+7Uf0jBN7DRwtKx6GLBEtCFDANNYVRMPpNyNx8SHnjDtx3k2wioBjkhgrVB3BnnefW0b
I8UzqbKvpnjNDATX1/F7CZt7Yj3X6TAUWRsQJizXpymF656w2126ZJ95a7x7l+gmnpt/sFjf4jJd
N8XStpt6/KiU+k6Zp0OBKtsCxVSXPrP1RcG3cl5P9FzbT4qfd8IS6CVKH0IT0OW3G1nH3TCVTteH
PXZV34ict61RJx3gV9AJVqrff/zevJNl0QE7czvO8f4PyZGhFW5KHtmHdtdQRcNXHHS/rD7TT3lv
iwIg4r7gsaGW9maLOm0Xj1Wq9KHaDhhsVHmZYSDXdMuhcXH3/Pie3osFQGrPpxgKn0ypX+9RXF+F
VYwrlZ1iLvfSNWV1s/YxlPJh6ozTRD9qwfKoH/G2pLqOphyLvo8/wjuEGXAXCCkwuURgnKbm68+g
4LUwjoYGv1Kz2hlhf5Rj0YtouvjCXivwLjIx5AMqIWZ5ctJFP1uCjwmKIb32nDdL/qJl5fT88Yd6
JzST4zIOInEH6/g2QKWdV7SFgYsxUMvpohTYV4+91W/KpFqiTHZ66qOm85lw2TtXhU98Ri955FbM
o16vRKrnHt6TShuOTWc/enDM8BxsY/NWbXRz8RmaeMc8Hep//2aZGwNZpYFlcOa+OW6lK0dwq+hi
j8JVuyCHLXSR1wxwAg8nlAhtaaAanFSfvL7v3e1ZDhDYM+1BjqTXd2uomZba8YpfeWV5j1arzxQS
ZiygBcik2ah9NWzsOZk/uezvtuOb7ALUCTnUedaKTeObKkatNJm7ugIqP+fdOhlahyf9aHjFj4Ue
+hfhSSP3C2jeu2ExK9vXciYKYTyJVgfpnmI06yKNG2qofqPKCG0BDbMeazJ/rZXk5eN9+E4w+F07
noffPJq3mZBm5enUeBNCV7LScSA2Cy9brm0DZY4S28ZBfhYQ3rsgYZwxI4U1ofXNyQyCraGpjrKW
6jRg/Umji6MsmuxQ9ggiBB/f3Ts7gJeLPsV5C7Dl3+yAYXY7N+W4D+NYWI+dtO/rZi1PLo7C4dyO
zSZrk88ygHcODXTuyPR+d7/Z8K933cKg0swbpw2XWsEeRhSdg5+4WqA/a7fTY+tN/x9tcCjJ0MjP
hcK5FfD6irgjm2vfl5JGVjrl8CfE2u9Sd2aIm2ceemmrpqQnJzGn8jCtrakIv5K6/vTxWr/zYGF5
I5DNnPucU79Z64zpQ1zKtg21EoDx4kjDVxKHOJZiaLf5+FrvrTFyPAzB0T8hxXuzibyChgCvcxum
Qo5fEq1Y7nN1LH0u7W6rtUk/6eS9s4+gTuITgeISacBbFVrHpNUBBoWKsNDaG+T+cAqdVZHOyFv2
4qptYjI8dxw/I9+8kxGcFWsgGpJIo0P25vQ0Ck1YesdoLAN9E6VoQoSaS3H88Wq+8+SQlqR9zWzB
QM70TXjOVC9zvLzpwiIfaijm5nIQuL4HqZe3//5CMvliiEBOdb7mmxta66UvR2PoQ6+y2tZPcoBd
eZ24X1iBFzhFzgaGQxL92/fnYe0ITYv5Iqpnb+4PwLRa6y5KzHEl1+txweUWqVAFLKAmPon972xM
JELOSln/PNrfXMrNc+T824YUbujTX1NZykgTqnoBBcj5UtX6Z2Tg967HtIHy7pxF0Dl//eoPRSUl
ktd92M6m00ccrGLdscbekZRKv527wfosvv1JCGP4APkM4jFsKUakb+4RYmRWjMtIk04vkDuYHEQe
NhN98FL42ajVImw71bjXMmfN99pIU3eTLG2/TUaVRNNs1dhArKu29B/Smh25TVRLvLixJZdNiYYl
+cAkRXmz8j6eBSOM+DrpquRn2jc9dnCKV4PfXN3HonbLMvDiSk+2bsEg8JO08Y93njeBExwkEThz
us9voiql2zxYmeQ2wb3cCI6ocDak6heNue6ENT6zDvcfb9Q/Lwkhn7bEWd0NLspbRZR0BQGZV7UV
tqJzxyOgJMo3s8C73qdHINeNkpPmHAagPJ9lhn9EGqanzF4oXTlBGKS9id6dwOVuWRIr7AQaE1Fy
drrPYjbAv/sunq9DIKUeYNCOB8brDdu5MR4KLTY0KJtMi78gJR5MSmFcLLNb/vh4Of94ObgWjBcQ
iWcyr/dWXAWdjsoZ0GcPhRHHW9donK9SGteDksZRXQ4cg//29c6ZJhhg6kWVVu3re9OdUmJqyRrS
UCqVwW/t2PuVptmI+XbBFr71jArdg48v+kd5fMbgMtpn+gxC9o9OB0bVUsMciouqCdroqujCtRFl
KGU2hAtwncDCa+hKT4zPHGLOW+JVmsuVYaKc+WhsOJSDX99ujcPw0GXCDru0Ve7HBKDaTiCdEehJ
86kZ5e9U7e3VeJbImZJasT/fLG6nD4WKHzy0Ew9dVr/rU/OixaB88sk6xI3qQnL0Yz3RKc9bHZlr
KxXKlVZb7hfMZMpfelsifcAVSyOEI7OeQZ7VkO5zIUl7PazDTmqeashUxOl8GASkKV/vVeCSTtzX
wlcVhPgCnp/4btf58u3jp/hn55mBh2oD96FvdoaWvalRzdQiYcMjLWySTL2AKqBPvjdbZc3HlEL6
0+wOVkRp1xwHS6KV6SyWFL4yZ06PL4nhlLuPP9Gf3aXzJzpT4elmUaq+HaqrnZlK2pM1smFmNkU8
1LzbZEayKhEqjDoDj3WlJqk6kAk+/vDFi0m9gzxkgn1esArV7gKJV7v0VTDwlW8jyl2H66ya6iaD
hpAHWSfEddWqBZrphr18o99tNX6PWn0e1Zic3C26gwpWkZu4Y2DQ3O+zdfIybAYsDXIPRP3nj+/5
zx2NcAcS6vBXkWShE/16Ry9FC+NqqZoQ9p8dLLVe7GTZg3dYp88mXX/GJhhIjHMohRjl/8FZbSW8
kARFklB35fAtHU0bApetYcyDtp+vUgx+Eife3WFMuagRzqkCgiyvbw5PuqQ8o2BDvRdTxAkPRraQ
eURiBKdzrGSotK7qp2K1ohUAx65a4jhInTr7J+DrP195zXe/veef62aRGXrvb77876vmpbrt5ctL
f3pq/uv8q//zo69/8b9P2bOsu/pX//anXv0Sf/9f1w+f+qdXX0RVn/XLzfAily8vGE73vy+QvNTn
n/x//eZ/vPz+K3dL8/L3X8/1UPXnv5ZkdfXXv761//n3X2e06n/+7z//r+9dPpX8WrC+PKfZ09tf
eHnq+r//0tx/oCFAQsx0j0nbbwG26eX3d/R/4DlEw45+HbxY48xtrGrZp3//ZWn/QKeC4vY8HMej
94zT69AW4Fum+4/fMzSOWJpL4KGNv/7vB7v+Z1j95yNhHf719X9UQ3ldQ+Lv/v5LR1LvVbTnZSAt
YAx+pgRzMf7s6+2zoHmi0O+vgkzW7m1diSvUfbwdFeE9Qb/bM7hp/UWoqBBkmEzIwXkyysa9zkrV
iQrFE6F0f6hmfpO1WZTMZZA3ZncxNjVlYm+e1tqqLkEaHJ1S0Eue2f/IFF06Q6oi81Lv1w75jdFo
wHrOx0J2OyY4lr96kYAy7Hv1SSb1CYtQnzHlCTn773apPtdTvDN7+atTvJPTGQe1cb6k+rgZzCgt
HlLvpZ6Po/fQr+rOiqH7HyqRXWjufd4al2REi9+atGExdogB2DSV3xrWs9f84NMFY3JS7bxi6osr
b1Ze93hCqTpvk8j8rH0oxmq/5HPkDhuDsXCHgQkKjIFYb9fipEN96vOY5FZ5Frl6v9rrfvLWS9dr
/Lktd4p3NwHLs3XrSshvK8pYDW6sSAv7azn6eCXBzD4BhpR2htLoDwYZy/DAy71lLVFU8L3sNBuX
en9oVcKxW9V+Z70oiXJXdYMelPCaC/N6UeJQU7o7mTxxCIAyDZLilrl+UOhip7XzZkHvpbLj6yld
I3rd8G3UU2o2u1VNTBCLpnUiv98qlnyO5+TQGYStcbZCRNsvHHW6Shfpz+B0xyz7kUtcTZ7qJjdg
25XBwqChUoBS6NssaW6WSsN3XAkM5crsRRMkU9nvkVkWNwmXTfHMyI2DMV5L/UEQ/QdrCZrpukAP
QjR+NY4YFjCfL1Iv3dO6vBhzTQ9yJQmsWH5Jioz5xzU2iFHqcPBLeZ3YI+Jp5GHQ/badgUFiI/hK
Wcpvc53UvmMvN0ntHo1RLXwnc/3KXekVAjvh6No0k/qls1jkNc+/GvNy9gCpA3PVfmnqi6n1TqjX
42kRD2pXUvEUQeeUgRwfG+C++77JA2HloSpyDL0W/b6LZ3+MbX9SBRbKODCte68ffcb7x8xsBZKD
NV7HJ8MefglnvqRpHFbSgtJVb2MkE638W9nIcGQK3bkl9UJHtnBc0lsmpiHt63CwnpahuJeJt0tE
7BdDGVrqeN2JBo0S9wJyVUApEtmYK1fpz1Rb0WgoHnt9uI2zaq8Xo0+lFS5Lf+ktdzWiq2Zm3XRO
Q9uu2GNNsZuM6bTU6jOGvt/SRXsW8qu37jqFjluPc1gp92b94EjnMFahW1ZX0nJuBwPA4kxbqlTZ
hjYGn3l8E4/lrzSxeCr9kgXojGjs8gFIsHU5rGP/5Ojy2ZP1ARVoHka/qVJVUm3W/qyYNCrT9uAu
AjHc+NFzeUkUy/jVeeoLyKzRz9zRiwqNMBFnUbqKo64UEZ3NUCTltbemkTq7N/OgtJvSWhvmA2q1
0ab51hHJN8+iN520uXOlLIaOk6y7T7EmDpYErt/iKslmTour2fHqUBvl/cJ7JGdig1rs1Kn2q+rb
2kSZZX3N42rXYiRHELnN+mctXpA7KdfQRvZkbtIfmtteps7i69M4BOmwZn5eAO7OFIUQFJvrVQGC
9wtxdAJOtlxoFa81vaqfk+pyhKMD5uhHdGrb2zpVLjLaIXsCurltl3sMYILV1MfrNnG+xlpJL7o2
b3MH/9E1yyITmK7vFrIl6+iYyBY+0zX9BkQrfa18u+I2Utmze3CLiXZ50qy7WDqIuwJE2azoHh+c
YRLMbbLvSNkea+Ruhjq+csda8ZX8gjnrcmeV6qMslutcCBAy1qWGH1hsHgclWcNmzF76VPmyTvCu
Ms9+kQxnAkyQXAjkIt15wKmiqXDFQZqIB5XWfD0OlvLNYJhd8ODdPFgsfWByOfSkoaLd2C3074W3
yVTii3ha5WXWtrNfjkzuGrO4cKy43cX9MuG2vlT9Zd+a2SnDO8bPPRyfM1SNYb1gUuoiIqA2xr0D
fHgvYtXeu71n3yrSAh+OUzzxWz3FZElf+6HqNrY9Zw+yb6aNtaTNDRtERNhYZBd4XM/HhP50mHRm
vbOLrsaxoGmjIlFaGI3pisyGHXMqijxotfXEDHnTrpKHp7ihMqTbxFACwtqzpU4QAoRc/CFT89vE
jSExDdKNkrSp99raFL5e/2z65FZTlJ3RwspY9C9dVhsXsdknIXXREEki1rV0UIOzR8+uLqVh9hsj
7ccfqYLx1VqYi7Y/M+t98hGLeKtXl87kMqJZx/YKq4ohWuw7JBKbPfwD4uOCKtac/DLOx1+ifzcr
VQ1x8wy9ySgPeYMHUeEiZZo1fmm2sb/Meb7vncqM7GEtw3TJv/Vzqm7Q1Op9x0sfi6TwF9W4SGb8
HczFuYU6V51MR+TPvVopfqNM4oA8rOvXJRqNrZibcNGYoJmt57Iyhbad2tresO6kBbb+oxSi9c1E
Y8PabbFR6u7aMpUxstC2DsxG6SOrKZm9tee/ZgwqUoWyvKoq/cnQinlrNdCHuzTdla17Nxn6FSXx
RNFltReDSqLgPAC597Zrshio0WE4oNTLD8zEBqIEoBnXmuJA7dxlB15b33Y86kBpT8uM1QPJ0vor
6TMt9BSpBtCGH9eq+jnayU1utWqUuiXRQC9O2iLujazbd8lySkvtZoWWZYDK6q3hTpdlCLXNb+P1
eXby7zWE30xptpJlz7Jiaxnu1objl810Vy/m2Q4BppIzWQfA3Fsvl0EKU1UgNFeXcTB16WEt3cwH
cr5FjYWDqj3VVn7ATOcq8Qbkma7aztpVGELWTbNFayJSxjzzYxK3ztQiBWUa39SaS9aeDOJWQdnk
0BSV862Ou/G4jmuSBF7K/k/VUbsqFPTUOni9q1865+lgKdEEBqQQ789Mxm2e6PNGVrDT+rRWDL+f
zCqL+nZVy5BysIjMtWta3+hGa5c4CHUrCAmLwJKadwDD4BzBt9k/coUEMlXj+jhKNHrSpFe3zILS
G2AHnIypXhebbixxDsN9emsnhbfRS2R8RqaykdHpWtCtHEyV167HMTWVL1rqie0wrdZuSHPtYpS1
+L5ka/ulppqJsHYjSwL5Ht+2cV1NvrGULhhCYZhBBcjqis5avm8bS92JYm4fpTmvvjkZdu6rYzYG
uEtV6Ik0y51YF+0kPWs4dEwhfpUaCMW6n/obVGefrKmiNVG0or9EQar156QmnylbVbkUZZrDnKuy
O3WY1L3Brftjqjo31A+wpcfE2qNN3+xmr22jWhkxqIz1nsiHFqg9zVaAUVl5kJnO6eFAMt8QPwxj
ZzTGbi7s5DB62Ve962ZzoyEm9ahBWgrWUQNU42AJ5NlznnD+d8ZAjHZSXzRufG+Pg7c3lQrHhASP
kUTGpCkLztAaEsfHCrs4fxWe8WiIMv6KdVJxMIxpqoKyXEkVm8V5WkcSY6XVknNw6obt5JTDaQYO
/FV6hbufNeyQOUJLZNCqokFbjG7tbh4VE13X/rtl9yoB0VBCRxnMk17TG/KsrTXXvZ8kWShtd9NK
PRxU5dAmYxVY2VxuWUkFUWblFFf1pSvnBxNlOcRtLvWZSV+QAp85kr6j1jxWayAWZfWHPP5umNOG
poUKX6y6YH5z4aWcgItb7NWhvnOn8t4o1g1+rxxKM+GpvuNcPRidG6nV2IeIABaRlYhvyqBpvq1o
YA6dJmKUgeCa6K7phwFRGKqAqSDCU8RLXyDjXOj1qdHSvdc9sQdrmidTE3l28lDnM25N8VXXKugE
CLXbg7hHmMvFWz3XmZ31ikhwdjIf1wnpmmHUWXzUM3Pd/eHN9sg5gL+lvWTZAQH05k7XWwiq82re
rdiKBsBrPd+eqPxMoembWmgybIS8X4vV+5Lnee9XyeoiT2MfSscLh8xJNjH2bVetHBa/ydn4cN5i
X3XiJpob5ZA45kZvvC+L9h1vmMBAg9Ea5TZWq4ATJXJK1F6qipURs+p7euNjoLPFhC6YclZvBOdl
1Wvitx2PtlK2mLQll542/hzQq/FdMuwwLVS5KTK2Ohg6ZeKtyiR3yA1TA0z5UV1h9sxjnTCqzocQ
5R1OjEYpj1WfHOCuXyZKNxwquHhNii5eBgJmS4OyB8+WbhtFhlZnxvTT7XT146oDZziWJYWKdKoN
p4NzykeL/EpPsp2VGcajKgkJHW5iBYiAzt6cvS8vi76yI/Cf7VVqZGME2ScLyzhxj5RyvARarJcb
PSnEplYLc4faSnpQsqK6nxXEJ0BFpNeFXoigTw3n0SiGZWurUm77uMmYYK6z99i6yXptj/Z4LxAI
uUUBT9/hQ9RvBhn3GZaUnvWoW31xSsdWnIpK8W6rQoGpVhcmYkfA/yhnpnaP9XP5ONEOukuKqnya
naL/MZJfHPp1UA6qnWrdZmi1/t4bneFqyCs85vC7/m4zAywCJFLGLZ3OcfEtr/Quvcnuv/aWHt/m
UiRfMCHhIBq7mDxXj7PybjAW4zvtxzQPzzrdlT8DYwkNr5l3g8jjQNcr586Srb5xq3y+zK1GPa5a
RgnmsDFtp9RuEQ1ScKyRyqkyk2VfwmS9jPPM0gPTbgj1ojB6NezX1r4g6K/H1TSp2lxLVo/YAcRs
mmUJRlWat4Bp06+z54DmMdKlexw8q9c35jrrDzQQ5r1MhBm5ZV5HiiUA5inZfk4y2fteL/Uvs4bv
GHXsYIV6teQszcjBjJlWoLtZ+oCUohm1dpVce/qY/hrM0dP8LjFzGrD1OrC1nDTerlaLr16sa5t1
cKgMHaVZjrmXcCZ4uXvo5jH257qKqrYzIjFVFym7NvPmvTYLSCKrj7xDF+YzTQmzRztKkdecs50/
jWQHeBv6YgAkVKaUMHkcFvGU7bRZKQNSzNQ3qlX7CfnJBggYh21uZME4i/JlGbL+cizEPovLMaoo
0KPB0vwkVtwo9/KvdawXWwyPN5NnRgJ8jO/k2Y2wOs9P3Ym0K/9W1bNFaa5/lWV52VjgYQZFTe6A
kRVwLmJaDpUcyBswpWvO1NRioqxMf8G/43yw/HFQH4c03ntDEU2mNjBGG0df6uvBxdQ77AvjMFct
CFTci/yymC5o+W7G3JG+RwFmNGVINXquH29c58wtXHGOAhTjwYu9sdd7Ya3+gi9ETj/JNfMQG4E7
NetpDhh1DQFn3atOvbOk1Pxh0rDS7rXmpDcvvX611mRa1lm8RJSXdD2cAIQ/NqKzWgd4W+5Tp218
2w0975i1G0NvC96hrPc7NXkRWrURpfPSzFlxX5XKqZsnGTkt3tleGZs7Te/IstEK9HPRXFFJIfaQ
/1Swt/CNIWa41/WbPJmfmJZfE+SI8T1gH6P5uYxVpDZfYTbjEE+7RMTjFFQ1lQBzJIoyMboEhNza
2ivg8ElD6dlWlAcEjKKubKlJPaYTch2Oam5rmzZNt11se5F0EzgjOey4vKRJaMU8O5lsTPfCKDaJ
EN9aW7tK6OYrqTeF2cCZmSj5EhRK7KLMVJtbTh3XlwWKDpLB3SZNaaK0S2NEZV22u5ZXKCj1urtB
kFgQ8l1CS+k3WneX1/NFPLhklXn9IJM29Br3CVjkiMNDhWq0mp/GfOcNdCV6FIX1fD1pzHhTJsup
8E5JrBoBCif5rhXIHjRxZ0Ud8ghh5y0/4kK9GMDTXRKzpwiP66OZ4S+tydqLKg+EIZ3eoLDSC5U+
UGQnpnhK8ColIWrrx7Wef2lTb23Wc+GpykJEiatf5r158BIvpJnxVGRMgszEhjGpVDTONO1qqGzv
NE/GfJV30tlOdRPq6XJESisaskHnVLJ+qXbFIeN4J2Asne84tx4EigdcNp0IcFfFtLVH47QpJn8e
GSypaeP6fTFbFwodp1smI2OQtFMa9F1/KfN1a2fJDSBUXvNRf1iotaN29S4NPWG9UGVWacngW9iZ
FUMEBmR1cp/XRrH1qsE+2jqz/r5K991ab9yYXSrT+RrCqnVX0l7MXEPZJOW6MolInW1dt85Grxex
FZVT+OTx7o2S5s/tlFxDfj3wSR44E09KB2XacZ+8oqKvxSiK4oWzMU6yvZWZAZjLLJgb5KYADF+3
sUd70fISH82RrR6jkWdXfRstpnv0yHjaal6+c1hp5PZZNNIKuhhyjSaqropwUhd5PcL1uCI1OGl9
d8TbzgjHCRFOdxI3KHk4B9hRL9qY5tFor8+2lZ11RBL3di5WXvu8vlEMrMHxkx42SSHrGztvc3KP
eih8+LDupstX/dBYjXWxFF5yVTNC3nWal20yRJ99danqoIU+yMF1XdhxE2SN/WAM+XZaAPbrTtNc
c/BsGaN5O211rSvs1VO/IgY7lrjS7PLWxetxGY2fY7P+PpV4IvHShmzRPChIbeAPtfeWM+e7xCSi
4pCHdQBMWT3sh/bBsL9nJp3oZFaNq3TYJ3GNuN7NmBZRoT4p9OFu3dqafDSS2wMYBelTeZm3i77k
WxfZuLsq7mp/defhSlSGEml1vpfA1k8W7kARhnHfBrclMczkA1qjoHKhfhgDPme+MYGZAy4YwLJK
udMZMV51ztHn5ZuDnubHtInDSr0adWs+CKVG8Cp3fNcZMYtRaJS2kWrXZpSnvBDCNjxS3KUgUaEp
O7R7oLB7VVPwBsj80aj9xp0DPbsn6dWDUeq7Viq4B1t9JNCvXWm7PjII705pl1q+WTpW0LUD6nHd
uJXE3FycR8cmrAqdat8od7KnKdLYzCu+5m1f+VZbW8eq7qBMZoO5q0wPZQF60ff1mTHOcWkBIFs4
B0XzKwWhO9d5GyFpmTIoWcXG1oeOSi9VrIOKYh0qeY666fryWU+cY95WF7OdGHu0Tr7KJVGP42DL
Q55P+7JMGrQySscf4nWEAN2ANNVWbAOGTntx1aLfTvpwUZyXHfW9hDq6PYwZfgzaskSjbrCW8oen
xaL2lXiOg8qaLiaXTY6RxIExjdyULoL8htSTQ6l1z8gld3citl9w6QvHxDwMdJCntFI245ByIiXe
FAyCGZZfYXsRznnZ/Whd6wl9DQ+c5GjcwcK6YxtcY8KVIWydvJD96Bd4sh+MybaOs6UckxFrLjWh
BewtkGrg4iWkHKjoFIiSacL000GZ9kkDLQGJ8ypA4+mEcNY1eKYrO0ke8YGk5WCWW2tNxLYV+qFM
ssoHvciguUwvdDEdzNKeAkX3ztQ/emV0OlFJEgahyorKUhzybvJ8Q5zS4cDw3cnvqvzUN/KKMjWE
67SJF8fm7LeLjYMvNuo1KJArDj4itR6WVL/0DDduI094Sl2NpnYzKPQzUwayvVyxKra8K4bHs49C
+7zxihfF9dHhnnyswpSgRsshqLNuZ6j99dyLW6sHPW0N05Um24OckOU19eVyQJ+nadWfsZ0R6bPM
2rYoTAWCH/g/7J3HctxKtq7f5c7RAW+mQBlW0RSdKEoTBCmJSCRcwiTc05+v1Pfcs0npSNHzO9kR
e3c0UTCZudb63SnQxPEU/lAlq+eyzrCRK4OvZme+UWpfBEZY45Skd8YSPkStvKqX/ET21PfaJQQm
7N0ozptKwQrwptNiZJfdQgengvXzkHlmHAJsV/VNZZR3UTZA4mLbWkk3cZaz4klu1qjf+3N0nKI+
guzE6MCaatw2lrsxNE+KM28yP7UBC7MmkLTC6Kfow41XZtuq6x94rTGFUpWkI0VSn0a3S3FewJBD
RosVV3XFyW3WS73Ym4C3mWUMxOqVUyNIxXdbZNdWTdeLYIABcNkcMtjhaPvJaweDDDos87Jb/zyf
x98MCpi/NRd5GhvsDEOHxa9ls55yiyU1OU26KXTgHZipPEdtc9eM3Ms8R4daA0Zl+3Y1FL/V2Fde
9MXhT2q+6Qn6tzHo72Q4xkFrImzZlf5NFFU75Do7aBnXbdomUCd2JV2jIvCrtL6UtjWT+Pc6ifQr
7ksQxaftWm9t23pcumu/Nq7dWR+hXBEKaVzoMTjleXrZpGHLUSwlJWCeVCjhth2ztge/YeG7sCI3
om0Zv/m0yqW5PkQAu49tP3sPilSoBNcH69FpJimAELN0jBlYNZc0y0e3DgtatbRKMk1/t7hk9cC8
vJP0H0yo3X5jt1jjWatxyGCtX7RW+COq2RotwNu4ttdyUzbQOuS4IA5ruwRXCys5ixBGJUN4NjRB
Stfloa3kJhr1qcihu1jmElEHkneSYkZT6O5olNldJzFtDt2TMMoCL7pqbxTmELvRcInvmzhGroFg
M8w+40FxWjo4iVlXblQ5B+jBvCDOGCQR21iOPJ/5smKG+Ek27RuOnlO8BPSdcuUCxhQ9kEsIKw6d
1aavS3dvOK66NOzhQrrlphnX+8q245BO5W7sXXlHliUAWoTuJVZEyN3YkXGlRL+riuG0tnYscOw3
8nU/LN+GtD2ZHgTR9AIbC2KGSvq4DkS4xP+rt/fuUt+HBJ7YMCCj4jvkpx1lPdbjBTsLW9chl3JX
63GPkewuZ9yGuxkot7+LpEOV0cW1MrGmuJLWmATN5QDFRbiPftGfHLbzTLQ3OaEaMwkyaPPU+a25
XyCr9VvdF24y6MJ+MgY/S7B+oJeZpjQNEoKhxhia7y73H0VGonD35JbLLvWKG+Fmu6w7yHFTzlde
IPZu9i2iDdeLl+AZTkPXA9XYSDzfbPw6xm7mrqKtV+TP/jDvnOGbcHemo55L2b2ki3FrTmduASFF
5H+smCeoAlXocFUWdmLmLzViKUW7KdmG22EnyVgfJEcdQ5nS/1JVJdvFmMMVj3COzI+Bx9sPzHLT
enn6qNpGg+IzuStcK0h8aGYHIu9As1Plm/eyDLKHDoOp2xqOTKJIPDj0JDXtoXLgNOJ0+auJY+C+
1nzRhmYfSrp+srYg9U0Rt4wWwB9zM7xEb+eeuQTc6iKWa6V0f0ydetoPo6egI9buU53bNG9zz1Yv
beaJEaE+WySKJ1fW1hcvYAV7ahkY3JbZW+8G2cEs2KKlazaftTVgMjuZAo2LDNX9XKZ+spbyVGZW
GBe5rFhrbrgc50BW/Pn+Fjlf8ThT1CNHLTeIVADyvOc2Si+CqnmQnfEpIAoPpJ8ovkVtVWOCepVs
oo2t73p4kBxWTwDmpFcubhOnU53GFW1CnRsJNmhZzGw6PcIcbDdFWn6zpX8LWPdkj+7BFnCjvYIW
Q4l46ErGgnTy2r8fwvCI/5Leq9k7RQGzXMjCJzNntfTnuDUF8qXSZ3b5HNq4ZiaMOzL9y+gBAwbp
NMetyWqZxIUCxXDthtwjBzECwSZx2FS33TRcrJFzk5XuqfWCr4bt3TuTcZTOcEWk+F56E660/VTw
KlfjArPN27LxA+rC7AG+/7FyhmeX0xXe6soJDmvvQpXGjvkobD1XPLSzc1uZYhMaTKUbx0mmGbxR
A9NYxXVKeCFTQv3qFW+dpY3EpLhP6FJhkjDidYq5h4cYvA2CeVY6cbRlTgl7QW2QMpfJMlOclqMX
C0PcuI6+C4k2gISX7omD/qqjQsYqUz9IU3t1zIby2s+P3WzXe6c2LtLMG+JJzBe1Ye0dt90Fa3aM
fGCf1CMgpcG5II2eKAxvHMuQVAj57WxG1JvLDW408ZJ6c5xX1ZV0OE5hfrL6uowZwXlPtvBWSgX6
JQyz6p4JSYMxDaaoxTOugvtQjEdc1M6AYhqrOtqYjSr3yqNlSYevi6pO8uzrik7nwRS+gVlvCC6Z
3mtnTczS/lq7y8Ed9Gmo5S5jVpEK9Wa7hrnL7Ogxx6F66tvdYATbDkb1xtV4wtXYJAZLTfZoNTvb
VdpRIqB4k3vl3sxUikPl3I5Vf/DJHktoJl8sAThj+sZXC0EWY0brTVpLlNTyJ+rNEDnUt2K2Tmk0
38AGPxlTikZzeLaN/lSP3c4Ilvsgeo30Li/NG+BClQRDsYWJR6xlFG0wsE0Geh80KhelzH94wKFW
E7cWa9JEaWiPlBrWdQlA7faMWDDQkwzXZqu8X/RDGByW3L4I6+purh7swtgMg3+mAngZMJnXJTSp
tG1pccii+bJdgmIrJtuLZzilsazzy2Dty21rpScJnw2cj6nVujbASHS2TJQpbs2hn3eqDfYyiIhK
L+jco1IkJqz3JKv878ZaXUH9ePB0vjVWqyLgZnRik2nd0DsAMnLZiZm5OcnySLqy4blUCzJd93vW
DUcIu/dAa1iqhdfMOI60qwt4GLgm/WXcoLtPSDsK9g7WnUHd7Bfl7XXUh2BBnbWRg7b3NU6xcW6M
ik8OBJIyrIzbZrzSofndlTrGJPFTq6rXNKgul2j8ocv2u2Gke1On2caHRpDYuvs2hPLOwJtjw9l6
H3pU26N/yGEQ+3Z2FckeGKpMZi1B9N5MzCa2bvCjL8JP3Vzc9NZynnhV9k1XtlfDMJzEtBLBjD5A
jRE6hIZ9VK/NZSMYQTYzFBcly2eK3IPZdi+lFs9TnzrgEMHlPFlPy9i+1QC5pHpVKFEK4xFb1Nhi
ALVflx+r1+u4aNglMztMMEd/YXzcwkZy9Zas+VvO4qMdLreIoxMKjP2ZlRGU1g5QHzOYSmD0qos1
Dnmj3mJfybo6MbILElGIJkbtd4X528C/GU0irOUt1+BWHZXqMGHpU5ogs2WvNpmRXXW9Cs7erVHc
2wMK0T6vkkAzwWsW4xC2oxn7MGT4lOdjDr+X8BMmt3BTrJ3yoxNyB/MqLUhf4hlVn3q/TBrbeEWt
BiFKPGoj2Fv5yF8cpdg6RSguc7Hw+BSoWIYgl+/RuqwBHpKuzZpk6EjdSlmrHA+E3cPt2Xf+6Cap
nb95MnpYXM1wWtrM7ap9lI1fB5z8QveqRlTJls2DFjLfBGP3te7mK5c+QeyUu6Sxq6Bk+N5TRFgM
IKnHlAP7zGU08nipxYvRyU/e7IrLeo7sTWGX3qtjmG9+DS9bWC/TRJ9VKfXFzuVVvswlaER2BqRe
h97+0pht4oGcSojEBGpbsIladrjnFee8zVRSRDl2dZXiCdzK/ICF8C2v65KAPzLuA+9WEhGkTL4m
G0yihPNQpipexEn315EgEuUpD6S7GXz/IG11zNbuom3H+7As1cFULC3PSh+9wYccoSHBLBakxmg6
+s787MnWv8HRC6XpYD6sasHIprq05vFmyIPH1uYROvYuEN3OZSIWT5Vv7AeDKidzvqTNXWfAdVMR
ohQHNXerwbMqcd8ym2YkF7siurPgNQ7Z/Jl4x6+kUDv7YZIPvVF8GyEcpsEPh7KhB+SdPAf8wzsS
OWZMe1UcFk/BVgB1Lcrr87KQza4Ua5LJTxpcL9L3OfOAaVu4hGbS15qAHErGKxMRZ4FquDAzGqrc
PtaeNo943l+JAEpYaG4/iSixTt4ZYYeMlhV3rfDFY96K9L4zuVEoqebRXob8B55n60WlHeNHEZTF
thRj/bBCf3xzRMgJYw+YbHMSVVMubvLKm5aN7VkuUOsyfC4gad3Aoq32dYhDq7FqebkYQ3hY1tbZ
haLuCbYT4qpCfPua1jDkhUHf6qQdWmDgzB0WM92FQXZCTNBX+jz52UsawWXx5EvQgiXZQ9ODtQwA
PUZgb6EDqqtRrN11KUVxEziVebD68anHo4sCiino1jHqp0AVHuC4rZ2jVYYZgGbxvcu6hD13KzJj
h/poM2t/I2rr1PTi8xKOkNj8J/JlxQYPifbcRN0GtW1vjJr9zQFcf2ylb9zpiMGn89JQWCQqD+JC
m9dSFZgvenGm0wuDAcQFcyRjD6JcbVt3dS7ycbht8+C+E2F+P/lqg/YEvpRdz8cOovRmLnsRB+Sn
NL71nOfDZWN/k9pM8pEOBGRmAG0ewONlsS+WLJ7BqFIzfw7N6ymN4nG6wsdnF4C5ZP4tpugXgOJx
S2EXWD+MCWxRGBdSG5vFab868nVFGyLzJ9Ztwjw4giy0fjXyccE0hWlf1hswRHooNOGyvjhBSn4W
lFPPb/wkBWCnWgyORZBtmZTcZFIdPBsQd8kgDNr55y5Kh3P30rKrZJtV9lt3pmySNXQs47YJ6RjY
+Ox849q4/FS3beCOuzDXW6c00+cCfuPOaSisDciOUyk289p8FvV+VPllky938jxMmiUe0pMR9oel
JyLEmk0mzuNDqaOrFAVenA1RvVnDfD7Yq8y2GXm3m04UzKTgzd6mphE+MRkUO+xPqfsVQQnRZO7G
+owDwFsrVAEV1HWCDUKRrYXnPLFBOZKFkKO1nP0gLssJRw5xnRXrjoyLz+vQXfYD3Nwa26Qlg6ws
o++RzRbJeMX4ElgzUePCy65xDWE0b6yXRjPtx3LZFySV0hcXYZxL3Ij8HiUM6aop1LD0u7BBAAd4
rkY0XrdaXAXDj7w3Iea4lEiut6yJnssXjlyWzgT7rZmf67XZNkQ2JyFHOlB5EU9Ro+KxpTCrrG+B
/NapHhY6cbhTQP2v+RcPymjsUWSXqhsSZfZMXMtSspFM4TZ3lLiBSYe2m3OxCgImo7rZZlH2uKB+
2eJyGPyoOlVvTOZtm8xSR+D/6y43n0C4RaLdcoJx7VXLtij7il8BTPtTWfD/NRb/x0du+r9rLDY/
4BZ0xT81Fuf/w//VWHj/wq+b1AoSZwIUyAH6y39rLMJ/nV0xHISeWIiStnoWUvy3xiL4FzpX/jdE
fWf/ENv+fxoLz/0Xfw61Fns5/yA57D/RWLwXWJydkhB4+1zJRm3qBh+NKZu6MGaJwCmZGqTzURvl
cKghyS152/xF23XWMb3T0oUOSCDRKBDoEIx+dAMu8iBdXQ0hDioU1VbHMZ8vfXE1ByPMAHzF91NX
lZ+k6sK9ykdx+Mcr+Y2a5KcBxsfrY8CJ0945Kpin/l5LoiexpFW2DknuFpm4tWwRbu05zMOddEa8
MgzMP10ewSLwyrL8lsJVZNZD4IzBtwxHuluGL12wgVJMYSQhSkZYHMDf2KWFUVk7triq3pPpNr21
E07tkBBFC2Ml5JF2BvP9RI5nfZ3o2vpthkUB5dmm0oyzqRWPfD8hljAwVV+zYBk/j6NnfzKBYK/x
34YqOrFlfvrzA/l3rN0vTwR1Fj5h5zfy0XhuUSaH/yKHZMojtm5tuvYLJRETcLqhqqLD8t3PtMPW
S9n7trPBQh8jQtUoM4t9fEK+r9XE8FGK1NsZooR4SQyZ+tZbswowkoH4lXi0s+zTWebJfUll882a
KVn2mVcMj+lgT7hFybJ8RdtwpsiOEN0uwkE1z7MOGWrlDMTvvZaSOea0moFCfEOWmyjsBo7lZX7s
i6CvtgZ3Md1YixY349y3NqRFJbyTSGHl7ECh6LrN1qupxuRcQfhEZ6c3s28P3baYIqrUrkN2iJ9y
PgdJVNTDi1majK5qf7GaA5ynwL9ew4bc3b53wq+p1YbFRRPgYbIVFAbrLu/mgIKWcom2ZdXDA1Yk
WXaLGedsJ2kbihfUCLZ/YTeAhtAHZ8atPh5PDJjwNm+3xZAiMlIIdvBHWhFhJIJ9u9hILw8xYHFX
z4/bdXS1hvYSaTdZRrIkoAlNhXM1GmkUXPaw/Fv47X55n/tRTgb4bGAhbwO44CQK0z64IJcisr9x
w+BZS4ryC3VQkOV3JMkE03WaGVG6W/NQAQLLkYzlkq8CxZRZ2+UhdZwSDG8sens7KPCpk7QkDKIG
xHZA9TqV6Fyk1Z1spAUNRurBFEE16Wsf5gUUqlf9M8XRHRzyanhJgBL4/vntmUxLoRcUkbPEyPCJ
uGam1Kmtq8sJ5Xk65ztzCc2/uU/8bjPCXYvQdAf7mV/sBHrpLcVo6iHJmiDawxNzN73ftyf47rAp
9ATZbx0hso8mcp+w1OnbnxffL0rMkH3/rETHi8Y9m4C+34wGy8jyMmT6rxBkAr417qXd6/xou5W1
b6xI/sUCw/rNRh9hbxnYoW+ftXQflMzgOlajLFcnU41CZHD9AclI3V2ehXUvNGndRQrbYTN4s9ws
dNiHEhrza0Mc20JvQ6NQyRR8wDOcSwfOZvA3oSgH2ofTwcVLDjnC2fcTkeoHpZ9dmdHctuWQtEaK
eDDC+FI7dB2TWYBQwmi3EpnN4qJmaIOieoYb7QzuumsqY9j38LP+clr9Yk2A9S4GpEgPI85tx+Rs
/qdZPuLC2rQcSn8QW+TsxNtnUQw6VSV//hB+Zou+34Q96gMsH/BtOiuxzy/uH678Fv0Rahq88XC6
HW9FKXu5ZTtzJLqFPvhhzA1ksFl68JPMTtCGwAjnqHYxjYWyiQpm2RTdMj233upYOxB4sL2ACMJ9
ZfRpRRZahQzwz7/5148XFxw4OeiWeTIUIe9/ckhYVDCm5588rurVcpp+D0hfgQHV4oGkcnf/5+t9
CGsIAL2IG8M18xyvFrJmPph/GAFj98ywzWQ0SvcJ67DIj/POnxjKZSvM8Xaqxb6yyuwko6J4miaU
3fHU9sbuzz/k/UdB3ULlguEJ0RSQc4nC+rBqBSaklrIkJpahMd2VIdw2Ey/Axz9f5YMD9L8vg3Gm
h6IDBxBqtPfP15om5coRo8OGjb+OLVFHD1Vb+fe5Lpdv2lXpbui79RPN03iVZvTGqARracau9Iti
Z1hhY100c/vCbBCGxZ9/3fud8/zjcPGjbHSBMc/m2B82EhUC48DYaZNuqtID4hVjO5cEVgCefsp0
IbcQMywCAwpxSX53//CfX90K+Qjw+TTx2ThvI/9YLXlnw0LVPqPudbCy7VACtjRFDvt9ERkmFHNj
wHC2J7QpykR1FKzT1z//gvM7/p/1+u/7t/H149Nn4/7FdB/PL0GRxzcw1tisJoNKLZLGZTvfNor+
OyV0+sJeGOT9+bIf/ATP1/VMF9MdrC3ZLFhh7+/cQVuEkGpSUN2dJt+mtml+KrOW0mh0suKaWi3Y
Gn3DoKnypcdAQUzzLicNDpTYK1e1wz1IzJs//yr3p8HW+8dB7YjWG7G4hYXLR8Ma3Wi7XyLiGHrk
sVnrhHdYCPdIZM2SvHZNWRWUKKzs9TzZ1jceKYw4AG48aQDSFHOR+FIWl00XEIWJ1CNEueB07HjO
mvptbJWD/w2SJZzwHv3L2ahCMg9A+yKefeFFcksS7LzHCavc8yzWWzeLPsvMzK4CdpF0WxihcChs
84Cd1SvB5znL3zxIwc+uMYMj1YPI163pKWisVW929a6e1QInNG3FlsG0fZi0hwJwrQa0QGlhp5uu
9j2+8nBRX9x2Mk+GssIK/q8/ks9Tc/HLYgzXKkF1PwYbc0jzk412DDKDsuwDQFTUHyijFEpKXKkh
dxfKe8BtFJqCnlppxZ2Lo0hSL0yCUSb40GMpGB2gqxwu4HFZZkRjeWOVuNnk4duahSi65mmIPvmW
jhBkUcvPm6w/I3ve0HY/7FQgB3Y8dKYQEIwcwXlPgZUhidmUox4eZ89pnss073+EmdOuCQ4g0Ki8
vpM/hEVVeGBPBnl1+oWxKOY50ysnOXLylUPy0XSzat75K/ZoF07poG+UJikAO0luOFSMxlpOtS6t
Hzqc51ekAQK+uwHhipuJnsa+LvKdixfvtTasmk6psXH3zkk7ZrIz206V4GmD/jodqqJI7NkE4fKD
BgmGyvis40mt/DI2iza8KZWTP1elHzEWtRZe6GDi1gHvUHcw22yBWM4P6jxBPxZtZqtmbJNiTHSo
O6xC4g7NMn+P0v77Aozx5KYsMUZ6XnrA9hqGrzEt8DWx5kS11Ho4QsV22cunsFn0ixyHyE0cTLe+
2JQq36ksITtqq1rffEZ0z0AgaD8Kc7bAJMuF0bMwauexM4r2S6Mn866xrejOKCcIAubigPk2kmF+
UfPMEzua0PnX/jrfDCOJbgn5Iktw4L6CbxaIEuyMKkDrYjeuc8SC2E/3lLHnWVzj6G5rKy8bUYKO
dAyG34eIAWcjy3YjxTHecqLw0804FMzaFi9v6EWKeT5gCqu8uFwMh9sA8MqPqMS6YpOPhebbTFt3
QLol6FQsv2lffOglfYIXn5oSmkT7rC5uTCsZ1dy+oUYQL2HjqC4hUlOHycKcDU9oFEkALiNTCZ6k
hoNW9JkOj0vnY4DQFoVxGJlYo0EVJaQVVAv9a2ogcEBB3PrqyJ2rn+yOzNoXYuEs1o7p0aCrWSKh
wBnfQkiODmpA2UJZtQdvwV6HYkxhRDz4sIV0Chi+Z5QHJwitXubsUDJFfNhDYz/Tw03EZuSpc1Pw
sc5xZw5+dWET6YMtMOFGagujNLU3sJKcxwjCNlQvrPFvGt5RuKG1Mpn3sbgVbzAfrtDFFv0m82tA
TObpIX+wyuznLIcegi0ADpWU19J/mvrSZgIJTMmUs07ls+uUgP+Q47RxKDDN+aoawko2Mmqsb7M/
qDtjhN+SaAPu397IjYh3vqT1ZbdmotrSkQf34J15mUCvYymVgxN9wQc7fBuiCMWbV6+PTVXq83Od
z8vOifrHZVnBk+1VhfUWzQWKXC/PrGDXB8xRLS/jBB6cAvFEKjznNrPytdq1UnjDBQEo9jUB8yrc
+iuPBvVSGSSTGlv6SjW695EH7xspc0iUKUVKKyDA6+lBLRwvcTNa/bJ1F4bugAYe7KMM9d1Vnlse
eZXhIFTMfZuXjtliqocU4cE0J7wyVOkADxbDWSU9lyJrLiKJQ0uisRjBEAMF1YUz1IxB+9m3bvAA
deYdg4EM9vL5y697mX0HSsmAYovZPOZ8EeRUkTTrIoIlZxzVTAUGTC6BYezCwefs7UuXxqTo1ztj
susfJvbMn/kLLsYfKd4Icm7rL2HVwdcs1yLPMTbLGd9nTq6wzgixOIJ5kGG1KkwA+7yvvXsimoVz
OY8mYkBME+sTxktDmjStw/TI7CL/fk7b5UnW8xgkdHrz57EkCfC49HwsF26vF+D/sfNGhs70gpse
omF5MVurT4vuulCOKC3XN3ZO6yaSKU1d24dTFutRoENc4aMwh1YozvU0BzqB1UnGSmyi89c7QtIK
hWMzhkz2SU+unq6E8PvbUpBctlmtxh8xk2ewnHTd3MIKqVX1tV7XYOKLQ85F1vS8EqAyWjg97nFA
hRxrtTWyIkvi1rzJcjcwto69jvN5RA8tOhxVmqIw0+OQuAAp7BuW6I+sHB/+TeSPd0XjaRCx3H9q
7QUxf2Otw2EtK+J3556TUNhk7CTS0VrvkTtty6kxriaNDO3CTQvw3b67z1MfYmc7ZlBS2/66iur+
RwWO+dlqp9tupPympjmixW/yv3RRvxbSHrNIlL40fXbwS8erGyPKy7QZ0NjDlMgsNoRBrpxaKjAu
GQ1AsxxKc4N9gXmDeMD+Sy/zvon7WU861K9Qel3GzFg5vq8nrcUG6KFHTDoRLTerSNXeWDp342tt
4iqQy7801L/WzSQ3+lhZmYGD0WDwocFX8wom2rMk67nNnkOFlUxt6XkXssg/RR3uULCKyrs/16e/
e8bnYBcPGk5EGML5IfyjXWC61o1yxBOsj3J1VUYz+WW9OR7XHK7mnBr6YAidfipGZW/h/Fj/+T2f
I+Jsh7kLvhfmh0bZwMq9zFPB5RtJ1kI1+Ntogqs0ghklgbAULJrCPPz5nn/ab34oyZkn2MADZL4S
ZvqhWy7cMSgDkkQSp+zH7zWfgJtYYwclaMpVPcBbGvDrJV21SfeYbAxenEZieRH4zTvQAYYc0E7Z
HXm1w5rtWvJ0vQQFi76O7BouhR10nOTuFE4IupRlfDGdnrPEVuXjuijyWYR0E70W4ExN5GCLNDbW
ph7IcwS16gAvvX5s4B/U4QynoHJLGMV2nREToLoZfcOS+puMAWy/x5muZ5ppovmZzBymfTMESHv+
/Lh+7enP6XYmISA+EcmMYN5/IhLnM5MjGH0AibifF5kXXlKWZ8rkn69z/jsf3kpAz4qlHXOlc6jd
++sYXBnFXaqTfLAc2tXQ5ey1fAvjkuYuhd+Hvw0JM3lsd9Pf7vE3a52ld4aY+CQwpfyw9mjlTUpz
HA9YYaQFutlw0Oasoc66K8YCXfj5P77XkDE+DmFnqOWXqHJnXu3VKBg2WrUTbQqDKNyCGiw2unB4
qNQZzW0ErN0m8v/SJv/mbXJlBzDrfGWUFe+fMtFZdRkimuA7pvXMvLQgjxap75/v78M09efmSQAW
rpvAejjSfgzcmAjjK722G5NSieoCv6f0mjgKfFS0VT8iRunOI8lXxC4Bguozjo/y/FM0ZOY1m0x0
7Cv0SLJz6xcPEulfRiTWr5ueb5nss2c7cIyHow+bXtlQ9uXk1yeeXeA/VEPUyJJpQZCXeF5XfMs9
qf3ElnI9SXuGVzcH54ZTEUIwxJVh6z5ZIDIasRaTlskaCP21U6XqEWQabr2BXpVjuoE+gZA3AGr9
l6HCb0YdzPrOP/2cyexgofz+JaKsVBX4/kwqtgnlJHTkXi0YaW60sobvJnZD0ALhH5Bw3R2YX5vf
FAS7x9yZAaZGs3bmv71v83wavl+9DDzZwHEtce3z+3//kwbB514XhU6iiGr/OKKdpLKaGucF1jEg
T4SuWW1K28ifAjPM8kR1BQIza8ol6kFH58kUWuNdVDc061OGW/+5QPQhlWHoG+JvY4kf8DdEtYmI
gUBhJEL4iqm0x+V8yYUximGI79PgSzSHAjcSyIU2dVbmqPK1he1hIReL2inJvQAlBq6lNB/48WBP
NC7pg66ssQHkXbLHlDLqpTfT2dkMmXbeAITMLyXOIZg/Ra0m5rPGcyIxJ5dAbLG6BMS6aUhiTjrx
xV2sE9Eulz4EzU/YGGiRiNTpvgiA6gfHKioPjtPYdsBgeY0DD0zC2BmGoN264HjGpdNId90QVwkd
1Pdx6yhxT3jDk7P10SucnUgm+lSMeh23IhgG+6MrE0z9azh268soF1kixu0wKA0w2jI2Nv4gIEzM
DKotrisSiyLVMRagp252Xl1VmMaZTYrnkW4/66izICB5gXIS1LWjmdR4mxHsrBHjwUgutzCzR2sf
Bn3x5tP/uxelJhR3YBhBibtCwID/VLFR57JQKb45y3CK1gCLISbQUK5DqDBJaypMzedCZDJmK1bX
zD08i7RCo8C2OhJN9JeD5dfN3WcJYDjAmDxECfphtaxZZHv+LEAUbWHtI+TdW1S/YaIiiPcGYbV/
WZ6/uZ4LN4FoDZYCvqkfDkwT05nV7aohIbxyveH7w1pxquf0NFDOIfcBrzD+cou/7uqAZBHH59mx
3Mf49/3qC3TDf1cDQLXv4BuEu2CLI4Pz3wSWdx6h/3Sc/M3O6Z4DQ9AMnbkQP3fWf5SLlm76vnMp
yYOlz28p6OROZ3TAmdUZz7pi5OPRmRw4FMatUxny9s/HynuM7ryrMFPg0GTGy65Bo/z+Nk0zFas5
wlAY5yHcae1Et5ZWCLBMs3n+86V+8xI9CgJABloQDswPZ4QZ9siC5cSdBuvygGjMTuMmC6ARYQ8R
e6Lon/7zC4Ygj9wcSA4Mlvf3Vg6GaXSNNSCG8eQuBDzADc2vHlucD69af5J/uZ593pE/7Niwbmwg
GyAUiqsP9RZBL37vm3wzXUWXmaBWxSSlwgtl0xIas7dQO+MINOnlUfme0eNnFLlPRiEXFGbo4yTa
MCkUyqJR3/T4bGDfIzO3S0Jv1vdywFRjg1MSRc3SRGedU9ZjD/znZ/abzxFndj59ysBzfPaHZ1Zp
AQEcn7SEpKDl2Om5OFVVzmCk9RChBl6WoYU1nG1fS+dQ2vPq/WXd/dqzUbG6MEQIMbECEIj3Ly1j
tqjJGOYr6dNz2mDl7GdzUW9DWvjMU7I59k0oC3++698sdspkIvLIoADw+1iQqyhYdN9FQzLbfJQr
6M7RwR/4L0b7v7vKfzF3ZsttK2nWfSJUYEbiliQ4UwMlWZJvELIsIzEjMQNP3wun/7+jLLvtqLu+
rOEcShSQ+Q17r40aiUUm7/pSyH361UqvNcyMT3FLb76vaX/XyCiqv8TML/+WTw8hGFx3QdyzTKb4
/vlTarr6Tif5aj3WotwaUw6iEjfLBoHiMiJBevvn7+43J4hH70cMhIdmjKfm58/LnUrHTCQYxZiF
c/KBvjyXQ5tvDbtkzvPnzzJ+UxORse6RA0eLjZ7r03HFmeExQcuB0pnWV/YG9alqFBsPCgAMDq1a
4+rx7hj2sx1p1RQksTRv+iKftqnuYvICUAH14i8/1G9eewGAH5g5JbDNZOXnb6Cfa1/F6dit20gD
CGkX1R6sRfmlNSrMH4Q7uIGowhyLchInrzzgKGrNrvtbwbh8zKc/PA0C6zqaSvQ0n8nqwJosEPxg
9PxOYQKqWKc+NWluPqgpapBu1g1y1DQmUUEvx/FD1L0/3WWxNN4Z+hBfU6ZC/C2R5DdvM6IGVtcs
EE2+ok9fTdM3IvcsbKeDFr79gx+yGhc+cT/OgR9TrhEqqv/li/i16120JuwFGdbSk9nLM/RvN6rI
NJGNkezAZs3JIkXONoaNDZpFADR57jmcUr1+ln3fvP/5SfjNbwu4n5LBYubET/Dp1YtG7pvEhysy
lKl+h72CTZ055cjt3Gg/OXX7LSuS8u3PH2r++qmCaDWD31Qsd/jnY6WMyVtmIMqx4pa1WGtOZ7Y3
1GxxtWmoHcJVk7b4XqTy2c4hHR+7ACrabJyVWbTP3mgmPfspG7fppEsTE0RETDT6rS4bF6TbkDC7
rowbZGfAx1Nhf8gWIBFvWkinFDkjaBdl5xognsJ1d3KIzZF7vZku+Rw2f6khfj1sEDhQsODftnjV
P/dEWpbhuBcMirWud3bYRqEimgI7YRiXhz9/r7981D9zUo+60/dQvC5K2X9/jNIwyUFsixngTvs4
K6BrYY29rYLJ858+sFQoVGLLSIQdGTExP39SLPIpNwZ6T9Y3mOYNFR4KGrC1rmGJHBsD1JRVNVfL
hL3659/xV9kHD6sgHZaBguXY/Aw/fzQXg+WEYTSvfTfTHwryyjCssfyohVvu52l274jzhBk9s7dl
a2YBAW3Ke0MqG3U6MRxpopqbhqQTufrzT/bLXenyk7Eo4R1ehMfup7tS93OsAI2BXWt0w4sUMHac
CAbvnz8FTjC/4E+H5sKxQe2MHplQL8DzP38BTtqZuSrNcT2WaP62seGDfGu9KjMDj138S+tl5Ys+
Oosqyxmx04dFMrAXJx4T0zx9+LQa2ElncD65k1fQ7Ouv/piKb2VSjkYgi6EQF5MxcwE5WNcfNE31
t7loWrV1Yj2JIFdNat6AAoawkNH7lGtDaa482IMyuxWDFfAqGjLmhdA2WzIYAVDVW6PvxMVPVFgw
K2GlgUVR0uVPdqxDCB5qpqrp3NDBx2n32hgGsk8zr1Ez2XAkSRgvp/mjUx3OhlJmUj/VsrPLI/hn
li9D3TU981kddOKQQsxb4ZFMpkPlayH7Wc56bVMNVtfsO3bg3jUXEzS0OeKB+GGpwXny1dh/d0Q5
F3v4UokPqcYi986sayxvnD+VtWXiyna0RpNcbHLQozCmQvMra0OQaL0WYXrJu5EljNPnmADzNmRL
ZOYhYmePZEDHizAUN5gO2A65yn6PFRZogD6qe03L0P6BusA8gaVDLarVaeUHbukX4DWnrLiw7TOS
45ykBVxgtFcoeKyoBd46O5Ly2hfMqaYMo2mPvgVbEbBAHKBFQ+fnxa4LPWCwgK82dlU/FE5U67uq
RHi8ASWIjHVoi/lLAZMJ3I0tCN8cF2XJzMMAfMpl9Ys9LYPg1zVDdRvZ4/AucALpcLTq6Ws7h/Bm
FAbPJ61TLij3tBV4+dzUUquUdjWHRGFCJJP9AE17QOEr995MrOIOSGKx1xEg1Xum3iLbpqoysAkn
uoI1rNFMAMCQqE9UOo2LEac1f9hxW8OnZgbd0f5xxK1GxCs114ABSKHAtIWFEswmorwc5iXFjUE3
kw7RWubFMsPLS606qLaqIty1xCqhE+o6exPKQl9A+5Fn7WQ2jN8qVvvWWZqhv9U7t7GDbqpBrZSa
23u4kez6peaUuyuBXAPylKq7IDgqnhOpzMcOKUYZNNkYQqbUlvHNYNb+1c9N+Zj4o+/CwazCbzq7
42/N3A8mwyHffYGwK1wCcgyAb7xh6Dm1eMDvpIRy4MqzX5arsQm1TW0wi0FpqplP5EtUQV3P6p3m
pjvkqWXlqyafejBWsvPfKaXxSTY96IXCngtkHo7NF9M3LTLxevCE2kpW//yJJ63M1gXVOZp0sfBn
ipRXEtqa8r87patespkZ1ApYpY1syTSqkzG15MINPaDw0JV4cvSG3BdAe0J1qz4uJFoCcI3axmLU
Xmxa4fRgkSLU2qeM4vOG1gbzVa2VCPNoCiLzL3fU724KsokNrBvkPiEZ/VTbNCxHetbWOoRNG65n
BHfyqcD6l60S5rwnNppwjT13HK+8ZOFVsTc/QByM74ciSrvTIuhymZEZ9TNzOJzMfz7If3NZ06zq
HtsnZtDcaT8f49RbWYEBYlibeWJ9a9EcrEu7aF5Bv/6l3Pr1YlqGJiZKXRcJGinyP39SDBIziwfa
HTtScP54yXeVVs1/u5h/KWKZreHF8RmvoXZFfPfzxxAcXPrs6pFGdHBe0YF07tfMALQmgUoeeama
OzMjOq2yq2mXyVK9orDh5SkzAetsWbvMptqPEzIxE9HZDv3Ea1Vq2lPJ8/i3EPJfxLJ0PzoFL7pl
sYRVfp7PIZkpYRg2wxqcJfD1ENE+VadIPpj4uLeEL6td2U1izQg3ush4BE492N1/2vjyQzAuZ/tI
KUNS2Ke/jEPCCpcmO4g8N7XdMIEbFGp8tZzWvum7ygj+/Mj9WjnwcfS9bNEN/lCff+exZ30GLJOE
FNkD2tDz/NtoEwSIGQFrkx+Hf3kklhfs50rF02myl3Aal0ilzwu1lFtG02NGcwTuKhR8BGIAMium
S6HLKAj90NuTXy6uDePhoCYwPf3LO/ZLn8H3S3NLpWSaPt/vp1qxFNE0zCNmKr30SuiVORDnevbe
nCT5AFM2vIzSdp7//CX/+l7zmZRlzBbIfaVh+vk10LVM5mZTjuswThPG2jEofjRASFEj7y8n3D9J
1J++YMMA08IajwbOXDKO/r3gD/1JkzabkDXTjDheEygbjquutt3XYfC97uTJvnll7pBFOztxmEC7
ehyf5zDkaue0s6+VjLrnWEvMh1aLkIDhOJm7Xe9UxhNYayJyx9i5wf4U3uusv2BLODn+JausGQho
c6V/I6MboqOLoHSXMUZ8KipfvoW6CVW0oE8+DX3hX+a4F3Jr2r2Deq5N8jsylKd+5Y5N4W0qQ827
0fGBJ4P1jUSg6qR4mzxDxkGuWdU3mLPcfNk42DRsNnIoaNjYTWIt1831oGvS2RGI0P9grg6k3Gxm
6Cft4NfRpUeupe7BkguIdE3r+Sg2+pgbFTPh38YGv3m3DJ4yl7aWXGHrc1vCzrwlAJgIc/aocI1c
8zzm/HZaP6C7Q85T/OXR/s3ncWYwtKXRQz3xOV0U40w8I0SjgPENWDOTHWqo8Lwqh6ZeZhsebP0v
18iv61z6DmwxzLD4t+OQ+XRa4dtyNIP3iXXuPENroRAA41feIItq3iBvpVtZNsbGc41py0iMeFV6
akxL7kvl69MekaII+kSHXavlSf2Xs+03r53FCMk16H75Xj5H4mlqEH5h0xUpY4yfLfJxV0nbe0yw
XFAHf37Ff3OsILHm3Wb3iijos/Og7cgF0SyPz/ITEFJKqXPVzfoJSbHiP5ZyR1jT9Jdf0PzdX5xO
20KswvVKiuXPL3tXJjLWHH7DXvpYooglcUPA/C48rooIGZcCHczq1hsy81kqDfukH1Zw4FtUrxsZ
x/105o3kmpsSBlqrOsrT90qEVoaCJVHP6PHaB4cR3AwlyyZkaiZSA5RFaHsBc7ku6J0kVbuqSsof
6MARt0BFbMVfjrRft9o09oDxBLYv27X4U/78W/a8uGPIhG8t3K7+EjOR2jKcJjaoAmEcRGENkcQm
ciXqkSnKzGJCnBJShrXGbc618uv9n//Wvyme+HmWQHR6bl3/bGapjSr0Ucoj0i2qNKaKZfe0Yi0W
/aWv/yfp+OezfHF0UQ+y0cLr/HlBWeM/9atmGGBnTvG+M/SyDSZU0cR1F9DSAJpwkQ5uIt9mJkDt
xnDHAfJal0dvycjkGviIJQ9xHZLTaJduftWpLbwjfFoTbSUvplp33jTeMzkan+NM00mViAcwXnYj
NehlpgyjdcgC9ZQCCiCUoXDL73S+xkdqjh7NuO4UVyy8ydmbfHmXZujGQUy3TbgVuo4gPxlC9WzM
FWKK1EO0uGa37/7IQkWUwiSh3q1iM3H+tvT8Z37+0/eGhJM1K3c8A30QLNbPD0zUeiIJ44poU+kb
5cbV8MUSFGIN7KnnHpmpZzwznDOvQnN8FJ4p+TFHxOM5JFTPvaa9XUT3lB6NvQ3ZIHZnQIL5G8E5
uG6r1GNQARROdYHXKL988LxEeQE3alz/t/fwP8ICXP63QMWfQhj/GND4fzB60Vimyv87F2DfFdFb
Pf07F+Cff+K/wQCm+S+BhUznROfvzAXLsfj/whfdf+HH5r9HM0iXx5P5P2CAJWGRCHNG+Kz8+R+W
FfX/D190/rWMntmvkubItF38R2AA4lY/H8tLjWcwiENIxSdxOP/8/JVl0nTMPrH2CO1rOO4MlT3I
cG73zBidvWVmDKnbXN+KZkkhDG96R+pg/Ga1STxpbb3ScNYES4tNkuZPoTmRjTTMzBsWFqA2DAQe
QXnfjsk8BJ0RWZfKgmpZOe6bJeLkzku86ujOVbhCf4HFA6jiNDjfe2+Xd+Fb3ZhZQM3fnaIynO+4
19VR9Eza0C0uWBNNC8BfGvEqEhBf8TFGd8TUjHhGHXM3JyGpeMBNTMO5w8nxNYG3tKqq+cyxcdaM
kUmV2Wo7yHBo/DsDirCmWRfM51aga4rQMrmYnEMRetssg/ok9Sa9jm6kj+vOT8RjRA8YgDdLA5Xr
4svYi3DPeW4bG6uJ+2FFhqJlbty40x8rzcw7fkUNArEF5moED7C2zah/Thv0kSjL2oGEMsfai64W
/DoeOVWj6vT5UHm+htiMnAO+zqodghH5eNDprcMIa2TKiYN0CE+xJo0NqdCGXBs6BZUXuRHpejEe
uahBN7XSZFG++LLfFV6pBbKcqq9zOkb4CNlVwUOx2Y4zHEofwEraIUSYuYPRCS/uODE09QNOSjCA
jMu0Myc9a40+y5G3LjFvhBgL4vtcUFVeHYXZujMIboF6bRDI2Hnmcz+N3SGRU35QqZr2Y5W9E7Lx
geT80sazG2Qkuf1Y9OOrVDKGW5c47y4DwRhGdW9E+8Roc7Q2ToJInsqBER0Qw65jlItobXpZBOOn
kVrzTev0E+yT1VyNrNPjxtqxJ1kxLbUfJuKLDk3vvDPr22ma9jp688H0wm9lGt2m9bxjJLjPjfxa
+x6/QIYDSUWTe9fRmH1A4bfx2cz1sXb467mRBGfU6iOeccz3xAsErupPZiKyHW4g/87O2w2h0ZCD
6mAK9wADujOlZr4TBvjtwqm/Idre03vobwQz04AgY4wAlOMg2cZI2w42B8CNOxfjSLCiOX2ZzI5/
nQWTc4s8Nztn7lgHeqruGwVGTwyVeJxUA8RvQvMH3EGsjH7Q9q2d9jfgLPIVVaeFYMiDZutC9U+L
1CPRaed7tXlA4BYFgJL1ICMw6gkcGrWn08bnDk9HUCs9PLhNFh0A3IsX7PLWZSCBD/5fV/Vrva0I
aa1fvY58t7FqILm2SRTiNnChJAA+xOPTrhM7eakGBF1WrVAvJRbhC7aHjMgpn1jmqhu9iKJDZ4YA
PYloW5etScSn5RBwp/r3iT4IzFHNz0XjBeRmghvpoPAWjJzAyhu810DewXpkOAEwzekbE7bmBe1C
dJ2bClBsg3U865zinErffeVCftCk6S2K7YdYFke8VvqKNb6/tlD+cX708jpkDh5royoOjuPeloW/
I/5Q4j5BsQcctmovLAfijTV67kng6bvkFCOx/1DWOdGx9hJRzfrbtdMfTN+oP7QBb1hvEkYnovI2
VCQ8sKfeUVSNB2v2vGuMJ3m1HNPHirOfZ5Amz0lz76LaJlvFRHikkbaeSKrAOgxnROzd0rz4RrxT
AhUe0OwV492DKKxL2PK+NcM7xT9Ucd/ZTgMxdXkXzSHq4H5TePLsVPdSs7uV39TBDOMziOLcW48i
dc8hQaDWZHwoMWj4l/xjD+FuDWM5AmGXVU91QTWkN+41r/IYueMMZRrl77EKidAcXav8TlYWQJAq
He6cHJOBTvX5iJwliAsox6kbg76w2CjmXyZWxuCkoN07zrEgzGKGRzsZOkeF8E5tRryWTpLOyrQb
/4DEDueo48aPModCy8RcbzEn58dRsOAHQhKYg47cHm0jahZhYxHsvadxyXJKRawFjP74G0BrX5dd
I/n+iwtE1pgEj4w0X2d219b0nV3FAN2xyne8dOM+tmY4LZ3J7eBEZHOp7pkYoQ1Y/54QmIEJHPzt
/i6p8zcEjxFYqLYKcAqSIzc7xLMO41GGKNk8sGbQ4wjDms2bCRNCS+7XHQ7G6S5knLymP7jNZ/Eg
QnlKjZIfDDSIh0BNC6vXwRrjoGppylxTxS9OhFfJjlHneZw+ay/HxIVIY2V2PDwWbKxbV2taKNBq
Y0OoSvmyb0hksXYQB2aWWMb4pY9Uu8+y+UDWRLoj0B5QTQeGV5pVhxJHDwxygdPuPInGhfSpgLxL
URm7cPLBSy+k5YorOErKvaQlWCV59dI3wPm0tnrIm1oci8mb0e5yb0Z0RIehjhsmksBiSlUPUESK
ewYsxL077TGyil1eNtm+rxr92E6z/dgaN71JHinBWC5w9rkNJIuVoNRBLjbJ6ywK+Gp6CB8rKdur
hVBrH048W3WrPcsmlRseQgNks+7fdSnrIFxizLHYsu8zjpB1CeF1qxdVLCH/le7OhTut1lqN4MrR
ooR/mtxSS5AC6HQXPedP09Xek5XEO8ttA2VDEM0NxTxJ3vpR/r0GdKiajHtDhu+k7gBoFO1rFlX8
fxMSnZmuhJhn4/BFMVC5RoKLL0x0Z+3mk7GbfTmeWx3/tN676qssaxKV8rkOA+KX5jhIOG4WwNo+
nwkslgNUUb/kaRojgshM63lgO4JpdYci8zRXyXlMX6KcCzN58dvsxnWyWzUtYLhyx9yQl01aV9dg
nWY9M395KBLnPkq/+YhoiUnaRr7/Na+1DVBhNvwbj+CHsnsxidzW+gYHaXlrd9ZeEbhTpQLzlRpF
gEacc9Fqr0OIq04VODuMEXiiV8PBjZ5tXes3se5eVS/bvYSQBsncuitHLKY9wVW9pQct0pAgrnbW
4G9LNzva8cuknG2n+/VuyIs3grxu9cbcZJX5oPnDS6XLo4PTvGnt27pkYckDMw9wi9qauFyCRJug
8eI6CAfQAUjeDhplK1akCfJVD8QPu3t0g4NwjwcG0QYRbTpOtHWWF19FaqdI+cVXLR3MoGl4XETL
9dCXgsBK3rWRwBwv33KTEXuYNmEQWiQeom0290Na7NJCf51VVawhteA9HkOoexpeNBc1eKeFAE1H
+4GEPfbF+kRfZsXqWtX8u1xVRe+xVn+Vsk8C08y4sevUOSGCL3Z+15IdVxCeJOsQFJG85JP2IX0P
dOPAw6UVG0vV3yfpXyYTaOUoN/6CcieEYVKWHVgxi0dr+bE8Vb9QsPHv0NdRpUjKoWLSRjm9ZAbR
GWnS5y88aPkq06pnMv5uYMS+F53+kNPG3Gh69kF1Vh1LBtcv2CHuc73lp8pMeKVLQ/0A2+Ze9A2P
ktmHt0YzXKHSXDs2yTWHQYPJlS/R2nbOWOwmPmiv61H5NvVR8uBn0Qhv/qMridrJBTkXbXGZM6qe
OnNh2zXTV92W+UX0qbmqMXjf5hkJPTmjHrCk8x27se+DkQSlbWirkgEr3mKS0lFuadmqNy2boHjL
PVvsTVYdishA6dEJNTCU2cz2mCELSSR8Ok1PIq68byx+xQJsSc8hRpNNFHHBLwxk/lLk44Dt5DAv
Vbch0Bmsn2fhH/UYlPr4QNel697q0zwFuOQpMSJ5gAtWncsyNW/olLqgLdPXLgyv6Ivi17AGN8hN
31bEScuKKtyVmToRelJBxiQnjUw2MiNKS67LobPfrLIy9/ngasROmNqhFOSYrQzL4DiM4AmwllOn
iL5BM23ufYaO+clk6HaKS9AdhlfmdFBOdywHNuqjnJvbPoyJJkaq8KhNRrpxPYUgIMr5Ogov8g/c
luqENzWC/oKR25hIAGQqD0gSuP5XYFLRto3Mct1wpu9mPAXrPgd6zDlJqPxAYFnqlx1BrTFsZfBj
RjX43yfej57QluRaZMTRJiohBsxrdVxg8hWcu7XV3Mg4QCcpMMp3LOIir8MJgtzyaYT/uulscqoz
jNDvJmkd27SZTkVF/gKrX8N/qjvu4d7X3LWtt+xNZlNuSnQ/gRCEjXs5louOn+qLxuoVzwTI9ttR
ciSZg+HtAY7ZaC2GnMgII9T2yCJBNLfT8zCNUHa9ClOwa2TkDvnVBMt9fJUzWQAbQoIT4iiXWFuH
LN7bOk3NAPDAtGMGMwZtpc2XtCOYhDmT2k3NbH31h9IE6NMORyOhGFgLm5M4UwhHWAEAYU1LGN7u
gBal6LdkQatj4/va0e/pilkWPHlGqj8PvWnguOuGLzPl9pdxYuA3zMhOON3znQHfe+9FRYf0JM6u
aGugX02R0k+h6poNed+Q/b2wuWSQvjdQqo1b5eO15Tmqf/RWOzAoTs1LbbW72Ciuo/+cFVIzV23+
xfPKcmGcA+HwFMmaVmjuiUAvVnOh3nHZ2mwFI5/4oimEKUeU9M7TR+ucTE64dhvDviM55lX5mvOE
J5xUo7nIViiOo+fJrGhsAOOAvskRgkl2b5GrOZdUqsekZhNTY6Q+sO8HEe/lr23O8xXWI9jepDm6
GRFYZkMpP9UEJJjLGzmm/pcUENM9AIFxq6vU2FR2fGdFzY9iJMB6sPLiXHrOeKE7H+9Ub/gBQTov
vdOEu96O5LnqmUQX5jBzHEXDCUbMeGZqiFcnT52QVOM5edLR+dxAMtC5Z6n1iasfdtwgs/QXr7Np
3wxGHb6IrlT7HnZyEPdg9fySK0cfPG/PBgPTN6bR1eAiAHFEe9QMfpewd9sjlFTnwKLXvbcif9or
r8935US1uynU7LyYyp/uSyNhVFgZYKRF3d6MOuFtFIEWwcqc6ZxE0v6uFWSiWHl/iLB1BCTH5/e5
+y7VPoqrO9Ua79GALV4dTHWV2CTEogIvvk3c6cd8xgsE4jTf+wwUCZRR5DqZQ6IRZOlo94AVwPIi
Wvhi2Vy1moqKd57IkUFCre1z0UdnrYNGqyXzNcmt6IUvPjmNlpd+2KGNJ1yrnR2xsdlj5kwcrAka
I6XPj2Zb0C5k4fhF5ob/UgwtfctgqtcRocZhCq3ka213glIqNDh2SP1YJFx5uZ86gzQHD8NYp7Lv
pZ/wIKAhWWSUA1AAdv1TpwesnLx6FQprlq+5lbgr243aE1qRyAxcoenGDtkOebz2aGvXkaKWvq6v
oxcbvEpK/Z91r9GoCGCV+lheC7co71J+xx1JbLW3dqIpPaPwHzxSwZVxW1H6HWIrV7gKhMoJtHak
cTERaT1jyM5vRkT+VA+GrTH4zmAWrgm3GR66sRjmjcVHyqBc8NqxkX0BS2MfcmI+r3nT0JkacHgO
tSVK2CdShY9ysChdBlV6d2zKnY+wgxqTURJziYkyIZE7dQlMcRLvxFQ+3hHAMVUEJUjiIdGFfnMy
Ruc6HmrUTREttDKrwFGatZmMGX2TidHXSmBpDF7ZHvWqgyrJREOlJzfFhr+mhfe/YSC6y0NlPsEW
6I45OaEnsw4Z2dBarbjmEEqFzMJcpAxuvYlBc8YbI5sbEvXEmyPLQ9/5ONU6kh8yrQC5wyDgKDu9
x/pcVpeoSsaD0/VHIu5xbxD2LK1HcjHXEN2mVUNaTUs70kVNeN+FpFKjBlui+SCsYECgcwc1Mvrk
q05i3tX2pcr1dB1n3JChSaDecDAdgjnAEMdLglon5KZz1UHUxTopl8fgRQ39GsLnLl/Sx0KXLSa6
swF5gl9fJ1xmG4elgZPMxFqRS5JyrYN6IEQ8JlS3G+LCBBFRkDnTJ2t9/JJm7n01zRszHwCnikdb
B+6h8BYM437IPtKGC623h5Ubu1dnbspHOsN+R7TgD90DcYCZiQWbQICx6izC+oyeUHFXuu7R71IX
SxuuHD16HyL5YZHCRvJCuncmB3U/hJf1ZLLWju3sC9MLIrcYLGL9tNGkiWnnjGjHseOeCl3QK0rn
JCznXUCf2zV9LAH5C58KnqD5pfW0uRPuUzlb66TQP1CrgKFENn3lBg68ahrX8NWmPcTjleZUzDtM
JpbSBglvZbf5cuA5wJTxasC9E4Vhr3ARckI64s3Cex4n5pbpXpD7aAYFqgtUorgBTUUqHjq/lEY7
cq6gQDcJIxSWnWgZmu9sgW5nYWBVxx5Y+U9FOOOPT2x5rWkBtzygb2VtQ23heSzRb/Jx000ZTfQm
gi2TPvFUFMk6tj6a7h6R+dYeQGWk0bJGEiQwWyVh2PqD7WCvkgm3D3lyfvTVE3sVIw5S/ZKc+Thr
y2xMnIwhJJEF4n9OJYsjZRZ9AmFTPIWVc1WaEa3qGjtpq92if9h15fgGrOQSJfzGLTxbdF/wU8av
Lgkb1A3bEfpKKfObJDzXUo7Ew4fHIauvVKo3qc2QuMzcJChC8api4rTmaTnTo2tfdAhbYt8i+sY8
TFOJJ0GEm3hw2rWJhTNT2g5lXrNKa4NFEi0MSF9lH7j1vySLmYbJ4wbQJ+mJ5ALNmygzDwZ9Pz3i
ptSdEvZ+6QN4pWbEC8CI27Z4GvMg6r0joxp7ZdfektcEC1Ir0n0bLZEeCFQL0PJUS+UaCiXnNaH1
otwPXnF29Xw/WXdMHpcQJoJFSm6TkFiMaSCJEX4Gg25uyiylv3UBlLWN564zjIv7eoJDUOlMsEYC
Fhn+3Q1oNhHq867BLWl7v18xg1gxKDuQLRgxbb/Olr5ziXKO3LdhEDR6dchl7n/3ymxnJcCYsvSj
qonxiuy5vYBQ1e9r8FkbT1YcrYrM0jER0ReUk/amtAnfhAxArq2L8oA+6C0zO14bydMNz87NOfAy
6O2i7zc18qKZEVtXHKUiYtO3X+v6iwE8uPf9W5Kx1ir2t56yq3XfpVvyoWpDrSz7IYzPfixIDAMx
MBARDkHJH4zNoJ5ZhIrYeKM4H1YsU2swcuIO9FRIRt14KjPiCSvVzYBp7I0X6neYeS4JAnD4KuW3
QicWlszhfBiem7E+69OzbzbXQvnclXNJ2llDSdBY6TN+m52kTSFDjmULUIwsrI9x13LhjtqTZl5i
BKwV2gP0dSd9SabMZ6A0ACfgLTn5eUqLgxaLfQHX6FTz/xu6g0U8XcodEk3bst9p9dlmTkURZB/R
TOzC7Im5A6FAT2q46TFba978YJgdk/52G/u7nrlo1XqUoC49I0NqwkoI+riwUlnJ7oR0gKMIUzQd
Ys9ag8gED2AMFeloD5vJhcw1W3eu8yRwzBvmqzN9S5sn1i00e0t8j2TawOs1jydo7oVXbRvx0uga
gBdjbTDv0JdioS1uWo2ZWweBquBMo598HrUGlUCZnWa9wztEYvZjY0/WpovKNDDZ1qwzUzwilrCh
1ZlX2+umi2pq+hAzLNdz+2GP3nFJ/kbccJvR4m39uE6PdsWugfplQwS6QUjf8IhT+UYl2qFexNtM
ofmTST+naQTmJb1yPtthvSiyEbZ03l7qtKFmyPE3CSL3bDdwtWnA/NzS301udDKN7mvhWHHEvIxk
DitvH3GRRxCdnenMOMvO7q2s/eAKYvrhUcnYsjtjptXBaS8neTuJ2zBpISQ3hGnMKYMPjl82Gi9h
FPUV3XxzT0SjpxU34CRW2UDSZiMt95aYR/dACjwj3O7BTpkOA+rylOLqGGdjM4fRS9va09kbnC21
Nfu6/qUieoSdKEirsjyb5t1MRkRt7tI4nfbNMPpbYRkD7CvvUc5cNb510hP9tqq+DDUJdE3+mGoe
+mPScNtMgDs0jkNib4ecDVsx/zM0NafoGBMIsHcyEW4ZhSd70NMVI8C5IoBzdA9pW11iHRhWQzSe
Lq8Vg1zGLKS3+YV/n5OkRi/jjPyzlGIaE3fdqvao1Zgp+Si/S1okzAbsOZqGSmvyk4wQmlNiOt0+
66eIPiRU5EyX9b3hey9JTGZf06hkY9Sxf1t4YXiMvXQt+RbWuOK9i6/yA2jBWym3MKfYlhqLd2IR
9gML2mk9GfcTis9xxXdsEKqpOTvDH9yVhmJ+XxKP1rk8hF5M9G40tSvL1V4dakMCi+We4qENyKwC
6DAZYLb8ftwqQXE0tIFOYSG69iaiaH6cXNRlgESpQ738Oib+Wz7YO7jM58EV8Q6m2POUaTeMEp5S
J91rzrg3KnFPwgT4Yr1jYuX3TPed4yzFvUVZ1zXsarPuv6g7rx3JkTRLv8tcLwtURgHMLLCuPbTI
yBA3RGZGBJVRGWk0kk8/H6sa252J6SrU3S5QQKO6UnjQSdovzvkOku/BQ3nXDU/AVO+IoQy33jL4
DH+hEpF0ZK6dfnD3wjdrlu/0mVFC4xaI1AkT6nfo8VSIgvNqLKmrYEp+K6JvoOjuQyCbjBx4nOz5
Ok/9JyzC1xbj92OOf4cTwHcO9PLnTnbiXE0EgxU4vLaq7R4TY8GVCqNFXvSImY9xn/2QEau8jFmB
w0mYkpETId5eWMM3KBS39szdVpCohf6SEQ8UsbS8skJv5hVj2CFUhCNfBGNxwYgtOZhmnI9jB1En
hle2TX3v2BB8nZHTG4wz6UOBNue86SxS+xb7Ka0iB5RkcDPaNtVN0MbbtUMZM8wGfT0x1GTXus2j
deXW3XPS5pusJXsUk2Nw7Grz0WpGFDooGhJKoBGTfkqIUul0+xTH3U0pvdsc0/mZjwadcIiq86Da
CquLx/umnUgp1grEee+Fp8AZ3rDDtwcGFu4OE022s/rqMFnOIw/fncoZ1TDHyqiuXIdw8IHd7sIk
LLHL6SWQlI/KzIZOTXWXRtrFe4Cxn+yoTF0sDcblaQSjzq6bEAIntxDP2GKfLzo/qCAz524S/dkK
Vs9IvYbelmot75ACQU3B77Ygt/GmqSdgF7UDNBQmRkTV7FVqv5eI9KyKmk4VKL1HNAcumdLbQFmr
xqp9Qd6l71zajV3EMOohmnz4AiFVgdtJa0cUlnXtLcSFqWa0d1UxWZs+Lh5nrb4QC/oqtW0dfLXE
V5SG7QY5Ax9MLfhMIWluGaVfNzTAeaTUpZVa6ux4QfHULGN01etWnJVmno2AnAnzbN+56y55aeUt
aFkwiPHQvA+hr0+Tq+wrt0vj77PpreemrKcX2HXLEYQcwnFUkbuw6t4chFS0OstNGxBxmrkP1uiu
Q1k+AH6j5nHqPMPwk40FxNoN2C+1i534vSQ+MYtXqqmrOkCMFcVPDm2v4yQgEoHt+wZIiDz7Ehhs
6JrgATYc6cVh+xTE1DMFGWQo5ZJx30/RckrreP4yTCo/IcPun0jHu64cO39jiaJOU0palqOma5i4
j3MDSGbMkS2HeSK2hSquyXplPRTm4KhagnAzopTayttXQ12ds2F2dsoz+bnJikOTEAjA1Ou6SaS6
NUZ/SwTYNqQPvNH6xe23JqNs0G1PhGarLoggIxL728D0gJylg9Vnu8EjgkAZnp4MiiW4Su3B8Y7F
Y2/3+thI2ZxcGCh/KPH/lvrqT3VVPymw/q1O6/9B9ZXroEj69+qrx/ZbXv+r9ur3X/+H9sr/jbcC
S/sIsSvG1Xj1qPyhvQKO/ZsT2r8ba1CrEPGHGPgfqSy+91sI9Rl4HS5UZ9Un/1/xlRv+BinBBteN
UNf2MF78nVQWwB8/e044cVfuEUpRBF0uithfxX/tbPegm8dPLZxovM9Cnx0UTMPBRl4Ss6RAZ0W2
VACnc+9Y3nKV5GI5Rsb1P5LYlelrgpHMOwaqgoWFcXYun9OwoxYCDFBlu3JmwuWMnqe/aQyZOKY6
J2Dm5c0rn60NFaMCKXRwAOzpqseWiAmCXGlk76wwdaBAVDkIFD35oj8uI37BDZY15KNu0BF0Xy9V
gChAWqHYFwELwZz1dbfNnba7sxAz8gpxWSbsbHbHI5OxAg0Hmizcal3SWk9ZMKOBSqs8UUe8VfWn
V1PlEb3lFkQGO3mHSqMMnMuBzCzGv4r3cGBq/HghOHC5HZMCUI/WvM33eR+65O42lg3fj71+olLf
3cvazA/IAapk40F7frXchu5v6kdtPS5E/pWHQoxxcDFPxsx7WRY5tGLsaETK5eaY1elMvjGRy9kO
gG9NmT9M3fTG78aRplvMKF+yuCGhDO9lqw/oVomKsrPGZrAJTe96JLNwPnjDmvg6En1Fr9An3euA
IZmzBSQy3QeQ4XcGgEn4mNU1GzfMIKQtRoy2pm1hJvMq6lzKQxbNDuQuHPbLnfacrjxEHcvJjeic
NN0suRPnW39w2IiakdeyrsOQ8ZPXeQ8ULqQTJ0XOTzEUbguGuMvic2mYbRmcRQR1ptlw0WJ0Tfc+
kuTpMMfwIbddOk7dDRNQjp/E0JcQXE7duPcwwXVnie8dLY9dLRchegQP/BLSIN1DQtqNqMfI/CXr
hSSxMEEF4relvxeE+HLYpv1kNiMphN2ryavis2lJlNk0cAqc90ao6S4cMsYyGoERlY9b+9+IYeFL
wqLOljPphyraDtGczyxmddHtSGbFoWs3Is2eWlHCrG4K7TILQpe07al2FuQmSYutNUm0e7swxggu
0onpCzzqpp/hcM912u879q4o9Dp+MK7uuCBNh1rbEz7og/Q6IJCc7gBv2WjsQjNaj9IfIv8cWfjD
doMTLcwOqoo/VFP1kminpulucu0S/OUfj+IwKIZkmwIMAmsHQWbX29Qkwj9l1rwUBUICb2qQTnkM
cd790pMMS4ZYTxaOoxJONhwReObx1ylrgsnf5cHvHU88ta8RIwz3VpbVCEb199t1cbtEvGhH86VX
Vsmr4Y+bTpmsouFpR3JW2BzV5DGVhuRcL5CrRKunzkX7B5Urtzpu+jFlpQDQJDjXIJLdTTpTULSi
6O+5JivMNpv9VwtIzBVD4uE2cIzVbUgJ9L9PlvGpbJPmvSilDSvYLS4zpO/7sXfJs+8ZvQZ1O8gd
ka3jKa3qz1RPtKC1S65eYFXkDEo3LFh62nl2KBqG9JsxGRhDLbYw+7pI7OdpdDRDQtZrRKjPrxPG
sJsmtOsnFmMle680bd6oCONLOee5x2KhzhjPltrd6prADNU08qudtDHyIUOisZ5ns6kYJd95Zmj1
di4i75Riu0MmN4fZEzDjxyibCOZghUbr69vjMNxHrtF6F/MnMFpIwwJVmOhDysRak2QSCHQPbiPj
dNcTI0oKeJzmLvxtJjqtQ65v2Sgr2zFzFXeBUzVXTtTyHUBw/LL697Z90ouLOZzAUysWRgwxDARd
ofKHuc3KiWsYzbcLE7wrVqzlPhIOFDk5PJXhUNwwyv208c0/R07TiP0iEiZpUDxqeNtVkzxPZfGo
sRqdcXCrK356uWOjqF+n2KA1G/PkXMYGVZLUzRHjAN7sofVww+RFfbH4PNA5Yg6DbiByQFnEwNac
OOLJJQa+M/sFmjdvM5l96mauHnljo07CiQBotwAfc7TjFFtxG1bZrYlZLu5Nh8VepD3mXukHUEPA
fwl3W3RVcbXgdsq2UdbrH1Em8zWNM8eWG3dj8q0hcvvkVLX7pivF9NK3wu57nluBvU/Afj92hp7F
ztPO2kiwEywI5gHTR+wX7r5Jg+BmkbI802tECPE8fVWZMgQY56dk9ETdSdbh8jbONWpS7Wrg11mL
9SS1i+Y7RyOaqLIb8hNo4+EEMQ4U5ZJhH4Bc5rsXzDpFeJL4nOmoNN/YZhrK8d1qJv8Dv/FnYi/q
OgU3QD8bxk+zHyevkV2SHB5Nhqlm3+KqNXieizlPGJclGEvTkNSNnPuCv6okDwojWRFf2nLsHnzC
ZnFZ0zDuVGzajxll8mdU9N0db3hiYSOevRuBfOmH4wzho85GvVPGQRiBtDq8ggC1tMSeuXLLDje6
b905/FapubsvrCB/4IVZ7cn9Wp5Lx4jLIcoc3jZtch3JcvnR24vzrJe0PLhsoe4BJcXbFns1A5O5
2VVBm46vJCSww2vDWPU3OMmXL0vVsgZBRcSLgaCTdjyVnhDxa0NFxk5RWuT2MjGqy42Tq0ht7GKc
r7MmCV6ZRPKw444gm80TNU4J9LJqG6dafkaD8X28HG3/NVIBZz+vg0huc9xmnCcJ0epZDmWZfORR
b92B2RknLTfRhq2dFx4gOU5MLHKrfC6DYQwOQ7mMlz67BJx+diyP/dATjMzqVdQo2ZrBvp+bqD8N
QyU+qiJtmEfwct+QyjsxeHYCuRwzoFvZdiFkl1QMijGfhDO+g+hpjJH/baJaV3bBcoC2a4O9PGKR
y4cm7EVAzK7EFPikNgEtpzUesx4KH7dx4/Nw7RwHv+KuSWrrww11Zh8MUMqEKTxB1Vthud1ujMmR
MNPKG8na1TuoZvITNiCbGHfbmkAmypJYX7WiYS9bJqrXu75zA+uBAY/TM0hmyrmPODf7TYXiwXlr
ct950x5WnDsdkw5Uzb7fHskUCCzOAHtEMWJGYjXUMrb6LqBSyq+cZGKS1yazi9hP6HjimwAsTzB2
3L+wV2vvOZGjEdUXowxGsB6Ru5bMOblmVD7veh6EPNpkeDG5m3zdHMLJ4/iQeGZPXmGq9IjgkmAc
5FAMxJeIlZUxAnVM79lUrX5SBM697HxJ0nc8jnfC0NmiNXfao8bbelm1OkY7SoFHWkBt7BMCYyLq
fSsPyFBrBdGw5VScvASxiqsnzlW/9cUnxdFNUBVM3rve7cILx+vXLFF024z2CAABbZpi8zzgyCku
ydjyLqs+an3EpYkut5LwDv+yqSbufwv1WbmJLVSSuA7i7jVsU9YK/mK6G8SpKAXHqblH61zBo0MU
B6KytSk6ptGbhl1iUYptaovpMeC9mYdd2oibqhSJ9GahDPiGYHd4lExzKcF7VV4rRwcfKckQh9nK
5i05vuhLJ/J2md5U7VvspEwai0zy+5NOB84m9lvEMPkwMrAr55qU1L5p0RyhTyRZL+sx7p+I5tYj
ZM/cQ51dmbo8VPbSdUc3TF3iWUgVuyK/KCINTmPEvKDxGYJtCzX1azwWvdimSK9fTKXSXS78ec2/
zqOvnWdnDH163j3bIYjbczFm3oXbRlG7JRCDx1cFuAI3mde4X6O2qK/ieuL6zwxNUMbqIrwKRkFY
Qmpr/8kbyubVl+14LIe4ePNzj2LeAa//7g5Odx91TYm6m8xm/wz5gtAQ1+vNGUw1Yxehtf2WQFTs
N+b3JiCTzuSysCi/FqnHdkjFS0dC7WKa6DSgyaftt3ySLZiDGeKWneTTEya/tHN7OnP+R4xtouGK
kQ57+M6SuiWmwyPoSuM6r9fqj3HZ4nrLc+ao5asm+dDfO4FeHkkZD/s9M3zvUooyf3c9APPICqeI
nRZ32KaWvrO115eFcJTnopIf+5NyU/VI+U1AIo8/ccNm3UetDWHWQDHlwiP5dCOiEDNL7VtEKOes
zd5FMLQb4gqnMw+dcbbQXlFtKZuodDFYwYl5CGFUUZvdg+stPhTypU89CuuhYh0BmCeLH9M5Sfcr
fGHnhhZJ6WRRMHMjhie8C3h8PxKzskFaWpaXQad1yyaTSO9dnRvZHTs1h68OISdrXq89b/Bu5JvI
OAH/3kTdfDu6cYZ5rhkOEXa31QTQKOzWI8oMr/bAsLt+fUHu9nTksIQgRE8ZyTCEbIoAm72GPd3Z
VB5HZAzPqNvSJ8dyAxQKPi8L23NPSzWdqN7mW9/q3BfREkazqTqTXToN+q09xYk6BpC47kjbUAjV
SQdJj5M/6fM0y/6Qzc74NEknPCKki792tkeanRhvGULrbJP0Xny1yPC9mRBxsMTKbB7ReKkuoxrd
PEkwPCPJmri1jXM3usjJxDtz+nxkJk3fA9BGpzlzvH3ES7XexfBdruwiVB5hykFOqj3R9c52kEP2
wFtSXlcRyUyGXROviJa7k7M+rjGWQFs4mLkIXpo8TtFFIIH2WofS1vaibUXjB2l7VHcV/Lh95pkR
c45kw8PvGueBzVLgyUsfoMtpRACRc6D5+86xqg9o794+Ryl0GxMuulDhNUoc0MqDElvBLTc+6sv7
OknKYwhk/kIRWSP3fYxYjNzrLMQZkNor4wlp7EbGC9EtFq4jnfSSyAcELBckL433KL2+LWk7XVBe
DKdyDtSV1HinkXD7t27Vy6+Y6MduP0Uq52zmoH82xTQfM5Ggc3DclR8axbk54IvkXuL+PCetyr0T
kpv4u1/niHp6e+DL9xKcvCqTAwt8SfKRyZGY7weAbp9SdTQuDlUN78kYko9i4Hk0VjB/D40vb3uW
QvpCBGK860OLhyhzF1731lKod3vK0C3aLKMpZgfvmeAZuMIKzvixDMPpe1LWzOwLqg6eXqxMFhsA
GhRu44WaXPkpGp8pZysWVdaZYrwvtjiPk61HCgi4DNqmfevVmb/vNQHgXeISatU5l6Dx8ODUznAQ
nSkC5u7Wm81+9IhtokaiUUyXwE/S80T/gfEFnxw1CmerwpoOD8MhGQ6xDiqToZ5PKvScp2kIiaDh
vSBIcBrWPQPAp2fyZTBkDBMaOGeMy7t0aro3kZIzQHeOhmWeki+qT4fbNe9b4RWweHBC0PLFF0UU
pCCfG8PblpWDuct9olBvZ4H5Z4Sn+JUIMrUH6WKQU64J4VNq/IBuxZ533VTIB+rB5eAYD1F06OC8
KkWtvukyVUzM8BYRqVUqglgWwpAteRwr6R+pPC0AE7HxL6axa/d9NVo3HIDdd+1Y5R3R4uTiJevQ
P1iMe+3S+jdrrAYuB7LKzw1N0j2IrUMYymjZQc6S3xf8B/OWozc+o4y5LL0IrRbrjhN7W14UeoEq
BUjmBWHOoPFo6ehDGXte05Zo2nYDtFRqgMBSA2zWYLkPl1G/dGKeT2s023A3q5LleDa8cRxXj0WE
opNBubyr5uys+WmP2sLGuomCUn/4JjDszYphsS/SMOrNvqsm621RonuJquGmLdxq3zD8RL4V5i95
WtsPShXVViwYESYi0V/jsm9PVqqZF4bWI/yvacMGrZpP1MzxzBjDotqmT27YZwbV1UhQxJl2sj56
KgnerCpHlZd62XXBtzQ0Y1DshiAZpw3Zi/WZWc+wM707n3WG3q7HZ3qm5hE8Ct6DE2p9wdAPIhbH
1EFZln+d+MN81eQheyIS6PDaxOyWyg1in5kSQOj8Bumy80pej30i4QZjhS6t5jJuWHTtxrZ+CzOP
Gk7On041mUPnyvwr6nsWVRYWiCEWxcUUZ+q6TJfgxg3l02JR/ddjjRAksr+IvucJInWqvpXk0fiQ
gr4Ofp3lV0QxDV97X1iYIjCERMhaclqDsnHvCuqIiT16lDKEDTWJYCR9FXp1VSDWikyeOsuqwOJn
ZNRXd3dkLzFMDSUnD1vkrv8SVgEVoKdoX1gKMwlKQNF1iC9GBpedh3gbB0BjW5scs/zT3CGawIDR
kmaUjf6lVdv8Ahr74G72TcX6O1PjIahzaqkGQ6BAMZQyHhhpRtaYRdW1l8PQsKBrMooqzEClyfdi
cqb2isokLnbdoHjNTH5I08V3ijCiyqpy/AtuyP80MQfoi+WOJFl8y7/YlTsMfwaK0wde5vkiwrIk
TviFsnI7w+3bsrpiWeomar4JS6t9+ZfNwt0fpvx/Dw5fp/VEa7gEzcTOGvHxa85MFIw9no+FlLO+
vkY0pY/p7BS7haHrLnc6fWo8qR+spPSrbUFY7eHP//pfIh/4+wPQEGJtPTCz4in/BRXA1lClWZdj
dZNjtc64LLOc0EkE3ha7WnCkAWdiGZsZmFw4Wmxap2BcNKOCee2xNTutzZqNrblCa0nsS1qEva5Y
JO5zwfZh2/ASa1Fu4XLZxQjnooe/+yNEcFq5iFBYOHuhef3sNscrllk4rJla24QE7iu7DpmBxnk+
/0gqX4z4o32HyFlolGwbLNv+XhSF3x9UyIB2b5RmxETbgrqBGLupPCfkoclL3aSJi4nNraydX/ao
t5vFiQJ8CoVn/VXG8s9EDb4FSid/xZ4Rs8L//Aq7tbLAYR6PAQBPQAl9VWWM8q0a8dd2JDfP3Q+l
40iqvZLvKKsjLm4qnfXSW5P56sMHro6LsqZx5/z+LVjAJ+XdX1zn/+FDAraH8AImC397+AtZyfM4
L0LQFZugVcV4TDwraC6rMeVzUXvcDzBjP+JyYN1UlAsX+fe7Im5i7hNWwm6wz4o0Z2IVqmxmAipQ
r/75J/R+Bt4IQrmhFHn40wJXgAC3f8HBtIVYZJyhOnN9yT3glUge3og6bcc9ZhYPPUjHVdsZCFHo
Hl03xcNJbGRxgyu7yS6x26QCA2ObsNAiGUIe2IX1qPhF7y8boTLensW6FmIkAD4W74b7VYgkIHQD
LxFp331R+oeOAnragYtH8xyOXXS0oqaC1ciN9EnrVDx4tsfQNe9YnmBOiKxvbUYk0r3BEf4lRt0M
vHVAp/hX99j6GPwTCrJeHOBINFuCq+Sv/LGfHxMWF1lLuC6+RS3j8eGPl2rv9gV8hpYZ5A3ngugP
Qc4+Zhc2ag7O6dQv8iaus2nCZIMfkOnHBJEUDWfNs9RPHo9RQurKfFnl7OxTRMpDEP0FcP0Xys/6
yX0ASZFPXAcIPZxVP3/yhd1KFbKX2ox8kuwGKR/dmcbln2xzyr5mX4vG9657NdATqjx350tkXQi6
BfLJ+dKn77xlgdHnx7hmRYtlT/iooYKwLC4Bg0b+oSLi1tqATHT7XVdqtk8RCYvzJarYJqfIq23C
MCKl0e20JFYuhLGGxQs7CvuvIpyhcPzLtwS8PnAZqAb+ehsDTPsVz5YZFNQ+1GIIA4Z4d7dIt2U+
yXNlV0AtcsVIw24QEA4+giMsU1X/Fw+R+/NjzifgIq/Yfttb2YgkP/1ytbNJzOS8MhLP8r454Jfy
qYOXiLHIH1spLnPon2NE3C+51QzgBDK1vlmd1P0hMoEdULYi93doQZJk60rGrYfKMyj8Cs5xGugk
OWNZTbo9GQb+UehStruOfh39m1gsuEYVAbCoqZi1Hv/8DfF78ME/HwLIl7aH9CxaOZUe+HnP/fmH
E8AY7SQY3mmuumuGRTUiUS359Aw54msaYZ1scif0LpKwzL61ds1ENAxVmeyhsSTe3sT14Gwa0p1u
UZt5u3Euikd3moaZtZgjHmM9F5eBrnlskBsj7V4TytTOto1znU/oxphqM/mPgO2Uu7audcs4Uqyy
81Y9+An93F/Bo1YC2S8/MVKFwA19fnqBbOHnn1haTShJqHkfvHU16LG4oQ1q+nX8hyqh3kZMz8YD
91hzLcd0yo+iYXRMW0FnNnReNv0Fs+sXfcL6FZBHIQB/o1AgqiRc4TE/vj3krET/6z+c/1X5fk4d
NK/vCo7zc6Nb67Eo4jrcpBq83m7ygvlpxCrFMnogW3hvxBwlV6C08dkIVL8aVnPHdMlJRfxZZ7jj
9kVlBzehtyrHdFtWnyoXbFtF21XXeqyhz9gmmmgR1x0tL5r21W178UXgvHA2M6QmGvb1/7Wg/LFv
sEeL0Ml0zMddakUliu7E4hZpBngZNix8hOdkWmLPbCvqXajffYsyG9LYNlm8PMd3To41hTHhS2BY
cDfxRxp/3la8RYYXkpz4w+TvS1S38r30VIe6O3kBYj8yYxHjkxysiayLaMrZ1CbNtPcK2TUQFqrY
P9dzsaoFLBcDkARK2MczQ23R0L6hAFUhmuMqvpZ2GzhboLQSVyWsnZECTwYs/Li6MAMdzcbs92fr
b8mFvjQV//znT5Kf//2f/9/qhP6U0fR/6rSR3/5VJsQv/wegyf+NLW4AZ4kTl1Mj4L/8A9Dk/Ab2
MwwAjgZU3eHK5PuHRshCWoQKFI6du1YxvKJ4OfWNHrL/+o9VW8RYzAaYj+Bn/U/e31EJBT8XSpEd
UcNRxPHwUWzYSHh/fgYbJoJk74UH1suDfVRyiSEAs7HItTxGnkSpn4zikSgjtkXFRDbqGuRrITSM
5/fUCiD389xV37oZBOdGExj+opbMrBMU621Ac0e/ZDLzrArsBNt+KMyNP4CFvpR6APrhxyPsGwck
wI/RtxDHx4RNAemsal6YHdofVkoF9/ZWljp+LMSE6TR0IxhJhN/O436kivaOCYup+NnOLd4ci6P9
Lw1STHIPyiz5TEs7rRgHVNMMdEKbeGv3NODzXHTNPrdy/gb2vcWXkE1fuMUqKpodMjrwFACqNVmz
yp6K3STISdgKz226bdSiUmIM6QxffRppxoKMHlhfQgQoNyh/BKiaENVPem2ViorYxqUy7cwctaCr
jeUW6IfZTdaff36g/XxY80VyUFMx0L1xWGN8+6WoM6CnwGMFZ0SW4W1ph+YZkCkS+D//W369XQB5
hRAu0a2hT/MgGf98u8SyHvToOrdmBKa9sxq/q05qxZ2cIF3n+V80GnTd/Hn/PLMiB0IsxD+qPcdf
o29+jbOqq6VMklx/DwIKa2ITSvlSY8r9Bsy1J9CAqiO7wNLjdhDoEKBuib9j+jzNizL7DLrsJTpd
DBQLLclroVjd7TK+tK7/QGGKduElTWdMHq10YHuVmnRjTEKRfYyGOYkuEZkjQgj6niBPN0BXjMsk
Vt4G7ZOcNzkyHIC5E66lpJJ4smoUHgBzMmu48waneYYQs5aP4+BhifIJrEQGxeZEWt1EDOFiACOk
JneiL4nxWpRMyveq/RIunjrYEet+X+f9GoKOvvkklWfmC3j1gOkt5KXOQRSNfmfKEr7M3FsskFQE
fqOe/TE79Yh4T+gv5hZ3mLCioxBSfLBWFxeGFUO2MyXx9DgmrHyMoYj00zJBs+naqWVv3bhzgf8w
c8StCmdOGLW4JI205VJ9L7tl8TfQXXCG9bTa48732ik8xpht7kDh9PFFTt9gNqjigU4UWVl+H9Ix
rQ/kDuQRe+qwhHskON63wm/YkyZsQfB4wyJGQMMQassYMvc3rImS6iAx7LgPy+Kw8o9kFhouRwOX
w6t6cRUMFQG1NvXjRS8IksPtief+UsHRdrfIOvRz5sUobmcVUomiJ8DR4rcePb7g6b9aTCarc6EQ
xChJMvnGSmM8ggAhvOdldIGwJIr+fwt4CypLVvVhs2X2kq0/1SoCmvrODBeDFXEpGOpMjyxV0bFn
oLhylt8D/rN5Dag9Tg67KzaXRUKyX9Stm041p0ADwGRdNQNUkF3GQt9CLUxcGCqPFlQJwI+s3YY1
wbJICDq73munYJHfNbnztUzH7sMgq//IiHVZSDbg7OBpXILuAkZBdVauxUS3jPoWWko1LafBFuEV
SwjAcYtCXtkv4sYt3Lq+aHNVUG5QhV4s3eQTizEv4tmLlunJsHi7qGzMFRDPzAecS3DIXEV3F/qq
aLdM0fJmlxqvdMknr3SFQMn3+z3Z8+ouYFccbY1ECYaoYEbi5ehoRCjoioiYv8X/EXCNn6VlpeIy
amNUhq5ySjz18zxaTJtUhrG10wPBwXnKtyHdPCIZKm8IdFdubR5nhDX60ALSQZkDhodY3LSud4mt
jWKROOflYTAsQgcUP59YmATyoKbGr9YNQj3RbpPnUXuu+uKgd/oQmin+xnhBf2buaEEvEyE91sx5
+MG3WGIjnlNDMk1pIfGO5rFBagqF4b6RmVeciqUdMW1VZIcw55LTAk+AOIbd6DbRdzomeW3N0B0u
8e1En7T2wa2x0/YjWxD27K0OocluzQO1eLYUOw9pZL1go/fKpwzSwnXYLtMn6YGQkSYq0Je2Ggnu
5PbAjpc6aLc4+Iz7GKPrQb8188t4iLyV2RTn827O2/A2tUs33YEWUBAHBwZ7h2gGCVOnfvvsZSWb
lyFcBuYdFplmEIE8yAxiJF9ou0To66HejKhy7CZ+SBg1owgIc5sLNpLfuZGzb4OeS+wOh2lnwz7E
FvoRLCIokNx6LkkB0NPAMUtcBIPrAa3/wSIdYaDVdaAcSdEW/BqDUopYiaC5t/upRazQIfg/xbKy
cd6k6eI3R6+pS3e5TBjFIwHWcB0Z9iGFu+i0gyNUIkvBibHSUAFIjBCcSHQA2irnxdosvmrv3bk1
9dbjNTBi/nXz2yUUAM8wSabXEz6lcN9i6XrDeVtFJ8Z/9UcepJ6g+81m6HVWwuAvsmpiKVj3nYaa
fHA0jmVR79hzuxFRMr3X3sTzqMNd0DPxlqhiMK7JMgU/jVce0yQSlKUiVqNEnmWSfEmJyY3sr6Yf
nA+VdNG7qARXdZjT7JbpgPUyjYXLTZ5Y+WeBchiLSiA7fWHKKhYE63U+2Juor3iEIi00+ZmZ/qwB
Cfu0LTmKlqjygU9h6QVYSTDL1O2l39E+wUXv6s24JAuyAwTItFIy8F30kEGCKhIUCIuWeam/ZG1q
/VBF7L/GyzDcLkEWPjdK2T9o4QGhx1mP9zH0FhZP+ArrfCd7h2RIR9lIPtm944GMuO79NlRJ8cxa
h+1wEKcCJdo4Gpy4NrLLDbsu0e1zRiLfs6ByXTxjs6GEW5lDnWUPtwmvX2TdcqDG8skIty9F1Yiv
KUzKx4H7XW2TWZT3qnR577eE09+idJeGVQU7sI2VY/3ZZaU0r2jGBEAta8ma3QxmH81NhYtITDxd
7OYyH7xlUZd3Bn4ph84cN3iWymy4A+tAPRkjVvpReTXYEIcy6bMbdf1SjmnyHpU2Eg7AVNFLNLJ4
AR9o2cEuS6p0YHvfBO8yEz1VJKLxlYk11GjJyyn4sjA4/EaYbvpKOo7NAAQzF00m82b2p9gGIY2i
/5u2YEltdsBRTC0zjvX4UtVJ8DIo3tpYvpDtseiXZTfJy9IA82p+X5RRHox281k5kOM5xHr3ZuIp
e2va0PshQjNASuC8JdY7WLJ0BzujK3fAj8Lxqo1CicU2MJm666O4eCFYBkAmy2eciM4yy51vOt2d
wzFDxTIRzMJQAQGS3MclSmdkpsgm9lkSlfi5RSf1Bn8KWWU4ABdECyD4hst4YdrxPIN38bfMfixG
ksiUxm1qTP0oLBSDN8bqp/9m70ya40bSLftX2nqPMsDhmBbdZh2BQHAQR1GipA1MA4V5HhyOX98H
qrQuMcQiX9bbtlluMqUkCMDhw/fde2531hsrcYS7jWTec9po1o3qMTuo0+d96/aO9a2O0Zaj/hCY
xaBcsL1kY+Z2ZCVOx6LLhe52k6Ds1fJrmJveMGNLedFxftfUrQY/obNeJ8pR0QQukFdfQe/MvtG/
SOWZTkpioZsmjp13nLddQQ5MhZSYAkYyx9UtzXhFH9ZgGyGgRzhOWoPYgAgIxY9dq2EDssqEcatX
OpbvEFUYFAoWotvSHwCTSiOqapmTdtjjpvxRj9v9+DG1DnkoNTPjOTIuk2gBK10KE88/Uj2xJ/+g
ySL89T2dlW7hLsiC1hxlMBhq7zhQUMgoDKypg+up8/Pp40o+VfMhmwhiiMqhMOOHKa8cmwK4jdwq
Yisi+rMkIE4ZCXTV++IuS7eq0s7ynN69zxBFouLIUuJJKFDkHqso/QmWOurBRdrumCGb4YPux2lT
GacuaiOkMGRYWGYihytoKGn9rib4XF0NXueNVCIorXj5Ll04+J7HEibozdRJBFaV5djqrm3nWLwX
Q+u7V+i3SrHXeCI/BsbKnGYVMQ35Qldsb3y1VnsrzqX9qNJF/xysfiDboOhniAYZjdezOrHVp8Fq
Kao4uEcvO1fD0xgKun47y+5ZDWt/MB4M9tYLdCMTeixoXDx7rjOK5F3uesOmhdCruW+CQh0rS9jI
Tn0lPiGmAneGwlFaZx25E+sBA5vTngco68WFpTogFV2a9c0BJhuFIITiLnPU6BHluEpNRxspUDPd
dGOJ52CE+1MccEi2EC0rQ7YXuV0l0PqCNvnZ0JsBk+jXAdL+eujvTTCY65kenEocJO5FWrZWOd4u
dMnIe7rM5yqRLN0eFky27BnHBGQLHLBR/NkhnOjyXlnO9F3kgf1j5dybfDLI4vpUtn1yB9k2LnZJ
A51o59oDrp51XtQPYUJQvI1RilK8FakH/7Om5MmtN9MBLSerN8zb4alnSCDhQAF45vfrVpjqfYfD
BB5UTt4+pozzOfUm7PD2+BFCBVtcvXZ1titnwA67JhvUnd80FKHl4primA42iTgGp10QBGbt3Fi5
V/ghku/kwaRM/JmIjt7dBawQJHshECqRVdPlOYDjW7+tHsSEHdjmsgPHEFNHmM0lk1BYcv97F8OT
j91sicO8XZHquT18VIRBtsmilFe4ECkronj9+9Wyf2uZe1Ywe9WC96zSNvzvX5W35KkJv45fn/3L
oYZGqe+mp17fPw2ghn9V5f76m//VP/wfT79+yoNun/7X//zeTHze/LQka56Z5ajn/ntr3f8pv32t
s2dVM/7+X1Uz6x+cR2yLGpe0PdPaTHp/Vc2CfwjKnzQjthRBsDGUOf6qmknxD5KGKbIJmlrY8bau
5F9FMzv4B30UahcmXlXPwmD3d2pmz2sglK19fnxAPUL+k6x/0jlgtWPTRINpH+fpfIfOjMHkzblx
aMp2eSvJRJy0MrlcQB8GaBT4WB4FxfLnJRcAtHBmdEGKYd/IT9iGs2+m16Vo7IapufINOaHBZsvV
75pKqG+cjRniJXjEa51r1z6r6hIsZDY5+c3CEaY8JHgdgjCY2vxOTgRHh+noZiaCxaC6HORIh5KO
pTpn90LEHtjwYtNZmf6nIoaTziYydpbd7Ipe75PYwjvkibzi0+0Bk9LUtO8KF+JKoKqZ36XLwacX
mUe81ljKOTSkn31CBZCcg/cz0Bo4UxDsB7nJTMgpaGER9DXu9rEgPjCw8VtwHvTSjwN7ckSn1LAh
l9cViBrHYSO0X43RRkDietTp2WLM1xD6mkeE0tUl+MH8Pqm9nsOZTVkEvXzdUuBhuxJTNZDCQAXY
dbfzDOb2YOHUnZ+YSzr3wOl0/JI0gXOTYh+3I730zid/oBiwm/EwMLuUWIqxcNfdR9o5TG3YymfE
0EWi78gTqauwhjDXUCo0us9QkuPHLFhKfPYO2lAUgibmywT1smbfq9QXaWYDtvDU8h+x60B71MtY
fasq+OoR7HJoEFM3DMl+oPNEDHQSWHeKTEX7TI7OAPmBmuddzsnV2HVqAtuL6Nk3OM3J2TyqxSWZ
uCYC6ZJRS+KJ3+vgAfgWK3VT+Q7nVNINiRsyPPdLihtAELQs5FejGgyxL9fcTg4uh8M+qrFr3Go1
zt/yHkrkbuIkMDFBT4uzr+Qwd1CMfPFB4pnGjLQufjR33Zoex0Qh5G+U0h9GjgAbSlmSUORKdwYM
mZYrBIwKF3ecNk4ISd+LyNawlqM9yv4pa82mhkEyqrAQyivf+T2IVyoFvvsjyQ1WZl1q86FOxJBB
uiLs76DbeTDPLLNHxGyVCNmkcgp3J3CX5/TT8Wew4fbUl4ReNuUngNID9PUeBWDSeZSB5KSFs4ul
gmJS6QEXuStLnaKjEsY3ny0ApioDCtU26sjPHMaMM4SZAh0JC18PNu3Psm040Rnde5ttHeScnv1s
ZNmLLA+iYPMKuYRN5o4C0vLNVwHstw6wIrsBR/TFYV7tDjCdkQ3A0VoU4LvJKgb8m4GrfgZTDqEB
uBBfM7/GA/to1Z25WToQvEG7H1epgYFrj7wvMGA3l6MViUBND8PY24Q7ZR07ENv2iyvPaRCTFnis
rqulRt2GPK77sdrI6dhEWZNL2lrQ6APimJFetw9QnZIFNB4y4covCqdTQ3kBKmIYZxk2Dglt9UnZ
TjVe5a1G/L+0/dAc8SxlzgWbteSB7MhWHcRS9zVhqd34vUxXYo6nuTLtq1EPBXwKcg4UpdCUDEd7
WFcOrW7pflk3bWJo5724GV1Pf/SygdiDcq7vE848FAH7Et9FUDrWYe18nClOYYNu/P8L9ajPf9Br
3cRm/36pPu+/PlvXf/31f67Urv0PzgMs1hRU6Cj7zv/rb0k6XwS7mybdCBPRhscy+ddKzXJME4EF
VBAFt/3vSM3+WqmFw8pPeG8gJe2o7X/7Oyv11rz6V/fAwwHnsCdE5SJcWluoGJ4vncSFe1R6hYCg
yUC9wCCaXaY50aRniz/bwRen4QR8JrCvIGT87Qnd/vMiv6v5TjYJvy4Nd0FayI/I2PyVsPhbbxtk
ZpZRAzMPVPHz0ADL9KDwSTDY4fG9ca3T22Q3hD7Epanv0jJEsfH8NudqsMh2dXWYKrh+w2D/yFRP
RFWZuI8Wca5kkOXqDRHRi9e0uBZHP0F24MmjdYxiWZrKw7mNL4jKz9I9GWOaPBptgc2na+9dui1v
XHP7mb+/zu0+hWdZ7LukLVGgPb9POv6eOchA449KMDzGY27fFJrIaQRyS/mes2Fz9/pbfOmK2Mpp
QAkiCy1xIplQMHR7wjh16Ciok5wDkHR4q4hMJE4fTQPkxt++Hg1fn3wvNrCB751cbyjzwV+tTsMM
SS5TCG9UzNPr3gW6ZJtCvdHMe+EdIr+wiHeiLO/QhH7+PPshGLJsETok6wMS1KJvMGxeZdVkEKhF
Oo+fvn/99rat6skLZJ8WkMnHBpqb3BQqv30UFMATn5aODjPhfhjmPLhwVv2WsueliyCgFRwFAGzQ
3H5+EUE2snSHXoPssmrM0arR024Fr37++s38+fQ8xoQHNcGk/STNk5vpCgrdrm1pGiD9Oh7BZMzZ
je02IokmdjHBgSy4FP5aPlSL88+liNMeB7EXZpfTazOtbscB5Ee2cGw4Hyf3WOWATtOeDPdZYwEj
CuCDlRIgHMPe2yVZvV6AOobC+vodnz7Z7ao0YZmb0eDx+k7GC2ik2IM1DvRg2Vzu0kXwSBncSt5K
y/3jQsxkzN2ecK0tv/E0SxGDB25rzyHMciuuQX6v7/CSdjd/83a2+RJPsk//YRM+n0xhnm+ocgP3
hxCr9JcCt6gfQnrAmfD6df54WShkBTmrSFJ91qTTz2zucCiTBr+GzuQWPzbF3cF0rOrGdKvpsmYl
wWuUjMkbL+vXCvP7x8b5eVMOIuRmWTZJf3w+RnwE2QkyVIxs4thSavILeuTLkXbM2UCghcpJXW2n
o2m/NUz+uF+JacR1HLSLAZry7fD++1fO/nkwjGLAIYOK9p0qbDzoPmD+1q9nSUxQg5qK09Z4+/pj
Pl1xsX1zVrZIW0Q9TWfs5LIeFWMlmO3I1EKxepC9vcYThFlN7GhZN0b2hhj1j0HK9fAKIF4jz5Ya
xclqVDVYaLrYMMOk76wQRVVzFgdFHr1+V6crkOeg1iNg0Wc3RCXgVNKOI59v2i/9sM00yNfM07cw
RdajYRrLpnBY31jx/niKXM9m3GzFBjZN/sk3bkA4UwvUu5CQ0OGw9gGpBB56bgI3YAZlbwzSP54h
V2OPhypx26jhe3g+VCa5wDq0QeIOnlmcQ3OL0Zou/RtB0i/dk4uGlq9w8xq6bDd/H5BtlqeOsdI8
9uLW+16bTfNd5oQJ0KoyjPD19/Xytexg++YAPYmTUTgu3tKSM+eFsxmXh04N2RWyneyCoql+Y8C/
+PAEk79kL8Rm+uS2Eq9Yc3fl4Ykkby8JFhn2q1cNf3eW3F4RHxWlNnblnOCfPzxAw5wec0qslTc3
DyQt5RdVktdvvKKXhvnvVzm5F5eO02BT/gXnIAyCf3hYaBnTkHaUHdJxLz+8/pqs7Qc+mx1/3RYS
crEdNJzTYMLeAP7G/OWFvTuqD+S2Zu9Vgoe+yHQRWTmqNP5UYPodzIseaArhWlCHVzEpogidyEzm
4o2M0z+mze03Yh/GGX0bOhsz7PdRmhat5+mKkeNRD4kMy+rfVY0FW1TVgB5NxD6qFx9ffwzb1/zH
U0DItZ24UNWLbTT/tiFDZ7c2S2V5SG0x0ZsK/hfIrepYepPxMbGb+wRb29VYLt7Z6xd+8TNxCKAU
ggBZFoznFyZlRmPWdjxiZWYQKy3tkmyiXVhmpvfGqWGbh/+8x39d6mSe9lFgZ2rlHqeUZMaUtBgx
odRLa6JgLbs68+GLvIfJIaIGTfQbL/XFb9Txhct5lxqpd3LxBq/ggkmXYZar7KjwGGMkDer/ZNL5
11VOld1blGCqEDvA2Z2XSzltYrQAhIHTyn7/+ot78Ya2KZsZgYL6abI25CijY+fEixPBlvboNV9A
i7x1UHhxXLoO5wSO7R54vefDgxSHxEkotSG8dOuLwF69izlWyeMSePIrmaD1Bed5shw6oI6v39/L
V/YxvlK+2wbo8yvTVDNVJbhyqQoL9kRH0Be58EZETlJ6sXSyD103WyMIvsX31y/90qNly8smkU8i
cE7f4pqZLXzemUvbmfd+rWVzkYkleWPme+nL+/0qJ4+WwpwyqawRvt5aeRQj4SQUfOijbAmm6//e
DZ0sHWMFQgNdPUmN3jycE8ETR8NI5fj1q7y0dHhUIKhEBC55Rtuf/zaH4cgBFiK4Id3VRN8IKv1D
wI7M8uaN5oSd8o0h8uIT/O2CJ0u8afcm+ZVbKJtblt9ruMagbdAUD2qy/4OvjfIVubmIvdlNnLys
zk/khDkYCn7f29+9ftbnvVrGN5b4l26IagpqapNVXp7a+bpBEkDt8E0XEg89x934UrRBFTW8vcPr
L+vFS22KXvnLOnjquulTE0Bqk/shluV2R2e7+eFNTnU2xel49/qlXvqcECqjHJbsZf8YF6XM155D
gQczdeOVtFjtK8Mp3hgML18FwbUJgtlmE/t89PlBgbWoT/zQheRDjd9v32lCtM7/k3v511VOZiVd
DJxjDN4Q+UPM8slsHDK7qf6jq2BFoJwoORJvL++3L6mLfTNbZua+plvhkmv4shbgyjeGwEtPDOGN
6/iUDm0Oxc+vUszxKteKe+GkDE9FJBVzO8KP15/YCwONoiurLjFqjos8/PlVBvjlE5wuKwxwFCEY
XaxpOSAOgwMXoxV+4zv982pbEcjksItykzPGyZSwOhJBdexY1ESEmUWEPLsdu0hlGvgDnaF+Y0vz
5yPETUIV3uSDdfCPnAwH8kx8vEqpCMFKWuTYAQieEt9+Y2J94abAMGzbUWT4WwH95BH6kwAoZooQ
uxN6985rbQIs+01f1flFUfztcQH91qZOQTENudFpsX6uOrYUhbDCBpz9Dwpc4C0J3aTR+vrI+PV7
P98Quja7Cri8wpfUsU72nsTBWLolIR1rvYbpSXyqS2q95RmmBkuoRzRi/iDt4lFqrHRHc7bRE8+V
6KtdLmLOEpwF+JN7it4ig1NX+kRVkZMWwLpDIbfnz6y6imLTS8UhHuYVnuwMKen4+n38+XpABvim
x0aBhe+Ps3PS50Uz9jbnhYlvFhyIMwPXsWWXRQuR6fevX+10lf3lvN0soUynks/3ZITzxlbOPU5M
vjS1q50C/fkZ2msDZhP7LJg4f4nzN97U6R1yTVzKtoMFCooxtpbnAxBQUNaUtUSrMKyBf9kqHJ2U
kkhtCYupJhDr9Vs8/ap8yqkYtGycUPiqgtOTrhNkC7BIBeGuT9H6rKYrP/fuLN6Ymf58kv6ma9kG
X0BZzjpZMaB2kAg0pnFolB6kAbdsvSddbQhUJ26/OMVkqfDv3thGqeYf1nhqEqemHSrBqDdXEfMh
q/6sHer8vFUo6l+/yvb58EJ+/7I4zvHjpQUVm3qnbZ9sxYZeDTVdoOagRFkXX0sCurszz2fzcp+J
dVBR0pH21ex0PH0i3kKF6SSKm7Kv/JtktpeJGHlskzsPTw6xOABn3nd5EX9dq8rI0KXD52c2bD6h
s7gMEouufyPPLNJvYdnlMSB0VQXxtVWxM3fdSt2y0UVuMVJ5+ZiuHS6GbMWi65vDvSECdM/Qr/vk
EpVf216iEUDByN4qJdVtoVEHZkFfox7BpYM8pnpwxkkd7RixmFky/cGdyp3HGZLdsYw7fY3u/KkV
Rob3f1qJ54tT60eVI3tW1pB/sXQwXLaDV94qA6zbzmj69AGZRhURqwUJZuNw9z5wDOkQALPURDNO
CD/eL+DGcBXACAWNk9cWwElccQtKeZlnoU78pD0mhXKTg7lWPrK6FTbarkRqTblOrmeuqvzLbjQq
8lZtkudTA31H54zrdUU4+cFzJpLs5qGFG4vqErMSSM0rFABNBHcR3Q8ynGol+Qcf8EEOpEZkBkGO
Gu0JxLAtitaDq/Mxl1RECiFwnDibPhJq6BQZaWo/STELFCuGAWUvnQjQ7Zu2CedEjGd5yn7349gC
jNjjl96eFFhd7zrNFZFajjLQclYonslphYJIcFGWOt6jbZfQ7hpYyR9VI71PeAuxdTSGRWh2i6Hr
K9HPHS9vqJOfSB/qy4FXPD0YUPgAhva4ouEgN0BABbk5hE+TxJFOrXqqVi+1bkE8DSTd9sK98bQV
xBf82IHi5PortHdxRRvRv6I9RgBFaV119iTmgy7xZ8VJKftDV46IHW1ivXaiAn53iYkgny+sJp3b
m45Jxzl6lZOZP2awKC3c5857LOwUMpkYiWKe/KR6FEt+b6WATTW2uk9CCw+nlaG8aVc1G+8sGVdJ
9AnJV99XayxudTuBBZzK1NoLKymucBiSV0TKgAQjXKIE7AcTIeWKC1iFFD1xLiOvJG0WURD25P2Y
aZ2cidxVzpDscrdzmpkcVgufU1dI3Z7Ldk2rqM6C8jpp1oLcbkzNarM5t9fjwMX2ym0wOHWNn6Ex
dgUekoZ1VyMDyQqbVDaOMdRaliQulg/2hPX6aKsWTHNe+r67ryowX/cskFMeCeIvnYMXwNK7d521
4stWYCwIi0iwjjQ3AUlD1XUyDrga9jwOMe4X6HpTuBKL4eDNAesFobwfPnbK73ysEaDRv9SEWNpb
RGnhRSjzDeNiSye6Qa4dEEXNvDRA40y0mdLyBOhOBEZGz2T2hnUGegeFidCnceYHC4JGI5hWuXdw
/UQbIbZ1mExZ0cE7zVAmRhhaSZZEmJo3UY3l89af+ZKidCE/mKRCH3uSO9f0mbAUkI3TJe6PCiwq
8ZM4hYm5YxqzoiodF1q/ndpwcImGimfjaSLswzSEfyCAfP1IMAduF8PG8X0ACAa+RJVLeoOTlcB7
4gPbr+CtxY2zxMB+J7MzdNhYA0rp3qMtn1prZoe+UsU52jfPuCC7K/mR9Kx+KJjF6hPhlkNIbxjW
QLjqnMROjBvrN9LcTfTOtT9/nldReEeZWzRZjGZIvrpDqmRYNaAwKeKjc9gh/sv5fa0ifXR7ozMx
TiplHGjxG1mkbUlIkwNWaw+z0pa7cWncCq+h2ZENbHf6Uo/rXO/7hC4VaVh2MR9ac7CBeiY2ER9I
WX2cubDKc+/cU5Zyr1jbqdEyBirrwmwsv4jMKvPeYQ3TwR498KQOU4A1N5RyEY9p0gXZkTifZT0s
LhBXUmVnsNaIJYhT9ttiieY0cd8RuMySNTst/H/bX6xb0bU620PNHFJm2dT7iTwruGbrZAMbQmf5
2XU3+Jk99uTLtIQP5WeyHeZmT9I2SaxNLq2nVmXzepCV037G/+dyU0pjZZL4Ar1o8azxEaGnD4oy
W4v2bGTpuCvajDBx2axTsO/XcstFib0g3o+c2wglkM0P0nw94k8spWAUdyNStKRDVHm0Gk04DsxC
9zuDjDBan3XYOkCX5w5atPQ90T35IOEayJKAtZnc7bTJcydKO2Ku950CYQolnjnIdzUpJFPp9WMk
oZDlYZ0suA3ayoNZRIMIPpspSCXY+TJnPzowGr7Y/EQwoUtckgQJ5xM3ZT8Yn81e2lDUM6rAc1XZ
n3JJ0C1PdCiKo0WD+WzAgWfvrI6YWcTxyguQw4ngneWANwszovGeOkMuRKqASPcg76BF32ObHIeo
oNCBkNHNphsfRxP63Ib07QOVu4FEM00szB425uJjXscfHA6GLj5AkSnNkLCLomBVRiUaOcDWvq0x
k/W1K9LpQ7wW2RQFRYpk08PBUYwlOnyZtYyPsU6qJ2Nibty345gGd42rkNj7mNKTHSBmXPVIMzen
07CkPtyQlPVtNjpeYEC2J5Gnc+EZx0bH1Xyw67wjvrxZsyaaeNgOIGvNLSorQcGZL6W57nq6298d
f7Hty86DQbODIdLKXY1zM7hITZ3KfaFKv9nziYHLKBdj8lGoMs/uy9lO0Tx6iZ2HorCa63SOsXAW
VBgCthBZQvgfgi+gi7oxo6ZvKmvvBeCxPpENlznnc1sAJtODcsTXGMwJojtwOcV1U6807GHYp60+
ZPWsMLZimenu1g6433SwB1JwvnkiywgJWgyXyAXD20ADMAPndfjAmbJcm2vljZNRRITCrwnQ0i6R
eX03qJVkumh2xj62DvHSY3jf9YbVU3kpROkgFOT54T0w27Vz0Zu6hjuAvVuXOfuRlakoPnlWTQQZ
oY2OYipiwyb50vqmjqCbaR2VSKjj0BkLfHGka4ztTSzK/MLmF3C3KR53dYwa9In5egQ42/XttG9T
RJO7paIMhVuua0jbzFT6NORJvEWGLt17E8qJHUlndY5YS0ziNmhwbuQl/kvIByyuKto6LKozLxSj
DEvCnpzxxLvqJX6MSFdJ/1nysw1yP1vjaHfjrI5GhfoSDBGb0l01ASc4xLAF78p8lO7logrj02yx
SkYy8awmxIO7qoPCymQFUQdFoaeflIzvG7vKpwOiMSKkIX5Oc4TeN7kwk86qz6emXdYPfQ/nN2TN
aLHqNgYY0RYA5dcZLSAq0WJk9VuDeQ2iAkK+vVcT1dG9WrX/fgGp08H8yZ0Wn+ZSxFGypMQ72+Tu
ks8FPyE/ENAQ3CfkmV+L1s2dy837dYlqxl2AIOfpZw1k4HOe1036kLd10R0l8R03KSkr3EGXjRe9
JkUJfqdvy4MRlFAkK5pdn71yEUTsUq9Iot7aNOq4/WUdmbL3b2s9lD8trObevhqGydzN3ro5Umyh
RIj/arkv8Yt/Y0YUD9BLCUVzQP4lx9XOIROiunBpuK6u2mN6Sn9uKgt5rAox/dDGQIgwwYiUN+MW
773OxxZwM/6anwFkebDRXo+/pS/G+XaRgON3TmPFT7lwR84urcvWvSNU52kBQKwOTdr178x51TU+
RcHKjFV84AwXW/1FXadsC+fBJhGyZEWA4ki9KLSt3M4Jm7RbeSAet0NinBXzJ3xIj/FK8rJZJl8d
ZfcHcJLcuHRHwuKlnn5CwC12xEDzk+NyvrG8JbuByvqjHYMspNiUX5GCxQ1kQ49FjoWnGW5TvvWH
FjDsT3KDxHSeulMd+vjNIrdCiM185Fv1nqVwOGrq/xFNFSPKiwQjq92BEpjIFXjMDfl+4SCEk2xk
d7RrkXJ6O10X8jjPXR3muONCs886f5e6Qm91LtcM2Y9zlsEgFFppHt9Xygfd3OSd9c6PjfM1hw6p
MFs/SDNZ3q1F3+57ciGvfGxKkdBwkuFtxpcBe4T94NWL3k2mMh7arDY+V7Ko36t2MqIMSPNDL9R8
N/sV0vE4yL4A9qcKBJpKAZnIOb1ur60P29VfL1L290fcYilpfbn3mPiDeo89l5hKsc7X0qkINcLb
zWEFd6frVA/rUp9ZU4sR2B/Xd2J2iWHu+bLhlOp1j19z2rP1mQhczuVj1pXZmdVU+aeVFeRgjEWw
x3lZEz2z+FcwDwlM5ECFIN2IuS1I4+8Hj/Uw7SZ5oXQ2nqdUsAmJMN+Na3np1fII9pVkUhlvYSqy
YSmk1BeQbb8rFDETKBfEo8kRG3TsUhwbiFifV+m6VADL/GNdFwumgcSEp5auc9Qv/iXmw/qDNiBJ
zWYB7l+7/WUsgwuDbsxPDd3yHHr7p6CS6bVtGsACpDns26zEX1s6xmNq2t07EFj1Ayyd8V4bo3aj
Le6HE6sS5hkifFIeGYoY0e3ILrzPM8fN3arNc9pMzWM/UdZdCVE+CKAMOz2TBM4hNNO0Xc3gc9ZB
eo3kEoNoGEiJk1gbz9Ykx+irmuwcwZ57WQ7V+tP3DfusAA+4U4XIwoBj9KrML25LbEEZFPGZSEbj
Ms/S7CyDd0Dkg5GBjVyS2wY7xi0xAEQ9ZS4e33kqrjAZGOfUJZYz7bXMZbN+mlBqRBWhBeR2u9Mn
6lHVoZ2w18Wk7XyP4cBekP1gvQPW9bVm78XJArYOeY8yHGadXaoKXxX+j+YB2a+4qA2cDh3hwcQU
w39Rsw/uVbagvHK2lOU+lkYJoYqqU5RzqIeskcfnSLHu1qAPLuWM7HUvXTLu1rVmANeFEocUWkeI
Odi7wANkXACQuphLFZ9LAowup8L5KGE+3oLAxSU5yPYSm63JeFyX5hFshXftuQLrjesRWiFZGzDQ
33pF/HOUw+PEPXzl+NH0e6Ltmy8LnMZyJzFWHJwiH96LtSJhec36M7wxt2U92Xw3TKo73cU5amPX
vkWOwbZLjuozUTJEwmOnjZYpzrDT2JxEWJdsIjGqFiX0joM+piW4HfEny8ZFxSGKOtleT0M774UY
3QA7sbWelW3Hkg30ExtGA9qlP/bmQFAW+7fpnrhcN+Qwat3PSWMuB359h0SQmqpCuKUt6J0keBGY
FrWH+0U57Fp9jEKXbkPhdtcqaX9qMaqvIEZc8Q1FdhWlMhjiqJCNR27m5ObX2HpqeGZUKmKMF4lK
wo63RYQJUwS8grIbwSWp1v9uMcWSa5q4zlEHkyiP5UwCx84rAPmGEMdBvKcT1NZdJmtKsiql2pMG
Btk3GWOIYAqDaOwIkAmFYgf2B1HX5UbzyAhLsM5BgSu8xQ4PDxb4YrASp1tCeWGmcxO6bendgi12
/X23gmfaFb5N9hm+aoDpuRvDATES+xGWAvAXehNuxiEQAPrONx11BS2I+KLcqoIffWMM39xxHG+B
zULViA2ZJOHMrP29huoIOBkfmx2NfdAxMNHaJeDpPDEcMreRH+rWYGpDU0loKpASAuAy9pbt1UQZ
RRMHqYo2mjkSBeGgyy4/5KR1vwfDlGHdQo9B6pIsAKb49O2Iyda5pBPZezbesJGIjSQboUcQ+Y3n
zrES37kbtYyvxsHKMYfTdMIpTgTpdeC0lsGcnhClULhd+8EbidckuXeIH3EvL6y3vc6SkMCZ8efU
F8RsNtXcfm2KmYzcRZhoh3uy0rwrw94Ozdob/ZU40LhBTSwLFhpRa7aUE1v/KdRx131uZ597qDRV
0wACE7lJZsHTEwlhsARmCuj1YmnxIXeQVK7muvTv124O+qjKoclS3en1EnoLZ3EQLplhnncze2wE
B72KcvzbJQxC4PCRNc1MkVmNrD9E7LEBfmqfwFdREs1wbMzBOMMG+Bmzj0gPTpnkZCxRhh3RI5d6
s+z183o2gTwYDyXz9ke3s+OnBCY4F3C7+h7uBEl6gk1dHnKItQQ1n9L/0dKanEkyHTd7e5LG9008
Q0o0hFgJ9ET7WR2MzI5XzIR18qGcYyrZDMCcY5+fuCS12WaDAZ1CcbdTSQHyW46y5+sU2iZ4LQ7m
q7UhrYSK6kABqfWBiRLDUCOlFBSQ/P3Qmj6nx8qbxEPjG1PyM8+LYjwAhhTDOUmswVWtk3Z6b64N
uTQE7+bbMaRDDXuoJQ8Dbp8JTaStG7jWAXArXGn27AB5XVu32S91AATJJrL30uO08iOngaP23krA
w+adrE3C2Ika64jx/motARimLkv1jVg0E+DkmlumA0Cd7hBLZ7yeUg/SRmqXBiMyrawHmCOJdxwn
Tco6kj5J7k+LQncvkxjQ7gztXsEKt3jxYZeqdgRlEksyG9qxXeSHEX1acdd3Q002O8Iel3BbURIx
pL2SLrBvq/hnp0sOP0DimgzqVWu6uwRYXLkVtCf9wQfnUB5q5jrqtUBVOefQub5tptJkY9yVWBu7
QKguhHMh1QE/WxlfddohEJmyqIPcJnaD4Vi3xYB4HSm9QJnVDmoC/6FWfJA6n4Lm1huZR3dydlbi
I9aqaG91YfXWlalrEoeCeWw4lVT9ZFIbt4vp6CK+5iiqgLfsiOWovPNlDuoWUQU7hUdNeXAOJ8Xu
MHKwM871LsY0ZH5cciN1nGhZaAhcBtrLlwsKmfN4OwyIcQ9M+WJ+7ww+56rDJGyDN1lVWe4eG9iN
3UNeOrJi5BhK3cXaNpOffWNWxkWKKKy98BcHbR8TS9e/V8EsUKa1eRp8I6qPKNx9jbcFnpKVSfKx
HTpD9fnALhf3a225LUQFHP8EWVLzI38+aNPZavZmRRcJr247qcbcj5CFoGlVNKx/joNciCbgpLbn
OLZQpgP+75byYm5LiLKUZ8bgQ2nT8GImq4zVaPd18H+5e5PluJE0yvpdet0ow+QAfNEbxBzBmRIp
aQMjJQrz7IADePo+UOZvJTGzUlZ/b9raaqVKZQaJABzu37333MijgJizoMGoHJpL732UU+5Mt0tP
vdNDWkBL3lppSqH3cXCTOUYbdh3OATOJYUjtHKTLT8zPCwq0ErcHq9JaWcBeOzMWkd94gHYZTSFX
OsvBgoacH2ubadEmNlqDI6TQowSJIOfJY59Hd59De3TfwyHzK5G1hyap/Xln+p3hn3UUGXStOLND
CdyWLWBcPpXtpIeD304ju22DVzmdU3aaGFS+J7Q/fsR4nCX0LmelojOGTGytD30kanlXZmqeL1Et
0/jiccgnwDyMbr51UArSbduMXQbSh5kNveFFp5oH1KnI3osqF+NN4cF7ckLKrJvgnEcYapdw6Kug
um1U7bcvlYXY9TgXZlsKXncTIIM/ZOH/Cr75/yZOYOVU/+eQ4p6Q4te3nyGc69//I6Uo/4WpYAUj
kjmUuCZ+quoV/7LA/9pQDdG0SZo4eCn+jCkKKASANnFFCW5AwAEotX/GFF3rXw6eYW/dbpI48DGd
/X8Yhbs/BFEIDP8xzfOrIoztFwP36oG34R/yp/ee+7wV7N6bygw9gFf5cbKy5QlJTZ6rruyv8nww
zd8o63/5xPVRXOMhAEjJ9Lz3q7AMNaqv+zEsyOJuHJQ1MFpaw8avp65r9oJKot/Ysaxf5XV+L8IS
KPootMQipfC50D+7i+qWFjfYJNTTeSzOISch4Lck9TMnXLDvkWtvkFV8JvG7Ii3iT4NbGyD0Yvf7
5HTFq25sRugxoLxnqRwd7H+6Wf78Tn7Oa67+hX9L1+tPx4BE/hGFw3EavHPaOfXgRSrG4JLX89LD
F+/JU4LF8m6FRXYkXKiDx/tAluw34vw7JzqfjMWGewjJkTttpf//el3SwfOzpKPGkaZOg8pckK0H
pqZEnxswXuYprc2hD1Gkutshbjrr0qYrWadgTbVQR1qiPXM7pMWDYB73uxir9asH48dPB+gCO5jL
Q8LT8c6t4E5AGtH3gPRAH0a4Zvx117l0ENYd1jC2PigsR6PD1bAV7C69g+0n9ff6R88Cr5L+y4BX
8r4cqty4TqhZM7azZ2DI+udvD3vG6kb69xeIM8UjSIzIsvI9SBy/j5KUbIwlbuE8zEQkTulaCMtv
k13Wgrujb3bfahrqdjhOuqeEEp/Xtsp4ZdEOoJh0VcXVnMUoNypxqWyrxv7emCikhT3LYHwI2OGx
VY7FJ+dHe22TJuzd+1FYL0OHYwhC41ggiHO+PFB5Dyl8Cgy13OlZFtO9K1MLGYH91LGx4TkzQx06
2GIL/EWok7J2nPsMciDyUoccVSH0BthBeFuhc4OW6iYGs5a1ZHeJpykai33ouGEUM0bA2+izJwlH
UvHqEbNCw3GTgdCrb6ylL8zNjP7EFkTtx1mU1YFKhizfRGo9uknLbyD8USAKyULV3akbmt6+nccq
mk+L53OUMWtlkJLpBC2xHp0fHaKbnl5iHzobapnkYfAS6JZXM83hK/MTUxgLDv/FhfJxxelkhLQV
NaWNCj0DH1S5oLzEJxTjLr7bXVfoMWDfzGkdnE6FjRWAYYHe0J8N9gCBiEupwHxR1EbVJFXOi039
GkFLqgrmtb+DUzClN9Je+IuxKIcNnQ0d3CodQ8KMANbv1VIlxYeRZs0LEznHYKqTZPMtg2oB7a5u
iyfMRyT/ZCyDb2ACYYxyfmd8gGFw2pRy8V/NueuL0G8yJrbo0NOd5yLQHhe8YBdjVBPmCiOxQZeA
4It4agPzK5gKZKRMSjpMY2oFPKCMMRXA4zqoFgjAfS0XDv5ajbtpjoeTuxgx96A9mBsOoYi4UTYk
91AYg28p7AxmCxz8kBwrL+xLy7onD6S6c5TlWoVWBn70w+COdRx2dDxLFGRmHAwU2jsRg1sIW1tV
z9RAUlgXOYn32Iimnk5gEwM8bWUMYil3U04IU4zpw+pkynGmG2vqi9mfGLmyzlCXXtjolBOkkDp/
WZRr2F8bL+r2vZln3+ZMiDY0KIBCWHKYve7EwDElLavhMi/ehcPG8g3+MqLwoPqDk9rjV1Hb2bXZ
ZeYHDnzlsnEk511ghJM64lNyblQkylPsDf2z6NB1HZA7QNStckvHbcIQT9V7gRiiwKXYM198EO/i
PmlLJhxYGJDpOIVUwuXedRsoGOz4GJH163S+0r31dYkBOIYqjexnq0oYnFp5pZ1NTfHusRPYR8OI
98Semog3T8UZUDBXfqfSQ1C5wL8PtaYvYKA3pmOFDnSMs9VNxmbOyZm5ldPsBFS7x8wFIRm2qsqe
89rMt3TNjvFOt7bPMsPXbYfNDGpyZ8ZShMgRrF+Lnik+nwfxCKNLvKbTXN12E9AQr20ZTtC/fkL6
qK/q2oP40piivsANWfWm1nPGTQ1EVmFzqLC6FoPb7Ge68t7qQHbXrY/UPVhNg/eDrqWzdueESVU9
5N8pG4TzGTkMnObEoPo213SRTQxI5GHyAbP0abc8mGjQG3bx7iUnWrqZst5IrqnoGyjCpjOe+rXC
GsNBUU7b22a3Q+Xu5aYyeXOZ5nKbS8PnraaU/tQ4PjdrxGDw2u45ePVDG98FHE0PnLdXfmik+h1i
n33POFRtuTIYOHoY3PSziqdWNlTLpXPKEYHd/LKXnT1SqGjb6KVtFhyzhHTcZtBuep6Hdj6YbSHU
VY1J5+RgcTpkSW1TZIn1aZMwYnzkzV+8BoCLrzOLoqqS2tToHgwQqGRi+syXWlpDHsCUyO5oLMNw
PzsePDczjbyLGGWQX0ZVJbtxnpY7WARZKEwNZo1JLGtZwiiYu3j54sS9O4RV7Xp7Ynvr2wcDW3AP
d7o07kvu9OaUEhGSR17IRnQaeRTKrUYv3rfcsTzbuXvT+3ZOCZOnd6NtkkXzEmDseTZsjV70Zwbp
dwBUTjAGPmBGta9wqs57baiDnduH1re+lsXy0JjyDQjeg1VL2D726xzHt92i9+6S3qWGck+io1PR
dTpcaUW/qnVDzJqaWI+ME66VhcO5T6kRmAp9nkpOidBW6HD0K8atkcZYwNP8MdKSqmOY5XtahLPj
OPd4sQPbOfGmI3wSp9lb1FjJzjXi9sA96O9yT6vX0W2ny8hH+Lx9ag/1jOtITKd9qrMuMreQOo7J
vEz93uwCDwXNUVV67sQ8zJuukM1loCM8D2EcI/rUcHfRhYeXjOpUa6rM9JrOFiJ8lkGdsQ8lA1Yn
FzSKXwzY8sMmiALjscEdtWd9TuITp3mHrZZTFuKIbdwMrnWQi2AH1K//UJssqsywLK5wTvHlAljq
oeI8u3VBWWow0TEjQGlF8bmsYPn0kxJXYxste1+lU39gq6E3spsEomiqp5ucSLYGPgq++MqZm4kS
dKyJG+yqoGrpI2/7HSb08Wih+97gWWb7jomm8fGzlYwM5smfzdBUy/KQRVxzlkFs1hs3KcXnlrpL
ubPLhKboluKRMFsBYdgcTO8jz2x7lc0mAO7KCDAXdmPlbbO5bO4WFqB95hhztRuppv1GTJ0O4Cjw
IROSWtk6zSzcFUkNP5+9vWSAWva4th1SnIdAG+493oNoU2Qy/95YsfGxHZp02OVFyjgjiWMmScw5
N7nv95QZ5/ZHYEzBp8SmtfDc1pK5d0aHQH0iIxzx5hhnfUjMuj26tONtJ8yXtLi23S0NiVXC+CAr
bgNDTp8pnm4e3Ex057k0g3vMJdU1JvdnhLT+jEPMvqZKLX6yZ12CaaKb94vgGHiRpAiOCPfW9wxh
9WM8oKt0dTR85cqKz8qKzAtfHHcMvx7UoxLIttqkWA+ePeQa5lUTha2zMRTbuepeJ5u2joWz3CZ3
hubY2zmDyLwppy3PPruAwmVgdBwo7/rS5Iy2Atobz1Zb+zhIKSw+59qpKgSCUfHcA71d6mTi+4Y5
75X9eBhazey7qcddROMqRF12fowYg7NZIt9vfDDd9ChIZ94zQcKhRUW2vho955LGOBLxMHhMElHz
IlP7r7M5YFVpeNxQM06Rk8UHN1hmsaLi9E1tORc9F/XDUAi9UIfijCc9TfGuNRo6gYWyPuSJqC6l
stobVC6iu03pUjRbVGg/Gn4XVkjOlxQTG/OYf+FomhDR0tO95K1xQJAxop1fustt4lQKj0+m8ag6
nIg4M7bfKtuNrkprtC5dZ/QfHc7qx4y52bmUKrm2aRO8gzhNZri/9ZeoumrmASGTAwD1k8apyrr8
kxfV+oUqlfojM2l9oP7kHoXywCZuDs2k7g8uvMsw8MfiqhsEoqRJmRIgCHtvtdZwTRMRaZXFznih
FSDZilLsiw5wfmYaHBjbsvngaM7oTH6Kw1whtNtBgjcsza2DnpsrH1jsTsZquMGgWGGXLJMLRY8d
1q0gCC1n6m8xHdHv6THfdQaN9Q2c8rkZEaXZcllbRFHjMmqsIyHltQ3fe9tRiZgkayDItZ/muF3b
OprlAl9Nb6tBvELdhNBRDe0OjtkIACkdD3nkvLVuV8s99P8SsqkbXVoaYoH/4oCsktm+pf8WWTGh
gbCsTGwYbpz6uylx2E3PaEHLkOt94CfqMjc+DZ4wzY/YbkA8GwPNX27VU/WYf5d0KH0rNU3y8ThJ
FFI7Xgms8HLTQUcHcBioViZT3I2RkNnzqvqKNsdvc1RHe/be1cX1FuRsnKShomzhS+5EwAabJmbd
6fsbf8IpURc14q/pIefCBQNYw84jWjip0/fJV0w5bu/my/0QKPuDDyv6CJu42hdwWFdrQiuvh6wH
hDoAqwN1y31A1+XeZN39KtkZvvlUoYTDaPGeiSL7VFL8cw2pJCe+6wYfpRtxdlKq0BejaPDQjMVT
sFBBQEQCmjlWos0o7e7ZqtXWgOV6VrUMaC93PI5W1sirv2jxJoZSx1dGN2KepS9gl7bTchUhtu61
ih/5TqgsdTBqRknU7wepnwKKpBBXGNlOs3nXo1vuHIOXtFVX+JdK/5D8MIumqqRxjmq+7ejBLgK8
wPJSzuO+0ijV+Wo8sXi3oFJTQmywlUIORkVCWHC+Fp5Z7stBPziqYSDfjTJZm1XuipjQq2EHb/Sj
2We+bWtHm0Z5olzxIJsBTFyrbuZi0hfWAo5u2igf2a8txxzwIzqCzbt0Sq/sgVZZqMlUCW8i6Q87
SbToMBo1/cSS13vM431k9BXt2Rx/Ln2dHECBOs9l5kuUAqJHAnsQajaeF19jJ+pz+drL4NEeG2vT
RFm3aVBMN3QkUlhmz0eDB2jF3TpXUx5k3yoqdJ8xxXMJpniaToHumBsv1V2RFSV4dj/3H6O5QT5U
fjmEHhWSaOdJdBTL8gkK9LInGYRUl4phhkgfl7uWGfpmcQJvOAWTN7n4saDSh3h8+ArhH2Lq9Dk1
uS1HhDCI2XyYRfUaqfq5oFL9Wzur7MK/WN76/ZB4p6gdxLUb4+MNMdG4n+Khds/eWI83RiHmlxzH
2522GubgkZ7boynEi4sMozZe0DXXo+e5L4VrNnceZRHnlhLua7oSnDu3L90NdXG4fKzUvOdAKc4w
uak+oXjs7FguUMHYSKxT1RXD2UAEvlao4PcQjLqbNpX8scSJMAyG86jKyWC04eovnTtar6VW5dY0
1NAd6NDJ/TDv8/lIOoBerJ6J10l4Pp0KHicBeKDUAbOt+9j4i/kN0XfZySGYvznc4ZiBg2nf+bW2
8ChYxaWM4MULY2gOU8EhaCejHC4iw1RLbU0yRwDdpyltw64vnY++7ehhF9WCTeei5HO94MOAf2iK
txFOF5RB9NP7vsG74ix8EojfcbiPfGM+wxJnEJrn3VcKDOWR4Ifzqaal9hxX4puRFtXZJb6xMeiR
+8C2/bEYRXrVZpxoQ89Z7jXolufEYyubNNNwNAnmveZukL81VLgxF/DYZnXqUBdmfx7LRV6prmKP
pPLmQ0Ap5D0aRrXLuGmOMjPNLRbrGA0nGzfVoGwMobHxYOvqfoLqSDxkuB9q2/pKvW+8ccpaX+ej
/mwhDDm8sExlhjWawisgGdifrEgdTiCqa7eckkQSEu+MjuC9mk9TJ9qtrnNYG16G9YQL3oSDGV9T
YUZvQWHQc5yi6FNSMmmQlmXJIIddrLuPgoL7XU10JEsgbUc1d3P00ECbyo+jg8t6v1CMc2js2Xvz
tbfsWktn1zSFP5ZONNVf8ba7I81ktqise7S4EecWY43bMS9EtNOi1dZm6kzrbA1IkaE/LHjeOxYW
0EFWPiVPLdMnHaKCma+WbLx5j614+CLZeOX7sWvlIcI+yl0Ip+2yFkrejznCWxjMJbMzzPiGJGrV
gGvAMzFneXp0cMImeyZ47I7LufCCi2ihDWxgcc7BUVaRVKdqYeBy1dgxo7QaUj7J2FbY2RZ3obHN
VMApi8r2+MCbb8bipeVwx3JKBqpVOmXMnXtk0debVhBZ4Sh0k+Rj4X1nApc3VFrNI0AkLrhi8QyN
wh2ivVOy5Q5zFCjrFgZm5LCwjD0eHnYt30ak8A82BwJwXZQCkzOboovv6uJJlV3xxOmJctYI7ym9
27k34OqB9HpjjrWdHlLRoNkL7aIfw9PdVJktkm07JWm5mzm1Xsf1PPUnrOkWoU8V9XedHUXVmfYX
1cIbR9I23Kq8qooGIK4MknW7WRdThcEV+3tojPF9grO1wHTJjJhbK8UKgTkZF+TAzHWLT84TH8mq
qQKptGNNTyx05l1sN0wOwTmqdtdrrSl6NlynvrHMqSr4PjvcJAuDyfzotB4KQmfb/P1qWfhe+1Ki
nyxrOe9IBgpTcOy540OS2sq+nfqev447Lqk2OaO8D1HD7bm3RnOmx1X3utvl1BWp1XMAPcCP1hJL
RNG1amCmTmE0LA8fdLxORzLbmK69rPeXTYwT5xnBQx/HPCnEg1djny4iYbQb50cXLIdEzswCS/Y1
u/LkOo4RIDYkYOgKrImL0LXDDWHiMTJbIGAEuSgUH8it0zCSJyYlMBmKzChpeCCrltOsXEwqbTaK
HRjBlFT798TlXL8KAyw5J2dMHYYajaPvoGfgTIFPrDDBLzk2zEyZPcsKYgTNtdX0IUvAJeFK8FyC
UOPMC2R008k7LZWO1DayS9aMqW6+JW5nlZuBA/dnjcXsrnec6pvyi+HJs0mF9GPT37q9aWFCoV6S
/nH48SRGcCMfhh89k9QvWv0pKbwpONEYwpw2WRlT4Uje6KpfbXYJ26o7IJOzgI5ZFU8O+/fn2Z6W
G1n7Ep9g20hAtaoWH4U5U14ElIooAptl/wWPq9wbTMp5S09YVGgZ8cfyOVUUQbDnoZPt+yjHNsEo
6g/5sdcUBYXMn8nnMobp5VXM+/YgafSFRhBE87TnJ3dexlEKFTpGFHDHz4Jo1uRz91F0pM/dtKSf
bHwkH4LYUTco1/GBOQO3DBACP9gq9o/xUSks75dlzk29qZuYmp4a5wGxBZxoTpgtpWMfyslkY2UY
ln0nWr90LrTN0OSsPJASJ8NOq4FwXot/w4xioPQ+0/h5k2CfukxI4fZtMBssbFgsig3eSHEeUuWU
Z9Njl4jvQHBz64z9/tYTg/klJR4MxMss9aOrksrZJDWW7dDk4M4zN5TGae5HlnpN3OAFyDeXsk4T
8gAcwb0dPQ7AvyS++/K4dGV+0wdK2rcOAqrNQMJia9XMHhZXgxwIjyZP5bjxGoNjoP3jfjeDOHmb
crzOO5dj3s2KMXW2zYjKGfQWobxp6OovWPOhMbfawz4W9ap4ZJ4bvIAKzr/QAZNMhxXo/2Sz6Wx4
WHPnaTGZBZD4mkyG6/5a+qKm8Tbg8aP2o/KnZwt2Ark3kk3ZyUx1xcG6R7YP/dLO6aGuCyVC3Pp0
ENmYsG7crhKvNB6CflYtD+gQK766xJrM5OBr0WARHNl284mSNnDHjSom3fgO9nlQs3vNyMtcoWHO
FJy7rnvjkgkglI395aAVVoWdFxkergV8/tQ+N2SfOGJE6mTaZGYOlVU708Gkupo3BtXYw5Z+F5jR
tab/Y4N1TNegq1kaQxauwt8Npd3eVlKy5vESHtam6Snac8ApqyvgB/qKsuqAc6JPsdMnzy3rrzMp
8X7La5xGY8H5aLrvE9wSU1hqG9tWv8wEwIK6/aiVD7+8JSCYH2cjC8aHHyoWDadleTKXFM50hQj2
Wvda3owZxL19P9kYuEnoxKi21FQ85tlo28d18dx5PGw+1vhBPpEp9GlAzAP1IFPmJqeg0xVVjDJ+
6yX9aaQn2dPVqSvxpTAuCon2qSeS58u07QagfmGdl4I5N4ZIWupbV19FrS2bPblmeRBGwJBfMeWv
jiO43+mQeEVcAzmvriLLrqJLHsjS+zb4fTLfZVK1MXhVxcMrqElTV+Y0YjhUDErsS08pyXKsR4WU
yPnZKU5UO4JxbCnE7fmCyg5HjxHTYbUY+VPjtOZ80VNuR5/thcoxGdoknk5Ob3XqhYgbqT2iD+wO
AotWMsyuo/R3ATOK9tGNMuq3CMrtGkvJgTKqIHG3TIDSbUWsDtx+1PLOQERJkxMIYPI8Ix516rNw
PufJq0tBMw65SXflcMdUPuvvyza1P2KMhdfdt5ge9ybOWEGoUAzidjAMSj5JGW9plLnklWU/DKQj
9x2jwWe/yJevcWpG12KpLY6/Qly6lK4cF3cUO+y+f/DjpT42cyBCEXuoOcoLjjnbpdvWTrut3Vhm
QxnY4l+xmeOT7MYcyLoI/xH+g/qKvS7m9pEpbIUkae/QsYs3q+nG7z0F3ylP1Rzh4hnbB9x1mbzo
gRCz17QY7Y1c6xQ/IJ0BOo7mZ98Evt9n9BPb9CJsyTz4XyZ4+59705cfycPFW19xK1Dh3G4zmube
yrRcqSMOwRsam9XJHyvzNoGB4R8TvAs2ZiK6U8KCWrZtWmfqyGIgjhyrOoyFS1a/rgXpLOCDNqb9
bNIt6YFBeHEWN8MONDEBAOh+8Rx3OgvcGxvPMuR5Toh/xXTIYcRt7J0HOz3YTOUS5Vt3Eq6BEBJZ
B0okl8ckNTwTHauiPjDuGHAFizsdCyaEL7bqk43ly/yWJ6gxtn5SsKn0aXP4qh1ZMDdEikL0HrMr
5dqeTdETtyGydFrJMOakuydGJPNd7ZfJ7cK8NQ7ThvLfVsRzFbpWM9IX10bl4yKK5DtaNoudNXJi
S0qKkUklycbZdGVC9dmYKB3Obu7u2NdWZ60aZ61LJ8ZBw1PN12rlm2xMI8xgugizIBg+e4tVbId2
6K4wc8Ynqy4Qx6zoGRBHxbtHREa2IaxUi92S6e551tb3IHWzm2YYP/rColZprGnEYaJ1hX46304N
rX0bw+3SB7AGtCCQV6Ecz0fu66JenNWEScLDKv4hmd3gZS50fWVhsbhjmMqNv5Cd2JuiM0GMtdwb
Mk4Jb1HgSKypLmTM/sqOTtS6u84mGg299wkA1FsJhjZ5LZ3eOCO8gWfuGhL0WdodkkX3Cn8EqEA3
0KRJNafjTT6JR3MKyiucJOR1TTMg3YKSeLS5ZqjVHPTv3GGeNex/XV8vUSNPHJCLJxSHcqvywWbI
ViXo9FGQOhjApbxk1YBtPh15i+k5qT9iCvdvQBvMn2XT2jtAf2BPGdA/V5ZB4jVSvFJpTWRg4eRm
SvOQZpCFg624CIM3OWwBL97Hpt3hpW6+G749HkXVKMJzWIQ2//PfRfTLj5L5waVBgcuOlVukHXu2
OKrPWcpQql876ou1rf6f3R2/enOwdsCV8DgP4Eiw4fW+x0p0rJdm1RBZ7LOWlTqAX3qB7Tp+JYCI
3maW/m0GcSL5jTPnV5PUj48FxAiFDh4IOzex/vOfcEjVkE7gqRWCdmX4AS55XODbgpk3S2oZcDjw
qzH4zWda5mr3+cXHQoMNtEAf6KYJUEi+M9x0vSdVWaA+q9Fdp5lZbaJDmSxe2JiF6siS6+HDFClE
XIs9NWaIIDsi+nPiG3NvIVw7e+brXPRk0mlLMzm8wv1tnoWthHHyDCbmBYOZrBavyM3soQmxZN9L
KhLxp4+woY7CrNgfkOtUX31ZIwFRzigt3syyKo9kNqr7jLGGsWmLxbkZadPC+KvRskrFtva+7jwL
G5A5NOqYDOU47FSm53kHWcVvt5YSyHMZB6P2Vc5kz7YeyHhWUR46RmUAjz7IdEBBbTMFPCmac5pM
tG7pQiUjehJO5T1MlKDzaHFWeNWT5l2XTAEzWLZWe8dgc7khMuq4W5L+kDiY/0U9MziPFr4ugad0
wqJND+ncV/PJK0zObBNIG1bPrm3OFkZ+dBPO1880IBFAa0RtvJVVAAC3mibfP6BYpZ+9orLJymRj
oCjcsuavRTBRoWN0E1ZlfOe9ucvGCWNAS8PFVjVMojlo1tPa4t7nxsbE3dueCkKm9G3KnMGx9LuO
IjyyamGw6KzAQUTMNIz9es63TSOpvyBnVB3isscwVwNfKXeZp4aRYUNSMBYgg87yjW1GhHMxdGfX
KkzSnnSVnRo5m9P/D5vph/+Djvdfiq0Ob/XNS/nWv6+L/7+w08paeWX/2YV6eavml59NqD/+/h8u
VEyjDGJ4pNdVzOVFzTqn33r1v/6H4/BPCKmCJjYtCJDiJxPqv0wbPi2LNv/eCvPGmNj/WQXv/st3
8WTz/xNnB0Ptyv/GhfrOiIjmKFarK+Y5jH4BvKB1Gf5pvYu4v2YCr68cpNkqf0K6nNYzb7L6NeRU
NOJBRkobJ2Mcsjc5z4TSKllNxlXERExvByRDQx4AVg1zvMkjS82ff7qUf+PR/NWL+McPGHhcC8xn
GPzcdx5NSBV1E+XDt4lpKyU2RuSWG2KV1Uj6bmj8P+7w/+jK/XUhDigd8zxs5U6ApVFimHiHCcN8
wfx9YICVxhYhnn4pnpopb+7/+Xf6u09ZT8kCVh19ZuLdRU8SMs6JjZ8vnkl+52XWnwpwmb8hcf4K
Zvrjd2GIL/H7+itg9N1LJaC1N/ZtGoMbq8z2HCTNG0ka+1h5IkawMeTOTJo3t6e/6p9/vV+/sj8/
2BEC/cNm8r1asn++p1rAKMxcCGDPOkYbtWZ96nrC/Ra8of/K0/znR2Exdr21dQUn6K8ftVRTI9ql
QyGyyM0MalmDtO0LIKHvplNav3Gc/uUXY3LMs82I2wskxth3d4cs04I+brS3fI6flduayGH92+xZ
y29+rfXH/vd+gF+L4QkfQVmG9PHfOusP8tNTmZkIEy7FkWG0jprtjClt5TIMb72KXaGpq4sEpvwb
Iuhf7spg9UKD8GcUixwv33m1I3d1WBZpig2s8yml57D53SKR/7uqgL/9HBRD4TMn9Wki+fWXQyOF
A5jxOYub1J9E5HBSh2Hz+s83ofXrTu7HNZQW+8b1fyZ/fPcxIstm5sBBAiZMDWHS2JxJ5Oge0jj/
0HTuNROCbZG5h76LaOIieVpax9wbT4tZX5OxLLFE1jeOt/xXAPc/f6yAXZtNBVLwlz6NMRWQDaSR
MA4U1QmsyczegXTbP//2f3OnwoYX7J75RIdb9ddrbC5ZGTDbTZnxdDoITQv7ZCjIMNUYm2b8+P/8
cX93rW2Ol6hh6+tkzVP8fL9y+M6NIGMIY7D/2nPU+GKNwaUPxDkWdfybNfrvP4xEB5YZG9jru6dQ
1L7lu9SYhtotq2O5mOreSpk14X1yYC/abfu7W+mvjyO5CXiExD8EpQw/EHg/PY4RVuhOWzyOo9Tt
TZYEn6hnOJMe0vh8vNCkmUF9goJDmbBNA02zbJ183vhji41sNVOvUTxywtlTQmTuN5f+r0+TDaYd
8h6gWBiT8t1i663vTX7mJMSuZ7Mv1ObGdsr5N/zCv95PfIrLVcAdJiCQvvuCrShNAj6Jo35vevOF
c3g8bcesiPQhjtJM/uaX+sG9/3UB5PPgJPL1shpw4X+9oUgdmm0lIOI1JkrveUTjLjb1kuTfsbK4
uLWdOP6UgQvP2H/3cbBrncB4pvfZDbZdxKH6n+/vv7vIZGfWDZcJ4fB98ZUaqjggLJzQDC2H/qjH
ZZiO0+zE9m9+8d990Lv3WY3/W+iED6rarDjWbBN2FtCp36wOf9kZYLnk5UwCiQSFTZfEr1fXVhol
dOTqVtWY4DSqHHMKVeR4T3rKhvSo7FTPJ1dl3RRGLYGU3/yWf3c3QWMlu2GJdXF69+3WVuEDp2AN
xEa0wLxbzesEgLeyGY3jP39zoGn5ZX65lda3AN8ZEHA+kz/8+suavUMRm7PS8WPdt0fMysDL3E5S
rlhCHzS3FGfKD7Y7lRjj6p7WUpK3VszbSVjyG6WIwccUVwJ0CUdXo0K6auplJguDkb5+ZX/fVl+7
JB78G0lwkGACteEO09tG4wTNs6WNPivsadbZKPqapAbh7WjTa3vK7w2YG+hsXTGbDwCCePFUEPbI
gMP7i6qD2XFKR7cOYPtsrVngiY5qk2B/M8XuZsj4mRhDk+PcS3sAdTlOnhq3upucQxlIw9g0Q5Z+
i41YKsb/xGcvnOYXSGBWqTDRaAVzq2e+p0JVAjtADJnxkpsktjost9SRHjp80O2Z51x8YUPklFd5
V3RoWB4EJ4AupfDJWTujLjxwHn4yMCQsOVLEYcJkTUfXXd/4cXGPuXwGO2HWsdtlnwmAWzFcqwI5
XIJiLEdJzbq0JpQR7C/BHBA/j7vhhEqlXsiKqrumLNJ7H5lPYcAv63GbdSbsiTZ1m3mbF9bymEuQ
TQcza0x/Azsh/zKqsvyGebAZmYDlVgMVwAcVNOpI3uWLH31Oqfjm7T/Auwvxjxfp2WbKG5ysooP0
GUwdpJl0cpJ0ywBuTM5e5KSfRwa13QVmRgBsAmow4CPMy2b3ydQuxgUYZcbn/n+zdx7LdWPZtv2V
G68PBbzpwh0cx0MnkmIHQZEUvPf4+juQpq7EzJJeNm6jXryoiIyqZJEgcYC9115rzjGxTaB2RtCZ
45hhqChwg2O0i4QZlLjbDCQwcAGT0jg0xNf1+PEos9wBahwSXDPMdyvCy5qBar9gcJWU6KXJim4h
njSkpYx+A9mJFeVJTVpcvTxAmTEHP2zUAkfzHKpB1AC1AqdXFQqir2qCi0+otSSCO6qBdwzmZu0C
ZDPfxm2ZFI4gLeYlJfjzpoCUp/nwHlfkIZMazR2wArnOUeAgOJ1xiCMpsRjI0/QoKafMqOPCDDB5
4gwauNGA+Rcfc1/foO4acUYoenvqOuZILvWQZNyXyjqLt9Cn2s4uCHuxdjWjNYCDVh+N5cM8w3VE
NdyLdxkCqRZaVClIO06iuhEdVNyBpXksRx0W5D5lq0r2nGhKPSgEDLpgLxjJ7ubUFK8BO6dfJyml
mV7NidW65YjBkBIhN69iqYM/Y3BIoNdSlUbqsPQ3Ody6taxtbZlCwU6WLn7XljzEWRJ3s+XlJWcs
e561TnRTOWVcgOlxtSAUjAoO8xKyGYjoutQcSwZlAEVvNdAKlSXgLz0CUURfXUUMmVYpt25opD7k
hZvV2a2ngoGbbvay6spEAZ5SYe4AcVoIzt0RV+XGGrK6C2c5tPu10awRGIwW005jSDwQnRjlJ51U
F7QTZaTWcKjyOgP7qUwzh8uENnoYk03s6PMWEVwk/foiWav2mC8ShvwZHSPWOUWWmTziFHMlUai/
xGgxrC/Z2qzdI5OqzZIlh9lrk5sSb8HaovXWI7W0jpDiNOVgtgZGTskwitZv9Y4DdJsXyvMYgkz1
m3plr1GsuREgYYrpa2xa+bgrllgMZE4dJal5bUT3z8h0HDmqzESla9OmAafdoDiNaazotsELvTgc
SpiameTrgaTUscMzR1afckQm36peD01n6oZ1INW3MRBHMbl8yiwwuVCCZQJyCwVyx06JlS72hmlE
hZKFIdhNoa8K1Fpxpt3itcl1J9eVTHP0tU5VYChppTjjEhHsV+Z9s9z1ugSz3DEZF6s7GYXJJvrq
41byu6zFAjOMeVrZE5isi7AaUuREvGdr9jDpVmRmAUU/RayHpbMFqmcDIRn6/t1IQ639UsS1huJG
GvFhLDyLLW8Yo7CRER8E3b3QrdXzFKVS58xM/FMX3FOWgRfQVDhcI5I5r8Q7yqS81S1DmJ1Wwcmp
gdAxJpBllrwQ+/h7bfj/zef/Z4uR/Pdtv13ytX3J+5f2+9bf9i2/d/4EjZRcQ6OlRkYApgt8Y3+2
/rYvcVbimKtxYqJrsdXTf+bk6p8kzuAKh0M4+6KxmZL/6P0pfAlQkU7nj5w9Mi6kf9T647t+KI2Q
YCqqwk/kN6R9QlzuVjp9f65B+gQaovomUdTsaRnfF7fSEzpWq3fM2a5d3XvLDsUB/8hJCmhyV7tp
lwXG0Tou77ha3vp9fd1dlfcIVy75W/omuVqQ36+xZ7xOD6xvzQvuFafcL07jWYHs1PsoUD3ruO7H
t5gVGMiXEx1yt7lpDvpLfK1+S4LqrJ3kF7C4Qx5Ioy0/tPf9qTsIPrq3S+/mPlAPJ99nD/JNfZq8
8CbdK351KzskfF8vXnPTxnY1uOY9WvdARa/ol5fqZvrMWshXupv1ZO7m0/DQ75tb4aK8ygeIJ/60
60/6LrvS/GYXun2QeeLB8GNH/wbJ5MBveaUcjSB8KG4ZHViv5jeMCuR/xKMTBYRmg0FtdDvvXPPA
Ns9F8W9cLF8LxM/RfEFHb11/Hc7JoeDHRlfx9XKwLssDt/DE3/BN9ko/3K92ctAd0dOO5cWwDRvI
3114L++rHb+g0zn3hWN4YFtO4kE5sTE4oh9fmffhAcOIVzmqi+xrN72XqOmZizxpQXWQfHRSXh8M
5/CmZUUSjuGzEWQ79W5l1nDDrBchTOjDysD+gK1FdzMRt28wxGcGS9HXXDoyWJmO2h55glP685H2
bz2fcA0Vjvmlv1sAZ6vOhDb7aT0VQXJTH5tdhr103wSaqztkDe2pb7gt6T7eG34RVLvoCL7svnsW
roqzec0VHi0fxrnoxXuAfia3PdslO901bpVgK6neILwJj5jtLtPO/LacWyzGjxAk7flROfZ37YW5
phTv1pEo+mDTUSCmDMSrxJc80a13yML94cU8LIe+dEDdecVRugh3PJ+jk8TlJSkCw5fs6sz3u4lD
ue3DhCN43Wf7Tna5W3/pbLbam/EaiUqMQOyKm1agrnPngJMRw2SJyZxP2LtQ+GLi1KfRnxz6R8VX
zZ3dZsfWmTrR+bpwbNWpblN/tXPfCPI3v7+PEOI9yCUiojOoAfPwXHlIdiF7OoPTebJHzqvBb9E8
F+f1WPr9BQNlREnCj3hLeYxEZ97PBnP8iw7jOytPGUgFux18SX8ajJY3+ZsgM322vuXhEZeCrjmz
EszKubevXzsfAMPs5UdqUgfpFUW/o3web5Y77fMG84HMWBz5d0j788WBKte9Dm5sz59zD6dxQKb8
OjtbXcGzmJ+KhhoL0ANkQc3GpjZZhw28ugTi6wxiBvmPJ3rhTm3t5aU5rI9IN8kCxlDkSmDEDuFr
dc8mt2W0eTohyPOh2ZdeZrzkh+Si3TffiA8Gp3cXXiFV9np/OZQncIa+Ir5rnxtP7tzuMtwhQTEc
SfG7y3heGI3a61l7UH3JAYbrYm3JWI58BC6l0dsYSHIEzomKtJXppMHUYx9RRML+zM76eo/Lzh13
yn174BW29c+i7EiDPVY344jABPV4jnvITs/VtfpmyrbuzX7XOfIBxFo87438nL8kdwxf2XX9EhLS
bv4GCMERG++xqhwLs7fNEdDjpd5jHNI6r1deuL/iU4ecRn3UXTDBxXvdPgpehjBoh2mYUsReA1X3
ZPOsAF36OlFW6oFhkaEX2u0RV3r3ZXaQdnnTbeOYbiRh1j8qUmCtHkwcnoie2zfamfS4FKD7q2fa
uxA7IY3m4WuY5D6UxbthDYr4GlZhPx5kL3vAQSB9UY/IZ8rPUMyKx+ExWTUw5bYZYIkR0STsxDPW
TOfZ0HdYHrqHLPZ1/aHPfEt8RNJcBRNK9J7DpQegVyzd9WmwsFftKt3JEIy8cK+XO1JpzWC6m+6M
B54pp+TpvupvRbK90OGgXjj0N5l7Z9A1dYBDl3iv/GV6i81TZN0AmZgeu0fxRoSM4IPthuYJAnY3
CE6gDG75Wbg2b7vgzSKFyi5El7q5Pgvqi3EWhcEZnpoLHGe787VwOkvRbekrkDcAzdvlszFgIcPG
1Bg7Wd/m5YIzv+KZ3pWVXdjGPnFzp3eT28lb0PrR+Dujv+NBvufnPOGDuYkhL1STz8shuUJ8oECs
z7J11r9Sl9qJm3ojjCf44/7Eyd8p9UeFzq2ya+CiSY1XLTjgbVyoheqyvoE5M0ZXeODMXXyxiKxE
bVmckyexfJIubf8sRXuOyUN06r4p/Ww39avWfrYuGgxH3HMnVdy5jQft+KIhNZydz6PnTa9F52Ee
sXkT7bmx1cdofRvPUt7biKbdiIXSw2cC/2+X4blHcMPCmvGFm8HvoVZg8AMcl4jX7FhM9V+JGYHr
+qAmMBCy4lEAw3Um8SK7A00o1MC6vHIncBQ6DPvJxbX01bw1r4BIJ25/bjKnK235K//oz/lhOYUX
zSnc5itNvz2X4kPFHuvlJxOqZctSX+91dhf1Od4PX2sQcMfhq3I9BepRU+1pBDxjZ9fVyQSP9zRp
11Kgu4NLmLstwSWXfGPe8V9i1RaDlnR5FMECEP844FnF9k6Xw5gCvL9GtmvqfZockAIOVdBrj5Ps
RG/4JgkQWR1D8MriEMou/PjK2B1iiGu0HezxrEKOTe0hSNwXM0DUJ+FQMv1JP4T9tVgdsIrPvfsm
to6o/t4m/0dl+f/FsP4/aQy/pUr/+3p837Uv7/n3xTjj3D+rcUX7BLiJ2d1vozt1q53/nMOrn8AL
qyhw6BPSQpepgv+sxZVPsiWqhIlx+qXDrvOlP2px2fqkblYXBsXMjIktN/9RLW79WIpv2YwStg1U
whCTLFP7SLLBVdclhtFj3ZnnNHVR461PbVi0N+Ysr09hNYQszOHItNFQ6odShjDhR5OMG8CIY8aq
SrWZkZasgGy/wsBHESx0maOHhXaFvBQiYWYV92NK3qQdddpaezOpKQ9i1iJx1qPS7UemH66mhiKS
IqXvmKRUQlP5MMIpbVXYFBPgmWoWT1GqTKuLhl5N3TlLBMlPsNYdValijG2k8nkt26EMNPJjWJPV
Io2dkUBuoNhC1TBvVpDMIbyty2OPMYeeutyqFhOUvpJBWBZqdScroRztpyquc4/k1P4sDnFY7UNC
VKVAkrGY+ApnZuyhiTWs6Hwls3f60qDxqEeiENIj06UhwE08ZPt5QIroFqjiv876kM82QfbUWFqV
S2D7I9Jv3JHw5gOzvz7ZW0uXNU6iinjPzRpSjRPSXSs8qYB3YCt1Pt40LcMnB9HqtEv1HK/lilto
QMs+dAmVjJizmEyldG7Crnzo6tIo2Lqt5RmqrjFhh5uhOycrjDjZLLQTa/RUsktOSnUOFagFsdFP
gRimMXzHQmvJIQEkFrtMTK3a6cSSsLG0xZViT4ZCV7SHb/8GY2O9pduHrZdJahhEERAGO1US81RJ
2N88tYKq6QxzX1e2soTmka4xVJm+iIBc1+HWIGvizRsrJPrCGKnCOG3PGdY1V5547hwZb6xqS8BN
gbm2/Kn4aYcKjG2bWO9rZVY1FNFIXp0ijaq3caxYNHt0XM+Qhgm8ypE07QykrdApUS+fCwuynqMg
VnzF0N21BJwMYhtYgKLpya6a+VSPan2Y0jEd7RgdAepbIy3La2hY6VWXihNPJtaH0CEYDNuaGErC
t2VRqxMgEmnZMTynRd8PfTuKGOitsQ1UOtFjUJh4SS951SjaWVorazoWi2jhLStDItafMrEZqMNH
pQkPyGaBgulaaYm7mo6xvgOTPMwbfgMcuiytaDkJK5oPWAPF9DZV5mpIbWspBV6aPl4Og1jmcQCf
xFg63GdqmQaSkJGixEiW8RnSYEuDzZhYt0WjoLKbUOCtJIascl2elIzm6hsxxcjB+0QLkkYuX7QJ
a4Er9ospg+Vt0B1kqdTcVzwEV2WC1bbpCSexY3qxu2yoLX9tFNmxcBP9Qivw1+VKJoKQydwmziNl
/cNwvaiQtQijMjtwLTtvnpiNdhbeE14+6feU8H+0j/2/yTakz/Oz/exclX333rYv/Q972vZNf3SY
dPkTyXyabCBVZ/BFO+fPTU3gS0yFiX9Dd4mQif/6r11N0j+ZMlM/2kgSW84Ww/3HpsZX2IFE+lK6
uWkHaAh9IBr+jHC4bbbfTd5oYiFe2RwvWytLY1LPr/B9ewkmTafPcja7g650n9OxXr8g394Nai6W
TqFO0mESJgXXgl69z+usw6HhbSqVFPh4NKEehw5CNns2HOVcjfZLIue3PJN5av92W/83nrDxvWV3
ef+v80vd/Zc/lG8vfVKV/wESxk3J9u9LJ4rANkpevn/Otm/4Q8KofzJkS+XxUgAV6uqm5/pdwqiK
n0RJBIbELJkeoriJD/4onVTlE2IJxCAQLknUNjfNxB9PGZJItI2bWEuWeHDBDf6Tp4xf5YfHDF2l
Sg+Vp21TUCPeMz88ZkWTWsaoDK23mn2T7ZA0i5ykjFp/SLRO7f14CMkcaKJR0X0sHfNneYRrxm88
70Oz4vgyrjoH8CweMGXI+ioPB/qyaY4XSLHQJ4FZtHtyrUnnSqyMSBc8m3Bv13G8zLLRNSABWLCx
onXmc8/gYGApFBfGaFYTnkvTotxppz5eWZYrvKtFZtQ4G8VpPvW9xOzIlBD8RwYEo8s0hmkApQG/
uJ4vVxETnxcV8u23qgbxAZpYfFlXZAckzpjZF6TZOMCNJZ9K28hjel5JNn/pm9H4jGib6Pk4jOn6
jSCG6fwsEYfKcFKNjtFrsRILgaz4Rc8a6S0uC0nF6ZKQRNfzUWM1i4iaCpF2l5xZwRe5ZtwRciH1
gFW0WKcXlWS6jl9RanaJlF9ktTUbZ5gscOExkU67oiuFqxZ2DN1kUqXe4jTDOIwkYTm0em3BLAK2
gBdvIpgFt4omSQ5a9Sl31Fagv4JsAOthH5YkQ6oCKkovzRUl9ELIBaWvl0p9rkA2EZVGLMCz2hEs
gz46b28M0YgEQofE6gnyeMdmSWwIqA1Q35cWsY6A/cKMV6cpurkFCV/QKRAwlDwqlWZ9zeeRrLtG
gc4GcW+SXjCykZ0UxYXJdC+e+sMY0+YIQsBJxAnVaYE5Ry7Rl+UNsAcMhsN6rXeyRNtgWqY6IMUj
Ze83slL1Bfb3YJwrEmd0kZQmp5JW83MBn4MRbJgatI1h/9MC6aWFTR/Mt7AjCNwQXMpkozk0HTIC
O9eg2JDmVzWYZNl9KSbDoZYD4nobHxtUNdsiC/LoxaR+wcQCPgf6PG3lOxN/321J2OW+5MK3c7hl
UiWAIhYsMzxjUcTQk/S8bvw8Zy1WTsPYHGqSNRT6YY3LdHBS0QA1ES20OUOOMsfGHPDJLbpZkbxj
hgATcXmjHdSKWoHRsgrm2VgBUOBhMUzyEWv0jJBSBN1E+tGtawCEhfG7iqWEfrXZ6hHpv0pJ7kuR
xYm3qNL8XGLq+VILMg5rtTdz7k+ndkg1LLoOtplPiw+q0frarhsqsBkGi3qxbs8rxaXmJOg1g74Y
c1j1acVrq+jzJNuWjsbGs4R5+ZbNDDQBDjR0x8aeTJ40bbWFYBt4iI4lskIAnGnab2QC5LBBwdMy
IdUy1MEY6/lrck4ZuTMkofZoFFWZObjASK7sLfQADtyK9qErk/xbDtfnuej6BrNtW4fvfY2ziFYu
qCVtlFcq5BqFlzN0W+5WxvCTJq8FlsMOEyl+NDMI6s6EBR7b/UyeukPcGOiyLJFIy2JHzCMCK6Ff
OblkrqKzSCXBE9n28DiQszvjUKp9Q34GOgTKbswK8EhVwqF2miWs1xC6cdg1WlwA9TB7eOq8owN+
WVMoCf+NO0Pc6x0Gpx18kDR06px5ol+tlTz5ixCxNOnpqiuIOLKEXt/Sb7BytB65164b9wKZBnCa
tZ4EnCxraoyIBogA8cUxU58qrW1Ux8RL8WBCzHmDKTY8UfKqHB7FBOoVUtJI9pHH9/fWvMD+wQiS
6QFWE5mQxGXoSMMWUmMie5GoNFYeUUlf+XXmYZ/o8B98Ue/U59lSBwzoM+SE2Mii2CtqYZxoYg/r
ht5dpf5WbWOeEEFYNP16mIdk2HMbhZcSAFvmTyADMPhmefOGpZgGW92HflrotKbq5AYuPFN9owFE
h8d68yQzHA7kaLHITRI1svsSPlZqOD4+zSItSEtDjhbFLpkr9bRW5RkzE1S1ItxrfPRmUh7NarlG
44nSAyJDIkG/KIarDA+xzmtc1OMF3clrx7VFXKW2kkqHrB12SCoSNwREB621h1EwuYpZYqTEx53S
01es9dLVjeklUX3sWu1JFdU3XDF3UN55SUHgSPKLFF2PfXMuMiiWyRIwLN93PfHBkeUtIwxYqjcp
yi8zPPyiiZ/a0RTcHkNdYLTT/YCPILGxhgUKsUIgIG7HAuaT1WhgEsxzGXMgyRvNExsWmOHVLBKi
g0gZmSyulovRDqklwqwQfaWSPmKzjn0S90Zey9yVw8IXVlx2GU6fNcvdTlkOhCxkB7oKBFoWwz2A
XDpuQHJrYC7BlAVyVfCmLu0+ixZ0SaUZtFHh55ibO2nYj7p1sKSatQcXG7z8daTxV07Gsuf7H8M2
euxSFexOqd7lWXIYjfhoZsoJwiKYfBP5hwhYciSsEJsfP7aOVKZq86vGodQrSFHDsqpJjHC0tnso
xQgIEi9q23tE8vrxqPKKrkc0SwckQEdss6D7SyRimnoZ4omnhhWHGNN9FHY6FiGzeaKF4hZp9l7p
lteIeTCkciAu5gNZkUBa17h1lsLMNoe8I+r1BTO0JyUKsG2zOLMWKfDqisSL57Ty8C5mTlxKDyAG
6LVKWyGT969JJd+2TWEipq8szqKEhgi531TN/SinTyynDr6weC+U8s040fmnbcMakGjs041qKHQy
ljuyCY9Nk79gz3vEtGa+tpUk3Ruy4GBCB+KgmJZdxAxTBHM+dxNG4dTCFa9V880Y8zNrXiCvgnbH
ZFKQ1WMxtK+mile0MkbpPEkwSvr5Sa3zkqdaf+dy6KayqzhpS4NGlma5BXR1mkwSaE/VAzQEbZJy
A5ey8LZCLivryVvzNTzIdVvfdXS3bJ3exTgLBwioasqwolRuU3plHdIS2C6yvlSULOqXgZAT0sUi
N2smx8wbgrPK5UZWJ9JWAE6UMpYxk88wLdXroqx3bXvVRmO0R3F/Va6ZUwv9voWRx51Pvq5JfCb5
yMYT7ChzdCXo2r5f9Gvsyw4FRuLMteiWhXIHNwcIxDS5uDa9WAWhFddoU6h+Ihv4LKOVpifHrgpl
yBBF0IPclYXsTEcGFLZ+LUvFbQnauTMyT2NFjUTrWmaf0SxIdhJakiHMAqvhYbOaXbS4Mb11JWc0
JPuoaz9TZDwlW4BK/FrW5knNbxKyr4eWx7m6GxYFaRwfvza+UAQKTmIBSyS3TInWiXbNQ56DZJJa
nwRFeGZvQtWfFj31hj4Mz1Cmj2Kf+sLG4TKX0B7k90lSHALgJa+JswaQzFxjnmVd7wDG23QWAynq
vLQcadttlwLr8RySD6LWkSjtQgVNl4LrL8p0yx+n7KKN7NGW7hOjx8osr69ZQ5BrTTCGi2IUqldL
MSKu/VvZxX411WgLV7pbU6kGll5cTVp3LOe2RGXIctIlTwWx6i5/GqDCKcP5rTUvlNZjYFUvsyzU
2I/FxULy1Rfxs9HzAe2jVTTelLy/SFPYxBwL+p6AXEGUYbN0psg8MhtacjehlD5btGlNh7aimfow
+8CBdr0IPYVgUdBzITOtgo4PEX9EVFyp49ShaEzIfEJ+UKivrZYWL5IK9c2TLT2sPZ2uVbuxuIvZ
wdKfU2qVJF66REdLgaaPou5YNEVvifVjSqzWIYHlZgGHAwWacuAAM7xzb7NxL+uhkbh6Ek4QgGtT
v0mjoviWo5AFWi229W0rtCuVJ/nFDObJDXwQ0YOOJ2BdUnLRw6S/NhBRxkz/RvUOXIRk2lVtqTnA
mQKNa7rM9RuvFl3RGYmp6BcENCKNLQeGnrgitdRF/BnmjsTWcDNNMpNWqe+XC9bcsfcK8NUM24GU
TQFbj2i6yxwhWJnUlF+wKCmQDmKtIxyPTXkrLK1c1g8VzevHaa2EKwqTpTkSXpd5CC2NN6nX2Wbq
eiB9fhbS9ev/WsOhfi/v+vb9vafj8B/QZmCI8bM+w/VL/jJ832X47f//e5tBUrA2Yvum4sDLhVgJ
ofbvbQZJkT7RZGRGAqlEwU75PxMa8xNNBxpWOBeZxNAJ+FeXQf5kEfvBv8YMIptkvP8jnyTdiu9a
WQaWJLxY5GZoNEIwS370nIwbIqGij3uyEiBJEjR7O1Y50fB0c8CuFwalCulACQbd7+7P9e869e8j
Krh9Hy6scWm8bQyF+DM/XlgkCtzKJODAHFqZJ+qpTsdbJkNypqj6+aVo1vz1UnjOML3jKqV7x9e/
U4ONOT3zYSrbUxVaOYFqo+7Pmp784g/6rTX8P3r87VYC+RE1XddoAdEc3H6N7y6TRF1ETEEznEwd
awxA5xiavJZ/NhZ9PPQkafkaim7Z69uZEYKcMkmfdTWmS0Ds+ksyx5I3cQDU3VVu2p2wyiEcRKli
sEGgiHyp55bQ5EjVk7fayq543rDVo6RePkvgqB8z2BZvI5lAXwwBdbQGsoX46Tkdr0B/Ia6x5ni5
TQtZ/sxxofnSR5JxjOL5q8bM4abdQKvyCAbPXjaDCsFSxfxsrRJqsH/8WeBZ2CJJoKNgG95aq9/d
JFnqClmaxP6UTQbp0xNFbAhS6Ref+I9Oqt8+CtrAvCDMMPkk5A8fBRN/NerAtp60NX4YG1cZruJm
IqBJRwz08z/I+JunC7Uhnh7GpqbFG/njX9QNDMw0NphTuDCcXHApRRydmGqSQ5wPr1Hq14ysrAwl
WpY4CyD7Yex3HXRrs0fO117Lw0smpnvwQe+RoNI5MneFdVE69LnylUalDcyAGklxteLBhKMxcI6a
6GJMyklqr8fksI30u9uQMN5YfFaTR5DIjPfyEg9F5MQGAJZM9lIU/WZKti7a4JSQKgQBs/7YhZe0
Wm5IhXOs8JRu2J30BtZh2D8sa3qcwJEMPXkdh3CkKyNdFXAyJsAEpBPIIwd3/YVZ3cWkTUOwZJu2
v7i5yocW6PZO4eTGmLbpRS2MKT/e3CHByFMR13Wq4kTa8T8RGZQiwbvle0K2DQEFEhjWOM39woqq
XdyPiFOy7CopaxHFSyy4BSlsaLmRuRRMPqV+eJJk2R/V93FrgOGTXN1iLNubtBOT6zBl3Kek63GG
lOn1saI4UjcnjjlJb1jG+31maOPRqkbjrKucK0phsyDgE0Dho9f7jNEpn1K57GQIH/ufP2jbuP7j
MqZgj2edVpncGyZbwvevDrQxYNKD3p+0zlRcI0wSlEjacljrVXMIaRghFUNSjY2cQ+VIBD3cHXlP
6qFoR5Ol004jOp6+EWLWdggdwQR7JYkjzESNDljIQhPM5Mi7oOUKj7TOX32YvxlTPyyQjEtknNMy
Ml/T+mBYErCAUY9J/alYJhUYetTgTLD0HS4i1aMLU+5yc8mOkzmj0ZWGR0buy+7nN/Fvdh0mSizT
bDhwUIwPzxPF7yhmcjacOKCxyllCehQy0sw3xtov1qC/vRTbqsz6gyHs43ZQqnHTdOswnKymlWnI
whiG0iZ+iQd4HT//qz7onX9f7wwZxqFsSJpo/LZGfbeqilJvdhqBN6e8Fvurwiyg2afQS6axn47c
DNryMfGCTE+zE2DV2mvkFkWYUC2BETfaZRkq3Zf7tKOzXcinX/x2f12NDWocDew8dQZakw8zVUAH
0IRMuPwRSKINvofiSRcR6aYdKZVMygbXiEwTcbHyFDYgopWJUT/4XTpf0qrv9HxaAyBfk53TxriK
NKSZP/8V/1oFoVRn0wZTg4xGVLevf3f/1DCKdRnw3ama++q2KFGAMtDLDzpdvp2xxNkeCYF+khSk
tj+/8l92D5UCiKdxqxdUk+HRj1duONuRZlCWR8h+qLGWrHajgUzWf3oVCjwKSv6DFogh1Y9XqUcM
iM2c0nAQW9qG2P1RHTDO//lV/vI50wYheg7jO5Udy/WHlwuFir7my7iiPJB2St22AV0WiTEQpBxh
0n6/2v/GcPM/7KwB+eQnI00HtkxbVeX3p43tO/44bGClMFnXTCQW0DEotf48bJjoukxCHwhoYz/V
8X3/a6YpKWQD4lq1WKaol/RtEvnn5PyTTsEMvZU8OQbrWyn1DybnH9ZEvB8ytBiFRQpCDMiTD7VS
lXVSiNTIHUV0VNRi67FRptEjRHP5Z8/iH1fiQtwNCDCMYn94o3swzWZY5m5eci52WONgYqpikvmF
IX7VLVH+FfzhwxLy2wXpdek6gzhZM8QPS8g6hFOsWqkbx2QxtGh1yFHrGcMsJs2+nMChHDKtrBKm
1lrCw3cPwK/PUr9fmwMkohXMx3hzfvxjQyjocOQZrQFmpHdcqy1CIanrS1essij/xa39uw8Rrw4P
kIoSQ/rI9JrjsC/VunJrySzlRyHEAuZGE4HDNh62Zrz++d/2d/fVpPwD90I1g+Tix78Nk18M4qty
W0yuO1Ve6chnxhPzRG0fMo8g6CNVrjOZf/z8utsD8l2xst1TlQ8TjBBufQ4sHzatUdeyGgyqO+rY
3FaAB1rW4/vQldewzTsHknL0i0X6b/5SNiDgqCCTNuzBh61ALs2uNdvClZgT4tAAuRRkTVifYX93
bs5k7iSJK7I1FCS/oADoH8+uCuC/7by0VUYSlaX84QmCU1CpM13REapDSQRZi+COjx/c4cBy8jYZ
cniGuh5agRHKWuNLPXT/OBzEe2EWibibkAsQzKbpy+0iyDnNXdAN71K/jp+1VMFqUYPGXh2EcyKp
6gjsTkrXRZmTSQNa/9bQMR9VsnotWHo772a5k4rPap5BUNnCHLA3dXOEg8RsiIyADj4iqh/K5aKi
o6PHV/WzawJJvQFwpIk2vnPg69AI64MgV9QTGTwHCV68wew/V1dt8ea2Q9S8ZgYKBSGp6s4ZG3CN
RzNKsjX153bpCwoiTWPoZKCQIHu4WtJ03C21qmPUUgrE+whaN/obNt2REetUvPV5Oz+lkLZ1tANJ
dqutnOdv2Hw10CHtxl+LdRwP8bRuo6LS4mCqNCU85tCgZxovCWo+cC6wP2m1k8EhNNnWQjbWZ2SH
SczUlWUdq0StfKmgp1c+lDg0AGZbZc+RTpyi3SJmkYlXKiVAipJa7lCxbTNpQS9zn8S/RvE6edR4
osWov9LImlMdQrFUKLh6/x53Y794vWmlb0olLeRUhx0xkzIu1YOupWMYpJU6qg9KHMF4GsjXK/cF
+c+xvQpTt3xJq4RpwgSXUnqylBi5gN0DHiiuNBLWiN+YMGRXXjp3ZfyA8RsWoM1+EYY0OOuoviH8
WhSOC5Z1bXbioUvBI2aEFTdPQhZN5EtzfoivmE4LIWp22JnZdMXYX20umYx8wUZhq6b+f7N3Js11
40oW/isdvecLDuC06M0dNV7LmsrWhiFZNucBAEmQ/PX90XLFs1Uddrx916IUlq5EEgQSiZMnz8n6
Ovd3Vb6Wi1GHCQyxsBnseIeHY1Te0lqdZxe1jeXDdZaNVJM1x3p8p3O/tEIqlZgop1dO3fnWJzr4
e8RE7cnqwUSyGjoAIrOz48+f3TSv5qsoVG51ZaSH3nFfjKN8xT6K6s42m0qbArZCtwBR1UjxXk6O
SPL0iz1YrXMnogmEIEKUSMybTuJgybkRLcRPi+0iWACPRMmd6yuRfGZ9KaoZg+2muxkidbmp+zb8
NlTClRs09suYqvhiWI5xRGOH3YclzXuBGe/xg8fVwU49TqpensKfLAMxf8oQe7mfafguaD+psQYI
u2UlTNDqfYckw2pnl8vbQbBTb50FbcONikc0gqEoUNhAuP4z1m/JsV5gC2ztoaWXfxUBBR6vY3Gy
OwivKM5OMGLFopAIqIM2yK7SCILIpipm5w7Bs+UBUu/8xXIm5zlWZfUZR3HzRbrxNKy1YtPvW/jG
N2mT2S9KR/FrOSfds3ETtJLtSoFJTJGk/FgN4FUUHwPrYyAztMhbgNYvKVCgu3HX4mYzZPRO2FnM
eC5FYR6TaY07katR4U90WX5DSN/vMKCN/Gc0/EFMUs5FestBca6fOI1Qqd2GHA/t5nyE6frZGfBG
26yHsNd58tKOCkVBZ2jZJvkuzkSJ7lmDSRk1hjbbyqHMKAlSFIdRPNndY4c9M7SUni8bBPWTZmfy
rn4s0zanNuNUltyN0qUBKWsC6CIpfoFU7kWyUIjFELzfRG7Ji4tB0fR+RmLqwsSwLUmynfweL84l
2iUio1Fc5aP/qYtK1BHiLEyRi0yshMku4/C2z/HR3GaRTJjvQtRPGo8uVNMAU+qDKNqUUmaYWf3e
96BO4eTY1O0lqs6SxsZ4QTnAIH5NW5aTzteJrgP8htwwvdUlTkzUPymrR2HXZR9yTAgNhYc4a0vk
g2rUEKDlzPNNpwaVn3vO0NGDVg/Uv9AFDs2FgCQSHLULXHGYWG3Jrh0BOzfKcj2xcWWVX3s9ne33
sYHeceBMVdVEd7CPuzoXNBM16CpD8qCJgHlntIfUHfq7yO3KYKr2eeaLfm8qK4K6pm2RpV85GKXx
Q4qaR3qV2TOGUEu2xNUxxCZyuOyLauk2bjdV2asj9KiulMR6A/enSMznjkTLfzd5s5E3ZYcu5iUx
N8xZiG0XsU8PcX1WlpbGhGnuyiuLuGbtE/JByBgx6rkc+uCPiGuea1k+6SECqenTJKUET16S97dl
kQzuhzH0KQxGuXbUkUxFjZcQsez5IkMMiwK2hcKo3qZwaNKXoME5EoIU6m1UeIfZN+ejGb12N4y6
znddbvI7DF0X76wj9JWUNl2c4XL9DYOt7BY16vyyD1VuNjDgrVctkQRyonrCms9ps+JYTJRotw54
NitP5LCiRpWCCLoBlzrgFkXvE9IZ6rIFpwRsc+pWbPRS+gbwSWIS2Cdti2VGLsIvYyQ7SU9nrI8O
kjn+np6A/rM2lXjMg4Y+BMuo6IueG6RlVK5pk8rYyvdlrGEaCUQM6zMcDHtxMAg8PkIqpIdk06YJ
iiGgB9Mn1NPo2HQCq7z0CnyzeN9mqc47pAH1BwTnlwt2/xw+D2rV0QTPR4HUDDiHXpuicZw7DxLZ
o04nOC3Is0QLuEUYaWwozIhg8FIE/c74uWnvRh884XyhRSfcpTmtBRtZOiHSTqEYa6jQjvZRxfB7
fBxUugSfCN5DyY7cUn53uiRSWwOd6ZXCof9pNft59vvAOqXGQYw/6wPn5DWiAhcpg/nMRwABO2KF
buw+84PWO/Rpa3qQ3KmXm6WsI/RAEgtF9ZaNCRNa6PrwrahJdWeCKE/vM8vHYGY3r8MKCEYLYiBd
2njbMX1C1W6+zjmN8WJHkp+N52fWk9sF7rVGILAnwcsE3Qe48MCDSoLlVSx4ureY07rXEolhZMNE
FlqHwO/B9K06jdRfxhqw0dG59oKXKZpjABVrTqqzRPJyjv2wQDaxAi37Cx2VU3kxWRGBkwRD0ntc
zjo9YOK50vBptfEvJZLC7T3eVdFwpcppzC6xASLMbARlYW9fr8rvSMCQSmxTkbIw+tbiaLRxcSJi
5iGs8wlCcJps6qkvYhhjgrbN2Q4bvTe6SmiYRzfyAnnS0Nv2cda9hM4yh7BY3ZmENJ6vl3mM1B4g
C49dMyObhVXOPGe7ui8Jw7iC5Q70y8GbrR1EqiF4NUHu4PRUtkJBksIsIflWeO2oaLmEsrJDwzov
/qJtpCvxw2P4oi9xHhTVvmKKPUI6bF+s2MfnOnXnUW0Ahls4FZzkn9sU44SLRvcUsIssc7/BActP
vXGmz1o29e2S+bFnbvM6V+3ORe0ayyqolzsUUHv/MOGQd1xCalVnIQLGdFmUxRPaDs1fvhOqEGqb
N9BRmI/s2rj85k/zOOFonWBijZa77XWnCdnVb1jbVR9jy+loiMUQ5bN054Jm8NLYFqTYXqAV7mJQ
namRBJD4m+L9jEdwuSu7ieWuBUrvLkTceZ9TEe+Po2objRIrZl8kEdp9XvJi+QsbI5dyBkrxr5Es
RrF3GunyDm3fXK8wK66hJdYaqO7IO/iJlo+zsIYf6bTwgfoqWW7wbrbhVmpln6GDCBiARQNkN017
zQuMJHmOwk1Mg7GxA29rcb6HsDmXFH31EN8I4/qW2KI+N2LxyF6enXu6jPTOdTiikHJJVIydXNUP
S5MbJCHIGHHH4HBR438i9UqAdeubxJ5ixIXA2D+1fW3+6mbZ/CWqpDyRkTnNgUQ0vU6oonyewyEu
Dl7ulFdYwlb3QSyRekHUBrvmAh5BwZ4Uu+ymxkqfCFcYNK99R59M4sC6cWMVXuRW7nJucpPgL6cY
9EdtluW+T3Er3aBH2+dYlE6j2eA0615SsvCzQ6cceLVZkXn3XRLTPt0JjluXRTYJWqtlUkZbTVta
DOeYCsUxYSP/WNFihUSDYGesXcoW28Fz+xhFskrlW0HqdN+bgWNATEJ9smMUeQ9OS+fRtoE3cgXn
nU5jnRTT/IaI/z84+N+M4k9Axu65f/6vr5BG+3nVnP6f/35o8v7r63/d9c/9V/0zRPj9994wQisI
/kX88ggekbfKrdjB3yAhmvT/8lGCRTtlbWAI1maJH40PofMvj5YG9k03claA4G+EMPpXDGDgoBtL
9QE56P+o6+G7oua/cZf1ijAiYs6xkBIoqL6XpGSbUY1jSv9rhJXMgM1vJzqr2todrYWPGJl35bOw
lK8PjZz1jDiIO/nZtLVg176kjRKNtW2RoAsv4gwb5R0u3Y08wzW00teYEKwmXy02Bt0LcE4xtTvG
qio84ju15K/h1M7DbZVNYfUcRRR1v3g11ORTih4TrQ21k+O2sxUdXhgfVn86g74FjrllB2XKr+sr
J5wltwyDyJkvXTSZim+WHlt+56dX+n/gfb9iUwJ4kqpSjJgt/UyM+vvSUujU+ZAFWfQVQUj2SXjg
ohJnlRi1Cs/oDejZiJe8q/JvlZ3kbvIHANBZkaif3xF0FfQyAX4QAQyw43uHVC2FF+kAs9JXdNo9
itp9S9GN3SuGyw69azIpAu8q61OBcKqwlq65McKbNToTYgmMd9EHWaNLujElttwnKBuSn/1+jJjC
P98j9RzwScSEvACl6HVa8vOfSjoYwFlupjzrNcCSFEwkXcI0lPBjRe9xYlR9EDyVvo1d0e+v++7d
rNelzEIlzrddqDvvr4uKV0s3jBe9pjNzLtiMdlfpT5lIXIiGpsiH/APZbd+j5wxrzw02v788SP27
xw4F1SQwb8SjKQeuw/LTY6f+iP/alHmvVliFEB99NjT/mYUEPbNd8rA60dfcOtcebMHhrtQ42bNL
ZHnFoPyndxKRPSDAFAH1exQPfr0T+hASTvu2ehUB1ozYyziYppQHX5lBiz32ZCJ4Utg/gmLogFLG
U2uT4MT7EZmvzvzhrfyKWSNuCqDKCZ6yM/VHShDvZkMf0Mg6lw1KIDEah+rYSpCPeW8lHE7n4xyp
iSny++d3VmT6p1XCNSlxsEpYqCBIXvRuANIYv/G468kvchXW1hkNKuuCqKc2g54xGKgHdBBAy3Oh
YkCIZyDot82Gu7oL4I4gD6iauxgrYUia0iehv8Udo9Evv7/NX1FnyF8YgqzFR7I6YjicnF9fEw7G
kbLlMr1MqldMAnsobd6PjXEcvsST8kYLWmMp10XTm3b9knfp8If384/Bcji5CkqTaA0CRRPafr2N
SLq6n0ntXxoOycTwgui10NYAaDf7l3jvEffhV6nyuS6w2ME2r6sV7rqRVViAsDIj2q6Rf4b9zR1i
uHQJoN3RvvP74XLeLzDqYBTVXLzvXN4w/aS/3uiEVmoXN4v3AoAcWNhW9LqrhhtObhwmt0bOkpuz
wnrkZy2ICW30UbnMCDN1XXKuaX2BkF8vi43DdCYbxMRoww6geg2+bVW3ATwW+KEuooKERNcCL2su
bBAJ/moJS1XKPyzTd4rERKoAMWLKghR06GFisv76QMzMBi/psXsK/Rb9vm1nRz5TMUmGOFYAgNDJ
sk0yv0XPalhRx+F7OOmcZJVnnkzvBRIfHogmf1pD4n0Ux7KAZMSPHcdF1/cf04LzoEZ3te2eOsUq
kvS/lRGAiZN586UHwMFwxMlYLY+Ap/McboZM4Ym9JeCb4DaVS2KdqRoPykdlDTo4RXmwJggTJ/Mq
ppHcX19Pq2mjL9F6gdtzi8801mZLFWBfubErrOpciN+VxQtqmzjjm96syERARSbenecXM1/0CqdH
2KugAXEg71/fXTmBBrQ7+f3yoCIWtkhROxX8iZbkgTvPLbpwUNjp/Lp8nnTQyO5AQ78z4izWYt+m
VAnZv6pq5XKYTpN6OksFm+tnqgOJeBzt0WGShRFn5W8jjXOkKL+f7O+jJqNPNZNiskdhCnLou6mB
T3mT4kpbPS1OrWHFT5w+AYINpyqs4GhjIFD8/orvoxEd39Bl8AggK2Xvfn9Fjmc6M7VnPnvLsE5G
M4g1/LkQ/Nm8g5EK01NSeDAkN8Ydep1ehwQW5unvb+N7vevn2E1DcODCF0XNnpI3WfKvi2LxxgFg
Lagfa8xhew/IY/Ctr63MJNEoKzXYjErCNr8ZdQRnftNlyMHvU6ROR0pWYWjgYPVuKi9pDQruJk/B
bNpo4wTjbR9ZNEBIrEXbSyaRjWC+TWWg24gkcNbFntnMw3YExfPOE+yM15U/QpL7gJRL2K2+V8qb
xuPvn/h9XKP8j7klJVZ3PRPgrvFutyoDpFTRaA4fxqGxSWJ9pVyS2HFZ5y11JyHOMsdMTNupjD2+
pP33zNYKunVKe1g0usldMuEbW21dmS+1Oss711tDpFy0jVpqRRUhP1J+g7m3S0y95tQo9NasztDB
m/cPs9dd+SY/vcSIDAg9cJeoxht00IP89SWu0hNLWzQuhk6Zx9pai0zcQG959Gj8WMcwImbuLcmm
dYkTK9eQojrJRoOBOGm8M/nrt1qJ1dFzFRehOMtNtY6DnE0bnMA1+VSO8ip/Zk7rQB+oIynv0EVq
9CgUs1/wuL9/W5yp3j8a6uLCRUM+siGVvycs9RMQI95084OX0gpXbnqFptYtqGbefuntqHQp4vat
XB5Dt1n3x5qiEy9kwtQ0nffo6Dh9eoixdzMPZKmK4TBh4TH7vHEhmgATxUwxLJjBsACSCZtnudsZ
wlpPRsIFUSix+RdnLFBwWsQFQ9H3a9Fg61dDwZLIYrfgX2/js4bC8vn3g/AuOkWkC2RXkC2gu0DY
eJ/qOmYRwRxI636sw5bo8JbeuhmgJggZtI/0T2Qt9912tF6Sxn4bcXnYYlTR32UpdtGStXZTeK8H
nHKf+7nvmVDs/YyPKDqB319irBYWZoAbBQNejQm22Wi/rPEeAfOKdpFARwn6kb2gVY9TiDveKlzI
2AFqi4Xf44YbnH68tlQaAGckyCOMkDesovV1pOW0vgh8+hy+xDPmH7d2W7fciV+W7E1l0K/n1N+P
Nmzm93MOCY1VjYPmX3jV/zhRkQ4itW5P8z02P1h4b/qhpEKYGCR9TjSZQTqhs4n+2miDc09cZBul
ZC4v7GrwUJvryHasS1oULXGd1BnwqsRCjHpoXtlnJhkEGp1h01avgpqLuq1bTLGfDTaL5oMYMc1e
dhT4Yyp1kvxRA/Jjez+eFEU/fMiC2q6dK89WTrxrGoW9WzH1A1rhLWVCqAxZMyoxIW1UjiyGcVGG
nszJ8mliR2LeGcRdUPUzoqr2RHlvOHaxyZyE/C1J+/MeCjXDGS7QEBeOtUzF7nyiIEmpUndFcMD6
lO5Vv7am5d4EuJI/ogSSJjsPb0GH4iy967Thpb2OdzHq8UC5NCydha7X72RLVeIywe7bRq7NydxD
aukos/dd2dbiYcbmuLQe4taepvupn7z+2oLWY92yY4TDq6+CQD0s4ZgCo3Vt62T6YzwtVXmkL6mY
DksrohqdgrKlyLkN1aJl9OLURdS8Zm7XjtOOqTLLr/HQr/YaZWW0U5whTiBRzOIcgHrUMamtMjhh
Zmghqj8Gnaur7GsWNV7PKE9YCeE4s4BnM6UXR8EF+IhrTY/rZwNJqAvPhxiLjeqq8Sd07PfFmPZm
vDJ+gmjDAcsrM/i3SeN68jwoqMdFB+YKEtWbjpYptnW4CbnB79MSgcQzLoGXMp+bVFtZfkRegN1m
W8ZYMs27scsH/1NrDYGvz5kcxkpgyJO2OKdVgJ4/0s8eyusfKjcM+dK/fZNaScXPbCTRuNzSaiFf
lkHG7nhRBKpL3bUhxQrD7Vz45RAep6ZYpcl9Ma77ou1bOY+Tej6byvOUzAHi/YWfxX76AZUE04U3
oMWFQRa1pLsFhvgwx9H4ISg81JE2KKGvmESoej8rH6lKJNZyKUSlGSlrloTsa6K2zPxLy0tUWF05
OQ3T1Q11bNhtNP4TCNJ9m2OUo7aErPWW5tGqkH6wU+gkcmd3ZaEihJZsasOf3NRtuF5dVHH8MKQR
rCbF0ZuRxTM7ZwfZOkG2/hHun5Rlg+HVmtOLTPP02y5zGpRGisysIwZ+W/Kl1Vlv3TU15sKkCWOf
RuE2Nn3LBFga8o1jH8O9x3j77VEzjMQZPlmE/MdeQlEHUkDmcMhsnHx9PU4nMtf/y6mmdZwbKHVg
SdZgocF1ZjW0hIqvUnKgkQeV52RaWxM5c4iyWZT5SGIy5QeJCHJBNaphvKxsoS1gWIQzXUdFuN5y
zpvulruAmcUVPH4kXxJrWidYoKz1zfuzxfeqeCVQ7MbR4aNssWsLIDoXjeay2x/PoxQMnhcAt4zv
+VPXBnclUnPxd3NTAKBNF2YOY/Fj9iSLjvmTYWGtD5f08/fBGJg1avsjx439he5VDoDaL689O1fW
3Y+htt4+/vcgv30OpMAtr0O3q7kBp7Gy8aXM6YpXxxz9Cx5ausvEtVIMwXP7jgN42tK6//ai2mXs
mWqcvOl5RTwjnilqOWU2zsGHuB5aRml064qPUG5wuCtgjgRrixIZFV53WkN/Z42GqY395dsIQqUS
PKF8e6bMpaojkfNoAuOczQO9Xiyat1f7Nj2CpKwYn0Dk/MbeD6v14adgzpinqUPBlERCZAHfnFtp
h9nDYuVi6C94Um8d3reJtAzzwF3ykOtfoRKj+T00ESnNb3Sfrbf+NqDWYhb+0VZeK8K9ZftNWZwv
8DmnjuZhQCR7b/KhZU3HRboiH5q6+ks+hq58cVATZPpon4yVh1cjye4HDZa9/kF3XL+IMY34UjX2
uhzqxV/vvxmCNDMPQ5VWaX7AcIe/m0nPSb2zUs/0Q1x6aATwMHmBJGB4/DHkcTEqbmfKvZI/wg7Q
cvGiy0v2+dGRS2A/kLlhZr6DP9Q3+dbWacLF/SJrOTL1lGb68wrAAMiG15SttiPpupwH9le+V85D
UERYvZfYwlwgS1NN6H+K1qZjuaKBtR4pl6XAhhC9Bz6f9VLzhaTRr061HPj/XBtwO982DlCRBMuv
TmOJ3Q4OVqhp8JsZZeVHqvkTp4BkhhJD0TwmlMOw82hBQGdYZdUQ7StYuXwEc+Ak1hiTs1VNn+1g
Kog3adW2ZXn2A04u+ipTxWHIKs67X2ahhQeZgYJvYB+972tGtlHFgOnElMkCVS2iQP4AzTgzwRn8
nvXRpzjVDJHXTTiCsD3in+PvA7jqRLleiXX4nKlbZw141TrF3/DTSJeG33YoaPG8fZ5TFdwoJjif
lznoI5rF1QKuTLWvxKUayGIO6mu8SRSfCGZnPcOO/qCZV28gCxSqSiXIcUkKyqghyIW/sbxBb/jz
eKCG0hclEGXilBx9MYqg9L7tK4AJ/7Iug3U99cLkgPApJvSESlrccEs+aeQlGWbOeuvgDTmqdvXe
HaISLL6ompRfVzNCkd1nQ3qWWDiFa6XyE9oUK0iJ4B/hJyyxTuo/CmCsOdlPSWHNqB+bzkcQHugC
V6lNCAgUPInUQw0RjUUD7Q8yIMSvBDGjet02VsUCRk25ymHyvY1kAQmiOnm5nXvjhVn8Ogk/lstg
rDtFMg2qsHQyDvCDIOt/sgwuIfOxgMC6TqMORxJ54Hi5olRVTr5KZh3XdLg/BfGcSedFYKpSnYJA
dnNyEG6re+ubofFpSvbsaB6MSV2Bf1vIHFDqfgSRNGV/b6eySClwU7TMplsTktvI13jMoWN91gnc
XPuoymGkim65i0aKQkCNbTcDuwMEmd5xWnJKiGfx4AzM8rqI3e3IN60QOg/dpxii/HiSt3cpuwKA
eOv7UAV4rO/hpqrGNf7Fc7pGE7L/dfHmul4/0XxH75PCXb/n42XCJ+Z0Xj+IvKbPJzi5r7WNvEo6
lnJKtpicln52un3BQl1XZVyvP/kxZckpiURrGwE/eoPg13BK+62aZuWFG8dVdnQzwB5DFMDYDYC9
mJckds+xG19XeWpBewG+p07EF1ouiRZysZnfwqb+cAK3XO+8zKk0Pv24kK9itjTJVLHu3k5sDRX+
ENJG0w3iY/kWsMo3oFHSbMJssCq5gpBaBUqIXZ3Wsk02mQwG626g95JnRmCrYCrlbrqmcZBUuEY4
VuttDd8XnAVJhXmd+MO6yDt3LTPuGjOtczJMFhfpKT+D51bvaSZkNR7eBgQceA16ZRSsKZbQDg1j
mesh9fkH4OvdgR4sh/jADHYJbvDN38PKEH1ITsvOvcvaNuCu4aNNrAbTEmYlMl7cBOJA6+oac7ne
+x9Od7+e7dbLB2utxoZ67nD9dwdbNUwtDN4QqOotNBZgwNwF5wBW0u8v9Q5AZzVhC2JzLSAr/h+s
x/qfKlQmgqmRkEr+PUfsckI1XnaJEB+g3ayzGxWr9aUOecEbhjez6j/9CI6/v5dfIQQa0pg/uILy
8KsGICXNX+8lGT0X+LZI72itIIzlPv5dErH7KPT2S0vq/Kdx/ucFXZr3KbjTKQy4+L4FssyUjTOa
ndzKqWGjSEt2/HO6vghzP1b27x/wXc/l+oRgt7ZPj3/kOpSj3gGZaCGLtEG87/ZHxDD0ATKJ5sCb
fUhAQkfjoeiSRX0cjDcXu3po1njuKUIDnjyC/egPd/TrTOeOVnVpzC09OpTQ+HxfFptj2zLh7Mnb
6m1RGfI61vg0lPSnorg85ryCTAwzKxP+0rojSitbbwTeuxwQs5Gc7A9+jbAdWzmhBT4tXEI+zvpI
nFM+e5wnt+atntW9hdnfP8T718iLoxMF9WwfSJZeq3ejyr6LLM1kjacM/3OGc/meCHXab4aPsxUN
4g8tlP/X9XzaE2nAsu0geC+iHU5kI/RID6cf296UZtgf09yT++1G6Tz9j6A1OkhxV6XphoWBUw/s
/nfhAJdKkGhcc09v2xJJ8vo2wrJiXTRarhvG7wd0/YP/hmrBZ1HbZaKupBQqxfz714Vo5mXK1eLj
wdNYqvS3YV2H3lOgWDB/WoL/vBSvDtPoVTWdQ+b7Z6sTt56HNEjP3lKR0QcdYR65subL75/qBxXj
pwcDK+RSdGXhiUsIid7HdRsxhTbMM31Ui2tnOJ/408pGGBBnH9pvemmooW9bnYKtwhNPFk6Lm95P
e6e+ZLeGgpNCbetAfq5cAfZg39SJn6bt2Uxu4LenZMpLZ8IHzaXkBO1P1hyDVOGKRu7rCsFlnCla
O9A1QgOQR6srb3JaL7iJ3+p5ZcBhxPuQIJMpp2vE48YYyswwQlkEEymgapxx0AjzeldZRcer+JGg
hBa/RjvBW1pBhh6xWQTfw9jbUQP+H6HbwAsldK9yhKQBZnQtEtrWRVT91LgDHyDFCvCX9HS1JnPW
W27TURxltdtd5Cx4Nuu+dtBH0iqmzyzowqoYNn9DHpJtE42ot0TmewZFZc0wvouM1k08lCPIEmeL
MnD3XdRyybrkVDFe2FQr8nRbTbXmPAWej5LOg0faG3unYEbkEFOEwLZWMADaNzjr/HYOi9H19OQu
K4ca2BUEJqTKAOG0h6y+tYY2NXa9kfiv++5NLOMuNPtUBsKX9/4cj0t7T71hrWiRA9IzfWp7TRHh
Pu9Am9MdJCToBIdMSccptrVD0vlt5uipowt/lXd8cvxp7qMTsFnSfWziuFiFHXDARNq+I3BM/RYl
cmrp+6adebc7g8a+gp1vgUyMW1Izx4+2s5gTcwWRukcWnXK0yTlN44dJXTTPbH0UdtWbl8BGJi+j
mYCEGw3YsKnVpwbkxRroNfhecvsRiyT18DS4imridoHDRBW4qAm85VkA32ueODf9uum8TY3qezbY
hFXJkU3FMGI6aOR2gKk5hrctwo5IK5cuWnjWGN8TxNvoDm4mWm309aQ+DpypufPnHOWkOTfJMRej
d5bb3nJeq2k8A8lob2lScbcTNoOnMEdkD8x4VPcITsYYZ/kt4izCzV4K1VWfUlxBd1PsJJxFK68/
ctgFUnIb/zLq7Ke2ZDk2pguuaK7qdqHIoFNLG7XHIpzEnn6n4QMk/N7ek5X3+2i2kV4pdVB/ybrh
Du2d7lIJK72sR00zhQaChvuSno0tHjFZbKKPYZdJ6vpd/grFPdlVGZ0fM1JWOz+J5UW0uPVhTlBw
3zSdjxdXGc3NVhRNeDD8yfOI89iLQp39CO8heUXXvToi+1kt+CIV/iEr7Pauo90XUyUgGk0HSZvi
F7ZEz5WFl1HsDfW9iZDSs93evhB2DM0a4r93JYDpDqrXzVddhMlHwMMcvlLvYRtLqYfzjNM5t8jm
ZfmhQxZ+7+i6v9WjAHAgFOz0PA0XnlZIXPm1iZBUjRO8pfPRjedzGAjDF+2KwkEJr8MYIs3rDEsj
z4++Rr0f1jsrsRSOLtARdsLpi4/T6JWck+hB8XXvyG0SZe2zXejuasKi7lIHzjpDE3+toaajuZhI
Z69t2qDOQb+tixyzYXcXEf1eHWNox1oWTE45NnfWZ9NJ81Va+Am6ubM8a5rqEFFNOuiDy6KZuVnV
VRsYUwr3TnQFp4tgSDGksp0uP81OSCDmSLUdjVd5FyKyq+5CTVId3G6AVlvVE14F/qNvZvq+kuQk
HJbPqId+B7SIbVE6IQe28+fW24uwb05dJiD/dhM5mU15O9WboYQDUW7DPPXpeRs88UxlGqsDt2qO
LUABhPC6/zg5TflRZ3NPR2Xfpw8IHslPaupqjOimAYk0RyGqh30ossoU35OShTchFiymyKDFqREh
apaxeC7qDqeE1K4fG/rY0AkbnY8xRYTzzlUIJyo7uRB5I551FEyoxTgKnWIAVy5KZxIibpITKQY9
QWS1ND07ZfysLJKa3drrUeAXo+VNYILyQKAPUGjLl3DlaGc38HTgdiBA9+C2aAuOw+Qci24MnpWX
PBjOyQ+LrJcIqxra5ZCQTb/ODAhyL+Ew7EkDZ6TGYp+OJCGp2JZYz9rZOJ4HcdkdJXmog1KxjhGP
7uMXb+q8+0Il7cu4jMvXgQm+G8PWvcYN1Dva7BQ7Ocn+jvzS2vimQetN6fIJ1nhz9CoHG6QGOPmU
zbZgL5uISHax2o/2PtqtIYWZbaeb4lj6g3qA2+Vx/6N74dgNikCBpz+Dy8mbuMnUmTNX8V1dq+Uy
1YXcTyEhl2NwnZ8aYfcXahDmptGJuldRJL4gbktwcOU8nsRcs3jAtD44Xj9cTio057mZ6JZth6g5
Jkjm7Tgew7AE9ojPF0slV0mSqY+LG2UPEdDJZ4mm+D0bfnrGYguvUXrq4TBhr1LFiX9FhRuxQqTB
cbhbEC5mvqvmsKRWe1MCwd+kU9vJLcwQ+6DwH/nc9QP9f4m/LFcKOdpLiEol6EDd3qfegkZ3ltbT
3gvL6IyOzHSLYL74QFOBBzKvrFcrceGgXc3YzuY0M9YTue4uHIC0o6vS98aw39vYwtLSVcVdcmWs
Lr0BZalOlpibx6pXz/xOCtCbO4+6JoMphrA4TXEB/dLvnBxD+859GqxkMNsqM/Y1VJ/hIXfHEQ87
t8LoL85QwxJJq6JDbNdNfFFnUbejjiuWzUi9e0fbW40lGu0546b2kubUWtT7L2dLhow1qte9upIx
ftEHZ1KOOW+ErD9ggmt9DJsY09JgUhmaInGnbos0H+s9Jd85u6wRMcp3lmp8SIgJvQjHcNR6uZ0j
9CCz45p62HTzTjTAl4xaa9LyouRMrtALDMlctn49JOM1aEmht97gpPcGWWos7ewquIKulzg72kHy
8rLnIN4/0kO8RIo4orreD0icsG1Ok7OxD8IL353sprhfMFFx6feapB0PFy7Bzj6PBBWBo6zmRmEM
idDMXWylq0+Lm1YIbSorSSusZkU83eUerJmNmyGl2c6OtRwNB81ia4fSta9MjEPw1lXg+NdhRTjd
QZBbdi3I1kXh0pIQOGF50Vvz9L/Uncdy3EyWtm9lbgAT8GaWBZShFSRKpKQNQqIkeCDhEubq5wHV
0T+rWMOab3Z/dPdKLWUBSHPyvK7LPhSzYnuLweuv1AlRvKqX+crSwkyr/ND3Zub2AXabdqHTYO9q
1oMLvOkP2qzjXqQNRXKbJ6CzmCTS5vWXflqTq8oZ4McZsvxQpaZVb2OAwrs8pU0aIN2Z8PY0NTfA
IiZxaIllrYa7Llm2GzEgjUJEBPpt93p/T1j05BAJE+Gh65g53lozPbtHTSjtL4Kxs8BoxazvCafR
jG0sEx2dOSVcgk0+2DxUNEJCExutvInzq98M7pwWPjtpz/+hVhUST57ZhBoXmReZxxsrbjSimvPS
0bD3FvpUW6S8KNIevgDmluiyG9f8EUv5fVmS+EuciO8xqvNswzWhfBjhdqA7jNq9yuGhsknYLfCX
s9wUs17ct0Y67NBPe74g0FhsHGiaYlOWVvnQEhkctC0Cz8FNTfZX2ZfPSBSXnVMTl9bEU3QHwuii
tJ66EYUth40Zel1iPDgQiNoglfR6mA9MmA18uPEXfnb5R9FUmN10jhPfdvVqtdp0fbxFTy6jK7rG
ZKgr5eRdlXWGCLpqih0+CNZDhY5t6/VJfZNHlnKn55N5owtAyzruAK89rkVkcUfyRzU4w36ZdL3Y
EGCLQlT1ZNNthWbX9/AHR9Jd2zHaeBj0Tn6Tx5lv2p0Uq0gFmW4NIXK4QhUXT9uZJvfDErXprwjc
u9kTVCCDlkWJhG7O23tOeQ7/1MaxOc2oL/gJ0SdOnXQ3ODhuDbiAPWZprH2n8zbtIO14+1r1yp0j
nCxUMtLRZGknJNyVX4oMJljMxW3n6FH2DTN98moto66RRkft9UB01LSJWjLA/ZTm6HUkdB46Vulw
p6j4uOwaHzKuJdcSN5DnPDGc73kUa19zzRhvJchtYImmvjJoGT/SfNfzdU/DgtbI1ObOjpBO5yD7
4zoJzWczXy/Dc0UExcaa9O5njRV2ui1sghg2NJNr+6qyyGP2uzYl5g1YpaZZ6IyYhBsF+8jGVtLM
uitEp/9MktWuXy/4DZsM71R31Uc3hAHazAkc7a2r0h507I0TiJxonTm+r0tR90+CW1vi58Iw1O8c
vC+iWXeUB6XP7aAXmXJIG0v/svIGdtoic6L/ZkV8sKwp+zlIV3A8cPPEXz2CDVVHlnELdNfeiBlS
yaaNKWlup24QP3O9x+Kto80oNylJ0899P7NWWJTc0wZBF/OXBLWSWDJLAv4yaVzTpEZCOKbTQjEP
bfS3CYU02pVO0t+YM/e3DZq9iFDfqEHZqjRkR/nqIq3HviuKb44gnjDvDFw9VKVR74fR0R5A11wP
VhA13Mbux6TYjxRV1+x+FVHmTYKcvpk8Sk9YHEp9bySjpmBvvDLxZnRwYtsKicIARgqTyCd2LcnM
XO5iaQOloIbM8PhbIw24xkofKWWqU1MbVbR8rbqhyj/otTZ2WOF1Uc6W5tn1QtS2NsTFvMfRF9fn
D/ZgRFhJoKE0fhTQRhX8zVGQZtEOwCyf1Ls8qW2stbltT6bYDAvRb4PvcOBaOC+DX7m4icDmNmfy
VOeozG9mN9IN1e8Ig9BEWEi6QwbWwQinh107iCb9GmN7TjDUyFIBRkGNY1TtRk5Nbfe7mFqtuhqS
QSn/dE03SQvTrhyh39ZqwNoeIlUHe9kLiFI44bSzqahZmA0i5zuYSPxTQq2GAQyALMWWx/9dKh5m
ia3osmoOPJFM1lcLlCl5+NusVcQKOPSFt7ZGdS2axA1OrSt0D19gxUFYhwtCXpLmJsJCS2VhvTVa
56XfBjEmBMJVLo0uhZttlI02RwTbcf84JDQU3FtytdTpXs2wGTcJuexwt9gvoFt8LY68rM5+Gu5Q
yTKwin6Yqxtj4PGwialhWXQ+pBejjB6M3hKpvbUhqqbGtToMzYyG3kh7ahzuDnGzE8JFPAhNrw5y
WEh3OmQuSnfhsWOu9s5d75r7tHfKeRZ0YSWd1BSv+3YoRnMbV5OJL6IYYdxgP9xWtXu7UPoR66sU
dgQKJiNPDAgVG8/cOvNimHtwv/JRuEPxRYFdgzixRny2MQfWzha2SflLrXKqLNjvSYs3uo1ZQCBb
eCrTZtEbwMfFHuYXlv21Ry5KaMGOPdAHTm9rNTL8XLcHvNDnmQBpo4SsJT2AYKEUD5k3jc5VQwlH
AG6FxeBmqsa82rc9YQX95ArCZaBQ57/EokYkZLYmdiM25+gQ9MYyf+pSZZwoEJRiSwXKDTHKhGXt
W9vs8Swt3emnskQT5hdaPDbaJ5c8Jwszh6p6blUA7E2XSa4G1aJIbiNtRogh5UTbkUFNrMGvWMH8
WfGpqBG2LnkS79BpyQgb7EFzIefojVf5kUq83dacVWT4Xe18K2RhYmqOBU9ck7ygI4PezGSw4fhn
4zWvq9bQf4X6AG1iQxYHGS5wOhpJgaTp8Ipobt3H3LxxwsLsZrqbANwwGTVyhxhQu7hW4g41JsRr
xBVw60QJdUMnhiJwK8sDkkJMvke3wIdxJnS8Bty6QyOKJvMHGmY/FwgLzI3I+zgoas1zLmJna2IK
Zz52YHqRS9gN3IrfCuQlmoeZiG/xP9e771wux+Sjk5XtWnUZenqggrGvW9Ox0p9skca8N6SZfapJ
7LuDJhn/iluNN++OywRdLRrojCxLimskLrtf3MkawrEtEh4BGRvosFMS8M6cRqyQW94njfahE3hZ
PV5pNC3SYIQb8zQaJjpCK+/MQ2VmGfTE1npoorjeEcehfrXbDhmrAw8xaYsFhn63zBskR/M9mko9
DfQB8xxuKBUEeS+VnryK7RZ2Wlct0EHjaJz4uV6xUiO4DfukJ876DoQInFU1EBYGsTQkW6+C3oGA
IOFAL8RnpaEoqObuzhjEcBujlHYDUkOEs4MIIT6Pk9PDOu4rnhI2gPPdbBNScUoK8A+Nsla8nWsS
d01NPWPdnkcedJS8SRN8NdwM5hXtknAp6QBsFlsIe5tLCHaBgUPgdmkm/k5sQaeDNlKKQBriD15M
1VaPuslHQz5/c9gt5M3UV60IikaSQ2y1ZAZh52A1XAhSukClXt8ZRaTfuEmRO9CEIvwzWi3ybhQl
0X/ORbpK/kUXwtXLfDhg+g9UMUMFzuB4s5/iT9xiXGmmczCMc9Ztitbtoy1pIERzolAxiptM07Gf
6O3RelSiREz3dK5yg2ZAXZIwLErtW+rBeNiUEDHu8YDu1K2DkppLgaejamjIMSm3pZYln3Nrakef
c5Oqjvocnyf8Ptb3Zn8YjZE2tKHX0b1bYK7awLKIN/jNfzO6sv7a9nW9SdKK3iOMSohSsWTKF+23
WBmxOcq7SUG/vmh37YC8p6Pv8r2KB+WqJfOlCNo0dz70BFNc9xbxR9zI81v6As5BiVT3kY5xivNz
Fds/hb4Y28lUu0+ynfWrvKt73c8IpFurNbWEOlOtyVld5x46AwuZYPHw0diUqTftK4t8sE+oZdOg
pbkVtEx1028Ma9hSvmg31VwncANH7WsSzdNXL+pJ7MDMB+mkhX28W0R/oBWrAS7n/ReXcn+Po5H2
s4aB/lXlrxBPP/HioPx/RXPj3k2A/Hshe1adO/yAoNyHYlDJQnD7WtVYB0voxTg7MRvMNS9maSuu
GRjQug7kFP42xkp6+5TR7AgIiwUHr9MKg+JEqx8VtzAfUKqbpW/S1b8SglCkegPTMjeM53mg+99u
c0E/qP3JAZWXMgADR8X0lRttXYpPrdnVpvWhz/CFnjCfdVduUtugf4YkMM0Zoe8IG4RRfzBnqDTz
ftTRauiBUasTQVPktpbZcgWRe+6/ROk0Ws9WZdY5Blnk45jYJLRqr5C3aZkkVrKwYbOAacGPyDwt
tYl46Am5pGx0VUIb2txu1elqmCe6mAR2TNbONKvR/W5XVc+m0oi8INhodKxEtQLqPHgKgTLbMSHz
jQnHCjoyZTysqhktNIsGGrtpQQVNRP1bbfBN6AIATYh6206Mc04o3JLGOWwhEUcriZw52ACDxBmR
Ds1Habg9V5jUmOy2fazdMZJZABDrcu9DMoSp+H2W1d1QB91o4zS5VYUxdM1P3H8kCSb8KyLFJhpH
OU7ARSTsDIcImSR+G3Ss1ycx8QrFZCfBgsBpngYlXrDITiP8P4jKqSvHnm6UvuPCfJPNXVTY/qR6
LulKF+C5Y4EI4B8CauyUqTFBpW2ID8eoY6Vy58gm4T2rGSqSf6Heur0a2WxagwjZgxxdWZW+WmLe
4WyIikWIhAutyincG9XkfMlegK73f9cx2svPIvbSRq7qgb/CAl81+K8ZEin+tlj+pM6vvBartqn8
S/zAawQDkr1SA5ddACqPMfl1RGTcvI1VOwzku1oMvB6RpqFLGkdc/S7/jij/smoMq2qB5jsnMQdI
cBJbCyQfaQZY+fdT/CO/hv9Fpvf/Li71/6Pk79VW8n9Or3ygr0e02n9cdcWP6lf32s5h/Yv/cnx1
1P/U8HuBNAR8B6nk314OlrV6ObDUYdxj1LkqO//l5aBYGL466LL5G2g5oL78285B0fT/hAXMksAp
GCtKOCP/xPFVO1aNvDh3sl/DkUBGh4rz1BSYDhK0eKdMwxLp6HUn1HJnU7wFWWbHgdVF8lrrIlq2
fYdlo7NY27wn2SzPavwW7GHYI9Tz/gbvPk//Ff+uw7/o++voCe14uv/9TSvBwSOlA3x9fZevp7tT
xlNvejILc+qsr5FZExJZWlPx2aiL6DfakG4MZFbeWebErc2ynPgjkrlkZZuMC+V0rxl7AeXxczYX
3EeFmXIvnyeIt35VVOPzq29+5ufq514h+e6ajhjIsIzTuFmoioOd63MaFmrvqZRuo/jcyrrp6AQ5
SujOCZqbZhbeVZWW8hOHQB37BtUCFw39HkmL/kUKd/psTcaCEKcu2t9FUkd7GNvRx1n38j9cPdJn
C9+4L6SEiwcYwZ8AUC7Z1B4zL/6+ds97UVViPwLscvzataRv8Vxr09DWx+zKjc0MYz1Lu7CrH++e
L6MwackBVqFt89+TvQzajps2dHTCslXyQJra6AtaqTdtll5iraznw/8jd/xrKAhWtkYSMf5e65+/
orLJnORy1+aBlHQgCJGsqD7CKkvRCEb1rC/vT4Nzz4VKXiXAWEV8fjoLoHtAGUnMNEyEY9yC0fdI
bDIXhUg3XaAbnflQqJ7Q42O6q0PXOlkfcBBSFOot3ZIKhBfrDkLF6CQH7z/Q2VHYGXQTh12+1jrt
X729uYSQMtn0ZIq4zHb8P9rt5CqXNMxvR4H8tm5AKr41mF+ve8GrUXTNHqNp0bLQs6jDG8Qhu8jN
LgnVT3h261SAyeYQMM0/oxr2qe1HT2MkrbB+Donxw/1WL5ODwp5GT0iFy1nyAhtd3zizO20R/iLi
xSHzgovvsXb6709AEYr3EsQm3BT04yfFFiFzbJln4YgX2CAy6k5d9vskiccAZI08VdmmAczrSyvu
zCsmB9vRoCrD3eHAOR7YLQo6t7qbhW01xAHUfLLj6kZcqFHeLjZylzUSY0xtTQ5yTqaL22N3wkU7
C1U43L4lrR/6XD0pBdz7eLrAUT33KjkwYUxCyDU046QCk5mbzJ0psrBvC5TeeOGhZsLRrHFFEhi0
YW8XPK82BdamwfuL4szZhNuByo7icJTrfMnjlykTijG4+EXoTt/zTt6Zs4EkJd64mXo1lMpnyPsk
zEQ+rofB2q4sl4dkzn60GoFetESG3IHA9ev9H/X2A9sOKkWXYgI3AKxIjn+TLRskWfWShBghpI+E
ZnifMlj9+/dHOXGiWCcwYrOVBg41mE99qq6NjF6HopVk64mWB6lBMPU42j3uTRr9+SRxDg6ZZd9s
XGO2q4n9ARS/26G6nfz3f8nbz4+9B9HymKOw12JWf/y8o0beH3eeLExoWx+EgNqT9+qETEVNaMoR
eWylS/pJd9rkwshvJzkjw7/k6Ukf50p6PHK5yjTExMSbEm9Gf5qaQWrXcot5n/UBorx64Z0fk7Ff
XjleC5xeeIGxg52Oh4nsWFoxT5rKPgX8HYmlplUhVvdUBL8bUKUq83MEIFdKke6SKoqXC4987rNT
i648SQ57CG4np6gAkpjpqWahg+TmxuhxorWpWcBcuZmi16XHT8TiA1Q72EkJvBEowjPYRSIu1IXG
8X1wfRt4FRFMRZW17p/W+uevzopBaHMv57IP07TnsMB3xOk3dabXw3YgP7YlqABSpT96dUz3qt3a
My6mmwaWvgA3KwmZbkpFhmZUVIiHQThwMhxwd8CX1NbJzO4mnMLhDyL9BIxxb9u+0r/VVZIERLh6
LtZAVf/Vkeb0qcSydPA7vZ1/I31O/zSul38eh262N24s2j/YTA2XrKPezj1q4nUN8h8W+2oK9/rp
Uw+/rhJvi7BWpO6TD6oGxDUQLmnh0AlgZDy8v8reFjQc/RjNOZgY2BRsJ2/bcKRrZ81E569txMFK
DNLMZ4dkklr9V1bI/1jxv93AGIqNi8wf1YGMe7Ks8Blu5p5Le5hyFJOEakRoMFV79/4DnR3FxrlZ
Ywwq3PXPX00fDLVQsCYKD6QazJVJPJGpfalpcXYQ7use9z2CAdfIwNeDJI1MbBx9+xDjxnqHX7UO
2W9Jg3/8KFhB4QHorsetelrOwGtZQae+D81YL7aajH6CKF860c88CjYMmkaNvpq1WSenrDv3CeZJ
6RAWNM+3/SR/S4SoF8qG9bw8rtHRtngsZyi3bHGn1Pme0x1R5TyEGdZLV7E1twfFUwvYvXTPlsUo
fbzTLx0g555svVzTXOcbeS/2Mq9mgu00loHGgUHVHgzAksPaP80uPNqZBUTNbzlccyiJ3sxqEpVb
aChtG+apnH3kfkqg8AK4pVqXSPNnrvHok1AguFx2kMrYJ0cizXlXGsvUhhmKNp+YEWc7ZJO2E4MT
3UV4fsJPX20YMxr/dao32zFujIeiqbOtLZ3piz72xvU/nqOYDOJFQVWyJhudTB/bkvlUJlUfVlgI
7/Gn+h0prrF9f5CTaK2XM4H7g8t5zAGlv3EkwtU7LtTW6sO8zuJHZW5zoL2Y7ixh9uM+qSuAQXUB
ozelquHgNmIK7EdxZukbwJU4C2y4v90ORtdTOii0ORvCBqoLv/LMTOD0xp4Ty73VQvPkVaRlQ08A
/VzYe/YUELeFgbLuKb7pdpesZ87NhKOxTmaC4wgk4Uk9hBpY0w61ZPzBTGBE10liXKkTZIxaatat
sDzlg6NGoFG0J3yyA7JDpsUTPhqJc+HxT6LxXj6SZ3JZdVkN6yl+simSggn+oFkjRFJF3GblGnjQ
CgcdZiTHZ1tLrWaTLBUAk9Iorr3zzKoN6QAJyAegdv1mtuKyC2YX/jWJiYSB+Uk8E9s2Yo2BT4Fd
1MSS20O3SyxFJ76sgtzq0yERoQ0MnV4oiYz1PDrZtOiTaPSAucmt59bxJu+CGUIl8oYwbYxuiwgm
28nZ0AhwJ8zDKUE6Sjv7TYQXGchdJ68hioz5vh9GAocLG5ZHVcS7ZaDtD5Lbb4xZp21UFDotWF3+
Givy4fBZtvyk40lTy/qTAJKEYHnxrk4z/RbFdnU1Ypqxd1MXGUHSdVcKRm1wVIEHpdeOF47OtxOY
7dLkkoHdFmfa6eVOqA52DYk6hiomM36CacSTDXyK04CRfXx/Rb/dm9Ea8U5pdnPFoiA4frfwoaVp
L84YEo0MAbUrfje51A7/h0EcxHcv/3NOF6RiNH3L1jSF9NigOSqJ49Pb0y8cAG8rNjpdNEDZmkgM
opN7/ChQheqFOmEKiW/4nfbudeaMO7Vv1A3wknFhUp77RCAEDENinUl/+HiwaDStvKyjKdTn1Rpk
kTOR3SrdT6UpLqznF+DleP5j+ofwjBQkRiMZ+XgsL50z8MR8Dlto7zhVu+lVkxJPRFKCHkhSN6+9
Oe9+gKQhcOLz2TcuqZHVxurqVUY1ll7vp1lreDQ+4lLfk4ky4rruQrj7x99ZQ11pgJoY/PXTuwuS
WSYYh3CI04Tw1cFLfBuPowujnLki0RPgbmyQmEspc9rTbEqYTKXG+1gWHCB8q8uzDKMOE8R0tNue
3B9HbQ8ZSOCwMbtO+xEPeRzvpijuHqIhnrUL5eGZiUc/bk0t5AK4WvYdfx8UaAasUbGE45JqP5Y1
Z5ZFnYWV00Jqm6qLJpXrP3gyIY4GPJnpuLdCooOdGvauiIhvADxsTT31i8KOr2dcXjbjIKKvFWZu
MLQKYyenqbjw0GcWAEUWPS6iHMAxTqOLkxjnrqyclrBx9GZPhEKJNEjpgwrS8IWFfXYoJtQa1sf0
OV1rwxLh6FCOS0jGAk0Qr3Fhd8txZ45dd2GoEzPn9ezESm4NH18RkbUPcPwtCUoCBhqthYaTa+yl
TrasSXTCTZ637gG+q0nzoZrhNszDdvGiFh4I3u6ZpYjPUYtM7f0F9bYhwa/B0A0Fqk4suGoc/xpF
tG4158MSzuwOm06T1pe6HDLsfaruGu1BR6wPGVU80XOLRvlCSXnuveOmZ6Pvxcz8TbGnDbkFI0Bd
Qn0pvvax7QRTWT92xsVg4zOYDo2GVyOdvPU5q5tKHxUtJD2nuCO72dN2mo6dWOBpff8BazsIn0VU
DNCXjE4LZdzqdCFEae+X3p3wX6IB9znuyS3azCrMjg3OoT3+YqVX75RKb5/dVKrDwSkaTb1lheI0
jRY+u62a2vD8RiRxc2F9vN21kdHz4rmMqNxL8Mk7/naWk0ywMBQjbNH477C0VPZe0pVhQlwLXIhR
zBigqdinQh3T648Eh6lP+JmoiIiwBMh35mAteyf1nD9R3ioqJxkeEagAtcf359hpBUD6JZJtJLlg
/pwu6joLXt3OsI2yCbeuuxDBheVnmoFMwevSCwvr7Sjo7uHqAaG4cAveRA3bZW70fTuEpt2nh9aY
1+zqWX57/1lOd2LaZtww4YmYLBc8yk42xor8ItD4dgyx4Z1vY+6zG4FB5xclrZwr0vayh/fHe0ER
Xu/EBnS2tX6i3sDrnE3j+OWJQutJdivUMGoM57nPKew3jebABxxKKVHUZg6t/5oyW/r8G3q/iQtc
cjE30uJfnZGrpo/ME2s+KZP0yWmGTiOjqYKYVmsdxOzFGkinXe91pe+QMvgBs3to4aKx0+8df7ve
VKTaZBsb1cfPFg7WHRxu5yYZFSWjPWipZFctkviONUQoCVIolykGVK1lEjec9uCfeo7u1WgtCSQt
2ok4PnN2NxZtUpzsLYxcg8QyxF2quGStZbRxnt9/he7pHke1YFrgeC6YLqD46R43DJqaV7CuQy/V
VsVlqi8HxKDqvdk8Y2ulfLEwjP62mJl95VbI8FR7IAATuCKrfdyEvWsVcvavSgOcg/cI/TkosxTh
aZvXyhPaJq3bzKOjXiftjEZSc5DGptEKXy+92cPHd0Wzd5zeO/B5+TLYsyWh2trt56RwQRdijBn8
YWlzlWzDXhh3AxpGtAd9CR19gPayMexZpRE552m76ZF2NNsBfubjMMR1u0HLpuzL3IrdjfAKdOh2
ppPSsjQkpST13D2KJdMWAopokvi0352cWJphEJvRHayPAIAC81lbS65nqzcbtvto2S5jD/Mr9eal
900SqpYbZcwK/VqXUNHwWooLXw7d4Ppx22TJjWuX0R2kIvmxRhVEVlWsfmeGDSWywIF4nqqIVNWf
nSYpiEtPUKgSY4CK1tJH7quiiesrgrSIGcrhSpIJM7m5X3oin7ZlXCEmhN6+L3E3SjBWAgOACB21
jzqcZghsdQIRrlxIsra1CSGuarXuhab96c6yzh8bRh522LqKN9zJ/tVBB9QHoQ+hOtg9UTg0G1F/
G7v3p+mZUWiYgcs6UCSAZNY/f7VLigJ3t7qqqMFNF39fI1e2BUleF0Z5A5zyMAyD9wxNJUqdl/Lk
1TARSThDpAxzWHSdOKh2v2xzuo8+Js/jfnamH1atTZtuNlTkwty0Oy/vLlzW1tv08ZbGWuTwA7kE
c6HlefykWGFGs4IFKcCppuEfOj63Eu0vDeLKL2KrPGBXuIOM+vv9F/wG6lsfnZ2AuwNFNJXlybh1
Lx1DcRsAg26IezIjle4JN96u34yK5/2peiH/IK1ngWTOYt8LWyt38Jy90FZII8K88FGrSLTfDNSG
21mbW9IBR9SFm77XiwvYyPpb3rwjACn2Le6A8CuO31FXSdLmBlOGk5Qg2pWuXmU6KVVmP6kHKHQ9
dy9HXCgGz01BLAVfzmvgwBfP6ldzA3c+mKOFLcOBZER/VDNudTRvL4xyZjumi6iCesAh1CmEjx+t
0ureQdM/hiMap4MqFzPx3XSRcIIop771FWLQTTU3yZ+e9A7k500EZ/P9uXDm9bLGABwhI+GPdNr/
yOARtygeucmP7nLQJg8y5qynH61KXsEijj6XvaN/fn/MN5085h++/1CzYLWaunsKc6r2qtmItTlM
VYwRkNdSv91zcfysg+DPjYqJrviB5CDAWS5Eb7UvNKiiRhZc+B1nPjO/A5wdY6gXjPn4A/RN27Pn
xtx2sLi9chPdvEFWY16XbeFsaoP8zUlPIiKvcDLjWtD6yGUdsCLcpcch6rZlpWs+NJ2Lvd+1ljmZ
9NxxmXjr3sR9d505r+Zf0VqpRoA2VyM5TBunTv64Ct2WJkvrQ6ezKzZWTwonHr0/SGtz8duNMBCs
KF3ff0NnZgergDyX9UOxk59sFF4dNbWyXreJftY36lQNH0i+U1ECTI0fG/UUkGskrt4f9IXkcPL0
a0VJqUznHxrv+tlePb1tFfCfUcuFOmwgROUI3GyRd/txUaIr6GEVOp/4odEK+OOKicNfVvAywAkw
jO3dj9yvnP1QVRrQfd7c4uE1YxAY9zcQi5QdNHjnSmI//IzqaLwykkjfTNItAl1q5rVUzUfUQ8mW
DZk7A19+w3ms3Og9cbVyGcctOpuSNmdLFqTqAK70+RYosQi0ajbuzFRWFyhR6ybw5mWsqLDLG8H3
6eRu05lOlMlCW8JubgnjlMSoIeYug6QkNS7TZ/PCmXR6E2VtYoTEFdHGkgUI7mRTanpg+XwguM7V
hzFE2tEGRZ702yxp6/37H/rM8qMQpdusYvhEu9k4/s4KgjVlwAgzzKGfHcYlMffSI4f2n49CPxtY
mYwH2M0nRUsKaTKrLamGnUUxq1fSOUi8Vy68tjfdjPW92YBuKxkWmPWlk/Zq0hLMQsVOZnEYFZyv
sGTWeg8H1fmjtKv8W4xV0JPlIUm9jnjSTziiaqXfFBaeY0puqo1f1K1yCYM894ZpBYPNgNEAz5ys
JBHp+G8mnhp6nguBJCeQNmWvvXDhPFNPrJgjJQx9OY9d4mSbqC03M1KO5jC3lmxbSy+egxgpj4Vv
QpE/GnWWPNG8JRUtiuMmzKQxcDvLU4fae+nS74CHZnqwhrL6abtJd29MhYMW1B41zzexsXEvbGtv
Xwu/1wO0Wi+xJtjV8cTLpEc7bbZobqhIZqII03Ftlv2Fo/Xtyl29xVYCE5f9lVR/PApXfBcJYa2H
js3mMRhEiJuY9dwuyJ0P2biM5YXvcHZAesLrSQ6H5HQ9cdTFy9wtekiwbBK4aYQgTEu17citEoul
wruwsk6iO2jaEX8AiP7vAU+mF90B4jAHQw8rA/WFk2aBayzXhOze0ixOySet3YNUEE1l3ohIuUvN
Pa2aPBiGuvlEJ4QUu2qcr+uu+THlbrZtQCquKntRdpN14WO83db4qS4dPugeSNtOq/3KtDKYLfxU
TBDSgOO13wjIkn4aYV3z/oZz9jO8GupkW8OD18VUztZDzyx7ModtekvIJzcEwic7pcwulZHnZjOr
G/NMmAYqjfHjeRabiIZSvdRDIzXjK8y2eaq5Hi881bomjs+hl5XNF3Bgs9j2yWyOxIzrT64zuazG
9rGSccLKznEwoCZB/iOdLQwy7+n9V/n2ggQcw+pREWDDNnBPBq1UTXqlmxthvxg2yr/ijyos9zMY
t33bkUnhA6UuP6JUcS7sEOe+oYMExvZW2iF0xuN3atj6zArLjHBC13xg156xyKoXDNDIn/Bmffg/
jOeyIbGU1jb0aWcQsb816PFkhEpf0HjF3f8OAY7wywTRek0v+MKt6sxyYLpw5yB1B2b3KQWKbneK
VVa5hFxyKOLwct+7g/EbZWx+YaQzsxMuI+xk01YZ77RPGKVyGlMLyV1mNOq+Spw7uK+XCHRnHgcC
MNamHoMAVJ18rsqYTFfBtS8chqI5UJMlwaKDzWCsE194njMzAxQGnjXXBlDJU+dWzyu1VhHKwpdy
9Q/9VBt3eW6Xu2KYtT1dwEvxJ2fHgxLK5ZcCxnnzaElUE/bSqmQvLObO4cL21BTDdwVTo/sln5IL
QMSZtohHEcMUdPDkRalzsuTmutOEhVAwtIW67LvRaz8aSYmTXRSpeBQR10t8A/rMAv9Wq2+r6w6/
vAs3gDOfk9+AcAfDVtJg32zWGkYDJUd46NLL35EEPYA24pFl0GC9sK2dmZ5UbquIz3DwAj015SRR
kCQc2LahRAZ/M094ssRtq17Yx94gFJyUK3zHXdAD9qIcO95ParzhS7lWHLPjimdDGTiQDUXfWlWE
Nkktkhu1j8dr3SGZkfQWHIlGsssNYWPlY9flVWGkvxVhaIdxFtWuysckeH+nPXeW0+9Y9VcrN+FN
mexi6D93aqmGszdkh9gZk1trzOQh7dJvU7f2KDUjvSYT7kmPq+rWwT9lL7DXDyqRWU/IvI1t37pQ
KCTc8GZEuKtU+PD0VU5X6UKhc25+8NVMNJ90sADNjt+mWzX5TItfDZ3ebfeKGMpP0jHX63l0STp0
5gRaMUradKv05Y0EinShyC6sWAuRvYB/AzvcEYNd3fc2xldIprRVr6VyQuj9r/e/yLmH5ESwV2R0
5UmflBFjijteJhcNYQfZS0m6fO+s0ToUmSa374/0BuVfZyfH7AoN6FDP1ZMKwo36BYPHTg8XzGtq
QIC9Fpf9T46G6qEwChvpe9HhaFZo37Wp1r9YXTEfDCe9sPecKTHY57jqqrq2bq4nT0xyblovrdTD
WG9HPM/Me6TIRMHTKQmWzIVyFGsP7z/6y/Z5UtaAqnNkuFBZOArX3/Tq2iYciWkMFj0hdm3tqrMg
MshEfpxiAmIXOdF5+XWZ2ujc3DqX+sZNW8vZ1WNR4duO8WxIZNEfkMU2CXTwlK03q96T7Sn2T4VC
U9nhYV/n/C1Mk4LByas/ROhMo1+6ncj9SHYY7+FUaGRb11HcZeM2nv5VG8r5framEWeUXrHvTKtL
rnGUdYsN0xzbTrcsb6J8tAFjl6zpwScs0QUpGWGLL5RR3iBJkiBVSzejQVMTnKhmLV6w89KUZvYR
stsfjAjU7I7gaBwpRy5KaNhrxQW9sgZMFoqZ6AwsElV9bzl2daMq2ItowMr2f3N2nrtxa+mavpXG
/s8e5gCcPsCQrKAsyknyH0K2Jeac19XPQ+09M64qQTUeNNDdhmQvcnGFL7wBf4tEuutUE5Ca3NQV
elcOekwNOrTfNGmCqY60jy28Ia7Hb7VIChe7xfRXaLRVfdEPkbFW+1oHna+ophvTO1W6s8IwOgcq
f29RAxZCJXutnEAnPTpykZ/tMILrtHuQOXeWqJXrLrHEF1HOwyvKJtNlD3HRt2j3PZUyNjyA4Ovu
VhFVvv94jb1zxZAIgTDj+sY373h3TXomSWo4aZRYy+iCFiLsQ7wzd388yrqFVcTtycVVdX2K3xZy
aXWod0mhdp/jCLLFIjbb4Hb7/IeDoOQCbllXZMTk4fIfHRSzqVaz3PfmfdJPzabBSdMXSXLuTj45
+RjFwrh5pc+psFGOOr2DEuuzHCrW/YzKnmulkXq7Jjn7xtLPHX0nxzt9LHb+ykkm7CaCPJy1acp0
rU8y6b7ChdAd8voBiyHEVLJSuuxztUfBLZ59G0GPM3HHOwOvABgSDI5elQzncGAjFUJBVUa6N+lG
B1ZboxDZFMMG+8pfiAAaLm6wvZ9Mw7nV+HcZ4ODIA/lOEkyuiEUJUISjI68BeCokLckCu7NIUqnq
xNuuEvnN0EmJ8Ol/SfSGlXa8oQ2Y7o0Oja8aT2QvQ8L8Ro9kChcmklV3eu84P9HKs74mOJfdjXKW
oWgZdlX1mcJKItw6W8pwi0wR3pSEP9WmKUWBTGkYo4rXagiBWV03V5cN1tnI/CDGOvgcr9Zdplio
uTgDelKehPRBgVJFPO5bgZEmWnVivncMJ0r8McuTwJScMcgLNiBWTWN5rzSFc9tGZf6cVkrOwd05
XQRlDrx/JpnZtzRelBEPqWl6MVsxCFTPOvVFsZC5M5apKfD0cK7iSte7G07RVNl1SrN8640p0jwH
nEO07TrDiFwigPnXPBjar6KN5NcK2i9ZadqpNbrXneRs0LKA6xwbsXqxGKtIEyzT7iUr8gvMvlKO
/yiExaP1LIY9JnfTNY6K+icUkCVeMsnNfTMJHJxcc7HEZsAtaIOSR4y0TmwgkN322vBrRCus9ZJp
xIMKyaxxK2dO2W2omSd7RcrVyBfVQDHFRpeL5hmV9BDdp60cSd8HLc++FbpaFHybypHe3iq9pLqn
31MoTL/pdtPFHsI2BjpLY9w99nrXNBuHeOveHkS61Z06ukD7OXvK2wHZvrEetNsYDbRVsjlvQkSP
yi46s3FOgoR19VKFoGvEN6YucLhxJhTbsXzTkwDDXqQdHRkR6KSr/EGve0RGFmRK8MU5E3CeVnfp
gFjwDzlhdc6+Y3IkUlB6aWJiFKDp1njG1NRfYQwuHgrO9V5dpnRnNyUa2BU9+DgV6l6jmStEplxZ
nZn8aQoKD5qUhUIMHVwY4Ov5+dtRn5p8XicLi4DniDcqSudoiE66242wYKMldM5cLac5IbG0QZ+S
JgRjwn04HHDIseVKkfwJlDRDHMpCXjXN4JljFdndidFerlDEk5n9QtklRb48KEumPv3p1UO9Qie1
5ztwpTtHV49sS7Ftl6ka4FZYXdkLPusmhgpnPvR63h+ejfhqUcomEl6zwmNgs4r0YmL2sX4vtGwn
6Th8hrGq+HkFETRW41sbcSq8w5xxMy3JOUzv6b23mnohVrFWurj5jiIWDjTVAqum3xt6G91YaByh
6hVJPl4L9x9P5untg/zMyvIFRvX2UQ8/KFo9uFy2Ga/ZwROJ6YYs5ZLuSjQ5NtNYWVRiB41z2nT+
kCq+CnsQdlARoqkIb/vo2iuXGHRp0un3LZr8nilZ3XM0N/rWwYjuMjOnyS+XsNpYQkjnFvG6QI4/
7apjQRGKAwQhm8N37tTFsIumMO7DYvm6ZL352cKHDlCpEV9iPbjDtRiNeKT7USyqnNtZSS8cM8e0
Of7x55NPcYPEjuPLOunombVp5s5gGPdokAx3hiCfduuxVfdyLj0x+RBQIZXg7ZBl4svHQ7+3vClr
rnREyjtAbA7ngDszrYtEM4AGCuFhvVlcJ0jqXRQLbreIUF+ldQ7bOOVkjchSPh78nWOEcipMGXpx
dN0BDx6OjiyYhRAz0eOYVMiDlEm9H6Oluysny/5uVZmO42Kno40JrSgAsJNvkBtu7z5+ipN6Givw
94c4WgYO9rU4TccmTZJR9mZHj7YRgqeu0SM2Ac0+2Xw83tvVcLjuLJm6Ep8auXfy2qMQc4ZJMA2I
oty3Mo62Xpfm2aNmpsWzwUXxYNRAVr1etvPI6+teeySeUDqfrkQL5gR3hR7703CKvAjZ03w7TF2B
yC141UcCCuBySb6Y6HSBYK3dNOmyPeGrAYiCjAiuRJ9Ij8jYqRLMsWzY54oydWjmT9LPuSXm+fhN
37kkiaLpGsN2ZGiAmofft6lmQrHWNu+XmfZ41UnShYN7ym1ahMMWvDCspmUG3gT4z+XCuIKJNLh1
H7fbTlHR7v34cU4/NE9DZL/WaWXI9EerrVOracTiybwHKNcGZem8sMGnvRUX9tWkzueabydZnspw
rGwq+FzN5C+HL5+AEWwSYzbvFSXRro2qwD80GeOLj19KOT25YawDq0Zug64upPXDYYwVn83hZd3r
CPz+AAxPZr/EgZKoDkq6OftW6qVHnP26z2O+zDfanF71qSP9gi5GSK0WkYFbKYJnvqwW4b0TOpGP
OQM2jqUyLmewC+teOl76KgiOlQLLoXMcNVm5nNQojJv3kxWtViCRuukAK2J82anbjyfmnXnhYFlT
0jdQ0fEuy8x6MhNUN++zqRK7yHGU3WQtzhVC4ThPhBm8fWxM/Xa05TMb/DQgtQzC0TUmgxt9UjBH
9rAXqRVHgYKX1B4X5OgCx9XuYugQtY7kFMn9ZThnCH96kFNDJvyjtcxZDkbmcBlEAi9KpCziAFGI
HJeXprkk46v9pFGRmxUT7gEtCvkg/Z1V+E/4H8/26d5ahzdULOyIh6nTHw5fYdOiyhXDj01o7mkm
DbRazMEfJDDPIKXO0UzfHY/gG2gKZwvdkMPxMrmwoiW34yAdmm5nTXm7Ry5KwThcir9MuE+euapO
N/OKtoFZZXI9G2DOj8YzQ00BpZGgSGhllDhANZShFJ45oU5xE2Qx1Doh96zgFBiIh8MMoJlpRytJ
oIbz/GlBbLlzm7jI9ZtokWLMjEqkVuFMAufN1N7iEhgrbAdicIBQgKIoRc9YHScch5FiD3phai94
RkSyby5dcZdqaKCdeeR3bjMemeAFwCAHEU2Tw0fG8pr+l1anQbxYkl8m6AdHWaE+ijyWdjKuDn7d
28q+xkHZi+wQ43GtsQDea9In0mj0mrNU25s2hhyJMlibZUDnRAnrIbC6MrnstWXZwNq+l6MuwzA7
1bpLq7O7valE9aWKC4GflmgPYzc6/HFSRchP71CnsweI5/hgNXEfSSo7S4OC4kDfUngak0Qn7dbR
r8XF4+MNdHoyMhq4QxAHiI9wTx1OY2vEwujtKA0MlBVdoFaprxqYCeBRtJwJfN9ZywwF2hfRuTVf
PlpkOSV1fMzsJIjUKvtWyXGBY2/XnZm+d0dh4tAd5/rm0D98oRFX26jFPiPQRBPtIHBIfq/je/rx
tL1zDhA3/t9RjmIpzMtbgZkPq09rLW+Qc+CBjvNgy42yhUnz/3HMkQaCDl/RY3QHj6ZOnqfRskc5
DSzE4z81Q40H5LJYSMtLzuWAVP7+49c7vUqApJtYgqIcQRn3uOUTt7KtI0afBipgvy080t6vajNG
ApYwEAe2EOOxxvzzs5ySGv5Aa+sPKt7RWW4tRTTAdUiDlSizx/A29tDNwP8jTn5WWnouC3jn5iL1
A38O5F7XWAiHCyWODDw1+ykLUkUqXUzsrnr8ZotGf1VHLXDm9FovjFsUpP9U9IM7mvYOKb0K4Rsw
wlHqGVMdMZScMz0cgLMnEY6SCI2PZ2bznQCN23gVtiSxJipQj5ZoX4ZdGMvUp5AxgcMBiar/hqy3
I6O+z7HlilwyLrBG7H06z1Q9B5icOBihmHuVqJqGHt2kyy/DDHtNiKlCc13gEW7jRbVFYl4MLpIP
2bn61jv7Cl4HuxYK/KrZeXQczfiaiFCiJGxNuOHVed/s8BZJdplITW+BpHlmH79z/BEUrqR7Opsa
SPDDRQBDMMeCIaWc1o5PCXXwi7QbX6DCnNN4eudYAmUOFX3FDzHk+uK/lcqaOcR5erSKIIowQ5Kr
VPd61ZrPfPR39q29NohXzRXKNsZRuGAWi4IYtF4EqPzQXpMl08fHqvcqHFk2JaJNfotI6ebjw+IU
U7BCXsBJkHisqnTHk1jMLcHmEJXBpOCRBpiy2DqF0VzZgAp2uD5NQTHr4OsrlNnS3DGe0fAufTJ/
AwYVNd0Rn4Ht0OAp1SJbfatjsH3m6nnnM+M8SqWJagt3zzH8dBrsIorMpQzSfMiubFy5r5BaQC1/
xkPp49l450PzlSkM0qCiQHmM4+h7BJwsmPiBmjaz15ZS5sp5V2w/HuWEPcshAq0S1AEXwlu4cLie
ZGtSUFrKqgD+kg5IXDMuw9YoHkUzvm1o2if0Wa8FlqA7Ip9qW2dqc4P6KKUOw8AFQ/QweqT6pa2r
ZAtgqty0YT5vR5ElF+aYP2FbCrFbrcXPCFadl0tQzj5+h/dmClwCHVGk5ohBjlIHCcfACsB7RSwt
KxzAnYnsRXyOV/KGIDvM/QjWHZtcdaXtgAA7nKkIxh/APge30F7H9Q8oA5rsRY20mzQUWu4PWp38
iDOYwX6j9tpXsUS15U74dj7TjlCCcVbnL/hN1J9KYZo/QrwIuq1jtWlQGWr4EwYd/hUm0TM+YGmv
1FhUhsWZLfbeVK2V77Xk/CaLePgOwmkwIcEFN9D0CuMzpNPQL8fo7enjL3LKh2FV0Q1c9ZIhRZJ6
HI4TOWY9z72TBFqIo1Y0fa0mWijZRAeso6rfbfRB2aSNzeFvdN4wTxfdJN9UyPR//CDv3M2Un2mG
0lmhRiqv8/HbaamhLMAHLdPArGp4XlU9X6SGNnpa6nQ7R0yvCwagQ9i3X7S5zM+gP96ZBcJTkngb
PKKJ5PBRZKBkjZzCwCuDFuc9KKPK/FWLBXITEEV2qaaouKFpcuoZchXfTKiObmpztHdwVFPPjFtj
U+padUaP853rnONrpQnCkQIG5BzdjNDjIuSFqEda2hw948e4QOEFufW0mKNUuFKjVrYrL3aEUp2e
XKVNq+0xNQDOMESKHG4SfutHbinkRXOSQinpm/l1mle+alqGOG8RqMjnuhhvMdvh5lvV5QHSoDGm
kjMfbb40LOYcMik5Yae3D1oTm18oSVA5jOg+oBWFsGTlk3U4oWdBm77gi9Q71KcTycNu1p68xgiH
bNuUg/6jCmXlpufltmo5t+wz7McB5ZhDCvcvlCrJ6zgL17LeoALXX9TsfpR0GDlWLXVPSlLwM2iB
9oQ26xhuMn1O73CdW2y/1pqp3ijQoDO/d9LlxhgID32KszN8nsiGLtA5JWZPYS2ZW60BkruZbEzH
MQTV8trHMsCiygZC6UKKhli+lETc7bLYUguX+KIMTKXVwQi3ov1lQxGueTqkysj9vD61bhExEvf1
BDBDGML8WSEK07ihLrWfh14dMg/b7OlZbi0980B8aimeFFn5MwzH6gnfMXPaEEyX+95GfAW3ldDA
+JcWce7p0hgCH5pnSb5MpswcKL5WdespnO+I84YWWJOmKI2gz4xGpbAbLb8yOEd4mDp48WLcuqCZ
kOUoTrpD19mvi17TiD2z1U/OtnWrrZg2CrUmZaujha1JupHAixGB2WCD5HEeIA7ZVDWOznih5BCO
hUXsNwin3ElOPslfUsCt21HFNNEHHaJkV/QB8XHrqlZ7waMi/GyMPYLq5C8RHkGVye5A+3DwCPbU
7/Uowt6DOTddQbOX4bfyCR6SgXxuM0S6+pTYPRbHi2ghhutaiy3iosxX6twLSLgYmzF0rmruAljv
OSlV8RWrSTZOMza15oe5nN8rCGrRSeqXLN9A2M1Dr8K3o95kc1380NFVVf1KtXvVn9jxhqs7ywQt
I7fJ6qyx1p7kPlsu9GaOOjcbGnvcOTiWT26Lf5G1mfNexTSPMv3W6hawW5U2OsbWHupRcSVYEnhZ
9QvUGisu5dUFu/ChqTq5pzXYzzWREf8K66hKAElGmN4WORZUl/D5sKLD/TV+lUUffUPJM/2kxMNs
XzWtiV5gvbITdE1aZJemjLOZCgEmDa+RBUqbVoirDI50ueGC1J/Qrw05LIcoeg6bCM79pEKYbScr
hgwuASn3JKkJb+KsyKrbqM/U6TINDXnc2QtYs61oq+rTx2tsjeIPTiG6fSvIhNNjRfTIR5FGnIRp
ngx9F0ypnXtGjbmxrrZBJ0dYqRkokhr59KObNedM2Xk93Y7GpSRr0aum27IKQx9eY0tKDJaKpQ1w
L9E8vJ5xHYpURBdDvdn141mG2TvvuTLVKRxxiZPMHL0nrm3KbOsh4+Xh1ZBTn8IezwbgW1wNbblj
bVWbTtX+OKElCuUdiTSpxQHHOhpWNSPFFurYBfHKgl4F4fFJRID/4494EsPT0LBW+CkYJSogx3Fc
Jwq2p1yMgdJYwTzEOPDpzvWELcmZ1fLOQIQ+qzoKMGnWzfrz34IPTH9gAKvDEFQIYPskLfAyaWZg
wdmeC+PfGQpwOzLLHIAmBYGjs29SQCoQP85BicCwx5kgNtAp7St4a9mZtzptelKt/n2so1Q31Sow
SsM8B1OGjlHf0ALEdKb3tExF5oKLcId3hfXVMLiR6zhtXWr+1ebjb3h61uPCgY4ki5QKCAJHh1Nr
ZQWYEduaAxV9Pd/sTOeyxBLK/3iUU8Qlr0oeu4bKLBUKCofDmG2aNUYrzcGsKtVOKszxqpXwx2v1
abkC+GB7TTSlD3YObChfxYfBoQ2+1Bj2n5YXeJA3DW1KTGQfxw+CixI6uE0/kY/rrTtPjbEB1IHx
IHbL5176vbW0ogdl9uL6+kdzi+ALQJ28nYPO0HZZHn2fbDt5aprGtcNwpw2xn2nRDlvjC5ANV2Co
P/esPre2NOnGahcZ4rB5Jox/55H4AOAa6XxS9jhOJ5JBS2wxOHOAJmeO72s43aUTgMZWpZT058fD
qlhFOuyAy6Lye/jNnSYfF52qR9AaPUA0LHk/pZOFTKSGStTH6+u090CpyKTpie8FHDSwK4dj4YZW
SDE+ycEEYJe0T7ZKeasTcuGn6DjQ+pIprSXPmQsi3WLVL/wiS4p0nXQzYrgpU6a6wjKq+4b7cnKX
IdSvIsLodJVNhcnQh4W2AfBn/hBwQu/yhDvXa+fpdRZV9pPLZliuikkSF1B9uZGx5NOTGxFO5R+X
x3hRnm5NCt/ERdcP/NtRCOxo1KLFXAJseDWYIbVwYwpZD3QSmjNZ13trhUby36gq6pZHe1Yah1Fa
MmkJnGXEHjUbcy8ucMmNlvisgOtaYT28l3ktuFNrp5RqmXX0/RB8q1RhMpbRJ5ZX9U0Nf99E1rxE
tVyT4hvIMJKfQaLf8z2uJ9WpzhwM6whHT2Ct0lHIC5BfAkI6nNjckYyZmHsJuhyEPwJfMqFZhKqp
JPi/CMI/5XJV0jYVxbl79DQoAQACOdxAwW/V6D66c2jWCSMechEYpDOuXhTIUZlTQ1KkM/Cs/Pm+
pD8MuRkuOjDft+Lhb0uoMfN2tKxFDhyIPFaiNl/wsO0v5gnW+cfb8p1jH5bWSmsi6CLr1I7ikAE7
eFHnuREIsB9fQgcQQurYbJ2mgcXljsj1XlQSwAm3NHP0SB3hzKof1RkIpKazvn78OKd33QqAp+jL
96UceMxsLJGsbStlRQTPzhPwOR3lXOxCPx7k9GNCCAJHRoVrLdgcr+RSdZKmURsjaPU4204jZo6p
qqcXSm83WFn2ypkyxDsvZVMSMdYoDJHAY3QDBXjENqJWD2SUe9yppPTVVk6//eO34rYEmOZwi6+9
9sPdMdRdS4W8M4OyNcrLDNrLfoi0eEf2MANskOU/hWJxHKyFa+Dv64c61tEOuyYXi76YAa0UxSuI
ZjeDPFGYjnJn3zfLOWL26e6H5gMWi+4MCpf87+H7FWWE+oMSW4HiAEMK4Z/DfOmli6ihzKaItvNE
aVs7IcW/Pp7Yt+9zeO5wG79hD9GV1TkDD0c2Y4xKtZaZxQdretV1QulIytuNMUhfmOLuoabf7yed
Db5ezqHf1KmJ3aWib5BDWG6V2Mg9J9V+dASHLprTZWAjWoxpt6W7iWWUZ5b3Gzbq+HlBOaNowYlF
U/zonOwyjLzmQbOCJpdKXJ0l27OGLn0KK7TZ5AmFSCecEp8ka7muurImJ46SjdLXkt9ZZu3G8O29
bAJV9PFEnu4D4B/AMdZ6BS2dYxxIODIdRjRHD6EK7H2JVg9SRCnP3RKnFxVkcw4k5FYYA0eXw88F
nmwyUrrXDxL1yMBpGon8ex4chGfqfnqu5lAPrIaigSfoptjbNEJAyEsSRanQ92unzCV9qe5ybjs4
VxjG/sBwalAvbSyR9mUaObs4TcG+2SE0bHeuk2ii3tU1wl8Mpw+WxsA7zCxJr13ZSFsdJzij+IqW
uLgyzbItEN+LHXgPQM7BJ8u62FhxigWo44zFE6gngajF0DQYRlpmvqFUU31zBlj7YxtnD9zOxS8r
SvR+j/ZU+aVpdQd4S52oD6GwrC3JTPEsN1XcIs4RzoVv8jIvYAtk4XIKiSdVyzDn6voFVQltattL
7JzbcDMpjXIBeCX9ldRKKnOx5Vnk2RhYNujUmfVVN7Tpa0NIioy5GolvTaWad2kzFBnC8Zl2i2Gv
qHeWhcMNwt/zGLkD2no0c0KcPHf5VI5eHucm66qhvArOa+43al4beDkD0gZ9rk84l6RmppxZDydl
cWoJxPesBkBelM20w+XQL4ihWnmfPKQ9mvOOOeHGWlgYXusS4i3a2F+2lqRtqoYml0A07kyIdnps
MfxbtY6+Fp3Mo8ghEfjP6CG2P2WmPRZzDE0lzkzPmhKT0qs13NMuEe40omH68W5b/+GDUwAxVWIk
gOKkMKgtH723meBIM4AaeKCZ097MlTX6bWwqlynFsK0RptENMb90ZoufhhMGkTm3N1sPTALZ6uFs
Szn7kv2kPvRDUV2HBrXUqZBmv6DnftEQt10ZVRZuawzHaBKIcmNnWXkNPbc5cz29BS5H7w8uAmFZ
cJ2IJByXPvpWVSaeRX8QsQmibh5sQ9pg2Drdzfai3CrYAOdeWGFC65p6NABaGo0nrcP7ALJoM6Ka
31bd1Uh2NG2xztVvW2dCvqkshDz5NYESypI1Nhre6ITldkojvF1l9Hlc1PWGaAOYVE99vdKdi4zM
hrBUILHvK0pZo0lGTbz00hZEPXjpBn3CyOq5wT5eASdxDh+Bo5D/whMMoZyj7MDs03ZqiXMeHOq0
oM+cwoMkKbZ1O5UbfD8S/+PxTpb6WkF7q6PRXgWvsT7Pb1FrhNY2jpCp9tCZbXaDmZEG7Ti08y+N
XH3OWll9aqrJeML1sDtDTDi5WdaRURhc+9Tc0MfNp1aTuk6VFu1hamfdzTUp9wDdnLu/3lncdLco
kayh6Vp5P5rQwinmSa0b7SFZouoycXLMMY0i3RdZbnGViQi9PzW9Vfi4340le7R7PblAmfqcsNtJ
2sfrglOAzwEGR6NBezjRea0PaRIN2gN8ieWzPJXV3qlp8sW9FH39+Ju+N7O/D3UUdRHbFbrOyflQ
2BQn51rCOdtyps3Ho5yc0YCKgNxATcXGgUrl+hS/rZzEUmQUlgbzIV40ZZvJSXEB4l3Di3Mp90Nd
K5eRquGpJQ/iZskU5cxReVrmA9BErRv8AVh/5vMoZEhw26bVE+oPtT7bm9TGVzxO8ZvumyvQuE9j
Kd92Yryo9PZutJJzo69zeHhSgdwhdCepNkza6kdzPE6WJPdlbDwIMYubIVO0ABXd+GbMeoHHOzhR
aLbtS6bJxfc2z7+UVbIK17bpucBxvRKOHoQ4dyWJ8Rko+h9dGZ0zWMJqC+lBbkkkXMWa6GQjytLf
tfzs3iywg3Wbcq41z0ba7nWKhn3PIQuNdOoWT/R1oviNcNIfHy+Pk42nr5VJmF1cKyq4s+Pv02UR
4HGgYYE6LNFulo1rO1q0vaVXWoVfTrFcIt3b3RsZ2JkmLSTqEVn53EVacm47HG896E9w6SgCUJ0j
yjwGiClWm8Qm1eagrNUm9rtFqrONGhPEO1mTlR4kGXoVBvon4tqpJUDkddEg3BbpTv9o83dDf0aO
fQG9NiiaLzQ7Xxtgk55sWoEikyvrncmxCboZOdFSlNehlU+W21aZtG9z3fjZQCK4prMwtRBBk+7J
5i4dXPgv9eSiUT7+0Aehf3PkOrluKpnegkbi5HhVCd3PK9q1dpZG2fzV1pYejHJaXOEUaCCqlZaq
S/RWq35LKiMhXVKL2etFXqbUWWj3uspcJOfcqE6AUGtCRcgARRN066n6jxz1pTLVTfYp0rNWvZgF
mBu3jyOUHZPR7lSX8z57GTM1/xxKakflTmT9J7UftD3xd/4jUVIdhDXFYsqGqRPFHgK8VDEU3HZe
z6zD9Rz4fYPwrBiLgCSA4A5e6Ti1yIVRdUXKs8LKRcgys/PeG8dG2RWaPOx0Na4uYqUqdmraZp+W
VbAS8MXoK1OWedQ/zympKMcbFu8Wui5AT1ZGCfffUbSFsm6ytI2kfpIwD0EkfU9xeqOY32ObkkZn
blcNl8p8LpT01hDMXDXu9Tn7wwCbh4BCgbcq6jhwRd5EOn47vJFXMQYjVOVPeTWYnonjpieLxdyN
RN6XRSc3bl3H0/cJTWiUO8/EHCdIJQJc6p/OyovjVuYEPbw6+qE3QsssrE9CvU/ym065q+jK2trg
o0/prz5qOpK8afpg9g7GbY8LRDVNr73IuCmISFt7o5eK66jf0jLdyUV75mY7uVreng+w5D/Pd+yA
NtvTLGVKbn0CGrsrNvbFuLHdeRO7wcdr8/gKXcdBnYJGBquTet7RPOhTPeMXxDxkruohheKN7uSz
hc7M98lRfDzOUZCXaGE9TibvI3uK23mxjwqkv0ldsCF/r6v/cWC/2P33f/Hnn1WNykqEb9/hH//7
JvlJlF299v+1/rX/82tHv3VXv5Sf+vblpb95ro9/8+Av8u//M77/3D8f/GFT9km/BMNLuzy8dFxq
b4NgDb/+5v/rD//18vavfF7ql//89bOCu7L+a1FSlX/986OLX//5C+Dsbx93/ff/+eHtc8Hf+1QN
ffyv//naJj+fT/7ay3PX/+cvzf43gr6wEklt0D8Go/nXv6aX9SeK+W+89kyg/BCM1lVQVm0f/+cv
SVX/TauHXj67dQ0f1yCrW0fiZ7r5bzS08NAFrmRptMHUv/7329//ff79/WGYjX/+/K9yKO4BYPQd
Q0KDOTgowerSD3zTRqd7iqX6+r6/B3R60hFxjSrrD/VxysUytXJDRQuC4rnVD0/qrJuLO0plZ13H
mixgUWrNbFHXi4yuvtUUYerXZjE0hd/W7Vwhq6UvUuppeYyMn54OdjA1ALUc1wB6ET5kut6O12Uq
581Gk2un3QusznaZoUfRpTrVSg8wphxiB19cfRo/mUJWQwArZal1niWpYgDQ3SzdMyRLa1LRm1Dp
z/tzKEUBjhFi9g2nXczvcpf1teMRwqrRLktnwkpXQOiZ7zRHm+sKfLceQi9vi6z/Mlm1aXlwutD6
JecU+V1RFXm7y8rGTj/JqmRkD2oiwLd0UmcFRlSacmAMAKEvkc7oZiyjK6v0Va7dEZWHuqn2+diO
9udhsSoDySBwoJnvIEyT/yiivk6BMzmT0H30jlEdS81kdG7GikzY10aKQ8vN6giWCr8vgCUY7pyL
KbpV7GawE4/Xq5YnA18GcTnNTV+/aHZMg9Dtx6pLntFPzBrfEcXUVK4uFIc2iLGUnbrP4kbJglqh
+/09Nqyku01MyZZczawn6aIAemW/2kPXD3tlqET3smSWUqH9AGtRl8FHTuDx/ByF7zzyc7MvtcaL
25lE2u9NUQkQlXyS11nOTcNPSqFIiGAA7VlNc+mfzG6v1E4ECxmzExBPWmqavOCIJFCMrH1TkUqk
oImG9ffRwbrLh7HSbkendMSjNDh9gkz4TIs/vBhzU+m+67PShY9CjefmK03oqrq3mnIz5Q7eTV3y
WUMq8SqbtOwrLZD+IppwIOkz65FCeP0L1e8QM8txfJSx20UuF0n4deEGcQYaWDfnyAfYTTGiaCLU
goFXz0wEllP3eHBZ2jccocLhqVGzfLoyVHT5YYEnE366iYxLCWglfbB9GNClMa9Gu8XnfK4IzlI9
rbaIjYkglPp6y0eVRleK5ZkbX4Ii42sOjhWdkfE4s5JQ13OS1HxqoMnBkjeS1inxqZgS+TabSdPv
sRFA3AQCmCm1vmwmkAkonerLcJ0sSSLvEkmdxQ+gGSHisMacGeptljqVoGQKYPqbFdrDU5Yv6qbR
yfVpFS6FtqucfNyyw8InflXdpTUQYrfX1SYDV8B/bpw8bs1LWUkqx5PlduwfpFpkZowaSaxigipX
GRsX7zpdesS4tBt/0J9ypl+23jn2hYymjQHkKp+Sm2apK/W1leWs2iroeIWXtOrSdBPLywAId9b+
zmjqqt8LqSseSLPRc+mXJlRYek2meQjxoo060FHZ0LPRZ3Lesci8YZGqJ2mMCfzTDBqdGw8cHbd1
yJ5RLDPRXZyuNIW+hGTPPtIq9t4qBYpjgDylDTJEVHEdq8cUMrIrw1Md9C69dpDS62yR0wprti7T
rkLRFwL1rgroJWoZZezKNY3ujTpVxeNYQCJ3l9bJriStHe+Bqkm5T0sboKJRA9yk+mGUj4NaiJew
0s0rxUzgPQ3J9Av43LiJqsl8wJngUYTG8hB2qABfJLy04mZxKG0ntctwYZHMDe6kI5hIGqyXPIhk
03uXqwurSZSdqEaU1E2cF92CwsvT7Mym4SaFlPyMwkmCMDNGdz3/pp+ZXbLJF215MEo739XATnZN
OCzXpZoXn6O0mIKOuqh6GVrdK8SAHpW4BJ/0RhL1Uy2c6gvWhPbiyb2ivo6qktduS9ELaKJNSiQS
a1o13JXPkSYEXjzlGL3KvWY9/i/mzmNJciTtri9EjEGLLYDQkVpV1catJKQDcAiHeHqe6CH5T9dP
m+LsuOlFWWdGRgTg+MS95wY1+LdkmdCPQkr1dz054fV58rGdiSL03l1/XrbDJlDTMvNeythu7eo6
ahnkqbaFesgjI9j5M07rnWWi8Y+bwVl+Tr1+w1yo8ziYdfPJbUz1yglg97HlGqLfSRABpwmQ94+w
1tE9pIwsxc+RpU5jr3d1P4gvc55v1hXI+Ly7hTdo3INz+RAQFfLEx7yc6C2rL0MHRSu22nDa65A3
hVvUdHtwy5kmVwY8XNIoy+qOne33HyQAhTd9MvrXQ6Bd97kmqpRTMcg/NWag7zId4u0Ulvvq50P/
uTfnaY9tzt/PTKYZeJAUqmrSOHRgnEkyLeLc6V7NalH3swv4+WEdjOrYo+dMnE7OOpl7b72MPoet
043Hwh7tOUbQoY7T2phnZza9t94qvrmqa87Wkl2rnI1QXM/e+G51CNMhfLjgUaaHag3r127b2JtY
ukcVvOXp0rZ0VIW4jqwXEm8a+6epntoL1ilKAaez5WfA2MGZPajxzMwB6XHTtg+mgBlrV0b2OSp0
f1Ay0DtlesaverPN5ZZxPNVxZ7Tu02K2qjrdcMgovvkUkoFVxd4wy+Jab9OvrCgfoqA4NUqJz8KC
/j1Xw4vLDmlXFr37oQjISogwvGejcNdbajqVeVfgimilSfyYlnHf5xe3xwxqKTd/NwzTjsdsSJdG
uqeIETMWhOGsInZS0tQcLCQ3wN9bejuP0eiL1yVqvT1Pvh+2A3038YN2jZkVHKKqbC/dDD606UuV
akhK3amz+wpQREcW2lSMD83gLheKnPDIgRpd5VYSqQQz4J0yyPC/qLbX2Y/FX60Ie02jnqvadHIM
Y6yuogJGIGJWMX6AhHaccz+2TDdD+t1UG4IZXBpkPdOE0KNYO8qMouTZYhQefK4jS3/LQ+l3jEPy
9ViUU5POo2+mRmf96rKpWMltMCQDrKq4Dyf/o26N8rPE5LS3WrVhfgJ6TSJHpi5OB/pKjDcwp1ls
Vbx4OefLVNpxE5jqrqaXSjxQAfsgIn53WZfqKrs1/MSdYay70nC8A388aRdtjta3pdR8X2qsUqe6
u53ak0UaY4Jnexr3yLfW7+SuE+8UgTQZHzCvqEPWd+q7tzT2ri0Y22zWXH/RopQ1w31fpzd2E98x
obb7cgiGXYm6eye67sEuyzDbuWEgEjfHMka6KSrf3nLlVYwFf09GCk07b1dPsADbyw4K6yrIx4qa
tTm0xFR0N6COtTesWeOzBjoYUzmDk3YHztPYn7N5v2yE+Q3ama+OCPukK5bOjfusmn9EZdW8NFXR
fA4rr/q0Gtr9tIh8fF4igpCgu29qD9Ut/Aj7YTxqXTX7ZWp/bDIwiSnq6zQrzfCusxp51/rzsA/C
rf4hZ9s5TMQbHHGz+LGKpp6D0pEPvTbz1PPLKR2yoXjWs9uQ1mFYezFL+YbQdjtDzbM+8qB7qwn9
pkQOzUNbbvqn7RHSREDAz5argcCIesA1HRlAc4Is1pV+pkwYeJgWLvkKKvKYJ6jwEeVjfiq3ILvr
EedQ2C0Zz1pT3FUtCba1VxoJ13+UsgVRzz3fpnMeBl+mwzTJD9eRRto2Zn3Af59/m6kkj/kacsMN
tlW9DcyJDi72ivt2ntwvc9vUrwR2uizqhm6pY2MxgsO4dJSnAfuaB2bFU1zD0oIuFYxelTQ4ARL0
oFFDbbboOfFK+1dTeNOpBoSEBWghamQOJAp0QhOsLPaqkYd/NZOAYnezf0JLQ9HQ9A01g2G7p96R
PTtdGZLIpsi8M85hSIBrIog1OgyjsN9kmVcRF2eHxTjMJlhtwnY/GXbv/cKCXn+z1TTfFdFItbi5
/ZfVbux0k4Nok554qjIe2fp/RaAsz1ZDgqG/iWlJ1s01dxn9faqMXuknWQeoPGd/yyjphsfant17
jW/xQA5dtJO1HJ8D5vn3o2lxbQ8N8LSsBuEXu6KY48meFNSQCS6Ab4OriolD50rE+d0QjzmWU3Wn
SntKpo6xpLXMxFX1hjbiMJew9ly7rlOB+P3KFDbALcW1XUOXsnve0mphJTCVQyfIFTvfM7auXsFm
mCI1SPTuLotXBsdchc4zu//1qIATlWfdF4FIR88d3uaODIZ4Jog+WQd39ZIpsHJiQ/PKWj6mYb3r
7aYVsWVg46DQNvMjog1nRwnjPTpCGweVuf53z55NB9hkC1CPY/jkrlV5XeSWfQsGCLGnzMzsYFe1
bb+bXZh/cQXsZ2RS2RKeDUoJnUFZYxD0Wo+0PmcoNA65qfpslCFFIMvC12zBNRe01I3kzXnmLzcc
5c7H7X0yOOU+sskrvunSKnbtWOpPDFKah8nlfLL8ngQ8x5ccVWNuPEzblD3MozahN4KZeRckk8aa
B8ya9Gol2KKKpl1eBt6u9HIcUSMZKfeFUwX3UevOXy1Kyt2qfPe7xpPRJg1eEoGlQfQPNYfiqRfK
vaL4bF6bMGo+Q0elnO7cUbaoI8buuesiEzdSXV9WczS/+FU27JpS+CeTBXQX8/gRP9xuVKklxfwS
Ov38tDVTVMTrOszq0OZlSGbRaB0qv/gemUv2Xum2xI7i5Hcjk4g27qUo01U5w7PlNttRF/1U0twH
5RWcangeh3Y+kHXkxrPZeAArw21NWa99kBMkTv2o1xe8UOVPNqY1Nh7oFKrlUpzMUXz3MsbxIwzf
e18u1bPFociDp5iw99EtPeV2VHOBLcPXNuqip0KYYm8v0YBuIzx5vjlda19m5ybyEDaEvP2kaWr1
ErpSfGHpLe/srqfhnqfimsuC57iRV+u9x1Vs2OCiBYb0eCicckkK6TlfPCGY1xsDafVOZu0IR3wZ
NoqWeEG9sgfVW/h7zm+CKVWJOH2uRXG2sgn741R4PRVtX7+72zA7yNh5QAcNoTqBpCfk/JbWU5TZ
w0ejoB4mfrvOFPBTBhXUEiSEJhnIYpzYuAt50HbkIzpNTnPN9ISimhFYvLCEP45UTQ2WMYTNadAv
+qvqW/fTtAzzG8Rg6SXuAj1vlykrJIduczWX0xLBFva66LJuqii/bW0QRUcckzhKI+JQT65bqWXP
7k6Cj1Hlj3rQQSrMYX7USJXmWKvwF1ZU/XnAnDRcli2cyofWIlmWEcDC4Hus1zpmJv9t8PpleS11
xY272AQvVmrOPiKx+sdhcYcXBh9skApQWMlsZ6Z3cjxVBYnZZ+txXm5poKb08NlJ04lkaiPz3YXl
Ckff8Fykp7OK5mszNWa525jA4ZzdHGcPVDWE76y8H35mqoOo2nLe1TnVeBJQTSVzwKS6Mmrzp4+P
Flyhae+WKJBzMli6qva0p9u84xq33FPnz3iVl9BGujUSgBYToylfWx6XNQB18EXxSjxUrM1OvS29
WxBBNzZMvaKsjQNZyO/TaHnnIdcs9gL/pRATshAoBt/NQeb0vQ6jgM1ZXvKycK8UqKyoOhkki7TN
e+iZ5ZNVb83BntGDhn0T3E1gFl8COPH3vFMaMUNWn32O+iHtsrUHHSNlFbPFqO5XGJA7CCDdjudq
yYg+jDD1eOt6p0bVBoTdcKokbUn0jNf2zOtbkSfF0NTRLl9hESS0XDUZhkU1JItoPRP8tWAyWFly
BcxgLk5wnrZ8M5/7OtLM3RTSnwvTjixMq8LOCYMG9wqXNnAM56XvhjZ7NGDX0LdxZc2yiO0qd/2f
rtym5tuUydLbVx5GhDqFU98Rlu6rrX0vQo6P41RVeXmTgIEf/wSyLewBqCpfGAdb6nyK0o6+PTuQ
alt5jwPNuHsSQVmNSalnGpkRYqK45LZet11oFrxqPnrB1Vu68NdcQvz6soR4EuvYHDmcdu3g+P1V
Cxk80jm45VsVzXDj8EMWw8ltwzLc51MrwjtBXyuePOGIdl/TNcynDSBkud/GileFb+D9aOiVVbqF
JMG3LLgQsTiNLHUCs7f3MfeXbhYhZLOFtRMsXUBR4ZBxnnIJXPAIvd6Ydrz2uPeDLbJ22aTHizuj
tdjPksfMs5oDve2LCjzZweRu8u70gEPn0lcVYWdeJZz8yHxIBpe6da3p4CwgYbYYkK8lno3Q48UH
wzTCNOSNZgcmhas+ZdEgx0fshxBDnbDK10PJGsrYV7nZyOOI9MN4LIsukoeN+gU9DzR8JBGQ4MW1
JveOIpk2ynxjlu5z7DblhJq5L9mEViiojMdoW3hd5EgMav/HEKyhMpdAxKwL1qsxg13ISvcr7pOO
sAcRbcmaR9mWhrCSr4Ello2gF72Ge9+mt0qM2TL9OPOk/zgscr6KyWfEjBc+zaHsYD8GCk0uwcGf
oQPE9QiriGRheSB8wk7GKqLukNL/VgxjttO9Kd4YY8jYxsp6mpgenmRlWxeSqPuTmESVCpsuvtJo
m3K7/+6PpNuH0/Qpa6Mp7lGO3zF/DV49GSJdqCkvYi0CPcc1rdvDMjY/lFjellCOvFb4qV/lAro/
OhfdcLZHwIrar5jcR7rdUXVBVcobfKZmhRWjskvQA0y08jr/wKSrYl3CACiVMZD1Y/T70d3kTuVZ
fsiXwTgGuqcVdinBmjGKASYfkL/5OzTXMum8bd4LiSPUisZpx2DcevRw0ybazhyJDRuK4skbtMri
wjYrhioc4Cvui13YWMXXwcnDvbdwylbVYK0RiB/tmHdbv5XHvA4uhh6yI14uiWMhX/fKrp+H0Pta
sMZiZ8wR/wTsyjrgBqpO/uwOp3zt7NcRLN2vNfTz+4GmrI85COvHegt5dikA0mHXTnfWNKnPrgkt
xBzs+kSNb+I05uW+wIGhb/IaJ5XcU5eswDkeQhOJG48ou9gvKn0QHW4V2ApXvS31e60xkWrM0ind
RvDdEWXwjRg2RpZ8sJ8gxI8x+bLFy7pmRWwtlr63rHrdIds3E+ZlzU46mlGT1lESgnPam23o7s0u
//DbCDzsaCmTQ0wh0V7tKHs2Jr87gjf+6VaNfyrU+uAwUIwrHbwREd2lVmVwVKvCZBCqyYlfxC9X
z6jkQTB+u4XGJZLhuLLlj7VzfGbM+P62zfuYfMzWN004CdlU68aoxEUHffcYyOUrJb2RNLVm5MGN
F5NWkT0WIW5y32IcmwbB9EQN9k1y08Zo7Hj6LOVjzfompkiZ99aWN5+w8/TNjkyuEbB5p16qsZgb
aGNL/by165M1bYKmbTJ3mzF3JwyQRurWzRLfrPDpWhco+5zqpcylEQsVsSEX3LIYzwdSSyvzeUPs
tI7r21pVR5+UV1RA7Scj6NtLKX24Z2Z2VBXXVenMn7GObnfFtJ4FSN6d77gidvPOPQirGS966ds7
2YTLmXR72g3q2pOyDfqe7qYSLDwLKkOT3RfzuM9UaP1U0Ug5h+v7NgImMMNX/nQKnP570bO+Ugy5
yJEIVBIu7bGt2ZPYY1TvTUW9VbrRgbbRTZHKrKn2szmxB/8TZ6j+PHXzGTCVOBVVDw1iKn29m5Qb
sB0ohyMRDue1xrnj5V3NdFE6DUNYy5tB7WjnAVxo5aa5M3qSDsptznRuTZ5a3C/zoRbQsaFe+PeO
z2VLXsRyRH+8ppuuPzrgiVxvwnoza0uy68NUzXqpOcPwpEqRvRcrr3nrM/9T1nNlVsW4pLXTcHwH
1oe0Nzfhy7p1bCQzxpBSmYahsS92dLAfVm19b/1cpZX0adFcXx6oBeROF413dZvJ+BERgRFbpHok
HY62ZMvbt67iK10m1l2JxRwvVvVgn32Nvgo0evaxVTW13zIN+yJAVrRVpSJv0ZefNfvDHV7IJUVq
FCZdybKNxrH0npxhmA9gWjnInay7PQjW7AeNKLWGXRP4XXE2cg7icd/arDvPzH5jETbXqRLq3eph
IILWDONSLNyUMMiPgVVkPCOADOzMzLs5OKYD3UxBW4w9PmVBuM67Zi6uk/SnM8NBznBQg/A8hiec
096F77D56W6lYMDQ0KSgSH1zp2m4EnxeveYtxUZs1EvDWysl+wWGw7+MkXK6Hab2zV7NAhZ7FTI0
YXWUyhoB02Y6E+/XMmb3ru+4ZE+B631ZmCFDwu9aN2HQOYy7JQgwFuQErof9ZL/4LA9TaS3fctuI
NtiSvSh3Qs+Fk06VYXax3bh+C+bTds5L2Y8fgknqpV15WBZh3j2x3W6SyigCSnRGaYlZzASm5IXx
lQEGRbRRHWh5rDvbGeu3TZTr3oGtlYyq+AEfKUsZSj1ZTfQ0GlXIcSQWP3G3CsKP2rIUjwCD7MqN
YrfMRx2j/muoQZSdml34vShHI5asI8RuKHwFhZ/+vouVW5dOYnfdGPdrxkDY94CtsUmjqpX2g2b3
ygDIHfa6gD/RLA4kwtYHpLD23bxfNwAcMenzet+t67rPASAcGzdkkxdZ9c9pa85lsNRM3s31UgyW
8cB57R/WlUczxaqR9qEwXyEVj3GwzvoPAtqbOuS/hE2e74EbudnqkBKZLmKV35R/Smaz4TQrwnz7
JhGi8oXtyIJ3Df4gFropOf/rhWBqONi7gGZaN3U4AvXf5CNi9uYqELJMeqdx1Vn6hb1cVm+zzD8I
VX4TI/M2bk4hi0AVC0EMdsy/KxBECNa/k02xc9imBsSaBiOZOjISN0i3aaTk8w1YIgh1fbUy39N/
EnX+Js26vb6NGhkFboC40/FvH8S/qKJmFUZAVaOCyGF4KrFgDIsTpEC44OZw8/ahEUTdJ9D9pb4z
p9p6NLeOSYMLuyVloW7k1yzqzOjOGqf/bfv9j5Q1ry1tofxdLPM3kc3/m/jm8LO9yVaG33/V/4e6
G2Qx/053c/dzAYr4r4qbv37gn4oblmb/CPBkciXhkkQic7OJ/VNyY1hW+A+U9siHcfch+XDxYvwv
2Y1j/wPY6s2hS0DVXxl1/0d1Y7n/QMbJbQDSEK+nHQT/iejm79c7lCsuNcenUwWjhsjnd1pb72iL
cOtc3eVzVAQp9pzVeqhcVdnfOXrxItUGJpHLiH4fBUXdl9v7v3xW/zfVz99lzPwFvG/H/Yu2FBKN
83u2RzEXdY46RuMpU5yktu796AWDtzURoBLl3XlZ8ck8ih7SqIEiD4PEucbWSjpPBnB2m2N/kPSH
fzhxfhNJ8neRoXyDe6Bugtn/3/4u23SYHUL0u9pEkA5p2PowiPoiZJdZlVWmb5EfvX8PyoSzu5JL
RPouRUwRM2YqykecjNWc4CczgrPHU9L6k0Lwt7OXQBIMYKgXQ9TNRPv8flJUTu3aneN1V1bq6JDM
1nRWFmFG+Ggspux+LRXcuYtVOR6PFrtntr64QRN+W6t8Yikcef1zVLHbv2Q2woF97emoeMRvVXiP
f/iG/+6sw7cH5sHESYX4FSeTE/12eFstpERjof1k2lIvJ92MncDUQ2BunKlltHdUS83Pts2np6rq
qzUtZzV4R+Uu43+WosKf4tzo1YjMmHvjKgx/O95BF4sFvc58sWlnx0RZcqjvkNY4LFirqew+8+BG
RPyH7+rvIsu/XhXlL65KxgI+fNDfjBfN1hp+U67jpUVlp9OJrhcFml+ZZiLHzVOvm8eCJTYaiM4s
9ST/jmot1M///ov47YrhzaMywob/F+LaRW3392eLbNxGD82sLuZS2sZZOZpGwZUlpGky3Yr2D0Se
vz+zb++arx1yrw+Px8Xo+5uYz1k7hpWqkxcbFTos9omiTyn2gU2+/OGxyUH5L+UBr8F5yD0AppEv
9nY0/v2dKZLkwsy1l3NVGgSOs++/fYRW7jsXGQyGfOvZo2+ndWw99/jvP9T/9tIuziFA8HyeNn/G
77k8hu/WTrQO6uwbVrkcQl+in62QWDy0xcYbNcqVUaHKqGT/cFX9/nWylaSl4Z0TTcvIzf/tqmJF
lQ2UQ0yXmIqT1TpK7vR/HkdY17iS/v0btaCa/vYx8wyjBGOiaqPUNNHP/f1jHjCuidbo9GFoDYK9
MmNYf43Otuqjk6GA33Fft/jTIrklfUSBW9bavbAPFB7L7tukgGEh21q8bWu31mmgXD+WALgvWGLt
3WxTiPfj4scdu5Vz7UrnQ2G8PCrYqs9z5NNm9o21o624XzyRvzCSmtlk1xH9uLFn/F5U7tmETzYa
P3XNinjo1fQrGkX/rZsGvc8Mqz7luLHvuRy+yakzDp5ZjXcW81NmSWafRMwvj8xqpBfbyg4ZP1rj
Idyi8NVYvPABjRlz7gx4A5pNTLN5J6+oTFVaGOYGDK+pKz4UfPo8VN/APvbPeQDAcEUEtm8nrzz7
TZsdGiFZJVbbkyaRYodYsU+1NYnDGA3+MRva/Gs3jb8CyO50/6wwkmiuthiF1JZKf6wOUbTQPHm9
jg58DIwkc7e7H0M+CcsoEQB1nXUcnfKWKG127zTccmf7RK3Hfdf0X/tqsg9iRV1GcGr7mqkh3LES
hxEL/eBbOJM+Eq9YT3YrM9Q716semSKjMg1H3CL+aN1M6NWzbk39S5cICsPSozlnOh6yqPTm5ulm
gUFAyMw3tjJY94lH+4lfEXINeygraxM4Nupqk5qFiXjcErZW48Fb/ejAaOmllI1zbqEB7jgtZrwH
jPOI4t4S9LSj2hE24hgXOxu2a1nK6RWpVf65ZMQvGC5E5UM1rv4LYwbnwchy/S5dXLJtrqMdPl3j
wjLSYAsXMutbgUb3IPlCBniKRC2DxTQbwYoCHW3sWn6vFu9iW0M9+ClT46yMQLiq0pMviDC5uO4X
+p3p3Ir1u0d4crL4A3Klch1ORpMtF41275OejWKJ8x6vX04yaBaDQBmPrdm/sySqfzirZ526kFlA
6eDbzv1a36vAKOJuLvdmgJF+QrwyrQus6K5j6LG6uKS3iG9Iu1uwr+3CTqTXVfuSVXZs24NO+nnd
7lx0vClnst4B/ESv3Hn5S9BbV2ysLCqD9oev2FPPEJmsbpUvlpd/rIgIMaaUN4GLAybHWkwwjuFB
e9JJxmzqrms2MdMrpgeBju+AbXvZESZXHpds0bvCxqpiGWLlqnNDnK/WbZyry+1+HoPoYNsliWmy
ax8bZx2QUQt5X6iCIZ7I1muZOWrXM0K5GB1w12QItIeYEsEEjh7SN5Cs2JqwOy+QEICCte50IvJ8
+engX/eSdqpIDbCW+s7KxxLkcD7X9ae8EiQrFXqVgl8SzgxP1ygo87su6pryhyVK65fim7Pft8bp
n5HTeACcGzWO92EJqPQD7Gwh3vuOx7m8GZzK4qzhJlS/wlbrKTHsdfBfIDGZP/qwlj3lIFK0R+2G
2XKwi3AwUycbLAZtfxVmRHdMGPf9cNTuacnZ48bDWjq7ZaZzLxKDKDcm8ANqgz0qnCmnxsyp6lCi
LPU+Kls7P5GCJ8IE5Sa/QUPO6dEzFtVdbmVukOilm8Jr1pjMv4alKaoz0oFKNElbLW1/Xaza1fcB
J7Hr7silRsIdW4wvtvcpZx8dE/LIYK8xJ9YUTi3ZtLuco37SBu3sXgFYecwfI1RXj66peMLa7DfE
z23l/riTXeV+tZHPeOduHba3JuISy5LS6imPfR9l/h79p/A+LcrisxlCzo5kMOrxvNlt5zB7Fj7r
0bjbHD20EnnWVm9i71hjoJ/BEmXVecoxlT2OzRL6r9IP23oHbmeOpoSrE22cmkOyevlihc0Gmyd9
8xPbdC5TRPRee7EHknpPZqQ7gr6lERazv99MvqF8FzQFo1wmd35z548Il/bNoJxnh2YIaZ8ym9X1
CaNUuAPvrHoAbnDxJgnqJ1Ezs9vE45Q3k3BFv8iXOzWq2bNzhJ5ZmK0euPc1kw0UIGa5pFpVVefH
7BoHu2FObgY/IlkiXGGjthJ4Gi96XI0d01UdHLwM+GVL0kaAG1y7FVHcvjOHACDzsL16tVVl52hh
LvMe4RXqf8pm5msxQpMtQkrdhYo/mfnPcqD9LAHUZO1YlFe7aarpyzjPTcHhB00zvD2eUPyyvwQ5
5ZAtLLyRaEG6ouwX1UffPW3UptuJQ9IdnjPBgYkWgbL92OZdVrx1IxPjez0gA2KnYylHfG76tbnh
7SdZiGdFOC4KisFXtctinqYKw1295qr8VVC29A0s10YrduPCVczy22G1qRJXEnvLV0NF+UeQldbO
KEjqrMNI6cMyVOqU9bWAiqyEez863vLFawbxZq06OnegZAHaWl0awtt8pyz/UIBKUI0Qoj439EBx
5KBLg1Rx8V0x13s1matALdmOj9G0fFV6zAm/douDYEV6x/pQJLO7cp3Z3XDyMXe8mK1oDhvA7rhd
iCDHHNzykouJnwFFSTREwUMRaJJDi8hPrSn3WOKhle7x5XixQK6zU5tu95XhRefVZjeKFwGphL9w
sITtQvqMNsf62QuzOg2NDWEiq6R6SVWEHjkPMX/Gk6fau8DL6uoUocA62ZsWx0JW1tGxdL5DIy32
RT6/k93CMNSP4AxEDaxbU7rebcewnt0SbrxNImrMd1JfdMNV7Y181nnX+ggAms77Boq7PjggQ28o
lC0e5NScxiZUT+1mkYnotOsJPTW6nKFkfCz7Z6CnZJVawQTeQ0wotNr8uSX8i3/LgjevnqwwYXzZ
XXsTE0285l0Ap66PqBKgLvDA2yw8JaOlE8+Y9Ns2dz2LPESlPPO0k68JCeTaRJk9W78iYYRXpJTO
uy1ohslNBNg9dIYy4whl7n5iGapjeqteEWwhvPfKIg8QDWgmw89uTy7evZ7XEnADhy9dp0dqWhJh
REwbL8TV2jVhTzFkT7dgcMoDxRx26l4KHtZnogXsb07WikvlzPbJXpCwgXSAAO90UKTQu9rrsRqJ
9EmBNrHzL3U/nZdsnD8QYLSPo9dTUPHuw2dkDBbPfB81Giv1dknXTNsf5EKEb0VQLue8H9rnsRDO
Kb819qm7LsPJVAujhr5HKL9VeqkA0Xis7fyu83erJtsuYR4vfozTGr17VqHCxJ+60YwnY+XnGPDA
tYHaqFhnhHmL4K4cj/xiDKAKCW2dDqPLfmAJRms/9VN2lpETxZ3j8NzS5Rrlic16YWLH101XQjH7
LzosqherXoSIIzVtHw7pdzxQurpEirZEzn04GibEJVMqUo/7trzzKm57NIrr8DbS8AMtw8vB/1CX
D/0i6uM4zV264OBZ98PMBmCXlYodoVGDqyPL259IPiDsLHP8bACDk88zn+8KnzvCW8KSbi3ri32b
uFv5tsCXDwD69oX1oqchSjRj/ySvPHJ9+8U79CJr94OQxWtFhDCGHPfIG/R00tJiffDRKi9dN/LW
2QxZQUqogb83bBQFWT40F0XfdHB8glgV4AUVL32d6/uI+vCRRej85uM4aDiOxfy2OM14DvECX6up
kncdylnS2cfvMwqiO79W4YOt83FvLqtHiINgDeDMQX9Yi+wMObBkxlQReYyqu79uZsklNtgDPZU5
GsfOl/2D127G15BGBZ6UsW3fuVltmZqO33yui7X76rnNfMAP9MNuKDB5O1PI4nxz3IlyZaa5QmJ4
dAvaMdmHQHNZLP3EduafDSwIad/g4ygHEnhWbfX0Vw1xySNMK8vrvk1jNYd7vG1VanjaevHpglNN
ePGRnrzbIfT86S0Qr6xBXrJgyvZqFtGTiQX4daQHOJtUsYkNLuV+nDM32QAHxsLfRvb4ZfDJG8SA
lEhz6hhjfmhdxASB2wUnaMbdQbrkpVgo4dI6HImPdtUVZK9N9TMoZPIEIOIM4Ecrvz63s+AeUY31
+X+yd17LlSNXun6VeQH0gTeXZ3tD74s3CJYhPJBAwj/9+VDdUldjanOPeDcRR62QIkqqJJjIXFjm
N2YXqxuBuTXKpKa6rCMmmXDHd4wmDbKxVnjGxsB9j1wUSTk3ynzkx5NvleGEyzjF7LlF6J1Epx52
ue2nq8FuKEcVPJszL6jLba8Z3behMx+FWSWHRNrBAbsvJI688c5ODeedGqu4BxUtrkCZqeif20MC
a8xVujvfJEFeubIBJC5VIFN4cKX9QtED9xhmvRph7Vy5AJMUq7agtjACu2GKqTyAHvTcrYscebyL
wTK2C+HW/iu5j7Zyaw+1kcHO7lRD1V8ggcttEQlAQW6QUJRpWvLk9kgL1FZarZBFsO7UBKTcmHjp
HgDql6ZrxR06TeRRpd/e5KLsDsPoQQ2rHO3o25M2AHnCva+67TIusnwV9Uxxe8twn0sbxxJppMp1
FOtP2DfoO2wNaQKqqJ6vcg8vcnSJNm5VO8cyNHmIVmTfCGVyEYRK/1wgu40wduek+zEnXg81WdAy
t21lnbptf9VXznDB3U4XRmt6Fz0C+IhdJ18pjePbhDJk2SulfpubNWedL9QOuL69AW5LUsY5CWlA
wPHIij5eD3oa3ceeaK8mfQlsPNRBX6I/mL2apSJeRFlinaK6xlJDpmGXRqXyRuOUII7qwYYT7SQ7
V1fGDS3rEREHw9feqw5WEWzKdC1MM1in9LHW0qsi9DKSCrdC9LYkVR6REcYXqld1hGeXRMQrrKvk
Bm5fdYe6ZbIMjZZSEXFwpIEABXgRuZmad3InRPs9QgsBIkwpGZFirWYshJOI19GJASBaTAcXOd9t
zh/T7DXZ8JvFshlcp0hbxKp2o+HifvCnby3oAHk0zNK97FvdvKKtaNzKVkePaMwcfdeG/hFlPbNc
YiHvLKlqQmPRx5oxTbW7fg3FswYL6AIsNgDaeGnNBYxG9X2S/Sez9ylXu14EKxp1/r0JvvWqsOH9
Lntywovc1OtNFQmsWtE9sg/CBwkvR6/bBqayB6MIMyFV1E0gpJUtZK2N5oISvf7R0Cufqsl2lfdt
sQUqBkTMjO1Xmaj620gvRi6chjhGvs+GudLZVKSsazbgR2p6zyJIFAzvTe8OqiomBZ0DmNjP0p3W
lRrMnERuu7KK94FZIZYa9P2wqAAOXeC5rmnk0Zb1rOplfdu3TktLxLJ4BAfcbWM9KtXQv9lS5hs6
wJm57o1qpIpyxBdmqMONWw4WIF4lm6gdEjzMinYjjq51kr6mY9rJL+i1g16HQdtutBzxfpBohfnN
y4L+Bx9LMA682AvZKvHKKDwVVls3mPcIPTBORh+xuEiViaDs6A0CdoYbdCBL2yQ60jLygwvfdn0w
IHSOvqpdIJydQbDD2TG0rWdmjd1jmgBDCTWKF08ByhVrdl1eIGLoN/Vzb2ugE+1FZIINx/2q1txa
ZMaqj2TY96SGfXdJL1Z7jlsdBpEwn2G0ZZdYUWc/6JWQcgiYp+ZNUmtlX/grHXryRGsxeLZD+7OG
qUI6A1d5UlJLgkFNzS0dmNqGgQDg9QWof9wfSz3if9WFEPllmbgAy0aYMnIzyNDPFfJGayy5YapT
tSm6KKp3NTbIzq3ysjXbh8Crzcu0VnL7UnSVar82KPEll2PXDf7at1PXWTkRcjvbPHUVbiDUFP7W
UKY0EcOoTLwLr+SF3w067OtsmasTODLiwagRsCgNza34WT4TuP3+mxJ6CZh+BIdL/7GC7mhsNAYB
cuN2gZv9iDxZj3fOqCLZREyBMb8EVDZU27GB/nR0R6Tuj4E5ts6NoUwWBRkIBzrsxaADA1+aWjlQ
QqmBWxIM+0x1gj2a4028cxiMXKWWQR0/xoisvY4FwB1Kr5HisRkMCfS50MESgdeBrXutG9B/L0E7
GvqxFFoPawwqvZLpi0EWtCdEGYCwZWRtZDfdqAgV7pQp6YIk5NL7ssFb5giojNa36nWOuWuINDTm
Wz/on60gzl1A4m0uizVjAt/culqt11tSU5oFaM2o2n6IwAYsmQrVXrCADZEdVNoLiHSguJJcdnlf
xO9KVAmKoJYMfQ+xA1fAsVFtmM/0mOvhfdRcjCkWE2LGfkfNNoYDAFqH86Rp4TQyKyDFbwyl4j99
r7XbOywvdOpS2HRM9pB3kpD8QrWMj5lm8LNzh9T2hWAc6zfkQnFFhqyVtzAktLckNGyrBHWGWyk1
vFH16yigNObmCCYkkzUMOKRhXUZ1OzV2KwsWjuEp9nsJWrB96BLP4NWlONbyX0AEpsNiDaYFNdPS
CpKnzJl8RoQfZJM8dG89yAlmv/D7wRVo3HTxQZehY27AzRCktKoejdsmGItiU/pCzzekyUO8Nnsd
AWslsMf8Jo5jfs9QFgmNxVGPw/yQRoH2ApAQcwt8TDrs0VvqxBFWlePu+AR23sVIqotgEvro5mU+
ShMXldIc9dvQlEq46CIwgaGf2RSDg+ttkqTJ6k0JOZhnGhzvqFVND4AqbafOWYKGz6UN/iNf46cx
9pvIAFnNcAy3nFUnMWpfdqUgtyLw9eUhb03+lum0jkvOx8ztIDt3dA/Y1+ThnoynBVX351TU/Pla
K6OvtHs9bZCyK1vHLvf4d6lYryRKO14oMrXbRZGJut0MDWZIa29su/yqk6VMV3HfKEcOl+JdNZVZ
7Ed+YnVnxloi3jypKXgxIzS0pZEdiwOlpj4cmcE1ziYGYZnvUr3J1DvMw4Z8RSC0oEwqahtflaNt
ebQVNJlf9iZQe0tmwt+MJPvksLlnexcURiUILji12VrQP44PFjBdmrumVz3DJ8z9Bc4UnFraNDVu
NAiWy29Q0s0UoFJbfh0aq70JMl7RbtC1Sn6fVPASktKC190EFYA7A/XLZyfNuG+FQJD6Uh8D8d3g
Vb/RI0oMYH59MWzsHrbMSo8K31hhpqP76+mGEaJdivpdmk9HA/zl8PXPy1lXGmfUVSuv3Kn16ITJ
otJlN+4Q4k2HVWjrNAazSdXhoMeZ1W1SEkV7U1d0EhkKCViUCX6fR60N8gaguVHnq1ANeuS6YHIF
14bqF+UxxhpdXZCKNuCNZVjE1JV1pLmttsq7kf6jXTig/ji4mK/VXtIsA/ijx3bwymDvqJp4dySq
tu9GYWkjnWfdt2M2zqSzgzQSrACGIln2YlYNdx5ENFO8BH0OGqdBkTKaW44Gv9yNrre8AuGYabKd
FMTx7awAbUtguS6KDQEwtK1VgyM/ULEzHsaN28jj95jeTnLgM2Anl1brxsXELOKYbhj/0llXLGHn
GxF7w1M55MOFDkmsKxlEVMRPz9CIXn2Sk3fHFbzQZeKhZXSwxlgtwQ1GyoC6BGIG/lPkhFa5RQHd
VTQa5WTaxGnoUtepSU/s2kMwo9i4sceJALcdGVtor8yzQqsH/LdMZaLwOwj46cjPRkWaHqCoKc6q
gzazGxHEtnZaiKnPnnLDezSRrUSKpWa4twogLXFf46IKV9koy69qG1F21zLSrI1GS+ylKl2/W5kJ
2LYJeMw34s9RaY9LRwyNNtburQhrk0s2ySqguQ8+LQuGqfWTGMLavvozYjroXmiPIN7hK/SaGlnL
gcrCGBeKabThVpETUwMJLAa/Zoj2BBFYzcOdjmZevNd5lXvRhiY4ysao5Xe70v161fLFI/ogpw6S
jjzsMTEr11zhui2/CM1R23U7uHDNlk4hOmw9wr6xyZQnsgA5W1DGyi6H4yk32uCTEysomIibzmR8
Qeez7ifP5Kj3rhU6n9AFiqBxX1OEb9JLVLbsb7QZyuFCKrVprmI+i+0DGZHV3gVkvuOND7y2fXCC
puT64hmwN2PFbi8QPVfHuwqT2fbBBlo00ZM5SdHeV6rQ/Bbn2E5rG0i1WX1E9WAof/A9SaG/s2VZ
lMJwS0flSjLPF1swn4DQLVNODWGl0dE2W1FC+323DNugtL/5GexhPEuCsLhwKysrIEypCYbjiuoW
0PGLXld8TC48BgrdMS+LQeD74xYd1k2ZkbVru+VL/1plrdWt/M6eQDwMBzxGBJEHDmWh0TYnH67w
VWrvZZW24pZiAmYa81jLvXDSpjOXcaxn2U6ACvySVIMWc0Qh1Ew97J4pxy7PAEdf0X/KyjWVXm0c
AoamNNtxLBmf/sqRLLUxyLqGwDZ3MkpyPl2gMpyaW5xl41WgJu13LRqIAIqthUq9hALoi9fK0oHV
woVo00tcC0R/7woEnaHKNJyz3IV6/aDGcKj3tC6E2CkKyPpliuhJcz+q5DQ7NaXq2SGvozwxaJK7
rlMHrMpq5MQu/NZqh2IZ2O2ASaSuBD8ch9nnGzWrkr8ECFF+hT0Xl99UKPnUgV0f2k696MqwJwdg
ZhmqyaJGiuir18oufOm8vvTfrMHnbPi0N713Bix9uRvq0IeGCR1oZYxKMtLDDhlFHA20NZJLGZDI
A721pXo/0M8SCEGzsTsYp0p9kWd0UK58sBgox2S1njxbzPkJ9EnaYq2ghaEt0w0qdJPvWkDS9R1r
YZz7gNMXrr3Mh5KRYhpLKiqphUhGj9mNAXGb6wtDqJ28UxAbXzRGEo+3wmcsfSyi2pZfs7ypBoBV
QReB2WEK1RwroYtiV4Gxg/9fJtF4MVa1rl8JOuX5QnFwKxkWRUd55i9GBV2Zl8JKy4juSG51l1lZ
5+ZdO9lH7LJKIzaXVOjJZQxZajy0LaY1wVqoteug0ZMMMtpHMKK9m9h3TOfKHSFWM2ohY7Fpight
uvU15l1HaoamWUMdGupnx1Iib00bOGvkOo0LVerLprMqeoVpkPnlqqlpvVR0Tgs7wIYNTIUirg0F
UwHvEtIusqJA2Ul0G/ysHBMQ+sfYjhkKcCrfrclXykSmDXytOUMGWeTU6JNUPVT3zDbuaxNTuuc8
NkXy1odor+OKxsT9Zkx5Qy9e6vH5+fkA/x9aekbSzQQN+X/+pZn23xTdluHb919xpdP/+09YqW78
4fEvF9QoFl30oIDq/CXkZvyBsiVQTsjWQESnv/IXppS/Y4J6468xggSiqoKS+kvJzfnDRAXQ9vgz
5mGGimXyvx7qLwjnR0Ju/NV/AIXw6eGxphLMnPznuXYzaFIx0ggtNfvQKFjEi4WrIWK5r6h6xd71
Q23pQvSb5PUhpicPhleEMKBHyhrXCycfNcSdwj4ZvQeOHRHHtqnWNlFmDEitN3mvHpGvKu90ZxxR
zAeZgarGBICGnTYq9bBQcbEQ9PVzvXoMNcS6loESabR/gzaGRxCIwCKa1SnN1oGxSFQcLdIoKfeA
zJEUiY2xUla9rQJpjwKfdntaJjUoCpOAxPQ1vwkjUW3zTG0gL5vqFqI1hhkdwJ8FvDP8G818WEGA
g1GfFWpAY1JBCRhFAs3HWTDX1YvcVpIXJoBetkvSWrNf3DwN3wI8f1ZKX7cj/bdcv7F1U665mV5R
XQnaFytmno+UOAPD7sznq0EFN1qa8mywxCpxfipZN9lYXZVJVigvzN9pZC8DWFugaiTSHzyoYFaU
102ZXqiFk0FFoJI0rvMqdMM7lUY9+hYxPCTxvY+s+EeJEkJs0Qqn8FqROJnBfRB6tXVnKbB6voig
ojwYxtBYCqPvvmuqqxnjKqmKr2HpAA5LB/OnnAPdF+gIqX1tDvAXpC9iTFAN5i0bKa3m0s3yMb4G
sQhlR5G6fl3KyFd2ox0yL4iDXBseQQ10P2KUN8Qt/KGwShbM0igA9SAQD2Xk+QeoNkxmYN7tVLON
bvOxS3bdAAzJgpBJHRtLinFfD437oUNflGoZlWpqzcgJclC7gpqLdgSkDO/SK0MPX8W8yzyUY8ke
pI+WQtpnEKqC0FHNYwH+oEFnB3nKgoxTLwd4+gbpB5Q3Sn2YWqpi1CPctNwX7G+QAUAhOUgZQplI
ah3rgH7ayjCNftgHmoEojCg6W8Eo087SbU9H7oZUFLYOVLY4PNgA6PxF6dcQr2WIwNEGbzcooU6V
lPkeoQLryZ4qgQjYxqpAWGDb1p4KvK4UiBqpwgbAwyjmSskyuanBUBZMIarsqjGCIUcHZFQufaDK
FYabBrIGJAXVurCGake52N4GoRiuY8AuQBuHXrlyZdncInmiQfEGzJCssiANniiG8x1itjRA0L0w
wrVEZWxrtg1dLJwS03sddilXqA7LvQCacdvrjnhDnsr+4nO0qqWLuWiMckaHIuKg0gVdktYqA8PX
whB7C8YxHM4oCVEJNLwcUqdMEuUibpL62fat8KEfSvMKJRv6ey0Fm6z3NMRkVj7WTRdH/fdQ72Mf
eSC/hkwBj6+k3xeSTHAvy7r9RlQwjWYNiKl0PNrZRmhIJLKyvuF8kiEzBNG3XgUKhWmfWta9gxl4
F4yvukZ5qx9DSU5378kYF4A69UIIlnQ2Y31c+z0tqGyfeDJvineE9A24mQslgdcYrxiqR90F1MVY
MGcXhdvCU8y9ukNipUdqycuOvtuUkBldu+wR9ei0Hs/TKq9UiK290Zkb4XXMT5YoYRYkRbWaPPiB
ymNeGp20uu4p80MwKkvTZUqjI/gWpsjx5VLBMzdg/lUuab6DJJRO3oaPRZDWhVgwHOnCNxPgQP4E
uza3v4wptvIPrp52/aahpqku6WJG1aXtyzFae0lYaSl5VpM3NxUlEYLRFfUfOoddtsoruukL2i72
W1NaMPnUpHR2mReZ2xql6UVRoFIe8nIXlgcDr2P3qUJTcTBovdy7wEGWeZjCDLSzOKEhQVzAGTgH
9cZCl2CoqwPDPfcuzCFeDe2IeFtkVHQ/XbdRtl6jQpKjhvliMK1Hzlr3QE8ZdDDbLs02UdN67kKV
ubbtMy99CoFHXgf1kEOEo1G81osJzVUHziKjtbbPa2ZYYBU7RM30ZOfbOWUiWnt7VXQRA/Sht17b
gWFm3WVUv003rlSo6LsqbIsLj3AOBrEch4ekskJUxlKrXqMagJ53m2GTouu9vtVROKXFBeN2YxpV
vEWIQHu0kuxupOeAKlTWHESjvgNn1B4cwdAZV0lqb4SbjT2cifwpHWI7Ow7s9dY3nK81RtvobAZp
YxwaGmTldz81ZHEpoqLX6LZQyMKfdORTz/g5Xia0hYcv0QS1ilZ5XuRBuLAy079ksm0G35NIxm+W
bevKi91j4HlR5Unubvw4VnwYUqgGAaAC3iBRsmmXXhB1LshBmd/2ziC2UcVIf1E0dn5lJ2Ovrsyc
amwBtDsfNpieRABH6V1fptEoJ5wUsbTMhnob64jFl2BDsAj1kG4qGf/f1Ixnx7WRNyo1qkRPcg/Q
KLWT9Ti4xkZBORXoTGgtqSnKbWoI99VqRnVVdqaONiS38zaTpXPhx4l9V1ejYzFz84IKree8/wr3
pbtA0Ea8ocY8qpNYVLKB9juISYEiue9RzEUXDMGsN6CBvPtdHvKZgQofJeM3GVpheOUnAQ0o6Hil
u/WjiOoqtXXUx/CyRFA9Al/iKOE7LeJg2MoxB9BBgGxQ0f3PE+z/GTHrf5sqMpTAj3LoHYfzv0gI
g/+6/7/wJX78FFqe1JR//r0/s2kNThUdO/5hDm05EKH+nU1rxh8YJU7GHbqFI48OCP9f6bT+x5R7
myTN9sTXm0xA/0qnJ81ka/LnRU2ZjyJ/7z9Jp/+J81d0eJX8A93nn2h7NQizLqxa9QiCcpmMBy/H
nkRZ/bIZv6FfnVp8VvG1A8plpd6px45MwG7kE+2Lfevp64+Xn5b5m7f597PPiKEtkwMHUQX16DFR
KgHjwNT+eOV/lqx/r8yu/0qQBOCI/FfYqMcyGNfY+S5acsZ4LOgYXMJRw3j8x8c/6NSvMPHWfmFi
5oZW6j597mPlXmrVhcOE4+OFT239vDhq9BHgtqkeG50PAf0RmM7LAvG7j5c/8dxz2k1kuK3SAWk8
lrj+ikcyrI/XnS7D797pnDuFjI8/qIyIj5o58lUCf4o4UJuh/uoUO8Bc102C+F3fL40+2Cl6eeMw
gAJxsvAgqSEoeB3QfVVS9+iW9SVTJj7dBxufsUXfif+IlPPvw+HOCCqFsNzWKVR1knJ7GXzcPUFM
jcm7ZyJZd5ase2qH53y2lO6lTzP9qOWvfJzJFM/cmhMnw53+/JcjF+RKBd+AG++oT9AHF3a/ydwz
lO0T98adfplf1+5xTkNXTD1mjbEWxtqh3Rdr35zwWq30nX/Ofdo5dUpmNz8AZ+UUyMQcLeOH3ctj
CaZKAaU4pJ2PrVO2RWf2YBTOSiuAYqnWJtCaxwzU04A0YeDKdYc9cqB0qwon5QaXQcUZr0sb7FmU
kBGigQmiLzLzS9B0K9dNwBl3VCkqkD49XaODstFdlCNNZVsF3pLscRVWT/3wLNDuDKF0+OIyHwJw
VCiCtuEVOJrrRikWbjkyekmXSdNfdZTIgWstDOtQFPqG6n+tBfXaSaotgYdZkL2XqK/KpLtSmtcW
pw67+l7oSDlFw9qsbAQevzNdWDl+DOIno1F+F4/Gojaq24+v4qlzMouBeYfeHtKO6nHI70nrzPhC
I6f8eO0Z2evvOzSLezFA1axhAHC04aRkY4aQCf5lTNGWo4TtMcCik+vAvImQBadbsBG5tTaQYumi
8EhzYWEZw8JNlQejCnZu3RwS6EED37KVAvp+aNozd+Wf3Mq/H3MWRXNIb42oOM9tK0BuvUB9Zzr0
SrN+WVQvk65zAt784z2xpt/9N58zZ0Zl5Fr2KMjX6tFw/ech1jbSvbHRYfNRchw9ZT+kP7TY4WpZ
13CkskWNZExgO0cjqpFzR6G0DpZpoz4HKQ4zIeOSgANfaehugMhGuXCRpGKHvgEqxyY6xuOSDgHz
jQNggIVjfrE4W2iGX2i0jS3xjuQ9BS5lK7Bq3NcRRWqWeVZskVdforC8DNT7TnsqisuJFW37D27y
o0ATNKu75cf7cSIAzv1jgF03Ha1s9ag3JLEoJUf+mZX1U0vPIzg6cX2maLzWwIL3lS4bgNgqxifg
eRJt3SsKmAa++/lS1V7dYYerD0RPvAsaRClDD0TQM/rU/BFofRXGE30gG1i5Zq8ZAZ3jiJ96yNkH
wC5io3RsD8ENkJ+ByddM+fbxzk6/5u8O2uwLAOuk8Zl/82kJLyzPWCsmPbvvYAy1TDuTH5wIHs7s
QyC6II68jo9MTRGbPLXdm6H8+PjpT+3LLPYnImsTOXAuPNS+2t1gbT9e99SuzOKdSGFsCY11bcKI
j7KVBrWmrPbADndmdf/xDzm1L7O4Z6e5bDXJD+n8m8K+Yrxmx2fMJU/tyyxWIY0MyxMu5DGsVjmg
Cmv18SNPTf3fHZe5S1DpIXaptjTE8dEALUNT2q/XKPmuchWCeezunehLJZkJVo9RvAcpBCbXfOhq
2pJi6hVKAA/pEm7NoquSXdtGG09aB1QhV/hIbALf2LRjuVWQlCzRIcVoYR81NzLqb1vnSrdQQs7e
pJmvlWGPNLGoxT4K1oi2iuDZDM7ZzJ3YvLkii9I6fTb4DklRhS9Wuak85Uy2eGrlWawBUSerKMqm
IuUuHi6MIj3zvThxXu1ZfEB1LoV4ao/HTDKW7ZKNCiMntG9731046TnJmlOPP4sVZc20Q/cTQiUw
B31fmWcuwqmnn37eL5kirC00GwUJQIIA+RhcjPHzOLxD/1wk2TmX3VPPPosUIEVqJJD88ZgG3xqA
42W+PHMlTtyIeaiIEU3SM77UVbjGAaEUZ17piegwtxFnxK7BntTxYpZig4DEashDKMZnYvKp7ZgF
CMOyKmkwAjtmdQTsfQOE98x+nHjuufdokICVonE9Hgv/XqKfYsLPsbrizK6cOCrWVGz8clRU1QQK
PVQk+wBN4S/16k0Ij3WyBNS77x+/0VO/weyWRoORNU4//YxqV5uPDhhugABnfoETG2/NbiqQpgne
xU0t8hUk8PBcjX9q3dndDMc2q7E2GI/NW4olzLn06NSy05//st+idpWIEfx47BCJHNb+uPp4j0+t
O7uOvVcFdHZ5XAYjjBfupX3my3fq5c2uowIc22qmhYPgulVvNWow40/oAJJSv7cNO/XMs+91CpYY
Vhh7kYu90uKQdPe5vZjdRZ35jYJk43j0qGvGHYiUT61rzmqIIIMmU6NYeszDrXNXNOvPLTu7gszz
UbkoWTaJLjGlas/5gZ/Y3kmb6tejljBS7ZgwE5KC2954Lbsfn3ve2Y2rExH5uNAR+Z23HvY6lMvP
LTy7cmrfobRXEEPxUMJAJ0y2n1t32qBf7lwahCP8CnM8mva9Pt7X5wrYE7HTnN25MOpQmoePdYzF
rZ3Ut42EJ9UFK7Vy933ufHJXZhcwAOIVxQU/JUSDY1AOBdZhn9uX2f2DZ162oxTqcQzX9bDv+899
C83Z/ctgMvBvgwOd7nC7ir3PXRRjdv8aRcTIl7LuQNHQAEr7XBZpzC6gMWqlYiTEiy474EHlf7Jo
MGYXsKszJGlLrz8iKIRP8KCcOREnGidzvTU3zAu3LNiH0XvrqnezSbcDWF/Dl4zuHhgGb6L65lNH
xJhdyUQDCN5WzkidTCupedDyrx8vPC3wmzLZmN1JKMTCqQV3Erti6nx1CzwQuvrm49VPhD5jdjOT
zPdSTDjGI+ZYS4QzluHr5xaeXcbYUA0Be2Q8tngqODu/+eQDz65iDa8/x+WF5NTBcE2/jj77wLO7
iPCerZHIEPvEjZHtm+b4qY2Y22FXRpPFTsj7y8Nj2uDVN8RnTveJk6HPbmNlBtLwpujhmUjFUNg2
+k0enIum2rTMbw6ePruUKv7ZgTslYFr8imvVTQjqImw2A/Y1muasPeuxYJQNURDIWc5oN1oE2l2q
bQcThpGA+qLuImQEP97FGdzu3z1QffYtjYCu4ebH06AYsvQnxwTRLHrt0AC997gZdYyEkHPXA7v9
+CeeuBnTNPTXb2GLYYRosnTAZya8QTPuujoT9E+9ttmF7lugEIjMjEen2UKtASV8Hcb1mac+tfjs
PteS0VUznbba0JZlmmxc9R4zyjNvYWYp/fdbmN3q1LGNSlbo0eoVvRQI6g1OXbndLMPi1ZfRSkFq
IdCVgz40R1TsFpkVr4QRrToTQSik7xF53KAAcVXkyiqN0dJ11EM9tGce79Qrm8WGEXNSO4MeRQKA
In+874dzxd+plWfBoR+dEseOKeoMS63Y586ZaHbidU2Cqb8eMnMsfNkkrBtpB8TVFiaWvyrKHx8f
4Z9X9TdX+OfV/iWfw7ZsyO0ppqGnhPx7imbxUu2x4sKYE+OKLcijdy9+VtEMi9uvufNg6lsL7BIy
ZnBFv6edeWzNzSCe0TtZS5ms7Az6l26vYvBqXmrshXyylLuPn3a6yb972Fm8wRZAerLLhqNQAxg4
t7ITkAtrKJ7Gmctx4i1qsxjCuKcppYF4dGEW6Ju8o1L58aOfWngWK1ILmFmEgNJRZbZHYfLJ0lqb
ft4v72+EKR8Mgq5dx5xEyTBssqvt5x55FiiiVPRaH7PbA5BgYLLnBDhPbcUsQhiaNVZVA8usxkYw
cLslykSffH2z612m6DGhmzTRDRZjtWieP7cTs7vttaYi7RTHzhHJk5vgnHTliY1QZ1dbYeY7aK45
HLt8ZV19etnZRx8Xw7pNcCQ5tg9j1H4Vqfz28TacCEXq7PoJSwS4JTFobatdrHzpsRHwjXT38eKn
NmN281Cbjayw64ejgksklmufSzLV2b1rB1LjImfZPsL1ZFF+8mln1673a+QzC5Y1Lqy7uP/c8Z1o
DL9e5k5VgNKbHIg8vIHG/5oCyD2ztDWd1d/Ezonu8OvalQ2O/+etw3AHmvkXj0+zheZv4W/sca+M
wyKQwa2Kpx0k4YWFqudQYxrl/pDI5oGAXSf+vaKITYGPrHvLwV0ODDh0YJvPdkkxjbaUjIfFgIFX
NJb7PkbrIP7WVcre0oad6++s5q7uDtg+CW/vx269oNO4TjWx8CpMKkrkHPAAqOVixGosw+oQq6Cl
Ej5W6svnDtgsNmANhYYPCldH9AGxZvOr1cfratPb+d3OzqKD40X4vgAwRoMgw00CSgAUVE3dZN2L
r9yq0fc0/aEglNk9W+1rQPrz8c/9/YVxvVn0QP2q9vOSSttV1nmOXNV/JFj8rwQOGaV/HpQkwt7P
xMD+mLy1xQ6Zhc897ix4OMhQBb41LftuFYemPZMe/T4lcOdq2nzxtCGd3qofP9skcylaQlAyu88N
9ylm/rkbBk6Utmvw2IX/BJklMs+0gqdf+78fGtebBRDbFDnE77FntJ0jWIWOGOAJM76z8i9tdi4Z
P3VEZvEEoRlIc7AZ4I5vkWjHlPTjd/n7DwFg0H9uSumoSHMiiXlMsi1q+kj9elAQzw2XTj317KLi
aI0vS8JTFwA4ij32Qx8/9c+Oxe/2fHZR/VSAKUMDjnd5oQXGrT4cgs5c+cODGj4iz7AdzW6lthYM
/PgmQsNG0a40tJQjaFixLHdWWMEDHg45g0sjSJDpmITmnVsNkxdFoUoRiyL/0YhdFT2oGrp5Gqqv
DIDGoFqlSb/8+NfAgeP3Z2eOaTRbCMG6QVWfocY7Bt0aSgliVhayEN9hKy0L+ktBgFgXpmCh6q4z
KChjH64S1OZTtHAaZ9+T7cvqqhUdkLR85ZrNRrHTXcKHvbLXujoC5glAqZlwYanP9PzCzi/guy4L
oPFekq497bE3vxvAxuPkxRHKPfq6G0vProvkq1o/OY2+ln2xCANrgavRBj+kNZpQ2I19E5h0hgqI
FjQOipswfEYTzzXLS60d0bcDH2btc2i87XiLajV6RsUCxUAc62EUuY+4p6+q/i1Nm2WrfklzfSnV
mlG8Sk1ZLSdz0t6RS9dVFkH2OFo3DjaxfoKAaAJ/CVWfLkXe+dEfXISrzXWiWle2++QaF0nhYZTq
rbzBWzvdVkFaNozVG6TekDJW1pWuIYnxrtoWDq+vRj3JQDdLo5RnYu6pNzqLuWNoI0o4laWuvIgr
rHx2Sn8G6Th9Dn5z6OcgUMC1JUIxBBpIawCtvpfYLuWwBvIw3rSc98EuD50bnYkMJ8Lx/+PsvJbj
RpYt+kWIgDevcO0NvXlBUJQI7z2+/q7WfdH0EcUITsQYzXAgdHVVVlbWzr3onPxPlhEoWHuMwTzt
0uCstfdNelAv5NevSDufPf4qGptSXNEnyAoOcJJuhNir5tfWih19TL7YVT+Jy9fC0LYfxLS/xHux
2KkFtgHmJmi3iM9wpvj3+v0kvJlXQVkuOqHPOsIbia7S+9nofe+5V0FZyuKM3gyem2r+FPl590W8
+ex9r8LxqMg9vr7Ui/R0M4lOqH2RQn/2XV5F46KqaC8HCbujHAXktkB8isWbeu6pQnzxZX4y96+F
ig2eqap5uawa68esflWFY5OOtoLxpkwBQZwvcs2vwvInw3StAiz1FDuChAM+PEhH7s0VMp2bb32z
IG7+s6j6uS4L6GDzzsQ9L94lX93VfDLXrzFSUkpzY3S5U4m79iCN8wYwtVODrJLFDHKA+kVMUC4z
8C8hyLhatTpWBUMmE90MZV8IqPyVvQWBbxHPSwkTLStxA/vRzWcBJbIZrxWVdtH2pAHYHGmXxerC
7mY/aCQM32p3FOJVE+NeWC334HnxL1zhRm6bxS8MRAUMnPEF8Gu6J3XT//fwf1Ijwxfgv+M/6VNB
Lysrq+iesxmc/ISbY88JBe+OIvqR5CmbBE17lGjrCnuGU6bfGOaPpmqcGkZcgkGYuKQ0i9a7haqE
YFnukPgdpiFtdIPHJNZDufFVBP5kK7mGkE2TYDZWx3WNmroj5i34FX+rhGX+1rj/WWpScYWttYsU
QHGQcYCf/Pf4SpdI8rf5cRVhUD6ZmTFSEKqq+9Lcmz/LfXOZCbj4+dAb4IkG5Rc54GejcxV0Yi3E
KV9jKgbZdsBsrI1WOmZ9//4gv9UAf/kg1wLEQRL60jL5IKIg2Xrzhrl2PH9kyr7K7rNyY/WbQLnp
MvxBjfc2vMMuZ5u1d0LqY/tk1xG+9XrjaFidWeqByt7aBHIu9v06kqiP47KKrQrkw9smLB+jxs+y
DAsy3c9lyZEvreKWh2XUir1qRAPeezJzTwanp8rbKMH76KYIV52xEqqvxPGfhLxrLWKnGlMww/rY
WTisQN/uhu8FPP0q4AHWiptRYBxzCzvOczPcf/EF/X2iXSsRzUhKhP6SZoXND1w/3aTpv/rqP3ny
VYgLOvriovoS4sz3ojwL48u/31j6RAJuXmOKaF+Oesw+513DZQnsIDtsbtPxNZdOTUGdbA5fQ24E
sur1RrObXnMNeGDVoxS+KjWQIfDC2J86mCeuVIxZwvljpPlfTJ6zsXboGkCm9iKNpZtlXluv8Baw
VawCR/pU5U7zBkO19fDSYUpjyTT/CoR91uyiZC/mt1J10PId7pLicsi0XTf/6pp1pfqS8KKnd/Fy
Fto29rPuvoXyRPv/fMAe7RaTXmJ1Iz2lasr5btvoL/N4CtPE1czXrtk3OnjQpwI/GpgWlof5k5cv
H0Z3q8LK6aLDoo92pHJAUVG8aw6ue5gGWDat6YeoE5HC3RvzfVyd5fG+Hm+XHh/H8CwWd0uxr4ON
KBzTYh3m+6o+zfUdRGFd2S6x6UbgLI1ol9TAN8dTKodUj7G52lXKzxbuoC5t4zlYxcmABfHPrBs9
UTVOZt0CCileI/0pAoPWCje8utr//Pc3/9niukoTh1AZIRKwBmgsSbpjLHwviuuXTfqPKK7muoWp
L88dZZpRDstXycTvO+W/Bb+rKF7TDAKmeuLBYuBzLYpXluVGwU2ItUCkPWTYO6TPydNL4Gu4DBov
gvYeQPJZzI1lPkFQ1qb8tmqyG01Ya0O6jow7CTNJjdNpGV7avr/YbT4b16sdIBC7scK0nB2gym3N
2InhF0v1clb7y+e/1pbWS6wkmGqgJMk07tphHKyG6UGZtoOI+etX55NPXv9aYxrXSto3+KHu8ot1
pEvo/9Z0065CLuaMsCCqi1Ig3SeGmw3uv5/7Sd3ZvNaUppkOIOEisBnoTm2SAve5t2jwZZIiHJvd
XrqdwnfFeK/nbYXz2tL27lhuc5rfmwaTAvplW5zlFC4nB6Duy49mPlLSyMzJ7mqRrib65Y9CCzuZ
DiKvw69FDDIAPB+ylWB69kswq01fFMeqwRBH2qaT4ATm4oe01S/VQ9ucssDr+oMRnjTlqGk+nlvf
2xK0qy3B0oVZynFs39X1bSrtDQoY/x7Sz6bA5d//sYIxfZdSNWQGS7Knv/fxF2nuZ4+9CjhwFRUM
l3lfUcCEVH/Gcv2bc+sq5MwmtsA9NKSd8i6E0nEymi9Er59kc78b1P4YiaKfQnGEtbKDogNd4QKN
uh+m4Ytx/g1y+9uKvgoVUREpYqSpFDOE2m4iY6dige1kokxVCtq48svkAjMoJqBeeJbnaUbCfaEj
1cmxqzAFDoVXiDq/sDj9Xuy+Fs3itm/lNDnMO8hnP5WnSFF/fmtKqVf1p3AMUlWTxgXlum3gOf3V
YeSTOXUtmw1NGbfnhuf2HMgiN/r1vde9lBT++N5jgeuqJEUfI+tPjbj9pijZVK+WbKnkei2UvG6u
Y5WCkfHqi/e9zJi/zKRrR7lBTPoq6nnhDh8lw1hsS38wcwzpi31qDDhxfeBqSm0asLbgqNENhUwn
UekcnW4L8z1KwOSMWMVq8qlM6ELJnqt5uBtpo+wgvbHLYC3sXexaTMkWu3LdInobnhf5uJTnEKOP
bN1LK3DyjtKdxvZZAfHwxQf75HNdxYxExpCnrhgw9VWptvX4vVB08ZL48/tt5wnPkIXhEtITDBmx
/WL9fFLw+N049se8iQYFOgWu1btFPY1Yltg4u3DPiJugakakl99cTVdxIxzxxaYZj7AE2WowOr81
7r813teq3bJdNLEyLutpWveta3zzlutatSuUmGaXJs+VxH3/PH7V7/DJeF+LdidFwWvbGFC3N/c6
vb1FyR3pQx96ZXv3vQG5igRKKVe6GPZUt7v80Lecbvsv0rlP9pZrta6GhZmlyby7rrzUxWLLyr4x
rS+2lk/i4rViV9GAPrWXhy+a189+K37x3M9e+mo9yrhXdZA/iePJi259YNF2cY31vjfWV6syDkpt
GmUmCfikJHDUr176s8G4Ojhgp5/guITqofPVaV1UXwXdv8cm5WoVThbeejpuUzsjeAulvRp+cVfz
yeteq3UXocHJW+6Jedj/i15ff+99r7W68J+pZYopQU9y5dbWsi/EpJ+972Vx/hH0ZoPGTsVIuDNZ
Befh4Vtz4X+1tlojLjoPHfaN95Xhx2dvepnVf7zpaKkWpmr//6YULv/9pr9vbv6y9/4urPzx1KAt
OANI07QbtcpJUhOFSa7/GKXewfkddnrrFMGu0yU/yRQnxYQmBtgbFJjwmucKMyRgfeWq5ISR3AiI
1Qp4GsVjXj1j/bUeC1yOsaKMw/EdsZxXYxJhgO1qgL1pXbs4mSJvWywPtPjBjM8JHSfNRhuOikwJ
5VTKw6oHlmo0T9lQb3KFC5bkBYUIwIxF2aSRhvxVzyQH4FHnTKIBoqDaBGm+Gcp2G2Ekr01zdWi7
I7DgrdmtuuB2miio7KJw3eLOJ7c9jLFJRuqqhS6ld7cK4vMylrtYgK40rrFyA2OHP7qaLxurHDcW
sEY1lFYmfcvFiOVorGPCF4X6ulSy7x0Hfltt/PGFSH075cnI16z44cP8499f82dz5yo44UsnKpGF
odjkh4f5e1dUvzXOf7yp2lbA24Zo3mHC7KrU3paOm3wBauVXfWWXRfi3yXkVpLQuUOqxRkIO9dMv
sGsRtckFAICZ4302P39rbK4lxDHyNxXbzHmXberDN28DroXDqRToanrRqtGQ/oAR40P4vS39Gqst
4Lquq9QLd4mKE6ByWyEC//c4fLI7Xot7635s4Odxe9w1m35SuaxBPpx8JaX+ZAZKV9ELHZI8SQAF
d3jLOtGdSLfM91778hv+MQsx9p2jcAppjTNea2G5MbMeLE2WfzEqn733Vc6A33YL/5TZUS+ndj5W
X13rWH+f2tLVigSJPqVCwK1lYAZOhZqG4rWTovbPg9QRRNFt5NhrvupT/USFB5n9v6MUAtDQh5b7
V8yHsZx1u/J1oiKgidNqzNqVmmNPq+peBf0yA7Qj9uc0cP/9BX02gleLWNHLEXdSYk96S2n5i33r
dwfaX0LDtTq4SRDDWBXBpzDDXdR7XYpJramdcPJ3gix2a+xoCzDzwNztOS89URSoqG0qwGpFUaxm
E1tk6YUnOGOxSs3HXDwt5TaFlDMNj4nZb0LU8wFKp0AafozDW9repe0aflpfD/5kmEDrfwrGVxZ4
vwXpf/s4VyWGBAtNmKbNslMkzqRbFWVrWeXeiFWT2Bc79C5qupnTEyrrvJWcVrqJ5dt/fz+fBNlr
3XISabRmJmTFeXTow9gOlk0rP2XWbjS/ef8jXp1DZs3UO+YB4ovH5Tb93jH4WrvcNPCUMsWcdlnK
d2l40Lu/t+YvnpF/hpQyXGIjGHldM3WDEi/vL577SYS9FjDXIokmrqaXFsd9Kz8DccX86Zu6wGsF
sxX2cVUoJMiV9rOX7+b8/t/T47OXvoocbZWKSYdZ+m6a/cGUPLV/bsjr/v3wT2KDeBUb2hwEvSYT
vBesBBI3Vr9ITf7+0nhr/vcbbPIZc22JkY6GFcUwO8/9SyHj3y/9e0f838VqXGuAmzhrOjwMOerh
PrwoktuBuVPExwY47gKOEVzVBWHs5rns9uaHoD9XtJ6kbYC/9XCjql9Zjf199AzrsqL/2PoSM5S6
ROesJZrPQvmYf69sYFyrhmMxlqwQweFOrh5b86T0X3zbMn/wan8buqs0QB1RjWVlwdIC2dL1jlz+
0Md9KD6b7fuIujBX1uFwSivLKYy3IQqRjWxRQeEJ2jh9asB1Xkfh3qwmvMqeRuPJ1Lej9MxOAKta
gAlXuq1ALyN2a5YIonJvKBuF/6U/A8+BceX0CmC8sl/B2wRcvcbfdd1ihtZFW4s/M/12UoMtcHiY
Y++GNYDjSy9wQZBpeK2ov6C/bWTjXmjMY9mholShvoyeqZmrSaxWQAU9BRPkoZxvl0l202rbBedR
Kig96m4An0wUAqcR1oHB0Uqv6P82oZYUh9Kq3XC8kLFDh1Z5t0lucwoT+VI5sNecIRxvI3h5mvBY
VL8qQ+JCm19ZqxEKd2ZmnhzcFeE2yOQdHBR/Us7LskfY7BS1i12rbQgHWJ2DKjnRqDjd8DELezmK
nVJaq0noN2rOaI7YasPWC36JIw7G4NawNQeU8wGtaq2DGg/70RPEIxQCcUy8pi7XqRTSUNVMdiXi
7TmLm2lpV7CWETv8GvPpPJPN1MVHLW7Trl0r5ut4Ud7GJSVcX+PKK5Gf8mpnjb9icdPGjzKsPZDV
FBqx6xaOkzms2kR7bIPbFA1/0+S3ADwjsHMgK22OlD5+CO6Y6q7Wf4xl5RZdRc+ivBK184WhHSvH
OoPsxHZvj7MvhZafhaKrGY2jsMsLQeN0Vsd7v6fJQa2klQyitaL7QZqgwcN6VI07qmZUjOx2wo4Z
Wm0fZ47FPZ0s7xqYAkP6y6jjo7pgn0U356gcFxwQzVZzkLkA6nvLphX6Y3eEDLXAwzT6HHryDXom
HMJry1O9RL3T5HNr3YfT/ZDsh+w8zP7EL7vLP2vCxU7SqWucJR+q9MhfC/463Fsr0C61z81pY3kO
XKaEunk+dtTOV63c2DLn7GE4DiipIu7v4Kc1EC+fu7lGF0aCU3yY8kubvivtq2muhuBlDl6k/iPj
vxnSKsX6LjZyJ8uEA3CtJDsEy2sgrxMNnXDuhMN5yk5VdpSzDcdUBw6AI1kBvcsIXQA0HfL80MTe
KN6Cm7WhvWLpewzQUiRR5YnziTqOHwr1ujYBn+XPA5jYHnSQQtbevObJBmTPIcDzO00nX4RB2F18
62l6iQRrbRbTOldPCx45nXDUhsOod07XeSOW+1L+Zmr3xVy6BiS+uenvJ6zLZGoSuOQdOH94nXTK
Q1643TaL4OTp01JutA5qUrjrS9nVw9qOtW1TDLbKJBVSbP2JOoIEpPxyMVv7MoHIoNcvMewW6A8k
Uxy7ktTugZWlMgKTZXJMuXVx71bAG8WsqSjrwe6eNfVkiOfcRJftIkjnTgyqGd4Jb0ZzA2xkH6ry
Lfb9K1VRcfp/TKirgh4QLtQwkgSzuMM7f21BGsE+wsMgtRC4H0bglPW3efWzmdKzbmrbJCvtQElW
inIbmLmdAQkqBUxCuCCZWgWlOYbxucZm2LvWeG9Zs121qmfUL3qT0tmK/hzKbhdODxnFFCz7XbBq
+PLamgqKxHroW1R8rD0zVF2gFY5hHlNGwMrfYihOYW04SZWvueN3gHvCpnAFCLuQsNyyeVAllKVt
vJ6yjUbfuTG49BsgFUzdRnm09LtAfuzj5ihjPRnS72gh65CVykda71XtazhQdyna50acfkhoUg1L
OEwtm0CxZBfvTKeEfR40/ToRMwjK3aahEjGk9CCI1UuJBD6baltEJNFnmluZF++m1FdbkKyFbfWB
P8HsapYY/obmJ/OmzbpdlflR6HcQ4lm9xXS3DLSlJl7R77L2eVRPff2oyzTw3wjFEyVUAZ4jBwl+
YrLAsAuvRXQDnxMIh0VZ5GIZm9sJkvpUOUnMGLm/C0vu5OXQ14dV1HhmeUpGClWPSXwHbQ8mRsdV
/TaQrR2XY05hJUBiXqey2hKsLXrOBCWiQicibZMAToGkklcJO9+gPCjG7dIiF87cbKTzrH4qA3o9
LUAIw2YMD2UBNLpWKatFniFP97HyWjRbSaBcG1VuLlCNo70MlRYOtML42lY/NXmjtBymqk2p3VTh
u7S0rAggFOM6qddd9kPqYGcXThluEUtt9KHjpLUbNIjsyf04r4Shd+fgEQWRVEqupcp2VfmigfYq
fp9osrPGG611w/bOqp8b08+nkzBseznedN0tmSZbaDaP7xcu6tAkniwIq2xhFr3oxVtLjSKSGop0
xnYgxCYVhgqg+hK6qg9FAWfZKDnUNOuwnO289LP5WPaJDY1MziK3lc5SWq4uILe6XfzASGwpDL1Y
O9MMuMnCI9RGL4O3JvzS8TBEtCOWrH6JwmfjUCak4qDh0BfS4FcUs1Plln2JN6A1HXgi9z2bfHuT
p/4cniCUT+k+os3SiFeismIzRjvmpHEFq8sVpTcgepO809SHpT9J6qOUnZUM4oRxUwsIuGhg7lU7
kE+DafoSd1D4YCRsh2P01IVuU6y5SsLU4TYeHgT2vsbESb2r8D9eGoq3/B60fgBBOYUh3QCJsGu6
t3AQWJiqPQ7NRu4DN0FYVoreYJGQDWujBLSTtXbT5ZBAyAuW+iQ3QcaEPmY59xBkLXmaQs9MnLDb
EJ6PRrXriU6wQZ04DJ3IalfCqDmyMZJqYataDJ5Ma3xf3VlC6KfDIRnblVUIOOT1thX79JGdIzLn
qKU8y7VvHH2I8yGVd3n5C6tIQTpn0bbr74K8t7X6pVsCL2zPcU0MnmBTPC4xlrhL45qK11G2VuOX
Nn9KZD8dsZvr/Z7+GlBS8DDY3vvEN/BqKUeRAP7RJGsalZy4iJlEhttSG1iIANOTZd1nxnrpjrVW
unUMorvfwWE6StV4TEN0WhgDTUK8r/EU6+gYEeD3OvpkUHH4RefyairbW/jvThUEbrxkK8B47x0w
van3DD50YDVOGdR7cLk4496QHBIKTB+1jZ69yXlpx3EMuV5w2xJQnHyP+scuwtRZzP2g/ZClTR5c
xlU5t4FsQxZ12y7ddQyBzsk9FlZ6MuAnvSrEyi/S94X9LSd7AcoOipfaHpNYIcOulcgfU2g98w+B
DU7HDbhvjnP4VpJMizhUGNF6YZSLunUibTn1mugVqnpZAFbUr8PWOnQ0OinaT6Np/RTMUijQFRYU
m24WbaWxnJp5k0Ddy6TXqahcPetIBBzpAPvODjTZa7rYl2LdG9p109TulNFMKFy8MLZpf0j1/i7R
oZecA/02zc8koB0kwKYcvSXdQZxxNAm0fLLGJAZAF9iDpSe+I/TND5mkuSr0qFzXDuBo3LYmNyzl
dV7NdrvkqxKESgNzta1pB9MklkbpyITnTmXUepm2KnU1aD9HC6+/mYuHwaieFOOoTA/V/EzOsB7E
8RUYBL+9sgul1EHyS3Ab0W+9Ay8RQ81LOAcuAFgHw5Zk0vmeyUhaXtXDOc4zp5VvirF1Ta1iYXQO
VFOn1yfaDEYOBNNKMp6iXIFRXewHGMxzNGHvVN80uFUC0DmrGlvOCDulTncybG7I416Y7OLaDajx
wd5z2sF06hyTMF3lOFrCmyK7aUynjQ3HEDd1Q7aY8oCcQWlaV0v9BXThgEZ07k/Qdf0qbQ+xAfbb
jNY0QjgC7hcmDzXQZyQVRtH6wiWfuVaqdD9g+K0wzIuw7K0C/ZiqvWQE1AZ7HYmkaJE/Ohr99MCw
LQhH7bjRpsypEWdPFhk+RjSylnlKPt1Czl0VLE6zHDBh6e2BTH5Ko7MpTYelw3xD0USnK37qRnmS
411TvrVK4EGFZvMaXX1u10ZLn0l0BFSNLf6uSgUbE2oPJz1qRvS5lSusje3gYwhiN+gee91ag1Hz
sS/fKdaWz5FJTyBZVtHsW5OnKBOkJ0T9ymrOzV/JgFWOVXipMbkR0KdLx/S+HzsfvllnnAyFF6er
rxhptej7I1QtTx9vZXleddRWS9G0ceLzp1i+aap8X3cIIhskrCYHx8qV9YjLsYeOI2KoP0JNdWra
O8gckzDwzLD04sWgXXXcDGb9YeANbo8doc3o20NV3eHeYuvyTV/GP3I1Os9EGrogi3oVL7GDfCHP
8UWe9oU0kNxhBy4RteN2KjY5xjKdUh4tc6chwcdgxx71Ajl8iTrZXAfVbdscxlAnOj7H1g+M+Sq7
wsgzhUpjxJyA4o4mFKI4nsBKLx1Hk/rp0oSOVE++JJZu2iiHEY8BANQua2tVLQ8F3ZKgIn1tvMNG
0atMrMqD8n7UpnsIsV6fpQ4VJxobV620ylR+w0Ww02neW8LoDZByYEUgFICOGXh11Nt6ci+FmWvI
lgOF1S45SI7J4owswSkovH55NFpSglx1cl1fWwkEKtESVgUiyJxQmXZ47zfT2VLYXSWpc8EEPi5N
6kC+Oy6q5criRkzTs1V/mDWUMho4W2WC7AopFK35NEEv5bAwm+1Rne8XQG5jsFs62ZMr1qO2s4Kb
hUN5FHWrwOIUHNau3KkOnJlVERngJ4Z9VaofKq70uPTX5blTfKM4htIWT2jbkl7k+HGIbgYrsq1u
T9xCzd7EhzqhrFH3KKF9HWt9XZzvBbBMQSCDZsrO1NjIHwCImdVKn60bJYnWwWxtujQ8qPnoa6H8
MyVD1YdoPxqP81BTKiNjAH9eIMWKG8W38tgpaI0tUoKHLqwUK9qKSLHaYeZAToEB3zbMoWVbUXDg
gddVcZbgktfXA2EX6EeFk0ZrcJk83vfGAp+GY7+xKKtQOQw6DbgXL/tysjO98WSrBP5bOSnRTlal
UyxEh5Er4xHyE82MMOOUPKTLTnYFGdDArL9O5oeVRbu6TW0p/tEV8QO3nSeqIpg3SNsiYofLetir
anPfdsEKuR2nhbNZlqcqukmm28vB1MlJhuNOcZLxkBVcMBvyQR9nx1Q70rOFc9Eu1OEqAvablzds
ER2jUGy5ELzFfE2o1Y+sIupG6HGziCvyYbEzboiL1zKjbf1SyYkARr0llGt0VSUzy9w6/IB+QV0r
dFrWWotR/ay8TQgjZUrOuvUO7u3OHJjB80rrzbXec1SplX2UKm6lA7S5tAA1XpRrq9zyGt7MGD9K
QweJaKy16kgl/8InJN2ZV6G5jgrD1jP4WkLs65Te1EHlgM+aAAvQmfRoT5fAs1HCdo1bkdY9BTpc
K+1jIXB2dNMkQXjMhWEdkrRmCucJKUWBnDhynH1MVesgTQc+cHMpi0jsY6Pa3SXy2qyPXGbTRoS1
WfErrt+sNtjFYreSavYdaT7XUe4Z2YewrLRc8+Vgk5lgxSPLiZZmJTJrE4X8c9LWGtkDZ2OAkV40
LxfAnrKpDZNzbQn3Olzn2XAurNdC6o8l1ShNU+x+IFcPxePCq3V0DrWgGGLjOV+2ovE0INEJhV/l
fKasMZt3mpt6Y/yzkc29RVUoNY5za/kpOVUxpnR5v8raWx5sR26wmvXYFatW9VvavIT0kJLJDe1z
UmxKihhq72niIYg7u0MWO0Y/IOcxw3S7YjE1seovy8dEwrJwupww41bafSqNXs3FS4KpkkbDHvU1
ZNvjKR+FJxDJ6z4tjglxus6AJ+TZJqrpaLEWW0qQo1U3xTC5aazYJedSeI45J2203/twgH0dKeuc
FC7XQ9uaXvOu34nBqYpjOvFPZWi6Qt27nfWmtiquWfEh4UpQ5H1DUWf0h02npidBq8mMP3JzcLoA
mHlN9le2bjoM7hDGcH0CypUPwRKsLXNlcnesQ/WJjWyXN49VETjWQm5VarvepKVGpJLbXc6R2qGO
5q3VOvQFOI2BNl3PHSFDWtLmDiBGuujVfTURxIHv6VHrgamk1CTR/DA6OVnBVKtU7BCiAlypByZg
LdH3QhMYmVNT/mr74tEIL9b0ySmcDU/UiBq65Wp14ObVyI/2bpTUTiSP+9FkouTpPpyPk5zdJvV0
bqaCTnuCWCL4qhSDOg6oA9DbX4zrlFDVGK+Gnto1+heV6SKLpCFCzNOIG/pTR2ehJEg3tWo9ari6
UJ14oM/cwev9UC/WQ1qMG7WVDp06HOZgWrVIaUUq27KwyTNs9ylAXn48UQWy8cIzpsTOBmHDdijP
TcQZk3QsHA7d/GO6NTtl13XdizwiRZE5hfbB6IdyQEkXvGOYCndRT4mtQY8mURzRIvksNibZb7Ow
wePJYAwx5NPmXbSqVS4vbi3SdJqr21wSvK7UhNWYvy6ButO465g10CWpJ8dpSAcUzf8i/MTyZWoR
RdfzUQ4ktxj2JSYd04tiTHYa3Gvhc9hY275Kd3jbvUQLkdsaV80yO1rCAtGfzAHcjfRRD081fA5g
mx58cQ9qkhellZfL4wmo+2QbenTLoYSrCXcoOKhbz1FnbseoeJtGpLt6eZhrbQMYG0cJUUjtxOi4
6uV+l4PQSCBKE3TwI/Nr9kZVcIx6L0jjXmkY4/kunPemcJoSvrJ1G+WRI4YPieGVOmm+1YEpMPGq
kEvdVbUGmAt4v7q50fBw64UkJImCGRgcb+t4+ajUVdVUoFQEqm8t5wyr6fyRc39kPYjNrZGUN0Jd
A8CUt0U7U7+u/RZbn1BBDTXdWaSrbW1toZRzNmOGmQDu4wXeYvw6tnf5BaNuyVuxM6hs1qXdNRo5
01K6gnpM0k2IaPtSrfNB7a5l+UZdjhFafHMc3RJIg6dkNUza4VYLaWMZijfz0pub9n5kyVwu9/7l
18BifIU74Jq/d1wSXH596XYOysVbSAZHybQr2tS6uLice3BL4sF5L5EiZnhKqhc99kbErkWp9x0J
Q7tEN4bc2wL4YEHSPqagxF0IK5o2Nx0dRu6in2nIdSFDmuluzCnCNKTSk9LctaWxmsbGHlFzBJPo
hz31J+sUwmUWuXHrxdrp5v4OlMtbZdF/0BROn78GSBmmD625N4L3pWebFAwgttWqVikH4/UxVD8N
KMDGNrcG9tzWa8bDFBV+28ee0p90U/ANfrxafnE69gat2vZtv2ot1cXslR4KyyYB2HU9HKlDDW4z
nF+LeRNpuxxCal7sLf2xFiH0jpIdQo8UqBokomeKdBtLshPrBuYSby1zv6LEK3F3LVvk4SUF45le
CokrZylaxULzHA/yYzVqGctxXFH6us3NrVCtUyP0Rmi12vImknY2U4fRFA2Q4SYY10Fdr3sBY89C
9KOYKlXf+4Gk+SILYWaw++jnlBZvcZuzwjJX0Ee22p/mPDnlZD7GCjaTlpHemYnkSClieoHL7yWR
DxjC+GEqkVtvh3HHtrFhgq+6Rtw0EnEgHT50olTZVutFug9Bl+i8f83oz3FPiTEw3NlU37puQCkX
31ihbisDe7RW4KZVUkBalmJdDGbuGqLqTssNoCDJsSj3TdPsFUq8x7XlBmbMfmzTvakv6yiWN4Eg
rsXC5FSn7qO4uJG4Re66dhVwJhhy1a9TqNwD5BGuLaTsECoP6fxUJu9W8p6MbyFbgIS3SbrvlDdI
tI7RnULtOOo3A2c2KM9y+H/Undly40iWpl+lrK4H2diXtu4yawLcF0mk9huYpFBg33c8/XyIzOmK
YAWlHpnNxVheZTIFgoD7cfdz/v87ZCJJmAhCPKdFZ1g9WMND1HzvsVulw0FtV+TwkQmK5oIMquJr
cz3CprCfZCGl5GHBvKagKJUpV7j25Bu6y84scS3Um767icq9lx/UeC/5+0Dai8NbL0887xPD0Gnz
aNEIwg1Q0JTQNIqhHbtY66NuePQxdlbGodWu4mkFvC386DjoHEiLZB4Xrc3D+JZlb6W2yBXkjRUr
bj/vXWveBzaRyITg4p909rsaSfjUh/HpOYWS2yOSLwCBG0PlAIZXVtko8WE6Xg7WdSRclQ3Zo3Qv
uMpxVMqdxpLmqZQCV2DJKb0tKw3bMLv/8Vrr1m7yHUgpMqZdI75Jgreilfgy7/ZhOK+E+z64K3tb
ljakClKoURFdditcDLK2zBXLSbJhw/E/Nqf3vW0M5SAEh6q+0lRc4VR7KaZ5ZC+3XbRJG1N5Ckd5
ibtoG2fPcm/tlOaoVj0s5lSERmO9NFlzpdFp0LHaF028r31pwUlr4VkBHQ9pd1XP0/qVmH8zetZK
FZT9hMeJmxvTf0gahO3NnRDcJ9SL6pOZO2FublR/Y7I1X6nGN6E7aU9puBbKigbW6rISD1JyBYyC
soZdLc0Wuak391yAPZVyOySSHROPO7dg3B6UuL0JooNR+XMA6ctYdp90/8YnIogagB/2iBQMOPiZ
wSw1luWa40yiq3ZjnhohXgsK5x+RL8rpzHSLTGMuNmQlhVPufUu85M0qsvnYWjtR8ba6PO7knNJz
VSl2YaDtBcAasw+3AnOuEb6DYqFTfKQTSkAW4BRxJFXTcNHVtNCpzWZe+ugBfcWR2zv6AsIJrqg5
b8X6TS67BXrEmUzqIyaRoSWiU0vCqc+/Yb8qKnIZOZ+k4V3TZSezOUmiMP9YhnFJ/TD997eXY5B6
FQ1b/5fqe1XZdKgU4soRUur3n7DHLl33TPEX9knG+sd1zWpRWPvc+JIy3jjHgolBINIkneuGFDKb
lfhVtcaZQCelhZmcmygrhxKYNK/oE2HlBYOfYZ2Jc7ykUPo6EViUFH0dBs+t0M4lXWKNpSIrq8s+
KmwvlheJ9W66/Sn2q1lO/tWzSsfD8p6+6lH0yb1ceCfnTC9c/locTr+x0ChNOdHXXvV5l9I26nQz
ynglYnIYKGVRAP/S2DTPlDnmqFttkCQ4hiSnCefBZ0K6STD3G/nMOUCKLuVm5Mr4m1lsUi1ZKuaB
Y/vMjcdPRHUXANWGeSbQCUSvFtpA6KCYkq4r7Gasl17OHpvieCutjVCc9QI9CBVlzYlxG2jaXJUf
3CFmG3qVWtRWWuIwmRHJzQ5i2V7VySdOjYu3djbh4zYaRd9D7pSQ9aZdLF71FewBL893UfONGvS6
aFZpfYfaR9X3OQh1Go5zxDXAOESzmDMEJyG6Au7c5FbWvmbfNc6BVbyOjGSCBaY2ccg50yn1a0No
UlD9FN4KM2mqSkRBXlOaHeT35mtc9qnf9C8X7rIyM8qRC6tLoZ7Rw+dr93sWLYwuklTB0kE2yrao
cAx1vnTdc0qVUapR0QUltzvIjoeqVyMN8rVLn4lu6Ygnp2ODEzGtt2K8CPqvRfpzIpVPO4HUa4dh
K72ND9m3j29W+b1O1/gXHlUgC4Y2GIRjFXUWMo9Wm2i0pE/6MaBwHV8FicIW0L2xhKlmDRikpL7Y
xbtcfaIEIQg7NdwE7CZy2s7TVHpNJWIR0Sm3GL+lLVjZrj9M1flAtJat9Ci6L21xtGRxqQu3vtci
iNpIow5+mMmUSMePf9b0rH8T0YyzeGPIoS/JZPy3cXcaYJV0ZUsvhqp7UvLiJcj5ib7bf22InpOq
hkhL9LhgKBnh1VguDPP+499wYXU6h0opqdqkkhoQ7b1dFk5nhY+veyHaG2chQFebHNYmz6YVMgIx
XRgFl8SSSQfwzwCxP8bk757/WTRoQ1ERC405EMq+PaY3abYT1dusfa5jiyyjSwF53Sq7KtsZ8XNa
XbGsZ+lDIQgI3aIZWUxS17GdFW9J+2wJJ9d4COQn2qvrAwlbOmrQCb2aqpYCmB2P1E4WL7LiXaFO
SidsXc5Zzu+C6F4LHDwCM5OSTWgtJfBhRuHbtbGXm6XRXYvkEcXXILzRpDdrfCL7bLf+ldRfj/rU
i+06Ka2DUG778BBkyA6ygiLjc05+Ry/Kay9V0EWi4PGOkKLMcqTHbnbqVdHJk/vW3RT4HqyN13zi
+r7gtTCMs0ioYwqrwwYm0cTm4DCI8IlSDWzNoSfRryN+tGzNk+i4kTk5J2GV5Lvl+V8CKNJZ9tfw
XvVWJnSozLd9sffcVfeZReHCID/HWcmZp/oC+oFt8928zT9Z0y8FtXOW1RAImdkW2GDS9kGjvShS
UNJjNtw41cP5W5GOa8pF70mONOgzURzpME1FwjOcvFr70ZrTflcvtXggacjDpqphaPLey8ZHMaiu
LDVFbaDfmKnvwMZcSiSX+0Bfe+Mq8RTbT4LdQD45UnYJvVkC5TNn96VnNU3on9buWo27dIwk9gQb
CATd1yg0hn4WK9uKanbpc9ngQDUu+IyYMv35b0LAOUNrwp5HScKIcTXKct8wJK308otroa78+iiC
qmvKAnriNhhhMMyT8JON6qWbPouNkpDguM65ru8lttWS6UBM0n2td6Khn0VFkXYdidgALZfeqI5+
7bShn8WFSpDTKu7xYBmP7q3++vEacWGonXOVIt2rhBaZzsQmqUKn+uKJ65ykpHdV5nbTExgfx8Nn
pI8LC5p2dixKGjjtqpuwl7OKZWmhR0eDZIjIJMza+drzOJt6akhA6WKl32bPjZO+f+2iZxMvhMYs
BiaDrXwsjDlZnK9ddnqnP4WJpAw4dGfsE1ExUuaynj6+7KWnfDblZM0rhU6WOcIpzcpAAJx4uW1U
ylKJP2MbXvqKs9kXydBhTZS4cOUpSry3+k1Io3or+oRcdGGre04uasTQVwSpJn4O3a732pkVd1uT
dOYgX2OS+9o2/QeT66fHH8Zqp/cR7Gc5QWa+smpv8fELuDAnz0FEcqG2zVBJeOrvvVvhawP7HEKk
qxkFW5ESgSa5a5L6eNo/vtsLkfScQqS7HvDY6bQSRKsIkRP7q8xP5x9f/NKjOJuOskVL4QQX8ZSt
7dr1oHzxaZzNyHwINTLjPOKqWgyTXnz28f1eGHnnKCIQBoUMP2ygJRyi4BpwfYRm7qYYwrmrjp98
yYXZo55PUD0yvTrkS0iLTroO6gsqqi+l+tpCcw4IUjT6hXgVTAe9qIKZrkpOhtzw4wd06YWerYye
ZkpRY/JCNRcaHOSHT3bNl657tjiaoFqTYeCeZc3p3oRw+fHt/jgd/2Zzc84EUutOsyKr67cinrAB
JmCIJq33diF8YaH/Nnotikd8RRVejaFwhF7EwrXW0VyK8kynnBVnqLmudNlEAIzNo/CXYa5Q9EyW
3XinpsNU6d/6pmwjlpzooEru31mJOjcHfZmNZGWVpaS3DgkzWwWh4aavkztCiESkCs8jhyy6Oex0
gH39GG9VsUaqeaqQdgc69XN4yInxQol+LnHK8kj16ZRc/DhdjnG/lutyXsP3M1NHGPVd7A1rK+Tj
5l2jmFrfjZK38HEmtcl1Bc/fVY+mjDIhkfF53wGwQ13wyS5EM6b3/7vnfJZLwYIvSexNO9jzNR72
e7e/09AbCQgoM/OUDTwf97kLhaVsKevBqhd1VG6GSqeGsTHqgbp8t0qMferC3kefqsLe7y1K5fms
Nb9NWYko25QGZiI5W04Ikl6ZR8gAPHGDVHDpqRh2+HQYr4roWyi/YH3A4XCbUjhM1dVI7blvFr2K
jmX0wBs6XZE4ATrvoHvL8H2BMLLVqprFiIWNvscHtFKlcBFR3RgRJcUU6rVvdI3Wu63SPLWxtUzM
bqn5JElQaA+vmfwa0qmk79Yhugzpqo4XgoXuhpptIdllvu7l76Tp7U5v7qIqvcqFejtEFJVaKpWY
/ysls0skZS4ak0iBAdvdDxVK6fZ6QDLvJTyJ8GBQk8OghkYKCloA0VhojpVfoAFTV7Gv2v0gHLMa
zeeLJA2zhsNm7meLaIzue/p/x8F9NvbzrNwq+iITqdXDc2yk0jH4sEvuR1ohd1p3I0BmKFT+WA5a
FLKC6CgIxptBnjENcv0AB2vW5ys9r2dldUMDDTsNmrmivsXFThs0J9RTW+mkh7QqsCmiSeeu2kB5
1WlEQKupVWDRN6Brm4U40tkaT0riV8e+yCf1l6JVx6GtHRMnRSMLDrqNZR9co5s2knQeg9g3BMnu
gnbdosL3jNimreSY03bCH9cCBiv1QIM9J0aObmkRjTJMW+IWNL66QMnSekixpgLjXFZdR3XLteRW
i7bTIZ1aGwmrp+X2eKqSuW/Uq4ZaWx348xixQlT2y0L/XrfuIgisVQpbU/aVt9RDOo1By6NAaybi
XA9kJ41PQ6lMiBhbF0D7lvEhlr8FxvWAlYEkqU06BGmqRf+8xDaNZl37mj1MvsPRRUz0GFv5jTnC
ZKKCos0E/AiCsLfCep9T+C36eaI+DrTfHYOdAf6uWXEQuiZfdmWO3U6yjpL/3nu4NSUkCTnKdi2z
e/VW7LqNFS3JKFEXdZcaegu+etZ7C6p0GIBtCw06siCrgo697yQRuViKCLOYd/F425gYggpko6I6
S3ljavpQ9g8iIxFpVE+RwG1dO3EzpFLJrPIEuxwwQNP2ZbSMmdI9wD2uAt+OeiwmCcrUMVl0ykZE
5qDXPnI2qpY5at8YE8BLFinYCtdFqMx8Q6FPIpi/BGdjuQuGfgEFCvTgPIxOUWIiHHhvFXNGhxqp
2ggp0AfyRH3LC291W4EXpIhHDZoBxh0A+DL4rEp7rrJk4VPNMMPbZDhWIgJzz7J5GWistjKOYStF
b28xjklG1tGDkJSQiRS8GPIq7swbT7NOrbFFvpUge86DTQeTP+8XeqnvGwK0UT0KMZ7ACK9oUDli
Dqw5ZGsFcYuyCerZ2I/mcf3Ya8zPBpkOMPdWeYfYaMsiBqxBdXLtpUDdWvf3dZ8uxcCg9noTmWAz
zRXiIKmO7Mand+RkfmyjTTZeSSxhUvBQNajiwxdLV1d5riM3LFeWIZKda2cZVs5Ya2eCyKTD8HOl
JzdZxDDutZmJrl+0VoO1dw3atVUGxOjMbus7U0K9icbeySL/XQzjjeefEurrzKVpQew0BFDGg9ql
hMh0Ptbeg0u1q0YWnFjJXveeTQ8pPAOuRj/X0R9mNiAaypmionkfovRIaaGTReO1Xoh3CZr4IcFe
3KfE5dB6TgQiot9H5TLudUeve7vUyD1rZfZUtvq6FXeIUn2s6rBTsA5DINXThRJs6/ZVKvdBvJfF
J7PrF2HGqtxTlKwmZG63lVWW/W9DXayrXFlG4RGt4Xxw0z0nAFvlvQHaL6OTlsNkxgZYW+hra4pH
brKSDGtfyvu2fC2oyHudXdN+Qa/hGHr5fDDXWtnPCuOuNp/JLTlh0DqFfq8l3xX91IZP9A1zVKwk
HpuOJn018DGMdN6RK+OmDK/zChK9dwrL+yRYMKOWncvVtDjYe9Fw3dETLBA2UWegpSMCo8GFrWpT
ccGIpxWzKKzwBJubKhXtLkE8kFThvAmPblZv2xSfBlocHZl3gXZTZ2fCYUq3rCd3OIpRig4XAYvn
33rjidtwRERHotm+Kq27K8UbQb3rgmVNThgrVR9061jYGC45YWsfUULKEbFPGKJkMN6ajBWnfc/w
5gVDvEiaflcbWN0s5m/x6FrSuvepslYoOwUGayyK+GXcmUaRbmppKwQ9W+GOjdpRaz4l6GkXNpc/
so8/nfSy2m+i3G/JibYo+2L84eCTihtfblaVUDgBYQtP7qpTlkU+7kzpqTS/oRadybHuGFk780dc
iliWcvQQfajhXb6im8xsxEDQjVgthXmhNlsEeEF/E+bxPAfOrkfXTYq9M5S31aS6y9nKURSrVfzj
Rm7H6W0k3dQgAsa6c8xMmYvu4HCq+5Zg17SicRF4wCNIrw83tBZfZFgeg3WHoyqorzX0PspAIwTx
rgViaGC7CN197L8hOtXydtPpx5CIHnbp3OPUZTbGPozQbpH3dtmDYPUiI59FNBTsMBlXG1hV0iwp
AszXixJzekcdt0Q+w8QZy+ex2EKdYs+AsdfIHkQBSDRJtwnY2gg7rfCONVN8QDPfVwur2FvaoSyd
OriRs3Elhusha+wK35Prob8VspUiezYyLlbQjZsv3Xgtd5Wt674zMvE1A+UjtgRTRcYs5XPVvEoJ
X2LRzOQ6I94hjsRyo7yozbFLjj5OLfKV2ZTUDW5yJGWwJazSWgQRWzVzKeg4uhRxF8SHUXgmuKJd
7ByFPUbeHoeQiqK3EN39yDJTFidzNB1PXgr9rDsa1b7ox5k7VSXErTfeyOmtIV1rUTmnLfBMpZwc
NPvGeKxwMMbrngCgs7HUJGv2Q0GO8z7ivY/BswmWIcIgX53c7l4Ub3zvtS23Qfjg4kIOGAsJ40/R
Drn3apW4jrhweJuVwdQbmlWZ0GRicqf4QycC1zOvffwqvYHCl5Zh8wbLXpmIt318k1GBNmD0I0md
m4m8tmRpYerukfbV88ja0vTEjMpFniNUl+VdnfnrlHOCi5g6i3U0RrweayCxXtxn1XPinqrgTkqs
DXYa0HnKrds3j4KYb2MNKofxNur9TUuXTHoU0BDNSWkRVpGpabJbtaaxh4jk3882LjpJJeAB4CsO
BO+EFMquMFS2IuFyuMkSl34p/ax1DwN9LnM0YcWLKx1bOZuVWBYsA6e/eqeBck0CfKVitFPzuzZe
Nv1jGA1O1mwA5k0tNdngoVdSCSGSsk+Zikp+Q3/eGZMMtziOX5ocMNlfpPDYsBCLvH3rDicUPWbq
7qV0twr1U/maxAIb47mM5LYe95q6C9p+aZqWAyujFrcDkTZRn0M8Ab11r5rvEs3v9CCbe212NFTv
LsXWHADkgBZSA0x3GhcRuU+sjjipeVCwl/xHKQZ/MPjLRHpz62Fu9iyY6KftUl2p/nLoCjzfW4ly
X6xzSqweojDDOhyhMGuwfwMsaKs7U6i2YkaDoMKvOV3q7mpkI5o11aMPSlq3GtxK/lK1sPxTT9Fx
67U1isiknnvo8yu1uNUbaw19/tDhfzcG9J+xk+gA/CQsapJld7RTCqdDa8emAZ98o19r2OR99zD5
TcCMuOai7i2qWLVdevh6seAno7/A+lOwW+6mbQ8N6CyhX/gIY1Ovd0zsBUa1CcSdnN33pJqUeMBS
MdqRy94V14Okm8d8pKPG9D6tYZm2q6pdB2yl5bj4HqjxKnQVG3O2bZZYB9TTwGE7IS8jYF4aY8/B
GgHcYR00CIb1Vd9vqtC8MtQEC2qwVxRwsjHyu6Ke+94yBE9iVsnRldRljWfEK5uDqyobyH3LwUdk
1NFxpuxXo2qujUbcVjHjkYhkgizutCcBg4ybEqCqo4cUviyf29JdGAlK4Fv6M+WDuxtS4xRH3Uoy
0eiBjPk4pXFpMTtLqeHx4WHgLt4OWPBwEPvl+8cX/kE8/N0Z/iyp1kmt3qly0W/Npr4jmB1cgDa9
zo5NAaFAP7CBnbKZII803wEbsFrrNjas7ShIV1FvrsVqvPfN76HlHSz3+8c3NX337+5pego/Ld3l
aBUozXXAdbE6i9guTGLeLs+cjy//gz/4u+uf5eLUyGzbIqb4lYuKU4/iXedtUpm2VN33QDh5jUQJ
ey11aHLrTcea2AzhITYOxaeNan8gIX93B2e5dFDemc4Y5BeScRjxostDgnOimKO52ridhT+BfozZ
VU/HgQBPcMValcisMumuzreIQnv4A6Ysfi0rrpwl+HwsU0FECXnrC0upuxuDTzJxrK4XXuVZis/Q
U5wOrFdbbOqzgm605K1w8K0QEZw4ZmKjSLdsgGh6Edsp9fE0eCtikO6SI47VKWNFGX3VKbBzsRbM
VUzFPQr/OOWgeNPmT4qnLjS9WaijuvHzdu4LTypa6kwxr6zssctbe/CCeZLcF6NhdxG+sXxdVTt3
uE/rwoEDZOEdleqrMgztBPxGSUq2cK8Vc2MSTYlpdq7v8MgVxUMkNiSioMDQdqfHekV0rzKsM9Fo
G/kTUI3Yxfe1qVvY1aKDXqJJDDaPGMqF+sEnUPZ4c/osmc7ctitUs8mPXzQ5u4qXyGezGCFpBTUR
13gofXNf6/1aUNG+T0yLuRnvLHGO3VMdMfYVBz9bV4NrayTTZE7svZKsQpBVERvorMZ2Lq3VPJqB
FMTNmQ13YZ05ZeOv4ZrBpHoylHkRBOuo2OQko2hKFHgvY/89zbxtjiWm8FEa4/eDZSIrS63bWYCd
MzoAUEzajWNwKIOA1RjvE6tqJ4XMlcTxerzSHcY/b+kuPE2Cy2TwqjGJ9k+hKu/T7LuSFavYHJy4
mXzwm9y/DcrxKerY/Og47HRpzuHMzgNWHAxtVXrbRns52iOpBIPkhgtreFUSaT6I4dGo3y3/TZV9
J+/AFyYGKYKQU0k0K2XR7tOVkB9rI3dGJf/eVemqFkZON0+GukVyjTG03iWKMof8wZFXteEPzVo9
uR6xXXc4c8q2X3SZS6ol3mEN+9GL2/PjJ5MSvB9n8yZ/jEilNpMREZSnMYYkXIxtIh38cV+zeywH
704THoaw3Frpu+HjP9USp1eK+YACv+msg+orm9pTXgOFszoSB0t8F1oFly4NqCoNulxOS/KHEIcT
HK4mX1iQKNJEvQ4N8ZOKwSVt5Tm2W9Rp0e3mPWl93Dy6TwpPz3ZdfIr8py5/9PoaopH3NIK/UTHY
WxH8DEMAH1TPhA4FRY6NqkL4b2Yi6duXVHijhfkngePCendO/q7cUILkZHJuR+PDMBw4i38c/JUL
hZgfLQ1/Wlz8EBs7pIRuaw2HupKcaadRlSDDiu9qFy5TAlGNAyIoU7oDwznDWF4r0tzTBbvzgaIE
30c5OUYuWU/3VCaJk7A3VnLZycjbhBx7BHNdNy1uHEhoAfskX1iVTYZdmPDtnqyYaZNmC73GbYNj
9ONfdaGEJZ/tD4oobJn+bscOsiVXeuo93xFMhDM+nsDxM13HhXVZPtsrwH5OZdBJ3baO7hKaK2vV
zsLM+/FPuPTKzxZ9a0w5cLIr3mbiKvRodNkPnzycS1c+W+4NTwpU8tndtq/2TXtiNf/kwpeGkvzr
PkW3lKxLDeoDDVCM1h3hoYHOo8VzKjofP5QfrN7fbBR+zN2fRqtmpHEVjRovFv9KHtX0/tRJEm5C
QC1BeOeLyyE1WTMC21JN++MvvfSaz9bsdJREY5h+Vum/KMa0y8fJCPjg46tfeGjn6G0z8v1kbHjP
nibSf33byzW2W9B73bePv+DHoP/NMzvncIdujX5YU9jN6MO06q6DMjhEufoqeZQm6PUYsErW0pvR
9qQq4kPiPpolx8up/x82Q9hSTpODS/OGVZSTnRCzV0tP1jUuU0qWi7KV5mEYb1NORh/fsTaNxN/d
8TStf3rLBad7qVF5JnUaXifasCwSb27V3VrWh2WGLU2Q8lmVxQ7geig/0DjS7N7CICSR1PbSlRl2
dqg/SyFKykzZUG2auT6a1NDOjFcvZD2KTsUEKiGtKUlsnuhqK+IQ7mBBeRU4LRGkmxutKrOeK/5T
5L5EWj7HH7fKh+g+G/pVhNw4Dq4VivkpjYIb69l1VbuylmkA+mHsX9VePdKQk9yH8sWBchbThsjy
vQIk/1aKM1I7sd0D4qbZG5Xcv/Tr//bW/7v3nl3/+Yirf/wH//6W5UMZeH599q//2AdvZVZl3+v/
mP7sv/+3X//oH4eXFuN7dv7//PInXPmvb3Ze6pdf/gVfWVAPN817ORzxo8f1j8tzj9P/+T/98G/v
P65yO+Tv//n3t6xJ6+lqQDTTv//10fobbiim7b/9fPm/Pju8JPzZfyXvZfD2kv7t9JJkL+d/9/5S
1f/5d4Gj9x+SqsimKMoWeJrJK9O9//mRIf0hmhadf2Xd0DAUEPvSrKz96c/4SDVMkQafoqmI4tT4
ucqaPz9T/9BUU9csRVZ1VbPgzP6fe/zlNf3ztf0tbZLrLEhrHF6/xhDNMBTuTlQkjW8yFPk8x1vW
VtGqWmuc5FGajAISVb1uqOdRnIprN6w/Eyoov05Qfqeui7JqGbKi6KpFgP91osqCYhXJmLW3hjUo
8L3aOmZySb65GS3a9JkcpUmORuQXC1VZZZbqLamFtimkFM8HmAcmr28CjdqE2aprJVCG9zRvnhJT
Y8UzJEk9luoQP3uCEi09VxKuhNBohblSJcF6YI1/6dXIE20pY4Xx9bqzNVVNN1rmLyRge40Jhkws
Rmr9fZF8oiz7dTX486droqipFkVi0fqxQv0UoyTwAu6QtPVtJBuqHZhsvZtBeRxLeFs/jcS/3vLP
b/XXTcz0TfCATGQGqmaIonouTrJqMS4V2BC3qRHQ5jP2sCAVvuS4Ro1RXPXybNt0nrz4+Fun+fFT
8P3zazXVkEVNUUXFPDedKL7PDs7vk9uyUKSFHDT0fKzxtam0BAcuIkd03ewgA9f+LjX6t0Gv+tuP
b+GMkPznLeiKIomqbuoKc+7X4SWKeF1UOUlulSKVD15RUmo1awsmWXLIDH6yp0TdPBdMNB7ieCP6
VbO2OgYiiKJoHlVw1epI6JZ6XEZPkZqVM4rMwTqUrXGjU/iJfHlR+d1Iz9pBXn188+fjw5INk7Fh
ioqhSrQWOcsheGOjKLFF/iQUH3Sy/ZmwkaPPhsb5hJ++RJM0vkDjy/5lwrdeVcDbw/Cq+8mSDql1
ki+JAss+vP/xa/4frAhX+Xt6qsv393r/kv9/sC4o2DV5N5eXhlNevtTx8Ld1Fb+k36qf14a//vbP
5UGS9D9UQ2FxIJxTBJ1cB3+uDhIrgCVpss4oYEhIKt/31+LAJ6oui/yRKJkMdI1h9NfaoP+hyIbO
dZh+iHsUXHX/F0vD2XQWZEk1+Ic4/escKsFdt4PaGGul3FRa+ubKupPI7l0qSUuBfhtqnm3oaNxQ
+fjpKf0mbP06Nv/5hdPE+CkwJlnaxnIl9+uRbGLRWksZSMXMHIP7YMhfP/6OC/4SRVF//RLRkzo/
JjysI0pg49TitaYUT2toUHtt/+rSrK+l5FIqtA8GAVFTjlFd/ZNfOC3qP4XIf/7Es2Uv1hNpCNRI
WItht8wmtY0r2Bk0GcwVjpFfi7g4+MGzOoL30Se7NPkkuFw4/yjKWURUYFdZaSFUawGopZlBnwjo
FgVlg5RiI7bXXWFsDXjgpYAihdLPJ4/71zXhnz/4LJhFauEVGrCV9dDPravmEF+Rw/Pt9J7N5mfm
SXZDv32oZ8csQfJl+mFl7jptwXuBmpNg5AzllWf1TpOB8aaT7yc/59fty3//nPNMTzB0olV0fb/G
+0xvBPAyZjtTXMiJXnAdU0A13XG5S9ptk95qSgU1spx/8tXTE/vXow17yV8Hrj4KvT9KsEvUWFq2
4nXdGUut9FZBJc60CCxwxRNVaaCns6H5zN1CBPrtl56dp0yrFzLRGOs1ovVZ3lmOQs8bjEJLiymj
9rR9G7E8duryiz/yLOa0mjiYRW2a6/wxPwXv1D07NGVA8R/gmifAVD4bl5ee5lmsidwyNJVIKdaW
gHhCuU04zCmD9WP4wLJwMDgVQrOQQuVO/DTASRdyZmzdf32JWucKA8qUbF0vAG8H99Ij/Qv8vX8K
CnPhX6dredM1BtJVUOftm6tvYOId0j1s1x5G3uzNDbeSP3fhyOyig4Yy4D6EdP/S7oQZZVrg4sq+
eMkO2TFGVQiVraBiuhfmoEwXJf/5JgzX9Z4z8gMsI7t/EObt7M0kG++EFBirVa1sKhVKP1m7p/rY
HitzL80lO0MPaxvLah3Oh5W2Bks4rPtF76i24i6GZbnJ5rW4UJ1hna7KdOFWb/6+PFSrINnUq/Jg
HXWuGOeoz26To7CAjXqNZCUNblT3NXxQdh6sj2Wx8rYZDHJbmo/zsPgW3wDHFCGRv6rwzBHqohVz
+mW5TJdGuEV78sXIKJ/FZFLu1C6EQV6rljibgCydGgBmAQqot+G1kZmO5CoOYlOAqqYTQGH7ZLBP
Y+13M/osJAtKR0+/XpTXzTR9UUwb4LnKifwtP/uUvjOEgVX5HCBxdQkrbZ1fJ4G8HFwNJN9nM/yC
9lg5T4xFek/wlFt3bapbUYFRlVh2Awqzs8JNBXJzZlJSqeKHuBO3LlSLeaZ5mxHZpVChFVRpnlDl
kjivUpnmT92sR23sV7R5ptrYD52wbLzWWhdBcQwDp/QsxH2ejMjGlIJFogakgUvciVQqCjm+EgSK
3J0gJshVJMjOqBO0LplpFWJaij1h7D0YQ8BgoxDDYaYPzKkZhgRc/n8zd2ZLcuNYtv0ilpEESIKv
Pnt4jIpBwwtNISnBeZ7Ar7/Ls6pvS64hrPKp28q6u8pKSZFOAgfn7L32YD4mZXzXzfGawB2olVre
z453g2Ruo9K82dG3hCO/bEwJ3CwobmPOklZK0zmJH6u4O2in8wAzoqALoIqZVA4rO/Fuy8q9g1u3
7utXrT4x4Hrjt//dRnKxZ6VShLls6ugYJXDgP4ShflWohedkuA/AWMYLTL/6nVE36iyu4RdnHX5j
E/vNmn7ZNxxibY9eVkbod5vXmACeUolNIigBAE0lOqBv7MJGE2+t6b+51csuomwVrlG7iI5NuefW
vAicIy/5edckNeUdyrJVl7w7cxmXVB+CIHjjPn9XwP6NZvmunlzE7BaztqIj9p/7ElBzSRPyTDCO
a7UJ0/okl9PoYdp+989+VOdi96I3PnbkkKVX5bEOQ/j17bPVx4fzj5pWeptZaB9JJnHYqX33tOir
8PjnK/+mArrMBzRkXWRd7adXowpPjUSDmIynDsEkjdtTzb8/l0F/vtRvn+rFFlbZU65o1rjHytj3
cWRfKe9JImAcNLoav6QygpHQw36K87dKn/OC+IuF8u9a/rsfkmQc5P0C+eMY9ScrQVc2vVOh2RSI
gXvHOSWshpEJ7iJKW4+/SmaCtxZpV/3u4hertOyML/KEkm8eT9kUHoje2Ck2h7SCH+fMmPxFZb/I
nCUqy/rrMs5ORR7eQY+F03pb4pBbckSfTfSxFtW1YEocZ0CAEfoICKj9AXkirKRMXDXdrqpOZmEp
2iM1I1EV2pbVR+uYIRhdBsORxKUyUCSRzHBJWbRiftkoQtg+rEsG7mzcAOngQr4jIGiqX2V+X1Mk
xvtxxDB6LNVBE5QAk/8s5d3Z+BlwjaysBGn7PiTHwUT4Kj4I93YqTpH84Ml3g/sUzkjQ/+rlS1E+
OuM+I34h+GvsYYQfx+6ItNF2IIgd7GLvzOe/dBfvUDA54wHgbayP2jt6MUPkXYqOKS1WdYTu06rd
61GB/FJjSiBJaTFzF3cZsTOp216LKuW2lltHg6ivm+MQioNvmq1257VIxl2G9mpErjQCyDXZcUkF
SLZ+PxjIicutVO+F/zxW5T4xYBQ0eyife1/LU5p7wBqTfazmr+f0pUAZpohIijtBzljpvDOdepb9
rUOQrsj9p5CYhlIUX/owPgXJ/M5BVWl38RHjzTbOkUQXckVSLgE+AHsMEVyW2oVUOUXXbuq0/LzY
0E1VEj8kyuzNYlhz5HORp/ulKdcJiH1wwyVwf2Vf23H2lDYBrUk0y9/iBBZcByC7+dRFfyWasecu
Dzf5OaSvFdNNTOZP6oE9rbxlm5eET03+odEc6uZwPS8lJHrgnsI9aqwBYEnvTXOWwo3QG+HdwzT2
/KsmyU+qBl4cE/XYEy88iE3YJKhv14s+Wyfg83fVI5bruxRabepIyhN6wST5roJ9BB+BR3PHmfIJ
mb/ImLYvdJc3tE4plVKyBqYvdVmtNSjFcKmPgRyOGFpu/BztYsogRQbzrUnUN+nOj0N908iJ6T0f
DSb9CcOKfzOag2tjENDyXTbLm8H4j5MOXsmyRvfdbzLbxcqV74znXYMc9sEhZxZ1o/dArMC1qzK0
rP5xsoe9R78CtcPBiqqjJ911FKiDD/XC2FvP806qPysGs23sfrTqiO93RmMKyZFyO0pHnD5Z8lmG
3U6jADlnSAj7AysrkOOAIde9478l8fldb+CnvrAJW1m5w3BszHHpZvjPI4HA7TaJ1cY7Hzf/KuAu
9xEllb9gJlj9eUH/21j7q9X1ohQJ4F9JDM4oncFF42cltYsPvBh3VWrfioHIoy7H39WTsXCLIwb9
ClLcaKMp+Gz/sTG8WiR6BgDZ69xf27UNW2ogDajfjsSJVtEhRb6sHQxdYtnkKl1naC1l+dSVH22b
audrAmYjjLzd5IDswzIaKGuP8XU9UqLNQ7cdXLOawgc93tfluwznTQgNOXgqgJH/+RH8ZtApLvNQ
l3hcQDJrdK/40FyEVPlV7j6V9kd2mJXHqVMRBaA8azXqGacYoWMe/pRhY/skjDKlmo92uZ7R7JRY
0Oo+2dBxvaZyuy3AowAlfCvxkeHOL3dC+6IJQIcwXiQq6mNhxPFM8QysfmNr8h7aD718Z4e3LRjg
ALVvRj6C61yrsjhmZX/tRv2uQJPZJohR6/sEG0Z8mnjJ3FNuN1dNzWOO2zWU5IGsnDb/IHpet9eh
qddNHoFm1KusCTZz6jOrhFyXwQaJyh0CDED2iM8ZQVeNXoMu6yA/+wxmzitGUz0xf03CZV2Ijgyp
L3nx1/kIwBhqnfTxtpuzdYb81THn2BDi31obL+PII/xMepKDRWRyr2uMMq5lHnphNu7ZdNM+ZP0x
jwkqupNujiwDEmzHW2jN+LPwLL6fa9IkXLVTIRHqKWrYiUyDtAM0aq9bF/FYlG91gW+r/1j2oJuC
J8nuLefXgEV3WNo3Xqu/yQy/+LLsi+6JFZSMGTqHc/M1TFjmz4sNqNK/N321R6WGGpMItcchfdET
3pL5I0YljyxhPXGU9kmpG86ChO5JDnqn8lNK5FsGUjj9+5B1NQXm0WvmDSKztW7bG0LTtgPA+UAM
axNG+zRr78KsvE4TAMdQ8QvfPRZeBAB73MRox4ShfUC3E5vWusz0thmXgyQxL8VotOTFVRYGh8xt
AMSzr3oYlEBipkQJOaRK+TJA0PaWo/tv1NOvntNl3Ry1Tq06HIVe/vGMn80a/4bN+2QTBSB1j9Rt
vsU//OBCZ62t5Gmw93Fg37j8cJnOb0XbHEe/eXDao+Q1T411t/gVTL3suYvle7fojr7ut0MPPRur
qx9ma688H6JHzZnko9+115NGt/u3uwKWe/6ZfJJ1yF66aKTqhmhMGMQxb6MpGSTmzV094ZioJxTT
LWkzw8ExnyTWIAKjVuNcbf2eTCXMiSapDwmxCUVhbW3+b2MT00Mimh0Pm/SlIQnSP5+Yq8coxanb
esj+MIwl28XO9pmnNjOmwih6a/H4+xjyq8d80fOqNBPokASLq6TxNyrEI1F3DwMNTBWNJ9PfzRb/
ca72tfY2TRc+F5FYUXOtcqe/b0y4f7utKH7T+rgMCV7MGElaANZRYbVh8RInwg07g08g6aAhZsvw
KvL8Og+mJ8rvo1ge+6PO1MmrnLNTlzCH/gHKle2uF5ccN2Pem/x56VMI07QVpuIV+uyRtv4VUl8S
ralBVf9uqchDFXg83PAweWR4vKEp/91MwT6ffL87nwQ181fcXf6xAfUemfiDoKNV+7BcsWJvxtSH
kadfmL+fKrACwtos/dC8sX3/9uIX55NsaZxEtSNjGhrChul9U6pTVYefC1xVcUPUoRlPwujt+WcM
kdu0/KwWqPM/752/Ow/aFx3+vHR8CxtmcEyL4K6t8YI03iYasvsopcdf0a08964mYuGq/8wWfxCb
fD/f/k0H4zL4uM2s0HZmA7CeY23JsEip+/O5/tw5ySlNpthe5d4/+3Xdyzhkm8gN5dsY71O/eUbj
v/GifEdOtBuHJ089IaeGDx/gTWzvLRLG0aiePM5Bf368vz7Zu5dpyWNTOqHIXe/oT7TkCvDNw63x
kUxym10W7cGlvNWnOR/gf14e3PBit3LHxWDV45zYmDtnwj2simebezw/WWuw9u1fXaPWs5OyVXao
lxJspZLSFLPxn+/1NzMqdDI/fkcl+pxeiEUdM3bLwpWb1ACLyOiV8zwbnnHfkzSbq/VE6ZHx1/qH
171YGPN8dNpJ4kDtQggCwYfzt9tEL50bUOAAJuTR+/gr5zq7b6o3n/fvftqLRkqYOFJ6THCP8zBA
9U8OXfmiDI2BlP6b5RE54xzylJITO/WAr0LJh1l/mKL+0yDSe00/WrRyo6O3hlu//qogSfz49PNG
JIM3cLauc/dzNOptJz3yZrx9FhmKfvDWIISdyHvrffv1aPAnjUYjCqbIYx0eJzd9VYweMVBdNdPf
65USMTYwb1NV7xMOw//wd75YqjpPa89SvOEeX04CwtD16o2YPuAL3MRud0+c+kbVUKr2tqVf/nzR
3z3Vi9NVEQ/ePFkh4SQsw3rxTinTsoEv+LwsqjI42QwrHXbdP1/uN8uxewl7Hjw3R7MiraOm9Xde
MHB3kgkg2L3NyW1RikpSlZBre17072v+V1KPp6rgX5fqjR90gL/VB54v9P/lgv9HtH/n5/p7hcfx
y7eztON7ZYdz/hP/I/sT/5Kh5yDRcBkB4uVhYfmP7M9FvofiTp71HnaAQotV4T/KDj/4l+PZEl2c
zZ8KnLNY8H+UHeJfrIpuEPJnXNf3fPe/UXacF/T/XejR/vjS5X/skLcEoYh3UTmY1nh2NFTjNqji
uxZCFp2ZBlSHmju8rAsByTZy7O+ez/2//+nfb9k/HlzP1/SVQNAS0K4NlX3Zk+fFj6Mo5rTZBl3y
eZzmcudMzkOp1Hg/TqD7/3y5H+vLf19OniVwwvVRy1wOt3qqbpgYDeHwQUjAgIQV17rEHtspS/w/
uBR1h+MqrvYTuDQaiJUHrdpttWPRnQ3C2FvJwRBhbFcy2/75Yj+uJv+5r1CgAFUSNePlYySWrnIK
pyLZSbTZbSzaYY+wV3xq0qx47C1c6m3u1thX/aG9QT0q37j+r35GzwlQi/q+CLnfH/eK0bYjfz43
p7SvilM9dIwJs7a97pchBQ8E8ePP9/vL6/moGCV1ic9H8+P1wmiqXbcQ7XaJouadWprmxp/FeLIn
pU7hf0nm+/fj9biMtN3A8YQ4b9nfFfRNMYSTp2W7rQMr2IQc+WggV7TuedUOU6jyw39/ez5iUBH6
DlIr/3z7312vMzXxuZPBra5mf9dr37lnzBLeFK5u7iZX1G88zsvPQtqB7YVnCS4rkCDZ88fr5Z4a
FpnN7bZMF3mfdaTvdudMZ2b0ycc/39pFMYds9uJaF2VFSLZWWoqm3Q5l2R0JpC3JPQAnZme0oiyt
h1utXWa11fygImu4radZXkc1SU3/4KZ5YVGk2q5wVHix+0+pGfMCgvXWhEW5MQFEgFUIhX8cmun1
zzd9fj++X1m5Z/IVbSR4Lsm3/iWjDuUlZ+gFupQXk94I9Kili+jMj72pzrGy/fRF8wchJekm2v35
0pcrg2QBYs85izuFx4d9UVVq2Q9WZJHSnk0ZkB9eb1rGZxw0ljOxReoQHHGOiK2Vj92Hus+HNwqP
n65vhx5bnpKKiRxSxot6p3aysDGNLrbFS7K1bum3Az5gNrNZHv98oz89Ywf5KsuBcD0/cL1L+9mY
+AL+cau3jN6SE3lfNqQyiCkqJuS50c7XKZY0DZYyeGPt++kOHYfN0mePRpXPZnz+uL77WIdclg7Z
LPl2zMv2wEVoRIQqvTK0wsGiEWMwVhZ6lrH0N0KTVvPn+/758nQ0nNBx2dLYRC/V1Q1APieNiL3p
Fm/ZuWSfMUonkl7UiEK2QFectRKGPr2P7+9QUV68ZTj6+cnLwBeOw/YT8DVdEvq7vEzsuG/q7dzV
DT3E9GsiK/RSOB/3TjsS9h2WId180LR/vvVfXxjJK8JoZfvhxZPHz6odv6phhaROsQvDKmRecMb5
2YKk13SQz7MZ36nYTt7Y2y8rJfrq2DB8EZwrMpv9/cef3DaR4ySGJPcgVZiLZ1PvbEVMul24WIlK
PrS6Wt6KKfnF3SpH8g0FYE8C/6eoCd9K+7E11bZsQC5OcejtOt8dj3VBEurcuc67SXXqsQy95I03
/OcrU38qqkP8GUqxivx4u2Kagrmzp2IrsFBtosyqPmo7e6kNVgw1SHFcnO4m1/ZbLZbLXV46VLsO
v6snbEAMl5/05DZWXrElbL2mDYAIKGdrL544KSMeHM0Z6s+v00UjlNXjvNm6Dj+tKyTa64uqIqks
0uPSztqI1FnwKyXniLa4J9YxmeyDmqP2OrICwkXrMY2v9RImN4FlidcephvCJUBlozTyWE9192TJ
djwkbji98Vuwep+XzB92E5e+T4jXh/KHgu+yARWgNuh17vj4NuayWNve2C6fHFGJ/C+Z9UVzG4Sw
Aa+LObFg7fRJKrZplC4+GRexyMni44BNFOA851BpqqWlv68l/DB7iNzk0xANtn0bCp7WYxQPqL9k
29VM2pvKwwGHk6M7RLIpvU+ja6ryYGugiBvTGez4iCBsbW+LII+WKxWLgrxVtOo0yt2663dWmufF
rZiE+tw1S+G/j/ou1je1HFtCnSthEqY/CTPW1Or7V3v2jXtlEZbxspgO83lttQRol7x1mOzcZnmn
xTxk63gW/CSFmwEeI00OvVkEbvu+ETHR20VFnbYrQ8fYkPcm+S2rq/lQeqX5YPRcwj4xLRS1YQz1
M2cVO2HW3KsNfYhJrdsotMr7JRbTcLTiJiTjIC/8kZW2tq4bvkeNHqPoPodyFPUu9tqJ+GB2+GOj
Uxx75TKSdbiAhPwwFNJ+aJugwdS0eNEnM03NeAVaGuDUOLfB7axm2NKYXsOCzOuIyMQsjOqWtSUO
sBFKYcGNU/l5xjry3yV/zs32rWsIfO0St/tctkXrbCXjvxc1tMxMWuY0Aj1Jq+dj2qXz51mV4+0A
8GTaTahIxjt4Q4x3kqGOBziMJJQCCquHaUUJTzxqn3jXztL0q5h/XrN2VRogXolhDXg2ib1uq0Lv
aHyrH9bcNwPGZYoXfYjUeQgZtUt5jTwgNpuBuOwGFBtYL7vICAhvPQ82tLNYaBtKNyE/3OuNLzdt
pP3bIIf2uka90SQEMztOug3V2DKgmtyghM4DGnYHZzrIrhKJ4m8dW6bbsf+SV59SX2kG+8U8ISCM
AXLZncGaLPUQb60mJRfR74pyXA9OA2Igp8LE4+NUDAhcU0ffQnLQb30QE/06DREdbJWwILRkwTI+
ibo10Sqpa2riYnKRiGS9FRWbyB+r93km3WQr294p6RoJCbm2E9mTKDWM0rbtI702HXMosSR99c4d
UutMxnB1+mBPBGa6XjYXjDuWpKDHmfbqrq8WNR4Fx7nbaYpInGuofB5nBgUWBtOwIoDX2JF6rPuy
vcYiigYzjIOKK7QTQs0+HQcs8IXRJeGYiWj3rXGmvV0OabUfUGjey7ztChL37JTkUPL7+JyajhBp
r6jtcVWyAxV8VWnPWp/b6bPThdELWwvhrAuIUgROYRTeD6TAkybc+z4KF3rCYu3XGDRWqTbVKyB9
tguqUguZyBSaZFfaKdjk2IlS+wEpWAGwoTX5g3Tx/+9RTIEste2S1MWkBbLHDQ7hvan9JmTInzBh
rrtEANMMgvmxqqFKX4VkClwnWATJOTdZ+WUmfAdd5jyM0cZTZ/V/MjugbamewHAnTsB/nLkufMjc
dtBmec0Aei0Sc7Upw2Iw26LKvQlM2DRawMB8/TXtYXFt9aLcGyuXjBaSJYwPo6F5As9K2Xc9pMQo
7ZL7OMbatk4iL96wmnCOgSIb9Gs7L0knGYrUad9r+D4EatZdOe7GrO6hzDRBH98NtZMkW2i/dXyF
SKbujxXedxSfVRAGO1OOVbfWbj6RLW/Q1W7yAiLcELKgPWdjJkeqAc3vmvZkHMGSbDyihQgjTJmB
eepbYY8Rvmaf0+o28RsmPX47I8RNu7GAvlAzR8sstDF+iVhryYiEB7sbDO6uaSdbrTIVoIPvyhCa
ah3Etc2MPU3vSlOX+SbPQy3uBlsOL6QOBDZismF6QLkaP0Xwmj8UZcFhB1wihgQOCNEhc3Kia/0x
QloGgQtsQ0eNBj4YN2qz9aFJnlNbkelsxsJyZkCoxIyw70xTsfZNUj5nOvLMNonwcvttSmhtRe71
cEaaBhzNCfl6nCuFJsoY33kMylJ/6cKxhvcB7RRQY4vvNzOUdsfK7yocP3znegepzWSMUXrUazLM
FHySOJg2fpcMbEcq0d8KnTHXrZSd6H3TO8FzOCcx8beTkwkWRhNFq6CIRkQN3jIMqzo3+7nryyt/
iMqFbk/UP9ZzhcapiyEBLZ1065VJI5IWnX7WCwJuF3ptWQXWh7Yj0bwsBHE+TurS8B8WeHVdN7ge
ueFxDfTMtLO1opcD15JXimVJu0t6s4Tt1K1c/ARQ1Lz+oagLUx8Zq9ZbD18hW6pTI6OWaeqAUbBs
90ouQo6bJOuifCNEpJpdlEZ8GBOSVTR4CJLhOJaVAXsxO0GMBbf1gDf6ooSsW4wWwrGEooPvw7iv
eKg6RGtd+OrFHnrpeC5DZtUjQmtTt3O6gc8jmaWEyfKqnZE0uaq2s3mj/Ym85cwK/LsGaBu0FiDG
3jawM7hrdKxroKzRtADEjburuKq+aklZsRVBFdwKEXRP/Vxknwedx1jSznSIZaqkhkDtla/emNfE
oI9S37ALdnDdRhO8VrLpXObFKAygWLuJXvcor5eVyQpQKPOiMviGfeN129S03Q155cuTDubmY256
e0CI3an20QRTFO5rpXyER9rRX61BK39vDcqJnwskN3cV2UwT6Ah3AS3t5S6lISDbL6aS5tj6evC3
kR+Jgix0HT6h4AdUS7CxhwgBTUeJoi1rN60/Zl+iKG1QSTrItFed8jMC0Mf5XHIKSp9A+g0CeUq4
kwmGIT8Wcu7y3bSE2ZXdwweaaoSitcqUs0olcKV1zg9ebGpToswZHaWf9RyMO1eyuGynOHK+Rb09
wa+zeuQM9LnC+zlJEGwuwejQD8pt2OqdFdsQmMrA5JtzlMcVsNHehiRn64da5vxanXIgPAUOHuYb
3/GJFciHGrjr0opQb12KiQF+O8oRaO5nKPOM3bA+WU4HdjhZRvdz5WU51NV5ZvXK/RbqOEkCstyG
fNAofpYRfpo76NpcNToPX6YKeFukXqkmpbjB1p5UbFV0jERvoWUn6XDtzfX70ZmTl5JsMQ2frkLL
0ddBx0Stl/OzZQ/VVo6JeiqXtGnRPkZmuoqpv79OFKL0ZvwYCZg16iczlV11sOa8eL/U1VR/xbTv
7EPZL2IXkhRQAF7303w1hpMmPz13Z2KoK93018R3p9dD33n1HXlzDb51Nda7OsCqTrJ2LabjoqYU
Ml5hisNiEbCG/pH2CTRl0kNJjB/9EiQfU/S1H9Qc8q2p6TQs6CRvd3HUW8VtO9pjvANoCBpp8rsR
0sTUzACxujyLD0ank1jNjZQF8ku1FGtdTLmzphc2fcy1FwUr0rtbdaLk7XEitOEyYtH21IKwQvWf
Q1MEfP7RCHY8afOcgAFhd/tMtwWVjYr0AVyBCDYLYe3reJpjcbAmUbGtwygd4Ec63aslBudL3euR
ukhH/npJvFZspqFcQnLIZKHXNHicJztNEoOYy4KQmvcxn+hiJwRB8z2TWTgHQ7ELvGa6tRrQnCuk
MbywAWa8kMz2hb9ezDyefyC0M1afjCp37fbw6bYzBNCBzmadPqRNf7aWNE55cDs2xkMNTxdAoxty
zdK46mufyMDwepr5ixXLoaPWxQa2CuSEqC+Gb3nG0k8VFWecNMmh1+RzrJrRgu0tEatgJS1cO1q1
QSo+iTJJP48ZfRnQBR2EohxZEWTlKGy3cx0kAoOPyN+nNDvKDUB/vtAE2GxG02hyjy3YQMpOSalL
OelIeLWBjzSvb4tgXknVNOHO6tRUrt00A05UhnMDHcGUbXpUi8MIswvTcCUAuPR3Ri3oLiXKxPog
ZWdRhUwTVbaX+EBSZVCbrTGWjeynr7L3I3vXvIlbB2KNnGHAAk3BUjOHKVGsHVLf8mrO7VFuXUq9
CWgJEqJRZM19XAzBk57tjlCCubV2GVY3OPz2PO0qsNfw//i0W4YScGMozqxeEvA+l1sRtvmhtDoX
Aqo1DC8Z7QlyR4N6cNdpbfnjvgJxwA/KY+XFDAzW0WBeaqLn8BJ9TScagVcSFq99SpOmE1+V6g3h
5WE1bNM8KV9VkzdyN0Rz8SXlLeVLkcPAXlEGogZVyRSOHDl2uk1TOWW26mRw5iWKftkHYd+7oOl9
be3LWDtEoJVzuivdIbc29dRXR8v4+XIYg8L6wjNFsQZqCMRtW3P2XZU5yF1TzeYdp9iBDXwhAtaR
Pl+ZQzp6emct4Xhs3SIssQvohYheBQN0aIQ1IaAPlmmbp3P1LhvrnrPr5IUQFIYzxKYgHIz4Afid
dxXz3o7V156ex5Q6gT9uwpS/0jjcOxQeL5afey1yWhqaqwr+xMMg7Qj5csOOuQX/ii631AulbzxH
xfVA8wByKWOu56zASLJhkWX5o9U6rDjHJC5k55zT2cxnCyI9F3DelqmnpItrNOF8giUVi6NG5Pr9
7Ktd17PlYCd3UQXnLtiu1sN05RUNJYMi2Pk5V4XejAjYFYTIblz2Muok/y925asugX1yVAkLZEVK
ANJTb07mXV/H7W7QMxAie+5db+uIM7fOSwTdX4ZiaHEDBFHNWsbZckgLv2v4rmTOoD8snVd/mONp
18Ru8IguvrxOZG+KB7uIgdDFcUrAYlCZENi0o1ANiiBh1xO0RfQdoyEfReZiprXVYreU3QDFw2gX
ugRFAWkPvkXj4mQVOZBGGQ8R0OnciqdtZfoWaevY17dxGOBWqGt30rtz06fZJp0PsTcoXaVPbhMH
w55FfxnXZTmjOClSPyZQUof+licaRY/KS4EiJ3VFEu+QFrLbefVSt3eDb3XJtzxJtYfKdmCt3gzc
FSMXV3DYGgoDjJYhZRYSEhCc6cdNmuLpRPdDwH0q7Wabu4637HVFeU0LrFZPflsNy1MzRoTSV2ow
L5BoJ3dHkhJZ9VUJw9eaKejQPyfzp8WtrcMM2Bdcmk7Zk+ykHr7JrFuutTUsLCPSS6brZPHjc5iD
W2IMzaozPY6yY76uXKcYSNIMhn5rOx0z6EqxDG86XUXWsVZuiq81G5uHyJ7Jh6zYPbq70mIHX3li
EMltbwVxCNC7RaJfp26gDyXGpIVsbytsdji0g3HjV2GQbBarRboeQUSlNJNa7PAQemTYiLn4S+ZW
cFOH7uLuhD7/JHYLgIa2D8JJnyNWTGIszeK10PQLV7wG3ceAdpjaqsxhI+TTHMHfw51yr0y0NJ/U
ElChzWRA+s/zUqCp9woX9uiwaFyNjIsfAgNB/nGOZWvW3hAm0B6l0+erUlU0f0kGdr9URSujFUtx
2q5pFhQkUDj5OYhRtgQO9l6Soo2s2MxX4WSF7o7diqzxsY9SThR9rZ9tKjDCT8qxjTdQggDo4xMh
Bccsk4r3tueTQZ4UCuKBbqypXS+FbbWbxURxAAiIMyRHi9bVhykjgmnrUHoeM8Ef3aTpNNzQSwgW
2ggRNt0S8s28ceqyJSNZuQWhxkOCTJuhW/J5drsB++UMgKqqBIEn53Ya7Kue/ZKDdHuGmZpFvzhF
wlk9cub5us115q9rUgquF2khWE79GmMMK+9r0fvqubW6Wa4LOMXcgRwZfiyqbh+5pGcACjXVi6ji
dl4JP46+wtoErV6HxsJBwkmSHaVD0rcu6ya4o0JczMEnf3y+7wg7nUE0MnHYpLIA6ZzRAmHtWVQb
sC733W3a6Ri69lC1r4GTBAmg7bz9Zpk8eLX7prqTOEboWsxKUc2Xfl9QUtN1OVU0bmIIYZhXUs24
99D77pJAR63tl5Yt570ciwlDVj+hYQ4S+2sTOLN7WyMHTLdjnPRiY0v+4BFvmd5XdaP9XZw36UF6
qHx3Pb2yfiUW+YUx4b5muyEpRwtfr9O0gTjaCc6wVUthTx65Q4LElEq8Ryb7KuADhewMlvPK8jE0
76ihY//QYa9TaJMpIDb0GTLed45j8RYuCdUIrSFDZ5GZ0FfdWaTAcGrOyjUdMiw2naBj0wULP7Rc
fOtTx9GQA3Oo+N8BlJ6KcMu8sVfSHs8WpIkiqqZh0iFBFguplF1nyYOxY3tbD0mdbmyRz7QTRWt2
XlLQa6D3OHbbunADjq7ZMmJVT4L+QyEyiwglwW68G53Rfh1g7qQrWphMqDxEIY+pD8D4RE7EpFau
7Gsce2k+8caGHCRPvqfsnW6GkqFAr/FB2zoAFg4YhG/WWO14xcZUZDveBcZsVQ3SPipFRrbBMp9J
7j3JN6nuXDSaiiyOXZyGAwk60ucUNdIu/sRSh4uC90HfZlmovxE2GDsUvV1ab+lDp/xkTTBM+5rR
DyYFzeewHiQizbXVGKtilF7wwYxUGMOW4Xa1zfgZ19VgFc3BaQTnKVEXOB2asQ8B2pJUmnPEbsgD
KPKAOK9mrD5aSSqXnR+N07syKEaDTmbxW9Cz5BOugxjXo9MX7f9j70yW5TayNP0utYcMjhmbNuuY
7zxP3MAuKRIOOByTwzE9fX8hZVVJzErJctlmZdpRYoQiAnCc849gDl1EuYgy4Hi8g+EcUrVqX3MX
GuoiHTn0nwBs+nSv14CE3hoYMziMqw0N8eaDBKlOG0W5hZBLQWmBOaduzZnomU+bJt6U3pAPtA5j
NyFsvs19GIGRoHouuuHObViIRVilrIaF6A5pvK50eGctXTXLSvfYPknWJt2SkE/XDQAv5u7WSqAo
Ga6vYDnwWImLH0CuGbiGG5fTOxHuIA1eJN9sakcCOMtopDGZPYQYQN8h0W+pzMKvDWpMi/O4jCCS
eev/WnJgASrFwUL0RYldPibd5Dipvnvh2xHt1ncqSfZvnKebeFyHq7hhBNoYrw6PHAhsMuO0Ytds
dZU0NFes9NOz8bU0JbVnC6bTRn0G3+LFDeW9zAbbZe2sOMyiBXmvGZ/ZaJIymbcyXyHXxapFvIWM
HO31oIrlziGUNT0slQgpZ+rlSCN1w6F+TFYaS07z6GqmmnxIMDaERT8cPNF2H+C59GmBxIWEv411
d1piLpdzUng1Hh2c+c9DuUh9CsM8xnTqabGJWf8+FGhuQAazax4ivw8bLJZufsN3P8znPF/nLgsb
n0REHgrZtlUS/8OQlzX4s8loB1iynJq4sGD78oKuUHtQLlx2Q+zzMyTw3ynRFDoLDpXb+HJb5Ll6
THMklRtTJdOnLBodboo6I0y3IqzolTwAZ92tq1l5ysIG7doh6d+dvGHdXsAdsn0OJVjT3hTWFHws
kyTpOAorSztBU33pl16wDo2mrm+GcuUqbNLV++aNNIHBaNXJt0h13nOwppHCJVKHlqSGGclwmXvq
kC/S/x6bnt62pbbdW9TToBF1CVBimjkO/EasSe2XzG/EREvfxwiZMbUiKprekRmMX+dpAifJqObd
OWbqqqPu1gV2pM04nTMgEAp9uCzzrU2rKto3dXP2PzswXMeGIqtLFcUKX1pOk81JmyV8pM+uIDvX
2MjcSzZlARxk8gcA7vUxTE0p921AguVxIaHPu2H6O/c4AchlV4FP+MRjAT9hdlUt3elHR3pwRbfK
HJv4BbolDXfVAhV5bDru1ytnmUv5gCNH+7d2nsflLinLNn1svF7F14GKiuFLqFJ6X5QoQZdhKc29
CBXVChCPLba5v+Z2/4lK9lMS9uJI+ISpBfHP2sZAt0vE0jjv/IzKnXmgndqdvXTPIecfvJWL8q/f
758UAkgxAhwcmEl5Z5Sdf6bM1VL0ssxCcOSWeCMHOmFHfURzioKqBDqSFGUZ+Y9Q539LcPsv1bR/
FNP+n//fstUQtv6F7Jbup6/gSsUfdbfnv/G77DZAdYuQgOy/wEcjBAP3n6rbQPyC1NZ34dCT1Avj
s6TiP+PUvF9YkJEshedUNZ/r5r9Et8I9Z7CRvZImaOZQ3gT/juj2rL/6bzKfqQh9g4i9OOSViHT7
+UJJ0TdYyBtv04kpP0VJNOzKWKd/o8L6H9+FyNAIORgmjJ+dh10JdTUtvEtCHet1nhv5Won+7xR1
4re8oj9+GnBagToh4Pvx2IV/VuRUjKI+Ar+FvPwBIn6QUI87OqmS+8TaxBwXFVM6oJJenYNh4m3e
wlbuGPiH+zaNjMCDR1JWvUxFtNduKJqbkWcCWQjKDQjWyvs5PtSKTX5PUC9QxDBk6Uq5DYVTPL88
exGUAufEyiP1KOI1kIw4g1goA8hmtG9Mkqatz0KH8LEg9q27ytMWQI0nPCFrbRDkD2ywIaIGO8bD
LqYrQ+yjbPa/BSnA/ymYMZzEGfJaWjvqfqF2S5V3WRP0PBsielGhssLHMC6SgjFldl8Xz8vUJolK
9TKOmqIBNAdUoHoTnZbDeZhEE6FnA62Uab2frAsQFMxTQ9p+GiYTzRUjvr9ydZt4yx+47b6nFxTw
r5iJujzNmcxe62kYk23oZSFWPZU0QDhVmpVHi3+iwkhd1OOVExZKbwaU5DUQwpIDMU3rcD2FOgg+
gyZMNYTX0NSvdR+0Vz0q0O7UN/FynxVnEz52GH/cVOkyFDzolyJkx627zxJV5ifh5fNLnfQtHnGf
WY/5jpzV0au+FK4Nv43F6P8IkMXXH07M7rtlMB4JkapdLzml0kF9EpaOLU6CMLNpTzR9W55az+nL
xzQa0J1gYMCMm3eJ6a7cEpx3owXOmx3Scut9GXonqHeNN7N3D94QIP8T1ewdiWVrJ5SdqUvrVm5T
bxu6cznDvcAqHgIUizHbejmQL6RyMb0nNhnEBu6qbk8dySl3IWW2v5eA/O/x/B8cN//aFPF/q5xI
5M8/Hs7897+fzec8S+TifuqhLzufGTxH/+GISH7BGhAHmAJSnA1n58N/Hc5+TEQyhyX/EGmZcD7/
9+Gc/EKcMjK5s+IViV70bx3OZJ/++Xjmhog4n8MUPSlaq/BnZTR511mvVXHZTE6Xq+feNUFwM1IS
qEZIh8Wb5gKLEJuL3rh+VnflMU9XNW+hA8PYSTf0ITiDf+ulC+EBy5T7g8V5jUB+F4/Gz/V7kxPS
Ee/ToFgIt3RL/qz/LKUV7kMc59R6UnS3kIjwJZzJZK4/qCBOCSGYQYup9yB3SwYvcVFNZOqKws5P
vqkpxJjAlEZsPlM47hOKQ6lbSOruapBeNkEFc04fFsoxnhagPx9kSua3kRraYisCpT0C8ICkka2O
8tfcT6ru2JSlKzlcpdNeE3HhRtAwXgOsYsrQoYhkdYhIo5uy3HSpGAdithynAlsK6rCjqnGYYVa2
uezX6MSiEJWvJFt0rtlXYzyJJ6dd5uRoVODnN53V0zO1rak5nZGd9L4rJs5NOdRIpfjVI/cwDTaq
TzohWUIRFK0OHqAoShYpmMC9uoXe6wZdaVKOkKyCuS7taaZiYSa6TK812sy+E0exBAkbQezX4zHw
TUT70jw4kT4kaO7phxx6ZXrKhDvCxu1eh56br5eE5EKpb0riY9zLKizmi4ReWqzlnui/KtbZadvp
2GjUgKwlZ52IV6BLOhAfk7PnL0R89+Yy94Ky6rdBHtQzrVtunN/rnn93yHKHRkOwwRkFCApx6NCE
9UvfumnR5KhHOLYP2iEiGyuJUi1Nd8K6zgn1ASqxmpAOyo08B0UO2TNJe9LC7/SWOFm68Qh2i9d9
2pQj0Izp0hEkz3TTZb5G5haawThH15KCfRx5nfk0DQAeD1TWrbQdV5UYacsbKT8zY4IWYep0KMgX
WuqXKFoielyb8qNV6ZBsJfaCl2hlut6WKm7v2WgTet7yZrh2MnIJWFuoio6LzIfnNAEqMBu2kd2t
HsHgG1Gp+nVI4AEvXOQOP2KJWwAbczwnxJ4hU7zOSk+ZLSwIYCCKgypiaFr4bmWm03Rnmsi5i5ym
CzcT244AlC9TgrxRbr3PZUuyyFBomqdiXBB2C9pU0KdTTyY7sAibbzRCoCpbx3NfUC61cy/acDij
5QxpG7LPyX2ZS0d424Ed5YtAN2Q2XZTTdJJGE9g1+eIgXwkKTWjTMuQ3Qy6KKCrR0MfbpszxWU8y
dvrNyvPr0/Ce75ROOj9UUg7UAJUiL0Ak0PuAfE4TLeXDMEEemcTJD11e81AE6LU7dCmNf93Ms/yo
kBUKBA00X25dyPp877c2/XTmOO52qpZ+d3B6TsxNkzX9MXTrDNnyaKtXOitjQS0xpPuWu3W9qiFF
Psuk83JwZuGmXFI9328+7V1SRsZLBTXkUhQeiLyjHBztwSGCs0LiaNnoN27Kev0pE+acS8esGh1n
4zbiHJnDvTbtp74y0bOFTXTvsnYy1UOyoAUccdhmtd6l6ThQJt0nlc0+p3Ea52ybQ2lbtYHEkfLX
ueOU4MZaO2Blxrgw36WRk67hXSILIoF2YdW7/iknT1C9mUom9Sl18ENvHDWY/ml2lp5ua7pgi6t4
tY36IhWZn8umJR6ko5vHj6tdP5bV+cgF2ddkVQU1pzfnBdEtyX5OvYaqISMWhAGaN6maXdwjE8JL
YTi/91kdOPElc2zWvhIVRIgWM4VMbwtRA/SO3hAqzB+ybZZ3PYV+jb+lSiH+hlRNNLiSVnauNhdD
/BYX3uCdzkevzvY2AZXLN+UYJ/mv2uHWohtqXRywS2Q40TmaaQZO7Ou2hjAOFErptuyhjScdRBt3
6pr2Yqjr5HMoC+9jnDzHeRrHkNykVNiAzM3ITvfLrMWnXB2VIKFpFVWY43lM85Xw5DvWMtccCCqF
f528c7sYCiIrd3hZp+o2ackwPdrIt8Fzilg02QdNFNH6GUz5U+RZ8YzgbpnJtSJPC83NTCcX70C3
Y5x0MzXOng/xBPKeXVcZpBG98Q78HygAfckdnBiFpXWIs4AKzNbZ9YSSIDPxpD76/QrF2YRQf+kM
YISiq4IXW1HwUbKVdEW296xkNQg8NcYKMSZJjzsRZp1/kVWUCHAh9S6M/5C14iPrKxLRytGhkDnv
uHtAR7AHQdbnFLzPg8oqKPsa5DeMgnXdTKCpDSQy3ArFNBWlQATdV48Sti3chUHRH9xgmvPjVPHo
QJLU55BPMui6i1g14jmE0Al2Am9cdCNMAJUvxjbxj4S9k+yU2I7KBYJQvnAdw2IkqHzzXa1zmd/Z
UVAbX6A5Kwnc7lBFimp5caq5UYeK71HdLmPihnuCrVI5EFsphaHUPeC7dl12g8tV9wlQdkcmmleU
rDFhXcmW+g+fAempVkhSud6k299BURCnEelA8rO44whGXg4Dx38gflhyNFGBOEBtkA+RASy27Rxs
SsIf7qtyBFzHmhCqA3aF8XnRJvdJ1y5qypv76IvsBDhyB8kEK1wuswKOrfmN4rkVZ1yOFP/zdBNh
XGIGfIQ6oqOnIsKf8y3p56+rl9XJwXMy/4F1wPoUOcON7QVTFaEqtECbK+aqmcwbja6x36EZEsFl
l3Zz8VmlnTFAZYnIULOWZaSnl7mc+vKogHe/rY1D0bsLNPY8iHQRV3m8FvXtMLad/dbM8fQjyAQ/
6Si9CFMsUCnKKJysoPzAyO3GZZChBB0t5glEFSk39swhIgLOR28ucy2qhyxYlHNSYVHEh2RsmPzW
OoqaO2hEgrZMNdE3EZm6O4SD05ldBvJGcxnfwdafagSctlgoMkex2gIXk4sKCp9E+afQo4ucFedl
f0Lh5MQXQxqoj9ZbiXMRVRu3j56Gdn5ypGP6I/K9/kdambXbB7UHBVRMdnGpxU4KEi20V8dbWfRT
tKciJVpIETJVeVkk5ZJ+FvWMPnDwF9Hcg3srbw9q24fvMB6muqf4pLRPYcn0TGfbpPtRLc7e0S2j
gCRvDx0/C3rU8DEM9y6KoEJwF7qyLEK1HYFaqRIEQPuROyH5unnpxvLoLdAxPJsx7NKh2gy3be9C
CHVVXjXU9MYIk0QyU5w3pA3/yVTxSLzECuuRB9KWRXXqTRTc8ISFhWbyqbKNA+v8tlZKPTBdZQPP
aqRJNCtniXvhc2VFqKaWpd2OkRd8IKJLekQOjZdtlRtRAjinTM9bg7Lts80kEGLSDOQJibxxSoYr
7RDTGIbTTTyOMPG1IUQuy8T4ydSyzEC+sgq3ALrdF/Q2/XPcrQr+mZriB1VN3ryjyBL5aCT0anZ9
2awfnIjo8cdUunpfxvSjZqPDk1j7fK9Utcv4vZgqNIoTQEbJbDU5JNj6bvnDn4OxPbajNnrTlEH/
OkO2Dtu5aGaUuJVW3iHJ++KHTJkUDrbzeSpFaZIkJ3CeNt+tdHt8FWE0tZvEZksHh1MvT41uqHOr
Suv/iowjZgHKJ7fdxlGLdqBC70bCFz0jI1q7ivQ2KSOiLPWY99uoDiBzlOsIRFRW9e9LA/GPpwNd
7sbp67raWtkFnwMox/cyy6px0xSx7RHv4M45Bs6IzPYMTEf0djqwJL+tp/+7p//Hb/v1v97Un+Vn
8XN+wW9/5R/Luhv+EmFG9qHoI7wwZ//U78t6Gv9CYVACxgrgTQoBRrx/4Kiee66lgEoiUuC39AK8
Y+b3yiJeDG88nT+CuhHBS/5b4QVnr98fkMckwpwWunGYugkGNT88EwB/cGGGBrZbJ6U5oR0fbkrI
VI/YKLLLSl9quf0DgHH/+8v+69QCenQwYAHF4s1KeJCicfzzmxW1UwB/+t1JS4TgTuZ1J6eYuVEG
LDBTAJz1N3TCn+mL39+Q1AKSGULM9cHPFstSsMomfdGfkCYi4GbadG6pljKbCN7pfo4Qdf71J/yz
5e+3N0wD/KxAvHjYk58DuRrRyLqcqdZGy3D2fcAlXbmMIvdmzJEHZzI/WM+2v6IrGv/my/0Jckmw
kiZgyIA7wNX8kD9RJ2CCGdtHx1dakohbRrTzoJf6u3f5p+uFd+GD8W16mFf/CREnezKY15B36WbK
iIu4C1917niHns09/5sv889kEF/m+b2wPp99usxc0U9O8wxZVs161p2miYrTajbA3ObJ+sAlUmWP
U539TYz4//Th8Gqejclco+nPeQX+1DvrmsP709YOKSmlPCG6dODPw29/fZ3gNPqzHZFPl8RAAR75
CKBu/HP+Pf9w5xXFOuRR2hAFnEwjtbKV82HLuKaIXA7rQ6dLju8xoxm3CWCqt63MsSglcBFpGTi/
OviuvhBJ1v8K6twEm7RSa87WnsbOoRAplStQwBb3i1bsmI7ruxSyQMU/EdBTOMRPVWSjB6ITTzxw
5lskWrSP265Y3qcxY+uAKa6Gzdr44kF1+E1gGh3/yUXYG6JfqXyzWfJz+3BTC31WUVZ1R1ap1dgF
0qDOrhXDc07ukh+ftVNmZb6dVo+Y3JwNBGEvargckXbF8LLxCifI6NwddSIv19pzmNFS/l/rLRag
5N3rsgYVp9sRtuzHqJHfPOmpBTOIh7Z1g7xFjtXO8rQEcijN2su7Dgxx4dnJ/jO92SnqQsyaPg3v
V2NZpCMpmVki2S0RWZQ7GNm02NFw1X0kKBSH/Sq8s1DbRxvMhDopW33UZOaXziZklmWjq3s7oxfW
cXw9uWcdsFsu7njdAAiag4/Oq7i0nuc8MyyREhS1pOhtxgYX7aGWjb33+C6x76w5aYpIbFEwhWWL
jylk//zSZW5oJeoJ5Or0R1Dlsx6KoQrQdKem1lcOzdzTgfFkxXOJkAenSNgKc5VNDLSkfCGu2fRz
VeJLdYlR3cPsddEWz4SLtMPNe/fJrX1qywhTZvUKU2gidmRX2XdvFsVLk5rYvuY1AsRDLP0ZHUe7
MJL0Lh5AcvB0mNxY7ZMCo2QHzlaj1yNHUE812ppI5v0hznN3+YpetGPNAdCMikteOLhn6JLFTrva
W3aNLsZm2ys5rw8pprPwZcn7dtzhu6vGPXIIpa+QTy7xPrGVANUx6RSnX8AJPYCFrvfH9FpOrg/O
l8s2265h0NkjOh+ZXrpZejbckCie3xrtJziLMj+0PX8kQcNkldGkW0oxVwaxe+2V29pvi7KiXzPx
WPU6DZ7rOcS4baKoMOmDksg1r/t8nNzXOhSoj9yOGmBLZxXXrrOs/WMF62nOZZQxqZt5WL/0bYGH
QXcag6stpsnfD1VrCXhG9LATtYdKJmDfkG+JDNRNOxviFNsqi+sTFmFHPo5g2Otu5vbQWx9/WHAR
0A99IyvZt9jJe9MdCmIbqx2ga9U9c7WnLzkwrA9E4A4vTQEEvnfk6hFqnZKcdRZV5SZiPU0TRO1V
6spfu4Qwf/JDOBBvDSt+RVh5XFJIxZm7Im7qwvohinBXwCK1SEuHWYDhuosXrAg3/VbMJx953Vmt
FyuialhGKawYdVAdApuN3m7Mg3OlsSrR/XkKUVU/1BM1FEo45SkTk6IvZUW/vi21BrABgI/t1tdm
src+oogAKHDS35dBzkcgWsdsRZ+UX2sXgTcgMJM8tgKddUfudnvf9vTwHQoMAt9qP8q+urBjRH8m
zVIxIWtUKHGMMnJn0EJxsJWzUDuFhPKhdUoTbgXlht/DJpvao/Xl+tbKUtvLKHTII5CIV+tdTr3G
5aKmvj1DgqCLiNBXczgbAR8SPUsSsTmU6EsPantvcBBrguxzN977LsgKMHtObcLC5522lcn8izTx
ycaefAeJ3+xoroiC7Fk8CTyb/Ju47iTSqlpmL64d5qe2l5lHnDM8xsGOsnZu64JAAfa6tL+TAMjM
NEV6zgS2c0oXNlWFb75t8mjbeIX4Ftm8/xzXHqG026BKolwm6J4sI1OwGWOJvXPFyVWjX4/S9iY3
hArT+oA22nckkqF4XAwxxGekrQjZlY74uVK1M8sKZ43Uzb/Aus7naMZzImcyxMFn5yZScTnUntz6
pCCQZNyiYd6sLb66bY0t6QZUHl8xlOd6jWYK3TamlfmlgNr9vpZN9RXDKhYBWJAPhLvtkWeffg8b
s77jrK0qzoS5RGBeFcn5N5t4aGlolfnCb6IqwKVpJ9J1HcGvjQJaHsYy88dTN0zOD6wVyR2zd262
RTwXH2Gjk4/K73uAizGBhW86xMENGjB3YzLl++A9y/Bt0k4GHaOjvN1SgFk+AOLQAo9t3med9Lry
uwdkieUzye25zsC0r0WWh8DYMgmfVjO1XxYXHAY/M4W+yJxXWPoFtaTff60KX10nIjwQSwK6nDWG
xmndJi9t3alnpwrrK02Hk6jqj9bMB4/qiF2mpQen4vkfuuicN7dPo7dhDa8j3dobpy0NdoxJmWuM
U9jlE7qJLBxAv+1rOtRxM0l5PTjQvb1j9SPK7vUKG8SN5zV2p43X3GCwSMNNCnBwT9TtcAqrtdrE
AHdbpFTxIQ0d/w0N237y5WObtPE92t402SMsDX90C7HSQyb0JVj2HG51WmHdjddhZ1dYcz/2m612
1QsXhcg3ka+TZ78S8c5dwgedTvYyEGNAoa9TX5VNdMVHyC/9vjifuGv84axteNMEmtccdB1cOliC
oZcaiWKhr2z/vZsT75vjqOC7Zz2RHWKgPZ5n81sxxT/KZhwvUSb49/QGuHQ3EJAe8AT5Hi5ItHaT
AanZRnOfwwHFPZLj1vb4ReoIt9mwiBRP4iDe2qx1b8uztT3sw+GSdnNL2v20oum2g3BOVRqb/eqH
ZKUVoDHP/jCugDjcid+LChz9mKg0eoj5Xm4bkt4e3Vl+03gZOVgIa6b8Ys5vWpT3633f9ul10Kyo
DIFLGZS64VwEVS3+bdczjfM8yovL1CV9OitEVp+mZPLFBkpwTQ6L8JBe9p0HxFLaobRXgds09oy5
te5xmIB+92EbUi1QJRLvmbTeflrr9aEdC27Uqpi0OKCTI9RjHRZUs71dIkAn4YFIqGZQID8+EXu7
VMV3YY9eYsuIFb63pOVtsPw14zV0nX1vVWmSD4ag/i05W7WflFYC2Tms4skoNHuHAccfng5woG2i
SC94yKPOgZhb16q8izsU5kfSttLiwglGO36InrLHX6XjGf9iaf35vVexbt7xm9jLucMxt8U/IxBe
KFfCuKbDOm/bMafXhNrR4YCrYXhCXxFDPpUFgdO+p+IjllqmrsnVxXsi2nEm/x3l9Tb0HUrwsoEP
tfXmQn9kLSD6ZmI42ekRZfC2g5j9oXHn3ZRoEi+ZddpHnyh48eiEhKPAxQTVjzkXZJISyuljyeSQ
xDvUlPqewIX03UO7nO/8tm7fsgxCx5AD5G+tCuxLH7KLn6Wd55IoN9XOVkF+MXtPQ09ue4Z3HG3t
ij2FhAKkJGNWFt9QNNmHztTjKVXnh8vSDMUh6zSVJGSUbYCsefcso7611934qoJy+WamJAYzquLq
2nVsdre256B4E6T81AK6fr7SCZUVG2GLrPyMUq8ddrgQkXEC95ZnqaLzjF2ccH+GWs5EakW6+q7K
tBqODuaEd+5Ypt1eD/ZtHhxMRDh8P7tzOMzGmj67bzLBuQLBHhLMwBxbWP8aylWYTYlf8bEhUjHd
wHu1LwtIP7KneiTBNiOheYj6FBZ+aM02UNN0IgN7Oha+nC80MQUPK1s7t3SUX+oBS4Xr1O22KKLs
KlLlmyJDcpN65fLaFWO/4fRU17Zg0CTY5mxLOW9ik9Tei0MGBcp3pos4XjHPCcuAPUOmbkbUW6+9
Th80j7NDOnko6eO++zHXfcT3wP5zsoKRt57bbmOFHN40yQUv/loda/okL9a++XAFoc8mqO8S7V2U
qFvDOdac4zjpnHS4blkOd1GkruhhDn5Uyr0QBZJowIVjlrH0VWignKQ8wsTe1StGTUC+sxUqf1M1
iS7N4KFex/6G4ZUuEcyxIVkJt85gDtmMiGMDpYyuPd+uM66pyNOvTOqkbjvimLu+POTQUMgzIHxL
9361HEAk+zUMQVP5iXiB7oBYX4UqeBY2li80QRg8Njm4JMIixB1M/wxd3UXhJfeLy3kNENkk+EuI
TsChnL7acQk3dc50na3tnezVFc8JWOKCCo/Og5qHRo9vakC0PSLwZWMnf9gStAfhPM7ToxoEASSd
PPVZHF4AqU/YytVTx9i10bW8THrJ72IRBo/T5J0ChMGb1u9e/RoQt+TvZlVmNlNM795w9iAsyn8y
khu7tEx5m06L9SONu1tEZKxuuEW+8fLLXlSm2UHNQ9b27Xfhllezyez9akw6bEWsrvs4PWifBPPO
a2hpqExKIwDvifo1I7Jefj2bSi5w5KLAds95HwRvw4slxd5fmnBHcuiDW09PeeH0B6jpmyURw81Q
Sf9pqObZbB2UkBdB68F39spFAZL6RE5XIUi2xmQd7B3rX7g2t9GOpCFoLcU6wj3uBu0R/8v0Vui1
A81OjHxDTEFQsqlyAPfUv1Wo7Yhjwek1MRYRFdSuXxOhvruBxk9MbV1OFRIEOXA+Cg1o+CTLDmYM
WBZN0n2xcFg3M2v1bi1Gc7C+olaGehI6rBXlJc6CsvdVrZgI6tFugmJO90HhtfshXljikJBudd/d
YUl2NjZyk5u4cvR1hoxy14Mw7LFWOd99Hg6bCYD9do31D261a0wxj/gJhi0z3Y2oGWNFd4Eh4QJw
8Int+7lzq/gaNcCLsiXMk99ShDQU6Sa3oWAFARVsnTfylTAmYaHV1m3KfaaK9qJyJtbo1n8rbQbZ
4uc/8qqGbkjSAzuGh3snSe8yGJYnMXkVoSQpZRHI3XnlCsV5PSoMIgg4fdU/Rh0eXU6oDBpbT82v
iK+j+9iOTHK58zYGMruqxqF7RojuYs+knVQZDsauHyuqZYL6YUazt41YWLHJ5k+KhqFOKv/VSeVL
GhXJrh6Ffxl381VoeVgji082c22Sh1gG9QeIUf2tVvIix1d8W3UDB4zgqmsycq+c/NFW+ZdmVUSV
CBSV2ZDxyI2t+CKQirw3XoluAntf9YX3uOjpvNiNxrrfDMotQkAMcak97r0TVywO92LF6KUEbCZl
8kBQbja9qEKPF7Ww9Vflhtq/iQZLhiaXa5aCD2QJmiw5hFs/WsVBAWCRRu91Yq8wvzFKqelODMpA
wKeTIu2ob7dZkugvYclLzRb2EFu9erBjqW+Y+5PtMFRPuOvhvKRohq8CGdatSIeIL7Wsn+GzbYRF
o6+OyIgAiRcGfpopTD2cXZ0aVYPx+ExznC17MHlxyNPJnIbIn7/F0zIyVOf80nUcXdYe/KGknuxY
VChSt6YczOVSje6yq0w5vY1dTw0Ec1p43yGPwYZkpb5X6/KUn1mfaYlwDSsGiW3kiXw9TJUDvWfw
JBwXm6MbWOoUiijPC01MDdXke7dveooKtDynJLkPA8TUb4ZR/QLOFn5oMRALqlfsvm4jlx9imdad
WRf7BMQyhVsyiLBV0G1uDzzZuho/fYe8h7zazp7ywXPHqwDu7JPoj+ZDu8NCJiMxew/+WdDL9btq
tR0U1/cGdq+kjyE18jpuctsTOqaQ7I00Zj2OxGpkuOabcL0Mz7Dr1ka5W+zdUpOkVufUgdnYNzEP
tznFJb9GbbwNz3kvHNhJgIwhEKiVR4bXduPUeYXXGjUNWUIZyfJhC6q/kdbgTmURK8UGIqC8XrM6
qvYomSkiXdRQp1dxGFTne0LrC8xwwXgIw9jITdAW/Y95SEvukGIy0bEmAEVi3Zo8dtgZF58TNeKu
nZHkbZZmJCmgmlPz7plefiEfk3lSlAv9Y16mZ8BZlq+cLcbTj0VDexob8KQmpsuc5qYhAajalBbj
zKZzO6QoVGXhOY9q4PZdSNTAR6NLpL0VAsk3B4VJdQqGYn0wLZcVD9wUytaE40CigBc6/cVYh4QT
SKeU0UElWOAO9v+xdybLdePKun6XO+cJ9gSnq6Mky5bcyq4Jo9yx7zuQT38+eu9T5QXJWiGOb0RF
DUoVCyQIJBKZfzOR9dPVHDIotiNMFPRFcrKUboire8sulm8gsGq4NXUs8uuEnqd+0h2s9HJPAo+T
Iktfzxn91mPfxM5fTpxOGr443pJfU8adeoA4rdnsyqajY8p60vO9g8YZcEl9tCz+6tVfZ4Q6IHRL
zM0jZtrbL3VMjLHqMANu2NX91ywJqUUJGvkfF9Sq/IPtDmQ3Ukf2iNlwbMLOQhVnl9PCH3dgG3BI
mIoKl+TeWDupPfy7t05RCICDVUONhodIl7035d5dhR5Kseo7dWSV1FvJQSzqhh8pJbZvJ1rVGiuC
ijVLN6nnk7ekcOkooqNh31CAoHVsDQ/N2LqSBQ0rfk0/quUEE1FG+6RoUKIaUFlIoHVP2kd3BpvB
5SdLl13VFctniDyyBCNkIEuCCarzbRFAd45525t3NfWAH2w6G5/hsc6BL1Qm+lVD284HL7J5A1HY
6OgBXus/aKFt31TmiIOr1wlObg1pvt2y1OKhAZLzis44EEq/q6br2i2qv3zqf/uw7h6mGaDi6jMV
tvuJuogHv6qev7iTU19Fbk9PCJBVbCAdV+EJPfPl6gMJN/UmNM2GN/Dheu0NouNLvZPTWpKC++06
R7I2SrROXiWY+6Abax4MVyxfLcuMX1MPC7/XXW265HCAFFAHiWBL4pXCzWVGOwS23JjPXxxhjV/h
w0JuNmQpOMZBUfBRl7WvkC0y0eFejwIwQpxCdB51DaTJyNGqnxA5N4xj7efeNzJEF4BO7xVvEYLO
gOB0DRKHWelP71y9Qo6ssJu1y627qIZZ3lhdzXT9WJSg5HGGj/yU7DSydffeXWNWEIKAygFtZFyV
m3j1h7NAVMEK9SW6ep1RGRy00s3EsdO19GFocWG8gaKUfs4p675rXBtGrd045p1DjXkEC1GPbBvg
p/iY5UtLphqicAh4YdATUjCQx1yO+u6bb0n9usLihXEhyyOZiTKAtbpwAvCEDppUVxVITuPoW+OC
R1joJrcc6WSRw9BkNhdszheQesXyo3M8/OJa0wBAnCXou15NY2qsGqPmT6/ubRzZjGkYfnhD6DrX
bSwdeRP6iXelYce5HFj1Dlf5VA4/ARw2w2ksV/CxnBfCV27pzX3bNvpnKsHDV3Z22O7EnDnf+xSx
aeJ3C9BzRm0suuNalbxOpcDGzOcAImxlRvlBlFr1OSaOGOg4F0CqInS1vlPODiHqZzVVBN4qe5UV
rQZuFHBDtqP2Uri7qPRYIONQVHdVLqz8YCL4w4MO3tztSr2WX11POiUGxDWiIT2d9nof2cbyriS3
SA8mzouYgi0WuDQj1BGSxCSt+ZlZaf8pDqP2YyZspD4aPXaoH5qx+6FKQg7FhG3+0KaJUe1xhQSN
E5kaPNF+pJS38+o6+gJ2g3MOCgwlBJSCbDNAnNC5A73DyqvbtCOSFfmATkm7iC8I1NrftMYq0wN+
mAsujSXlqB2nOLpF7TJjZQWosbPgckNIPiE3OHFJs6O/83R22hOWZ8atS9csxLW7Fte8EDCb2rHG
HxaInfdRBngPOZZE+0FON+p7c84TUCuzQDOUO8itSykGCHeJZsPBGeWs76Bp6eUViUhEUb+Oihxl
vVXbQUxwdSZB+jMZGmgyo6iAzzSVrj2gmRgZBxofqyrG2v8JTLT/kD6ELUwnAeUHgyNSZMkBmnOB
3U0/sHGTsu66HapXdOQsQJk9+KeqzD8uk91+RpbI+cbqKsFJGX37UHKXeVeGDSfNhMgqm0/UqFHq
iWwPsUdP8YisnHRvnMYiFSvCqLhre0HAQZ/HWKhJCgpOEnIAHMup0PP7RMi1rjL20TfUA5vP4wTO
acdRPUHYNhouze2Kj6TEI5ELSD2duoXBpe8+ohs8/Z3VTfSJsiAT4ULInWEN2/63CCZt+r6zEXfk
ZEU8bze1pj4dR5D2NJc6ozVPVQlrKojQJYpPXofQ46kZwwZhKyQVzV1rjxysVWmhmCHazv7C9VBq
YNDm0X0dN2Bfx52fyASHB9qb9anIPNTfShCLZBouFUqSblg9VDubKX81z+loAYTkdnTnN0b3FdUx
XFp9r6w+005oqlPb46FwjOicNZSeOMuuOSRmj3Wem+4N92IMvoFgIlvompwhdDuspTj2rI6/kHep
l0NfWOudpYtoUTZmR/qUNCYgLcjh0YGUOIJzH1NsJV12zOp+RqB+pBxqhD0egTL/MDWG9xnFwck9
TeDuh7UfTHeC2WzKq8EW/QMqAFN1m5kTtqylWcFdnusKhHPktGO5o6Q5OoclJZBecxM1wwMOjsKA
ftwaLIpJyArj4qn83lvjOL0rXCSBTh1skeSEVqn2xTVjIU+2aZOqUXNNwaGBJ9NOKLHJr3Fe2Q/w
YpCw7Cp05t7RAGCfdylqkh8wexNk+dIkT0Cxe7kr9HmkmC2gwRM4LMQZix6G9h7BDLs42D1gtL2L
1Mk1klDJTVq1xrwDhdffhLGPjp9pIjtBc8T52IomrU8lmoPgbtOW0hCXQ0CzQ++XYHhBCds7uq86
x1HkxK/aOu7SO6YXDoHVUxhGQcvzd+g7G38VTSwyFF8k9YhKttbfJJ/od6PxuE51pCGHqcsxvW8m
hwphCNtm2clhjuhpCxusXpqbq6E4fdZrcoBu2fsGCSICD11YQiB0c2QUWtdcmemaPPBG9W2Za41g
MabZ+4gzxNulwLPnHd1iQ8AkmQ3j1PoGug1h6rtQrhP3neXXkTiiptB+HLXUDg/N0pnfgDvmSBUi
QHF6HmXxCP4DrIJrkOWh32+ZwloBJr9BLBxDc9yhrritDZPzxdWH+SFrevmACC8NzkRPowsYnFXR
+wxNBefKYvq5UEN8ogt+PmBBw6pF2rq/Auk6/B3rfR/Tu3YjrT5oLago3JpHmTC3XH2CpLSo0pRD
XmgX3vsRjoXHsHWkv12d6xT87fPHsKoBo7w4Ga702hg/sMrR2ALXfaSOV75+foofoY58C4YwvHbu
fUhZGeuj/DbFRWu5M9kFPtY2PIhdhEzOW2p/L3P2ACzDMBQIfOrjXMs8XYECuU1VaJOh91ejyRmF
PQtWuBUiXjIJ6wDF8fiCS93jGWQ8qO+A9Uh0weqcvxZhtqeRmvRXiDYjTxya5scOYY4dWrD2p+dn
UHH2+M+7mSRXvCNIJ1N9NxR1PYgLc3+V+ZkTJMusB5NE+7EB0MWIkx8eqaCVr7zZmSnDO8vBBK59
05q19/75R3m8X6Ah21h6WDwP2a/yMZHOcCRd4OGqKNJr3al+xNX0JcyT6FTrG9aN5a4Ubgtw139s
4n9bN/RNl8iLBL7tUZhCyK2dKw1u1H+oo3Dyox/VE4DDp1YnjHPo21Ah4T0rn7FFJtnp07anGAV8
ip02vPJKo73wLk9Nm/cLeed40OEtZdriNCXxGeL+apahFQYtct3d/exToH0VUZ5DhsKZ6PY+/63U
FQpqE6UEFDJ9F4MS1ur5CnVrnTtoLfWAO03/03NciFLUlJCyqGct/PL8YIorpkdBYsXggVP1EYFw
UOQ5H00MUdYK0cmArl/xN9rECYc7QtiQAXT92tcnEiNLNz+aXed8qyOkUOfCta7CMkuPpSXrW5P8
8d2Fh1o3/e/R9tdDkaYSbF3q/qqpo9DBO1KPkUE0C/yU87Z9b40ZZX5w+3tuEjUu7PZ4Z1cAQTyU
XE59iU8MtNBLW/iJb2ERBAm1RFy6jkq8dZYl9ZykWwJHdmizojyC6XM6vdVR+b5//qXVFc0743+G
KBQgENvg1c8/hJy9cgLjhucdLY591Q3mdY4vw83zozz1QnxoTDMIgDrGDuejTD0tGnvxZZC4OuXI
EX1Xcq/Cn6Ng5n5wyTP9qeHWwQjvng38UhkuMxfwiMY4B0sIR36ZsQgm/XwtIq8Jnn+xJ6bPdT00
byzApSCf1638W9iRCEJp3qL3gSlGAC2WTh3AKOTp+VGeeB9I2GxKziqI0JZ5PgqOYiVYl7EP7D6f
frZuCmU/0uV3t6J/+PxQT72Q7xF2LKKAx0Y9H8qaJrpkNv1V3dZR0q6Wz1ZRVccXD+LpwGt0CP7A
xFUgLsL6JSkMDsPNUv9Ik9I/zvgjvfzT4N/Hj7PgUJtRzeOdHjn6GFmcAOYr9XTbjm/K3G+vXv4q
puGhX+IA0Wa/ns+XoEQUeoONHFO8wDYRWXljUBx5+QIQ4Bs830EChWGUcwceUod4ZTxDgqvMt4lR
QO3oTFe7TQEPjBeWwPrIShgUlsCSy3SxmcF/5fyVLLzXkWxsZUA2P1JHAoSIJSc6vPImGubxPSrs
5XThyHti2XF54dRhE9keS/18TFZ31oI9kQEssPmNAek2SCGGFxde7alhHHSIXQ5vsiNTebUlqQoq
v/RyR1DvzVsoboV7Gju91F+I/CasrmecaTisb85KJQJVaIyMA/Z4gefK8a9Jd/rvBtfDbwnasa+e
X4GPg4PhOLYFqwMJHZ8c6HzqqHBTCaQiGhTCWWmLs74fy75GfZAS1fNDPZ4+biJCEFNtXMzQEDwf
qvFDOdIR8wMf87gcWpH/FyoI1Y/nR3n8QqZObmXg74fdEQfG+Si4TMC482YjCAc9DQo8dJBeRRcg
s4vuYctQBAlCHsZKuhJYcalYsjp0DLhM9XDwk4Im8ZSNB89Csev5odYter6reCtvjXc021zKPudv
RfUCCxZkcYLKp/gLd3SQBx/C1t9tDBD9OFY9iueAF0KaFReix+PPxiWA3Yx/A6c8kf18aAD0bhqa
oRG0Vpq/x0Ripn6lmy+OhGAsOQjR6FjpHIayDml76o40Ii8oqARdlQs8YtNsL1F+nniXNaDD/Pk1
jjqKLV2gE3nMKE44HjAbQpAWJsGLsyKOP7BaNokgGarqZA6+lM8ldY8ZS5Ag1SfXmOGZIs9+YVU8
XusWxlHg2UgdOBJ1Za0D6s072rJ6gGdDemhnG0EdiSJDnGXli78PBweFC1RcrPVYVEPsVI1eac/O
2vuNoG8n5UkfYHU+v8wffx8bvC0cGwIEOjLqjqL9Xju+0TqBvbYmo7kH2RFb5oVpe2oUCDwQscx1
pXlKeDX0Arid3zvBYKTTkXvL9zBO9cPzr/L421BxQXOM2x5GgUJXDl0tozMe+QhEglrt7yKrFLcW
0uXcRPLxki7eEy9k03bmQkTYY4sqH6eUSU1HxrMDfYWB7l0yl+TQWtb44oVtOzhBsqYNSgOc8ueh
ANUUxAxzrK7hH8+7xXMAcgE0vfB51l85j3UkdmBMqOR4tOtc5ZxAOwe7MaPmbWbhvOrsVTRjjHEO
Qy7iqtKlfmG8J2bPIaiaurumk9zczt/KalsboopuBxqnJCwdseoII4b6/Hp4/FYOtThIapSnyHnU
SwxhjfPPTwF1toieXU8YypR7EDihvgduP49HoKd9duHmtD76+VRSbsMSjzVGjCCnOH+1whxGQQfe
CUw5GO07BLsHCvnD4GEclYI32cEY7qogDy04bYKiun1fLNV4yR96/WLqY5Cgmcg8OSsdUfmiQ44Z
mTfUToCYWXcDXsu4c7QqPM2ZlG9tY5R3jYW4zfMT/vizUoiAdcIm98nh1aQQfTr6qlnuBCk0RITD
VkRmOQ3H50cxrUfvJlyLkEh1jgqdpVqzLmWnpU2CfcbKsbfhkjm1PAEhXik+pQjfiK7KxF5L7NBe
5dCrJQDkgIdMKzTj2vVGMDRuWZv1Hs+dsT0gttLMh7r3JNrNhew/9fCn5X7JbBcHRWslzfgR1lJ7
3CggbKAA4o7XBgXYS0aVj78ZjEAOL/6hnspN+HzpoLbSOOlo9xACEV6AW/AqKsiopTfr11y9xX6I
5uRCMvp4jzCmg+gmJwCEVVtJqOZENm4NkzPwi3R5Ry6PfK2OToFRiPG7aAfrwr3hifFIEvls1Emo
yD0ar1rS2Jy1Lhi48x8G6GGnEUn646w7zo0AQ/n++cXy+EzgIOANeTkqczRIz+c0kXaR5bndBV2b
FtcgxuddDj4ZXGV4qSD3+NWgGXP+kNqjmilUj3RSemiiWs6ybNr+Z15GmET0ZfQmJD86JAj8vjg/
oCZOVsVBZ7g29YzzVxu8kSZwqLdBUunuDZwXN3CdKLpUm3m8qX1kWC3Ses/XaWooJ11OLX9JkgkJ
pF7mDxJSDe5eUXohbD4axTW5PmDAThUNWdFVhfT3ukxeY2xmAtwO9K6KXpGyUDFpDff6hauBUUh5
KTO4cKTpkJyPAiNnbf52Y0AXNb+CJBdf+SIBSZOPbvD8UE+9EO0K4gCXVxf+w/lQ+RK1rhGbYyBD
x/yYFZ5+rTVFdXj5KK5N3ove35rLq2ugAyYLy3MMQh2MlxhG+5NsUE25cJI+9TK0dyhuGtwUiE3n
LwOiZfBqTQwBMCDMQqMEXgg2hi8s1nNJsDyu3lSqVpEAQ1kDY5UNskSHPXCjilotWmAH0YNyePmU
eVwSbMYxbVuNCHAsESm3/QHQfBW9B66PPtw0p19fPgrL2CFt4+MQgc5nbLZn0JLgxykGxw2grbYz
76JE5qcXD7Oe8M6a4Tg2Fa3zYcJFI6uTyRhgFS6rm7IsXHkbIXFUv3wgVCKIAdxIqTCpndSqDxcD
ZCKaZZaIXmsAeE6p9OSFbHfN0M+yFqr4tN2ozgExJRKo+xPHm0EU1RBoZNzpKbJibBriAoWu1zKq
zHu8kkfv9dSNCCmamVNHL9+0622fOhN0EBSMleksR9hIEzTyYEBp543pwE6s8Fm4kMD8Kmerrwn0
zEUFZlU3UGUG4FBL6c68ZpVb6Y0Z2cmnrNSM4bTEbfw2NiXNTUfEnyvUIxCuDf2jkyX+hble51J5
CGr3q1QoZSaye2VPjyO+v4WbTIETLtWbuOuqE8C58BrXtZVOJJrp3oP0Mu2fX7GPDmQ6xZSkyEmp
33BIKhuD9w7Zmf4YlOUY3WaQrA66M2qve6hLG4ZC14TrLR8VLIhyy3AKVNW6Vh+D2KF/BdJl6r7N
8FhvuyLKL+W+T00nVUqEcdeVI2xlOss5q2kxGfjV42F/hRxidIvQMSIFJpKHpzpp+NCdnn9/fjaf
CMwsI0pha5nI4Pw83/8CXCet83GkbFkYb9NwmI4lVnovD8zrpRrFbrJ7KlPKRHpZJC2njaagzyZw
R7XevYohSV/4XOuXVxck24EjhgxxDZvn78JeGBIUuAj/KBZekSkITEpATeD+hPsrIm5amfx8+fSB
3kGSkR6/YNefDymtuYFLtIyB3oTZRzqW5gGmgft5yyhk2QzA3VoVoelpN6B3wCE9wzW+9tGIPkR5
Hl2IKk8tBZpN/4yiVD9Q5ywtiGFjUGPOC+kfwM8wmf7hpe9i6QgZOWvooumgLgUJJAkMZjIEdFur
41JboFmNwbwwyuMgQROVpUCygZMUhfLz75JzOphtY41B60dYQ9biMJcoGWRR9uI6Dm1A1JC5SaJn
Q7K0Pslv/cAa99IGQ1W+TY86cJ4P/bUOLuJCqv74XMM7k91jcobq7FUlOOTt7HRemCH1IhfkLbHr
oXoNIRabFiiO5WcR6vdhMYYQNPJqenHCg1a+QWYliPLkVcoriqKwjTAmR/A62NORhlLDME/1heX3
CMWCGtDZMEpgT2ec5WsnGgMBlZpGZIo2paC6MxQIzkZR6hyxMUeBs+3xmFyWGAYNwOIF9YwvL16i
xop/ImABTSI7Ov+kSRuxeJNwCLIQay545/ZbX6vcj8+P8jjec/mCdsa9iGSS5sf5KKKWfqtn8xBQ
z5myN2aloXAwN2L6wukiX6WzNopj6wBevnBuP97nFBypE+D2SveNNXU+cNeWRS+soQ/GKWru3D7U
DpaVeRdW7DpJ58EY/DD9Pd4OTBLx+HwUHF3CQq+6NROSuGTH8HJyWZQB+Nb2wsp5aig6GmD0qJzR
QFKG6vPFnsaMuL+q2u8Rji0oEIP9b0dDvLTaQd2IfiVoI6YQfJ6yD3EMHdGrL8agj6PXSQbQXpPG
j4pUE+kx88J7PfGhKN6DNSDVsUE5rX//LbRMQCYp3ZhDILOqPuVhDR+qGeLu0/ML8YnYQr+STGq9
Z1AmVvYdZK40ym3uZvNiogSQxt0RBK17sEfNfojniGth7Y032lAmF3qmT7yg46JmSMWY4gpt2vMX
pNLulj6UggCxjvo4FuX8xUpTZJ2ef8En1gd3QsCbTCOtNvUqlecLODiU3AI4/nNybSJZiWUqzOvm
UMHr+ev50dbpUhY+vT5waYSOX3v7/KWcovVHbHPHANnVYo91XYtVtdfM2EX/QsrLMcHs96VjUgRf
+3DELPrBqlh+aXap5tPQDDCamnYUe9og1MT3SnbTjS0z40Ki9fi7kQ8DgEDHDbQf0JHzV4wxMG6b
hjpj7NRUqxavuqmoXR2ef6knbjno+a6tMiwKeC9dGSZJNdnqHrccX2QBamd/67JNsVWKfkSRe7Sn
5Kvtj9ARufKtVPQXX+XW0amkrisHDI4yuqNp0USOQnyGA/mz9c3uFhWm+eH5l3xqKmlGm2g1MpuW
ir5BzAnKxcgWSGnY7t0+lUdM3frjy0dx1x4G+RBFb7UVXeIw0rVIFQVCs6JXiEr4V/lkXIiN64Sc
L3w2M3kQMntUMGmbnK+KqfWTtC+LNgAxEO+btHK+dykWgZhmpW+ff5/He2wdilsL+SOfRy0nJb2e
O146tEG5tEmHoZksPniiRoTcMUfvXdG09d/Pj/jky/nESVJWi8qzshqSTpcVLeE2iGovfe8nqHVA
Lhjm+gAJousvLP0nRiN80NfCYoMmsZpxGVB4l0LvuqC1HTyq9bk9uGk178LOSl98TtO1Jaujfcs/
JDznX61GsALNYF4s7QcbtJ6RfgQTKq/7MGouvNXjjAcwGye0R3eVfaX2cIemDUscartgpIVS79ui
7Nt7IzOH5ATjqEnvSmnq3yc9zJcLYOwnQgllQZqgOnk/68ZWPl/TGGkT2SRbhle397reDLdTenC0
T8mYYXtuje4BraZ633TYLaRa9OL7L8MLJpih18RyPYJ/O8nN2DBxU0X1CjnR+Dh3oR4kcXrh4Hm8
aNZBXAGZhAhPtn4+SE9vPu7cAemNmC5hD6HmOKQ+nOrmUl/0cdBiJOoiKL/yb7Rkz0cysApCImtB
xAu5rFPUUWtvUFK+cKg99T4kjtzh2OuUDNfl9NukQau0iqwm/ZlNYyVSrjTFtPP3fjqmF0LXEy8E
ApheCGVjwQV7/ftvQ7WW1pmNx/kJsCr7K0kG53qc8uL4K4b8f3nj//fr9vJneePr8vu5DdGv//8/
2sYoGHP5oddL/AFYC4T3/7SNXfE/4F8NfIiowREI19D0X3Fjy/mfFU4OLIi+HGn/+qf/ihu7/7NW
fi0fsCmlZvSPXyRufL4wNCq5gBMdS4UDdaEMKyqm7hUkZ9+568YXdav+73cf1Yt8MxndLpcevDiU
GKFiz/NDbLryQrx7+rGhA52v49TTsnmSpXeMwVa27yYsK6IPkVyqn8+fhufn77+Pr2zJVdFfDFno
HjH16xD4wqVGR9wwhffLRkb42bYwVDs9P9ifXmZ9iN82ZUcHLp2i0j3KzhLWjnM5auGjuuJC3Dw/
lv59GeVM8PxGr1N/do8DwJXXhjHZxfsJbSL3dsZ6WwbAvF20nOamfrfthZQoUwu9Hr11wBFlN3mD
1lw47G10FZL/BJo/klbWquO/mdi/b6RkYAIpJb0fLOeIZp833bizRU5ZZ50Z30K2Tc3XxpANGYcc
ZFkP41TUe096GY+XINLKcfvvA5jnnwxj1S5zMDw9AjjDqBeEc4CF7M86s5op2zXRNBaUjjzttoLt
mR0HnKxEudNQoSledOL++wRKOpNHM/Y3zsQUcOPcW20FsWVKrrZ9QOX2X7FTJwGv60gTwPuMDGa1
g4eavuhW/M+jq92GXKSJ22Hei+9GkvygdlLdIneOwOqmhxdKbKC85NQIcjjHvPfGTwZOIjsZLt62
yKPeY9p8SuvabJxjX6GAfdSlBjDGrfGU3vj4SjQwUb4TiEsRDSp7SPdoqOF4goZH/rIC9b/Tr4QD
xNu0Eu0hLSiRN3XvuwSb2E9F32s/t82/svs7AfZyklhFLpVRHOfI1lrIhxlqms///vqcT2x+oWx+
bL3tfDBBhVcISRanCQml8ZhPM1YPTRLb/sZhlC2OTTgc6Vrzgr4fzP6qdKtSPy7QyuWxRg1Mbttq
ak2vqcYmtCR22QgILh+ydo7vEEjyP2ybK2UjT5kUBhB9PzA1mRxz9A2sW64HVfOQOQITwedH+cMB
5inNoVhEuIJ6tQhaxLevNVSU7vzIQHBx28+rGzrEuJDJcYMBfQv01lNpf3ERoblwmPzp6ZWzfhi9
ij6b6wYjwvAf+jwqjvawCoxse3plPw+JVaLnkIrA7kZcr/JZSKjzCNgtGwdQ9jMUSqfxJbPvGyju
XNcGbnPHNvWW6UX19H8Chnpp8MzZ6gxNugH6L8knT3TdvUyi5hK+ep2IJ/azp+znwh8nJx1WdD1i
KuE7ryia4ZPVICh002ux772do8q6hG/608dWdjX9JACZ0D8okSIXddUvlkQVCj14fdt+9pRzWSYz
+r9mC5S2i2r7uivMUaBjZbeXzuZ11T81XcqWnqM00ouJ9dSEc90e0ohi2H2hLaN7A6W8yAAdYZr4
OS+E9ddQAse8fn4d/ynnUdk4iOyGXrVMxN1c5PUN/k6rqsOS+aR1AnVcu9+VmNiP+yR26+JEAy9C
qMyerOr9CL1z2DbB6u1/Dl2QPJkGKQgt84OFSnEgcFm4sJmUJt0/i10FeDtjL1HrgAiEFvnatzXC
sT8C/FhygNeWN99FXVH9rDV7Aqa8iNJ5I6n6l69pb4j0s0AE17nwKH9Yqq4SOESZOmBsEjuoPcph
e+SXftRSTi9jPv37okrYyJEjwDMPzHeLsHUQ9YYNlgbI0vfnl8ufnn79779dakB0u+iMRTZ1RCm+
4DRdv0EQ6r+Vhj9eAP7060rMaCyMKjXN8wMn5yazHwxRLFiWtXN3YZX9YZepKMsuaWbHlK0IekwJ
TeRJ2lb/irgaOy42YwxAymTAHNVEgQ+1HAy0XsYD+fezKPED87WcRdS6gSvCAkMGBGTwhhhsbeNx
ofL3FnvJmsFtvePQIOPpziOmQrBtD5s+u8pXQGFZL9NGLkE3RH2A3166c9s6vRCD/vDZVbIoqKJY
kxwNQWoi7AheKD2E0Ea3JQIqB5BbTyWMFQRvcm/c6bHxgOLipaz1T4+u7GbDrUtb5tESRN7cvwbO
jaxj3oDa25aDqXX7OB362mrnJdCQHr02R5kdQvgewbbPur7Vb7vZqken7jN+vQ9Nez9ZXrfrCiPZ
+OzKbhaluYgRd7pA67FAyCx4IG6G3cK2Z1eO/BRklD6FSA40BqaDnV/iq+jYy+n5X1/D5RPHscrk
KEMHiIahTQFeeD+4dmbjye6zukQv3nsZIPefmOAoRz7sqbFMseQJLDbuOzSp0qNhV9m267itZO99
SSo0Le4UVKADrwUSpyhF4Qv4/Pz8Yd2rHQEDm+xQLFj4Rl1uv0rywsPDJd/46ErqzkEdYolt9UFT
paGxbx2z26MVl8WHbQ+vbFonjDq8Hijz1GUib7I+6m8HzAK3bSq1V0N9VIMrm/andqAD+96adJHj
CyDclxET/lk3Kv0nM5KxiUZTkhIOmGXVzpfZny8pR/3pwyqb1kmxjEDYazwiHI6SLPIau8b3LzF9
/vTryqa16tRGDEvAPCu1L61JflfiAL3xsypnbFYvraZ17n8f3TYbJCtHd+ujq7vVEeEgYmM8+hNF
Y3P99W7zxFjKbs1QIA3zjl+XqR/vB5ENeC+Z6bbdquKtY7DBlW7q/Lpt/mgS/ImiJNpY2VKR8fSu
c4HbEhOzDAUqumDc4syV23IDS9mrsre8MJ+z8ej0IRrUxogeYx32244oVbgICwKzrCx9OJbjgutF
nPxA7N7YOOvrJvjtdMWHDTR9DP2vyGJ7Rwf7izZ25sYfV/apHjqtNcdaf/QavQRDkvzdDcslEuUf
tqkq39KsxkJkwsMxdZEYc/HA3Q0tXnebwq/asvcsGtQJhg5Hzx+M1x3tkfvQi/JtLSoV4iYH2yxt
fjlYjLbqsEdGMAQdTk1029aMKslhNhgYDzU4z9kukCfT4I8H9WT23zbNzqPmdBKabSULTtawy2/g
kxoHDMTmbcmwqp40tPi2RLMzBL1v/WWk5tvOtt5ue3B1p3ZzCkVb64EGaG8Ij19m09tYK1QRWz6K
uZ5Ren2QTrE4DLHzocIhauMHVfZpmXW4RgqAByizoi6feree2ejbFvsvLu9vQYC28IRdldCOZS6/
J7PxYDrFi7r//+QBpnkeX0QyRRrn9Rzwsx2ObmYXI2bdWdG20KvyOccIG8bMbqHGQvr4bPfEgV2X
YEmwbb0oB+qA7qqeh8DjiqpdkOz0vsZJ/TKoxz9zo6puhCJpvDEB/ebM7bwvcDTcddmlzusfwqMq
queXrp3UWtEH0Of916KLjNe5FtYPm+ZFZa6bvdm3Pah4BJrCeGcV02dPJNs+6SOsrF35aRhnQ9A6
q1yukF/yRtxve26l8mRPNorhFr8NyuWDPcyvHbu7QJ7+04QrO7SawjDqLcxC9VDT9loa3iaLvrE+
oALZkX2ovUUztSOYobti9r4IXGC2hRYVq47m4kg0Z07yuHxbRdUJx7ptkfxXpfO3wGLX02xJCvjH
ahmv2sl8ZTvbTtBfleLffrmenR7xdO52bhHdikoGZRtua7Oq7Jkk72U84D9wrIuPyzjsU+/TpsWn
Sp/kPuLBS8ZHxHb1ayv9t2Jxt8UplTM9NGMm58ntg7lLjQ/L3JtBOljdYduDK6emVYayxC6uDzoN
KIFZZld+6H/e9tvKjszyBEl8Q9eOTkJ2q+nu38CVNx5sqtE3C7tpcp0jOU5cuXPQTDnAZ70kN/SH
Ha8ifkU3er0NLfLYuO/b6iCoYm+bE+XQjKO4sZt4htchAHNMVlfvjMb9sO3HlRvoRL9rnsuwOxox
5gM5vf0Gmf2NK0U5L9th0DPsNrsjNif31lB/S+yLmMWnpxsg4XkqAURt1hvho7VeWPcOvy0HfOC2
TAp4uPPfNqYEyR1pUDaGF3Y7rNIJDapYm2YF6vT5r8f42OTksywUZEl2i55+zN14U4IFXu/8t6U/
4B7qs/PhSfbpXrdDtzqYZEDJptACWvB8gHoqsP1O2UORXf+tTeMDzYeP22Z9/dK/BXGsaPTWtZiX
YYicQzNkyQ6FEG9THgHP7PzX23j0qEdLHlzK+6HSb+QIyX/bkys7FFNxWD6x1WEPar3OARweBfKf
G2dc2aGYAIO5HJB70ev8ra3l+7SNNyUpj/SIW0crZygzXWCajrnHNBRjKTv9uWlSVHDVTEehQ8oe
7Hnufok6eZN4zvttP63sT9n2YSZMrQ3m1Wc8r7zmVBbpNhiGoQKrYNSX/ghWKKCFtBxKmPae1V3C
GPwhbKniYENtdllsIM1SgbXBD3lotVcabmPvts2Msj0nDWnKxh74ouP8vSODk534uu2nle3Zc/DE
tVvhD4fXgqzra70otq1DFUg1hiJD6xIK1TI28RGSpHnQ8vLbtudWNmey2GHXYnMO0rxG33J+g4bn
hbRzndXHLRe4/OcxZYLpjkyd1wZxMToDqlZu+nrVZtpNqTnMmxJyDC3OB3GyUpZZ5bQBdtN/5bH9
oNXZh01To8KlJIjH3MVxiv0/dldj1xq71cF5U1cBiYDzB4/M2Elay+TBbeOhGNHdRAH007YnV89Q
2SBmC/kicMzEnrBsHmZ7V4oc+/JtA7jnD2/HUSQGkbMkpfY2KcwPSbPtLm6ocnN54uAF3fPT4ey/
7fXkLrTcTW0o6KXnT52LOSyaEWqRFRZmoAmzf2tEU7IJ6QuD4PzXTW9E9gPvYJSLFjxD2iaw7I3o
NDwG/pezM1uSFFe69RNhBgIE3AIRkZFjDVnjDVZV3S0JSYwCIT39WbmPnf8/SXd12ua2B4IUGtxd
y9f3+uF6awKzzRwNZjCrKOEZcx4tO1YdRqPo64ebKVmWpMCQY3u8Wx25U+l2cA3tlid6ftSCTqfp
kjWsKzPv7opJHLs3wzn/+r2BI5jCjcjpEvXruzga76fQHHvvvXppEridoDYYLzPNv4hoeq/keCiJ
gwHR67duXgzc2NBOF4qRKQuI0MvR6fzYfrhXI5m4BYSxL0bc2/CxmgiwoUFxLATdd6CiSw28zjQc
L0zEui0tChWnJQz+O3eR/1fiQ8vY64Fp2wKqtNZh3RTgauULpR+UCP3BL7pbnmub0gZau/Hii4lU
0Zw84iQ9dnsOH9DXr74EXd6nW4/p0qPnT2KvdRIkzrxY33LjfBmEfzhM9wYi0AKHBds6jD3jMKwD
ZcvA7ysZj90jwMDv9V/g5LLkkwZ6Jg9mCT6CHfRfS5HZg0njXnAUaVjxW7SEX+AhP9ea0bbECKXH
soC94CjLNvAU13C4LIqSKqQQscP1+OD+uBccGQUF3hx3wwXkT2bKyAPxLt3WveUL8Jtvu3fW28RE
J7thbHregj9u9KdNRcfOvL3eSJHe6hff1MvU5cONm8MZEN6e3xyKA9Ldkl3jNXaDssOlbVL/Jewb
dgNv/UGWxx6/W7Mx9smUOHzWAvy8+ZwtaGkt06YHgP7YD+zW7Yu56wvUDiMfz/Y6TfkneNsdq83D
Luf1ksqkhvOSmYZLlpiPgs3vrTQfj733brWyxtkYhkvjJeuK711vo5KDF3ZsUPZCoxEl8zxY9HCJ
pzb/DteF7WaRej02ZfZCIwPYmvNxCsNgOKyXFNKXMnBBdjo0MHtuzeQC3NErPD1dHRC60XAru7dU
TP/pC/+HPTjZRb2j2CCvy0l/WalkTYnb4habTSY2WTFdMHmjB2c/LnpW13iOAwpTFj6mz2hxg2dO
UqTz9LHINL2RuJfsb1oQn2mZKYFiPNvGPIR3UNKO0yc7kgDsSTd28kfPeQD0HgJLsGlT1NpP6Are
QNaMUCWrKG6pt+syBnl7IdnGk2vTtyAVRSGqCV8DKHvdOYpbgKjjbMMzrRLGn9lY8BnddsQvZ03I
BseKVcfd9w1+LM07k9Cg/TlH6Theck8KWFZt+HthJ+zTUxuuaV51aOCXFShpDEztqGdgceYd+sLC
0ZOPMPkBHJrQ6ToImI1cwr7IHQCJak3qdQIb87RmNkEJW/E1qZgadI94tihclU8CvvO6F1N0Zzsg
9q4qjkxy8Rhti554uV69D/Tj1K1hUifhCjpq20yN/6giYA2PhWd7tZfekoXKBcRzCgsPVH2CkrC4
OLi0dvtlnDQOgaQaLpzqP5tEfmwycfC9d3slLF62TRG8d7o0l7lQt4BKHCsO7i2OYSkdO3hlDhf0
D29lExQSvElw5Y8t2d02OYUsphKXdhdG2rbcgLKl7fR87Nm7fbJFe+vaZWF/WdwyPKIbTNz0sdHH
trK9xotTES4d0KUXNsnkPkH8CuX/Yr4deve9xmvSbF3XYe1hns2WzwBrehTzO1Czjz1+l4aMnTBo
Eyn6S4GicpmS9p57dqzTDBZAr4++EEsYJjpDf3H90GgYktv2so2hOJjl7GVeUSciH8SYkZTBevRE
5m7xZRak8i2LkN+EZPFuoRo92ibgpof3m/rLDsltGszHOjqivcXxsNhpHV3WX3hYQEdm5mxTVVy0
5K9jX5a8Hvw1hYv2upDhosbC52XWjzHu2HNCjmkxor3eyw6disKNIUCAnRtI2bY9wZX+YICw13sN
mX0hKeIIxx3NVEFRRqshsOGxstte7GVDtEqnouvRVavULY3X1ACBCaBZdWjw92qvue0YhEw9tuFu
yW55F4ffkdO6Y6Xgvdor2/To9Yx4FaWs7dok8ATMQvOW0dVvJv2eJEZitcBICKdTKzSrZjuycjH6
vyNg/U96v5d8RVO0wQ077y+B6+I/OdTmf3q96GPKT9iAvZ71sCPrWjCQh0tKszW4yqKLqhCskfSN
u8Pf9NUBXfL6B9Db2jRU5d3Fqyiengcp1r5qso4MtZ374BkNZ49BUKi2RhQni4oVSEbPPEjT/uDX
3y1sNAXTcGkRf1oHNjKQHy2DHwTvhv/OhPt/P9HuKAbhwCNnedmZGhM1d1qA9Q0jbmf+O1zK//7A
7jyG49CE9lrSARIWCfCqbWuTspXJejDA2svE6OzhGkvwA24hkC375QvU+78OLe29SkwZ7Uyx+O4y
TN1cbSz+y5v06IvvjmM2+mieZaYviG3PishbQuZjJYC9RkwHQcgsHEQuJlnnSgYJrhqs/3BsUHZX
aoYruJPatQMqbcpPC4f5vAZH/dhu+jfHyUz0cICfOoBRtuCnbm38Cwj79liyuBeKzW3S9UkX6Qti
rcds9XdqZG94ufxmK93rxNiGe0Y69d1l3gi/jdSUl0z09tghtpeKWUlFvspYX2KZw52yhbf5Lc+W
jh8c9t0yTYqtj2kX6kuWdm0F/+8bmYAzcmjG7CVj09Ax1hQCzqsJt/fzpJMqM+36/t+f/jLv/iFH
3+vGCivdaiOc7zBhHRHyhzMrTiqMQBClyOq6YzHWXkOWO9oA6cP6C0CVZig5mMwvSyss/jsexv/s
lHssmw7EPILrg7mZko+LCT+wqDk27fc2lnCyAOJ4wrujupbWYkIp3y9Rd/Dz7s7hDpMxkFAFnqJs
aj6sLhg+djw91s0EWNnrQ1iJLlpCMquXPTh/P+g4vRiR5vW/T57frNo9Om5AdSFsdKdwGY6qRD/m
74OEiYMDsztcF2c6B1KzgkIAFk4Vmg/Hb14V/Vvw1N+9/G7RwpCmgSPvpC5+yn6idvSgM/7lyLjA
UfP1qCdriNtqdAiiabVv2nKcl/VPG8Pr+9jj89ePF0jfOt68DPuQNyg4zvlV0/QtytY/jwtsHl8/
vSftsnlQDi8N4yg7RWQoYaly7IQC5ur10wvqAbGfUX+LrIlc3QnoEaq269r1UPEF5LzXP5CvthkQ
2apLxKmrcxaG73r08304NvQvg/b/qcoccBk6sGNQs+gFt9LCOfuRkCFd3nj7/2Tkf9+PQYd9/QPA
PJGN0gVThy6pfhqjqFtuhFzH6YxEbCFnmGTSuR5TtfX3gUNWcA9D01F/I1GcnBdK/DVLApeWgIYu
cFdwgZRPuks3UulxdKLyjDf+Z984sZy7AWdutaTt9ivWSXK3Dq25dYKv5xggCTwCHhi8DLVI/DOP
0N/yXr74VDx3Ih/mGglb4vFvJ1vxEMrPx3bgga/xX8/iISZNv/46Nujk9ZhA1whIAxqST6yJ2se1
kMU9EYQdO2DDYrfR9IFMe1RH5YVs4Z+UjO+LiL079ua7PQa5ptMBtfISe+hsFUmupJ/fMtJ4WTL/
MFX2krhlCTTz8yYv4wCvjus0e2XrAsyhqbbIENgVjsKKH6quwdD89TeIRnjrJmsqL8EQwLtZWnX2
g2KfDo3TXiTHXbMgR4zlZe0TXgeN/2JaeJn/+8P/OcSBw+ru1UMmFjkt8kLVIj5CVZ085ZxtP7Y2
Ct6obP7uJ3abTtgUGSPDKE/zFktaczNOoyhXkHv8VVh0tL2RVP/uk++2H8gT2LJSkEOYMFKeF+B7
oQ4L1Elon5MKiu5jVSV4374eNMZRO2kmhUHrSAChG/2CjejgAba3Ow9gOIJCQCcvEa7jTGzPJo7e
2KB/9yV2izmLoeX06MGtJRszcy3UnJ77vMC9P2WrCt+Q6v3mjPybig7PpkJkAWw6YCSIXnf2tRiz
Y62tYHK/HvvZFaMQbmovWZaaMzTXednw6FiyEu6FdKtAKTJeIn4RgBidh9XpOi/EoTwu3JNuQjpE
SmWqqaNV3IbA0CQ9PTbmewqAi0M19waP9j45NcV41oIcyg9hSvt6wB1c18RcyKaWgtwB4Xg30mNV
vL8xjSArxCBR0dRDa8fbdgZQA2izj/++s/1mGu4ldE2a8dXFASZ7xObTMExJ6UA7OR97+u7YDQs5
NWkYiEsm5uEOqtcvI3PHzGFhKf56yBnNWLDCORwgRqLOS2G6m3BUx6SosGB//fTAbbhP0ZO4iLYd
64Hn90E2zadD47KX0W1g2y5z3Be10YnYzoTYT8Mk5bGiIkCIr9+d94UZVdIVdbeOj1KBvTL1xw7x
vZTO8W1jmiGQUmYRZbd0YeVV+sbO+5vJuFfSrVDne3T4YRHNa19CNVYNFI7Cx8Z8t0I9THpmsPkE
upa0qzo29GPZTF1xTJAGNOjrQS+0Q8+FTAs0WvWelLlqprt+k+JYHyQAWq+fv9CuAQgoLmptPe5s
30MF8MbI/Ke29w9h4F5Ll1CPVoyO8Uvkgni9C4VO0WDEYBz6DKek/iLSwsdlNq46PVFU12w1Gpmu
sOMcqDuPSxGOwHhFjPzQGegLlyaPRXaoAg/Y9+s/ewvGCL4b5iVdmgy7CpBylhOf5dzVx+bFbqF3
QhiaRzyrt4lTbFCuXbqKp6BhHcs99jo84MEXvzbDcoLx/3DSeWJrgMoPVZrDvQwPIVsaD7FeTtGL
75dNR3RqJ9khfTW8H1+PPZA/ydwYPHxd4N2s5mQse0WOafxAc3799IQv6IZfuuVE2mioYgmHf1Qk
fh76qnsRHuDdwEfGoKishOsyDwI0cG1JeOxc24vwGLSmYRLE5tRDWVP2cmKPKovN52PvvlvpiR0G
YNJGcwoK3Hok0rOTcOnBgSGvRx2486jHRaw5waOSvOv0Jn/S0GfHwqC9AM+n3I5mWedT11FVwbka
jjDJm6yj35wPe7cvVZgY6Nh0PokM7Ni0MfAXD+SxO/ZwL8IDBir2CgD1U2w1h+LKPKO9entjj/3N
q+81eIsdYZmVufnkssiXMpRTlcmDscpegpfKhQbxiFH3GnYt1ri/wokf6yUM9xK8wA96bMDVPDF0
z9SF5bzCfnzs8j7ca7882iAasSKwygbyc9bxR83JsfbqcG/yxTVKyv2QLCcRTmG5DaQ5NQ1kdP++
Sn+TJia7VaoiORLZx/mZNipd3/FFC312lKjpDAQ9TsF//5nfTZzdem3WuEmiFn9ESvKgXknKKgCO
jynB/oboG3iTGUPxdMY6UeeQgVVF7/449uq7k1W22A6gZ5xOwza4SuixrWfdHDv49kqwYkhCo1Og
kVa5rGfNc1LCwNgfO/n2SjCnY0r9ZKeT4V6do1l+8lGbHvuke7cvz3Xie9R6TkPOs0qrra0gST0m
+w/3QrAuc5nJ8mY4BRooxNYPXRkP7phzEyhYr4+PJgFiOWrBiRdm5JVPtapy2OTXh2bMXgO2RA4l
54nl57bt/LMPh+1zG3Zv+db/ZintVWBNbG20QKx8SqcI/SgvAcdAordqhL97+m6hgnCDcrUrinMS
oHS+Br961T0fG5ZdDCwjEjXgZ2Rn+Hw1qlw91ImGb/PXY4/frdNI9XHvw6k4p4PuIMBtN8rvaaS6
/Nha3SvAhjlfEMUPBTC8UdkW5FaFByOxvfgLRlyjcQSP1gmOvxc9RHdMkBjulV+AQYiGZ2Nx9i/W
R9JGSZXw3B4LCPbKrzZU3HjXJzVcuG66aXgX0mNugqCdvV6joP8hTAKxt6aQP7RdcJ904v2hqfI3
yRdshPgUd0lN6KKjSzIo9F1zq5dPx56/O1S7IRpbtfTZOemjDRbqyZzcvrTqveUn+JK5/EOmu/f7
EoEcktw29KyHYL4xzbrqxzkLGTuhTzVrrkx7yx+Mb95Orv8vMeqffnS3fDNHmm5tR4W0dbPdVkVK
KDKcpMSqU2febFKVY6+Bqym7eMTZvgHG12XXXg2U6zMS61bqUnm5uitvXND8iGML2V0XQtIqy7h1
3toSQc4w3ksa5cPDOjc2otctSLIREFyvWCBKEEtFzMrJZAMCoZ7i05VpMfbsxzBxvURlIjOhr7GX
sHuuHRL6jNVuXO1UgXLbbkAeCruKMpVA/MDm24lt7sqoWAKalIWDNby8iQZJYX2vUbMEohl9BWrB
C85Z330aiEYi02Zt/pceNP7xtIzJWlPIfQGTxgjJal0tERfQaDdQl2QYz92PHkXbbCm3KQojW6Y5
ZfxbJxJZ/NJsAegHjZy+n3QJt6/WfX0R6d0MXrut7GAaNVfWijmSdYbGyebkcWVDTgFptrlqcsy0
olqpdamuyerT8C7KV1qcRbp4jb6wsXc3oAR0VUaHlT604SLyOhSxjSue0RFRWK7zOtcwwC23kdGx
g36z7TmrTYF8P6tQIdlYjzcbuykrc1Dd0TeyikuTZAgbsZdQvdzia/VclFOOyK4sokDpetEd+T4a
TWvr/Jb9WoR38XmY+lQ++onk9DMfgWZ9jE0Tx/e+4fnCauXRo5KcC7tEcETwNFvUAzo0cnyvQYgB
L8dCX7DlHMLVGNEYwMxe3jgab/bnmGvRs6pfUQy+ZuhAKp6jLdtmV6kuAUmM5cGLDaRaVGcDdLF4
iLbgoJMt63Jy+JZ9fyUpCmnkSmWX81JSWZyp5F3V083qCdUUF8zrS2S5znfhMsuTnbBHPdKeLe3z
thHW5ZgOPVnObZzOW9UznhC4xHKnauQ1PP+Wm7jr74rNI/HjabhsoIAPBsX8sgAllCCCMgbM66pI
47h9H8l8omcYrMjtDtD3CFXt0MBbzeOa2awMvVuhm6mBkpPCZC1Uy0+iAvTMTGuWDB+zVEd5zZs5
bX8i98kVFo1O+rUG6rCfH+USMvoMedaoz63L0CZU9GGf3vo0IPI+4lb6P0Sn+gUdM1PQJ48jFi0/
dQN35DpoYCi/8EDnIcH2JhlNy0wnxfAYGiOjn0nbNDkon6zQ7GLtuqa34SSS/mtrqUsreN6H6EZn
FmBxWDunVP1qjGWSlXKU+c80puPwBd3lnle4XcLZhT6P3j1Y1N9z/M99kPzq22n1V00G556lD6Oo
GjhW0q82wTS/YZL4R1OE7BySMW+f8mnJ6CnMxcA/jJJv/p1FgwcJcBMN34AcpEwsmutsTdf9JXFz
w+9aOsbu0vetai4jKaLpbhmLjFRtEifkW05JUvwRWdk8ooU8uMU1kv+F1hZdtjZlNYNBUFBvwueg
FsP63N/APCj+qgqRFPWg0On4PnNcdY8Ra0R0tb1Y3CkYebvdFG4K6SWjmwy/hLSRzQc+FmyoBmcC
eCK2YTGjiUZTgPxWP6fTwxx6E17jgQ7qE8AdTf+0gEDJzyGXfVabrV2xd9o0n/gZ+uloehiLlf5S
8AToqgYlQ/vEt3DCVsL7zZ5o2puJ1SFuq9Y72cLg+NywBfD4LchW9szzuUiuehgGWgK3PtGfnBft
ULFulqYt8y4CEHQgSbxdZ6VBkzWWhEFt5o5EZae8Hb7FpsAb1GnIItgZbngLEbB5KlvwVLtT92LJ
U8LQzsvH0aIx7ZQOk/1OQmcp8Gqsgy8nUBD0AeES+7PBEs6qVnGiK6pt2n9xI/iMMDjSGpZnZSy9
F1dr0CX77MCnm5qSjybbsN/7wfZ92Roc07ZExXudf9lljdPPQHBMOBAk3GqKDwpPefmQg1mmU1pQ
3HSeOkt0WqL3s0svqogKeVpXFitXssjk/s5uM0PVYgPGqrgJG4cYEZ1snF9nUNaCEphfEXykqZxI
zRO6BPUcrlFRZ8779vMUenBxV+NtcVl0HzT1aEnj7mPAct6F0dyKj6gcESdLoZQpznCNZ+a2kMhg
Hh1KYvk5kQLnnWmadITOO+HbvWZhK6veT5GpkmHKAvQtTHMjLLrn/Bx9MKHUaMboEmPeiS3MyE2P
K+P2sYfTnRjL1SUA6MBXvBwBRo6uUVzM5imdx6D7QcSWq3uq4hlzrONa8T9ilXvMBA3LtvnUs1ys
Z/xlW3tKtUzmT1SuvLmdmWjjK5poqXpYJgLA1wnbkQKpfQni5k8Pq2R4ms+8TW/mXjAGbTM6sDBH
cvgo3fLWuOFmaHUMzTCBhjg8zQOoh+VqXEc+4jfzz2vEzfZdwTQePekF4X1SjbBfZFWA/amptmbY
PraEmvgmLwb0uqRdB7GqXqc8qEBDNkDKTb3d0ECyZlGFC4Wcv8PrpunTZh0TN0FHEtwciUYGy7PW
vu9uId3lHlFR57dfODXmTsIjFWD19y83NXFYxXzM/IMPi0TP2Im9a655i08Po1kKutm9xYY8PoF+
MU/X0PDC3GyGFunLyb1xeAIwDOM8l6bAKg/hV8f8wqpRWOfex8WmihLUtJyes0RjfytlbNvpKTRR
Pv7w0zwkbanMuqVXl8Th9phg9vOv7bwBQYM/Mu6bJ4lymP2QSwzirSfttNVdvKTmBud/MDAMLtHr
yfosswzBk+k9PubE1vNqZaA/ZZEz+t2KMVtvxxay0Kd2FVxUScv7+es2gL3+TZPM5bqEQ1jYDRip
WLE/Onimhu/gWp8UP/qEAlo7qlES5FcwRIwr3ZI2u9GZmR3iNw5NS1+OweJwFKoNxweiPVjG0iBd
s3qGSQPQ0rnMgp9wlXdJFeJQb69+GeVztmB+n2RoFa3E5lFz1VmXfEkJdBFV7PKmrZCLJhmIiH22
XIjKUrqW8Rbq8XHgI0fLcQT7zvNQtKp/iPVgA1VSdGD9aPvRbOc0Esn6FHXhBP9d3LMWz0neWX5e
FUg570bC46/5DMpLDSg6SgG5CAx9dN3QZOdwai15wv1T3H1QMpv9XdR2Y48NM8HagCweQrX8ImGi
Oj00WhXDVuVJwt45KF+CaqNCrx9mb0c0RKPvldgKNoaNrLIiEsOTnFFjKrlmajzFDn216owWteiU
N3HX1VPYEHwJwVX0kCzDC8mVzi/BTw5pJWdVka8pqfUyhtFSSr+5L22u4JpUeo2uxecBzW3xZzbT
/n7qFkRcFWdtUEUtXOFchd19LTNLY/OFLLA9uGHUDjjvsy1EmB6jgXcwpYuTwFwFXiF8v/SdySqS
0rGWji/dRW5Y6t/ScLLrmWRSRSCTTLA8ixIR53WsIA8u5zjy5wKHkTXllDbt/LhAOlV0laY6U/dy
btxT7l4AqH7y8d2c5zI85SDYbDhGEXLUk0+w7Vu1BuwqaZea50U10fqhm5aowh3JSL471di1aixP
bhCugZop0UXTo9JeTlvLb7gZYKyRoK8ah21ceW+KoewBQ6K1mUJywxAPfLE6i+8YrJR0SYt2nCug
tCmDZ+tAyr5PWnqbW+b+SND90z4QLB198e3si4cxIAB9W1i8IgWKzT2jOfGInaJkercGA2S7Zssq
ijbyB9znoFkb8NIYbuRoQ35wU04+9TZgJ0laKkutN3O3SlU8MQsH/VpiGlfpttiK8EbcJElS3C+U
uVsWbeq7YysI8bGaKhHS9yqd9Ke0LbqiZOEwQ3ayKCnHcgtFYeeSIdp1ZwdUnbuhK2GfabQNt6Z1
eVFjOtNK+8Vv525q01sH+WLyyQZ59pEpG8OWnZguC24anYFWXTaYuTna5B0P/xCmceZTmlLqylXo
LYeUM1qtq8WLH8BVuc3DNiWfIjeArDuOM0EeI+K+rRldo+B2jRJ0Y6Ot1Ia3E4+a4nEOttmcV/T5
h589VYRWhUtWc7ckQ8q+I3LV4yk1JCA3gxhEct9uqwLslXWrKm00TPnneFFD+DTGSzycYNPgOlgS
zJRf+wBs728BB0u4rVInUlGHc8tNuaQCoWhhlkxUk0KMYssmDuJYlS51i/i15Wk83q9bv/qfgFJZ
hEPc5Clmt8LaSoeyRcNQe4KLTkMuU65E+36LkPuf+i6J9dlk2HdqZDQsu44v8rvTmGkSP6Gppk3v
oJ+NozoqtrS4Rmib2v4SEGPrp2U2+RBWrmArv53HOQ5pCUORHNejviXKvUdqnBFkwZBs+rt5VjP2
Bd5lNnoYNJbkR4lk1X6TqSyuSY8rsnjWNvsWzbEMvmtcsCJN3voUxEUUoXmF2YFgqWyWFbv7PC1b
vWo25V8oevrN59xib/86z2NBQLPPxgDnVdOlwfqRWt9urAwIyeLSmGbSVdHEijzOPt/cXwna/dUf
k0A32ylvgS384BTfChgOpP30DoznVG6nboW766UQAenfUawy7IhhPI05tie+ZSgW8g5tzTdtHHJ7
E0suQ10nfkIIUCpKKYMNfI/8AxFfO1ZuHV5iEWBcjH3fmmli9lJIJqfPag769dy3gSmu81wsKb6Y
L+xUj0Rt63dZpOhFolwW83dj5bieBxbqoCrkEt2JkTW0GnERbu5d2yYMnyQTaAacUWWvpmEdEZSO
FHYynxefFDkapMfmvmdkvNhmyz+MMXEG0UHq/fDklFLlBDZoiaYwtsTgi+Vtf3Y2T13FgFNdrj6e
kaDxYsnK2dg+GEqzGDu/zyKb8b9WoE3yk5dhyGtqX87Vks1gTNx4qtOfDqA80ZZxHxTNLXDMCU2q
Wfk2QDzqwuCyeczgC078KLs12OzbH4UXvMYZnzRPPZmnkwhGv+BONWiCK+Lb2FQh6ohzGeRmbCrY
K8Wf4tVAf7ZazoZrwV9ODIyWieDu2veiwok06M8pSvjhueW8M/UQpMKe1g2NDEj6AvTX+YxH4jFv
bYiEWTj5CB34clWNoB1WZLPc9iEKHQ8FYYZcl8ao7zmCFfvYSTvfmjHrFK9z57YqTbFxoBTDmu+w
vWhFzTT2TtFO8sGYEAGchw+Jvaos59XgHbgk6P4Ib0Q2xephNPGsHqZmme+WYejbH2Tacnnqczk9
I+mMTzqI0TOC96H51fkMQDK1JfZzCjOSPydCQ3DJYb8hMIkRZ5TKZvocgzq9VCPC+77KcbG5Ao2X
b6juYt+cq3GctkotyBgR2AzFVqHjxbEy4pi8o5NEVQOEMpDowl+EPPRFZ1BeMYEv9G1m15R/3ew6
+nufbK79BJuPntxrKhYxVyZeB3HX55DRwEJt22qAzfsF6OjkiQBhWK99trXoG2+A6u1wzmfvIx4j
eW1mpEYlBfru1rdNsEFeOCpfS1w5pqxsDJqIfjUd0BxXIhE6lw168/M/e4MiBM4sxPxA820hbpy9
wfb2EORFbz7icoJM9xZt3+ppskBGPiYL3HiqPJ8G+6Rxd/Qz8V0AmxuWGv6F9wy9RdIMg4JsSifP
mhRGlKC18tJKICWQMQOdh71vHb5wgRwRFbn5LOfFRSX2iK0RpUflLq1lRjlXd85mSDNLtONE3xFg
d3HVIxFdn9zAvH0fDmOQfbXN2C1PyyoKcZvzgmlx0ksjxXVlfIs49luS/iUtosnv0jGLANsXA0yF
ZT/6T6izamiFViTkeis3nOXTzdbOFiubjJ9JzOP/w9mX9khuY9n+FcPf2UMtFKXBdANPUii2jIjc
s7K+CLmVVoqUSGr79e+Ep9/MuDBuPxguwKjKDKUiUiTvPfcsGSBx5wgtOg6SkMEROu6mwPInrIep
3USlKWGUEjrdfDOFtmteJ4EGNh4GYGwnh7hB94Xc+KhJG5kP7iNxVzGeF4qu5JxLBGLdhQCg3N/a
bntW2vO6H6zTEd/NTtHSxPfhK3yDg6zAYV3MzJ3SPOBzqBJECoElmawOuAIPI0xg6CGAoQ094sHi
zcEGnq+QcEbn7hQpwFFxoLwJttCqHL4o86ry7K55B/pFTptuB39u4t5CHsYDmSDsZp0Ac3eLyhBT
Nw0ZCD1KJACPmX3vJqEJcuBWE+5Ji67xG21Fj9I9QH2XOkOkamjuUGeKswVM0iSgkRttY1hOOO6R
Bi5DDc0M6XYVxsnj++Qukca7CnKznYoqnNKBKdVsWs8L+9RF8IZBGvwgljJD0dtGx9yHyxQ4Zu01
BQmhUDKtyyqaD7kB/zgBHb6IWArBOdWwj84FxnaY+MjiEIyzt2JrNsrfYZ+UGEr2OMJiwE1OE0MX
t9ZpLzrbZv5snf6LV6xpCUokxzceYj3h1YBwetFCttJgEGB0Mgoch35C2iHaBq5yl3nfOKEXPsMa
V5ib6zM3K7zxyq/9pHZmT14Yr9r5heDdRCQuHeNJm11Ne1F3j+E6+md7bRSOOZHNjDMGtED46Cx5
UVwW4WjUZIP1AjqiJ0NrzhNAygxFOdUi6j6qBVs2KEwLF/RrMCPpMwsPT9SFWOaAzRHKIYeDjqQN
L6ysxwInYlivn00J0PV7XU+yyfzC78iET1d5HSJng6G681HV4GhwI+6zTGFr779K5bMpjI0TwZR2
4r4NHx3AEBVSLgBzmvcIrpXNsyJWkltZANe+G6/1OITZS9i6CR972LdCHaSGdl8KwPt4SHzlZQNH
fRdsEBdn+yOETgWbkhVQuURBXw284inIYSY8TgqA+Q2KiDC4aazv64eurZvhwAtvkntikT/9HVOX
nCZBNwfQLkhBbNxydyI3ksKE545YbatvZEX8WhKhAOg2ixXhcK60AZ9fMMrHx7UFcysJqQaWXXlt
ByeNoSDmIwy0yh+9SZeJ28HGvR7XA1mRUjygX5Jlu59U4S0xyowaYAWfjd0tsou83QAwcdq2TbDS
Z4AnjB2qBgOPRFGBOecGskk6hNczfEULfwUOSNYPrmsTLxA1ibHmToHSi4+RCoMLQEYdMEj7rCIO
YO2gA5K9xC2SpMJ46WfF0qHkzN+Z2UbrTvkzoR2cq9zJRoAuCkRCSRs59Q1zBq2fmYZ59BcvfCtu
KCBAnrWstNHDNAGBTtsirAuIsMC7ua26rg2OedF2zcMU4oM5Lm7Y6AO1SA45jbhXF8HNy8pua8tF
cZjrIWqeUM9W+ZhQGyxVn9YyFEDnfFhRVTSxWMyKJLA4CBaVYtzBwyhrwHq6OrXyVxi1Ue0kUQSf
P7ERQLy13XMxDfhgDa/VcDsP+NAwGsKTgOxml0fLg4ePHRqSiJXN+gSQOJ+zESs5i9aV36BXCMjR
JXmEyVZAYdLlXqcVobuldRCobVPznt2srYTA1HEXaV6nykbQ5jcWDgmZQR7vUsbOFDCOUY4Lbgnt
dTgmAfo3/V2MfujeSqjLtZtdHS0dtG4zQ4Z1OKzRWCeRmKYmXcRwDc4yOjizIfe7vQ/B4rTrO2W9
tBgX1d24GnYcQIIoxkpyGbjNKmCVTky045AMoxhTpW1YRKiuVa8VjwNPVN7bzBGWfczXop7voTz3
DSDGMh/WT69jXvGuGknbPfWg6NpTgFv9CeLowTy2cN4tn2TH/PnG8Ylefiw9q9XNshREA8eY3TBB
BQNwHDCaBYRcaQ1OU2/8k6VCT4lZkI+4H3ALdWpX120SUIADjAZ9/8oiHMMsAoHz3I4IQH2iU1Po
02BWpztwpHuhLsA7zEHpjsyCAGzN/fodaAbx0pqFRGl4UqIQS3SHp11sgL03AAewkV67melaj0Rk
GL1kIcQZsFjCfgArXLHrJxgpdOVFTAcWXTQfWwJVdcWrT3s9Hz+5hUockllW7HsZoRSh2O/aB28Y
XIO1VzDRm1iFGuJRdNLIw+ElrWjquYyAReAVfX52S26mDNsoLN/GtqvGL1PPar6RKxfsBcVA4M9x
3df2sCx8nV9CLtR4waldeDuNciUW8PToY2SeFFdMUM0jzlzMaW5RHEf8oEsQqs/AgwV0vXB5X9HB
9w2ac4Z8Pp+ZN+jz+jCGfsKdNnOgGoATQ1/eYxrsFOk4Inv2vgaBC+ciogRgUReNYR49cwWBoko6
Cth+3Hb50EsTV5A1+bEMMS71Eoz4BvuFfrkARoW+lJo3NGVrReLAYGBcxwy7rAFU0kqQ2mN4caup
yGao4JCB0s1+UL5CSLrYIbYTsjr6rUDLUdXJ1MMmeTqgH56Zkw5eiYn1X2MGuT9xVILF74TsdLuh
0bfafwzGv8bk/dm9hLXeCGwY1/Wq+xCtT8X+Il//Z+8SCWu4KK84z3BYUXSs0UhPGnvmn+Vw/4E7
Dv055Ap9t2tAf0H5TbAK+lJW5igmImG4pgeF7tYda3iQ86h3b2cNnChBdiihiSQzWo9/zde4crX/
F2rDz0YnBfDguSIDzySiE9sU+fbzCUylPkHVhFkHgP/wT2TNf8DccH4itQy9XrTveUEG9XHPH8wi
c5uqAtUmpKpoyBIKrXmL2nBeuj+RZP4Bo+tnK5QaZBTs6S7LghABAAYeF5sewNafvKE/uvpPVBeF
+DDNy4hhTC3em8F5nkKV/wk39Y+u/RMXDcVyL1SRs2xBxkBcDsu+sq33Fy/+E53FOI7ppA1YBsBr
g6lNFecOYI5//UD90Z3/tM7zeawMi6ogKyjROFnHHO03zuC/dPWfjVDcRnmgIuBzQcMGI1ATIdJu
lQ//+uJ/8IT+7IMSDI6Y1FzjcSl55H7qrhJTQoPFRYhJ6AoVKwvq5w6KCqb+UhYYdIC/Z3qVYTFx
GESwDNmL7MXvB32uHYA0//oN/ba2/pfV/bMjCq8XLxiXws9EGJWAu6JumYDk4r+vxTHBs4/6F//S
+U4XbCtVP9Zr9ejgSWO7XFe2RMdQlBtEwX3Oo4ec2NhwFEb/eXf/9jH/e/Elb//zPvQ//gN//5Bq
GaqiND/99R+PUuDPf1xf81/f8/tX/GP7Jc9v4kv//E2/ew2u+8+fm76Zt9/9ZYPq2Cx39mtY7r+0
bc1v18cdXr/z//eLv3z9dpXHRX39/dcPQLvmejXYEHW//vNL+8+//3oVq/zb/7z8P792vf+//5rg
GsNb+8v/+TFUH2/dL/dfyr631cfPV/h60+bvv7r8bz5SjjEbdeCR7uD/v/4yfV2/4vh/8x3ocyM3
hJ8gfF3wUzukLZb4kvM3SkF4jFCpM+7z63Olpb1+yf2b67oRXEeZz1xoaCCF/393+rtf1X//6n7p
rLiVVWc0Xu3/dkr997PFXdwAWlqfRYwGLISs6vePsNUoyq8WKpUUsN+MzcTg47szCiAGAbFs5w/0
e6A9taUqst/9Ff1/j/n6RQHKenH4OF8GWPuLuCG8y+DuED03fvUO3HWAzFeNOg3G6koL4U4q8qkC
aWKg7AsBussBNB8Mzq9XnGE0nKLBfAfI56SLNiUqLR7KlxJAUoXJb4d0GQs2csGUuelhjHvvTwMD
SXZBtRRKhVfXpAb0MNQXqdbgKS/L5Xkea54Yqz+BNuCKmrkgMzCMZZUZvdMUlF5SOXgthbP5Jsrb
7tR2OtV5ay6YYjUXUNE+69rwM2/FnIIt4O5rRenOa/WnKHLyUnXCXKQRoHI4XL6Q2fJzyYpua0sy
7gXGEGdUwfpHRar3UZByf30l5n38TBuPPRI7ffZDvsC1I2pvihC3PE344fNM2I+eVHxXoZXdIaT+
nRf4AFfuNZchXFFC/vY2MNMIdhjZypff7jJcpuYC2hA/T4v6nCq8qll1WkDNlFbaagSUsmDXoTpN
0XCzH0An5QsCwgagzO5kLtYRdMd02VxYlJd71ynnFDsGfj0cWB+Esn2MHqDcU0SUm1jD2ATSX795
8ig+5lqUNAvMOGUVsLpzcb1x4+J+F/gVbyzg28vkw4kglnjizmvg4p0Q3D5DuXy0VtMmWYK2YTGU
M3Q3li2GHw5egGg7PqVeXrqfIC3y3dR40KQHjAB8++2Xd/XqiwfJ4dCBD7cuw2C3zoCmY7Xk7EfN
WzgDtfiJ3vQphvp90MRNXGDx++vH2nmG7+DK1Vw6CINSrxfva4GGfgQsnnJVBD/CcBl+MHgi7T2J
X0i7lBzjFv3pzXlw9lmznGHA7X93pYtPMRzPjWHTbbfQKRk1+gl86zMQk1sHMbFjAoTG3SMKlcBm
curbhwGcnk2NdIMLqfrm6JgcUu1xijDGtk74TBtnANY80AszS7gBkBneYERHN0VwNVGKAMtkDg8I
sqEndu4FQsCpmvNjAAbyqekikXLXDq9VM08JWqVqH2FEhKGAN6borGbAc5oXn/APZLuOdwixZ67M
d1fP+U+PYhYdo8rDqTFYIwEQDOhz5KpP6NNVEsrQfIEy1gJ2iooanXi0JqDbtTEPQ32Z8MCHktcQ
s8+OigXsz7fcb4K7HvPgF2XD6b4GDXMzIBToOvxfyrdixEJYMe4+IhzQ2RUgTt0vBa/PeOrty1AS
Z4PWpx+TBizOVPa0OOsAbud8nWjmCLCCAi01IEVI9zbSndwzWfr8PpK8xKNloltLqybt64YBEund
U7NE6xmQA4iMueulfjOaBLAJ5orYNspkGOB1WZho3JWUTpAqd0W4rby13sD8NTgbzCYvtMunB0QA
lFkfWgixGS8OIAe0NcZBc3CabOO9C/zYbJlbtgct6gNkPn3vYKuc4gWclkMLCc0Gg+lzUHkk7Qpg
a06vH2Gq4U2bqemGjQcLho2Xqx532A2ZN2JJePBMQqUNLxqC6XdiOzEdRuI/yz6SEEI5zrkOZPXU
0Hw4uB3x3zVoNKAoutRguk5LJ0bv3RyEdiEkiYrQ2zvKedI0qF4i0EderAoO3sp8TC2m8pHDO3YT
EMxBIo/06eqIZVet04I4lK40B7/T+TNzSQm5oVl2OUihtzYo7W5A9oi8TkRWwACNga5BNUfj1OQU
AJG4p80awa4U88FkoBYhB8HkXHt1smYo1KoqUWHVfiqVA3QF4a0k884rHZ7C6qF6sLqKdpaohcJD
XXKD46fOMzqjunHLIXiBKa27R50MSS6ivnbDXPKNtnQ44/O3sfV1GyWtqC/lUnVZCFTjqZj6NQ5g
OnAoJS1ui2ImCdDAELi5P7/OHq+O5ZozrGobYQBV0JjB3hlCcBe8crefYjT7TUylC65xwYu31bp4
TyB2x5Xbm5Su5Fuz5pg/YTZLsFRm2RzWcBWnlbVF6gKQ3FugqumAMIx46EBLRKU3RpteYCaMFOsd
oFws79yMH6NvT4AQ5lgavN+QsGM7z34a6Xbco96NdipvZ4MlyuSxFcLbDKAdnZoeMpPYqcD2AgfQ
c44YNg8AGUtBsa27eKBggH9fUlXuUJRMYCjPC2bsOUIiAJS9DCMVGzKF0wdZihA1gHrUY1ftB4m8
R62i9Rn89vC4zAW9LgnvzMsCSJLyF/dgnK7HqKQALQ+zNMLuqkovO7YStp+dqrvJF7nuPMbHDRyb
W1DSgy61JOcbd3Xac96JIg5LDZgDNwJRboi9lUosiBAHMijDB732HgYReXRxGQBYsMFJrK4nFc67
eu+Wfn0HBuZ9a+1yBvgdHZEJ0Hxa0A5jmTOgu7J7BD8J+/OVhKQ8V3wVztKdAuRDxnpReIprX2aD
XeWtaPWDKJYqimUACpRo8unLw5wrijHUhyMiNnyN/FvhHsMuIHdUBHUe40nlhwA/EMPosb9EqqGf
dRjwo/bD8tkN5leC7vpIF9gzxblvuyxilbi7cihulgKbWiD7Pu7z9TrGqeS9R12/SOA4jrhdVeUX
I/u72afO1lXlCdYI/V0FBBwvIHjaB+PuGK6fMSJuLZm7tBq78aGbtEibmkzbvBQXVbLnZuHzLaH5
mGLMATJLX4xJGfHYv5rAQNFywlrFFB5e27EO/cPEQb4Fo1Zc+NDfaoj/oDF0H8u6SwOxvqOCXdJ8
rspMRux7lDt4TE3oAY+n5Bp8AJCtXSJwfoAJVtzJhiECqYjN9CAWwmKUaSShkdHPYC/xI3aabuOA
N5eB1w3jC9WM7yt4J99B9ZXogMNquKzMmfdE5P5FdxgxcH+O7isVRYgommwcReX6Y4iGwzDR8cFh
Or/0bkXOrAvHjd+7RQYy7JKKHufclTmwrftQIna4H3bgbUPnSFpvU07eAtJ5AD3AZP0Prwq7TVvy
pd8gyZqBqAiiKA63k6hnYIr54pC9j+Q/FXeSYMoITiwDCxg0MWTs0qdwFsHHAsJS1qHwTRjX5UZH
gUphpqVh4G8whQj5jKn5bLJwDDmAfilShDkfAFyAe4+xsTx4zJzKFbKIEe7LGx1QdoB8DxIKKU6t
j+QCeH2bbTTqDmbN2CegFwyeEAnwUg/ANVfH7TcGhnP7QBhYScNmLq7KRUBgAHJE3XpDgizDPA7I
dDf3ss6gYrnOk33oaArepCB/C1Co2LqTYC5mqy8wc1uMn4TdgIVWjtUR1LIy7v3J7kJM07dqqast
8Xv6uZRNsK01GLpUe8sG7ylP4fS1HkFuXG8xDHjrmr7/KAIhEhjsf9dgb8S+DxO7FfXKFuRR/0aC
FproMTwrVl7IitoNwqUJc56OPizUuRiMvK8MiD6Rdgm3OBjMEC/cHTdjRPQHFA3+a4vT7SMHzWeP
ZBw8XZKuzr7rptDJwIMG54Y1xDuBfgsVj8NY6KZwm5+OUSgHWPW13i1WrNo7q89OoRrAkeodU32j
XDc3jJbynI+5yZNlQcbcaEj/VsF2M1UuMokwN5G3FnOHBGz8+iTaaT2GoInn8aCqIEWeyCpjOzr9
PfOH7k5EhLw6XjnQBCO7fIsIzlFucKrwJvHdbrkdi57cWyxREZfSy9/ZVd2GmlA/M0ykC5RI67KH
0ar/hJ6YXSokA2d5zfqrhXjdxqZGpkZcqzC8nSJFd5xQ5KkOncGoEcxEHnsBwn5j3V15OIKrd4yl
+CcOinXPqnEESAd90C1IdOvWSDx5pRMiN76f+PM019OGleV0jT6RzqmIWrHv8qi+rRAzJa4YN52T
KvTqU9kwzPgH8HfAKD2UoofiHSHgMECp3TKd0SrdE8ekDpISs8D6YVwq8dbUqkiF1uMxnLtqw0sY
6c9BNMXFWOXxUrBvs66WZCLOkwig/un4+DngnzaFoKgZ5YJNGuf0DTgO/maGkOQiVqVBRwvfjKrX
TT+MSH5BaPANCDLtzViYt8YKB79pS7J5RDVeYECC/W4pP0fjX+Nxxnu+wra+6dHDGPqMEcWQuFNz
KGwAuo8V4NKWPckicVWcjewEhkR18t11em+CoTm35eL/cECquJuKoroBvaxKbcdRlC1VsZk9KnYo
f+54t3xfnHqIvWosTjPWa7rWdtosUNkduMOKQ9cbsmkg/kgr29/MAu6FFE1pOhS+3CpSrmcFa73d
wkfnOWdkiAO+BElNug4ZGeZmbJZP7J3gl3QQdwnuZ3IoG8wBRNaS6Bm0tkeEyz8Iw8DnC3ST1NXy
2MkuhTaDxt04Pc0CDAJd1f6rmsr1KEXNb70l757I3Ocx2HHPqx1fc7F2txYSKPSBTp64WAonpWqc
5vazUkxuMHV5n4WEQsFChmGRv4PRU4CIH1G30C2twxMlUtzUeG972A4UWb/WD4AY9ryE2g1+h803
8A+TsZ7XCxAED+qI4X2p6DsMfOe4It7jMOOUjHLQSlDZHmoBBv7Mmu+kgSW0cdhDPpEfc4dncJUX
SedXOYE1B4nVrWByBdKvlxsY5pMDhul5tgZeClazSq8KMczX8iW2DnkBBRQbDFnBmg8RCDc2HNtN
X2+gjnFPyPcYN/3qy0NToJo0VLEDaUIAFlB6bhE7jtgkAgkvxdC0rucc8zq6bFQAptkKPRBoGvbG
Y6P8mCWH1ALShDGumbOmEQ456OLm+ZEUPDyCExF9B8tDp2PIis3YFoeeuuj2I++D4uQ6TG0Yu4xm
ISjjDRPsEvXdCBsr5ieAgX4shts9tC492Fc11FIwXMryPMJzbDsIkKLv0h8f1sGHYCNyT1UVHcdq
/AGey4dXBFnXw+udszF2UFNc4eYb2eXHSuLcBJJzLqN82wIGIl59rHskTfkIFoaoIpQZEMLnrkVA
clQ/6UpNJ18t5F5BBJU4rvwRNHVmB/eTkXVfRGEJUzV0cga6PQytp7S0akhgrjlugKG/9DR6qVDf
Jsbtd2PHjqrBMRfaqMCYTh/a3Ma6he6zmkjwMOKQbPBAxCgtX5sQ/BNMknxEh0/fJtqlgjhgLKIt
BFEcBOa6QGtt5VVpeJEERDE3LBl0ogIpVgYKw9CFQKMPK4OWfv2BB3zFaxbQ2SXdYpD4rDAchTTC
t1s40BxC6ikAAO0TdYqtwJR1A3/WFMf2M+iaN8q288Gl9gv4HFzu1fIK0aAGC0Z7jxjFvwiPrHeq
pq8YSmG7mvQ3h/R3kjlfwhcvfRS9Qxbyo/bDm1Ggc/FA6PCiH0Xr7DEWxp23rhsXwrTJ7Jf3qzVv
peyn4wR5Eqbjns2CVu8L6JS+KQJ9Dnec5mKo56FWpBjpCgn9DPE4qA5lg0JTt2nTBmBmDX20w4kH
KoEWy9YHYTHyMGrt7Zi0jGxHJQ4Q228H6R9Eh9hXlwS7vlg/oVGZE9wO5tb9eqzz/hUf5oPpyp0U
8gwBwLwp2zGzXotj1e6rYgB/G4FiG5gEtbt2Lfus7WRw6SxJWvRpkL05DxH47MCZxoxWcGtYKVWZ
vDJYubpvUJsXgZcA80Tb1PJb2BduJQiHV9ndUMkYjqSoLeFYE0fBcJjL6rldFfLdSh0LW7wFtYdD
hILwIqYtwKb8CSPtNvEZy3LIseJx5GqHOv6OrOSE9bDFVe6Dtb64FUxZ1pWdwRPeG1CrE5B8XupC
34+QUYAIfcSQGBTc3qayXp/UCjPdpazg04UBPrQa5Z3AuRVXzfLszuWBtvnFt2WSFx4FV6aEGhTs
5xLJLVB02B3oGcWj10Wgswb2Ncj1Ef0w+A0drOoD6ZQ7ha1sC6FoHivN8fSWJSBhqWger/DqfLsO
9eOmgaLXcAImJ2lcda/V+ASQ0NkikMI5lFfmHWzY/W3TaYix867WzyvpBqiPQV49jFFH0PyEdRQr
jl0RpN31JEM33FtJQXuvQPidwM1MXaDIc+wBGtpELnMOQWOir9Ydw33OIWEUYB++G0xGYlMJefAj
PZ5QqXafS+O3L9DgDnvtrNXBcCDDwAjmAIzjWXQPfCjLj1wL5xUQm79rO+veukGonwZd27geVuSi
mRoCJsB0h5Y30BrAPsBGyJrDLclnVCY84RLtj9Oj3dMoVFOQXL5WqIqPWLbXSWOHD3gplgxW+vNt
aHl33Sf0vSblFTQyAVq50hmykCJnFm7y66VZVX5aXN/fuG1U3kIVve585UTfGmuhB6IBckTGsn/m
Y9k96rJt3oql6bdzKE1WtjiVQE90IWGdyN1YEdx9SeDY6DrWgdZQ1fq1Hso8DQyYvfHghhKlNMwc
Ix9tGAWtetsOfLxBtw7AAUNtdJT9axf1QB1AxQYLFOOWlFUsf+DwgIA5Ue8kXMz9TrO+zUYQpXZ9
Lfw7yFi+lqLOT3hL+b6WesxyKVBp0AINr1PQat+BkXjAiaKPXRv2W0iZ3CYGD9n5FtTTeELT0W1K
HL7Z4gMimIgLmMQrmvsyWpaHUspiz8F3+rTW8PuS6W9QU7o65ZacBJpBuJSjjM9RGB9U594FQw6H
KbvINHAKLO4eiMaAG3rLq3B5UEzTTF1jgAB1zVuUMfYV8UzTETaucC50xbDDqI8k1oQoXGHefgSB
rX3qr1Q84WDHVh0MPErZUkhSIvdGBwRS5Ih7h6JZ9shMA3Jjmd6H4CTtG0RwJnAEJxc4cH+ffCg9
YVH+sHpoW4TqL6alxY2i0OmYsHusfOPeg/XnAmvuZBlbA41V3KJhyChlJs3dq8bNr7t9K6IqVc3a
3AwBTArqybQ7LnoH9ogMal+oDsY9Lis/YGtgj8hvAqdeWrKxxfUXO3T1cCgGO2Kugs8BTyacuwPn
NGm1JpE/PRQC7msWPpo4zWeoexfB9h0XdVpFtdwUGsJxW0ACFkGnG1fCdqk/j8WhqlvnDQoQB6fu
UG+K667imkCd5hk/FU0lNGBhwTcdPows76zZVpE7HEIPxw3IXuzSLuMjCOLLvQHZNpYFnfdy6UZU
y7JO4Fp7ZxYWZmwZmkQszXrotQGTNZJiU1cTulC5oCS/gqtwGYRIEh5VyQqi6z2eXPOJkC83DgKE
QLU1ZiYY2PC0cgcn4619yK0aH4wMmg10O17SllP30kS13QTBzA8WhPwYkLUEyXpQ6cDLNh09aByA
tWBsAp3f2emBMA153d+RhgSnfGZ5hvs5SQ1K3twE3qnuPHED1t93f4AAzyx+C3b/2G8V5QBQ0HMJ
1jbYHSP/gPXr3o7OZC9j00F6psBGK9nU7IxTthkr7KsFqTFBbkp4k8NFAAb0sM+ulvl9hHQulUs7
dEAm1+JoyEzPZmzGz6LWEK9AE+ockCjSbUufDpAaDP0Jo6g6Q4GaAePajKDzZxCROqi3uzV12w4i
HWHCjBSEQWQMXWaQQ009A4U4ArSkG6f0q6xmzRd0UN7R1OW892Y1baDvdd7BFQs3A/PmtARjNOlA
nEyGAPisomWYhWs/H6BYRvjmtIapwd6QzQo0qIH02NdLG56AwfCn0fPbU5ErN51KDSNdzIKSAlj7
oNoGeoNBPzZTbTYwZiVJF/RYgeBggTaGEDosH9vua9a+YdjYbsGAnk4jvjuBXTHZ1AS6Yt1Q9lit
CuTcts0zGbCbUvgo7VeYVSQFtP/xWICLlgdwffE50XiT49WVY5hBlm1McOeGHoR8rdIFKmizVA/Q
sumtFGwCgTaqrumY4DOuUnV3HNYGqQeqzZMzYmrmaPBMoXEwH9RYde7ZOn0Ri0mmA4VvFM8QXu5y
TAxPi1qRxj23aMOAqdyuFZghDucEyG+FNeB03j6Qq/fNWa/wqm7Fc8hGAdzVb58DdD5pS4E/4zaj
WwQIgCsPdv5BQIyZgl45Po39+FkhJe0sNGoZ4PrB9KxGMp9VBUIuXfUnogauU1xcBGapJHUtp1Uq
g9H/tmKJ38ItJcd25wzf/LaKbj3iCzfJr7xhBGzWsKlYPFgH9BO4PnMfjK9iWqY+UXJiLLH+VOCB
QMx77FrcW1GGPyB3n4C3VrjzUHRzqh1lDmPXwbNqMBpkWCG/z2VNXtRozK4LoTe3QTi+0jkSd475
v+ydSXPjyJal/0uvG2mAwzFtAVAkJVFTaN7AQiEJMxyDY/z1/TEzuyozreo9q10vevcsI+KJIkH3
e88957uew9RKSvfGbv3vuXHKKTSYxb8BuxlOMBbkrdda5qVVjthVMRHneLVNzjcPmaNnCnnqU61e
iClVzwznvoOeiW+/ko32MgaccuEdSKGXMQIzmOpspBY/4da7jGZIXoZOWnx07I297+xmPjbrivxl
SHPfEYa6VbY5xIFrBndlPwPFIVNJNZn34/fZm1HE9Tq54DQDyitPNFVYNUYDgQRFI+PRET5TdwcA
SUJchsa6X/kPhL94i5ZsLWJMpfxrtvYdSmz9d5kTiNspkMkRU7V6HzmTj7bZy9dO9OWObx7v7IZ3
ktaH3zeYmHNv1ti/Nsl5UcxYnV+bIkAWL/7ChHhGED5toqZNXp2thpbVVx+TnouYmRDRSC+ro7aa
Ph3FwxLUFS+/nFR7ZMzeXhL4NAFVjOkhJQp6y6Ea3DUOr8XEYDlFou/Vx+q0tv4cXUybxj0/Rl/h
FOYsT3PTf7Zsnj7F0HoMbXvzNDuRps+G3/UuGTi74rbmz/MJqO5OV+t2J2efmZz90QHd6en7CD7s
yaKSrJ6JRR/Q+jDDsvYli7fFt3bqPCs37epDmJg6trgD3/KZIO1GQVM1K1pOYDVvjNl75yE323Q5
9RWQXsp1+Q0sZwyIMekMSpDWOZmTKuOHJtY69zfB0hZfW6NrAtnF0Fa3hFaNePaVZ10Vaw4vfaOT
zB4EdvvbNoHN44eGaVkxRgU17YamcgZuk62iX+ZckNvFBpHmOUFFSX70czGNseGnD0XuC/hATE9d
BciYpAlOwf5TsIyWiSzfIOI6Y731N2ORlaQThqF/NWuyemflu3re6Hq4TYfNeMHmPHsvjSuLGlO5
Xc7UulN5VSlBtQGVxuVBDDQ779ltErzOTin6E2Oap1HwJ9tsJO3POh2a7UZOluPvF+WPl36uSKW0
OjGt53xRhhWtZWN2Rygm6RrPFXREh4/laVMcu6E1sp7Za8fi1cRm/5NcrL4x5smwD2zxIxy+sRsV
8yyWei9kcWGGDtE19z6Z5ohZk5Uwgk05SA9ss2mvUmw6sUV/msa+z9gzPmt6F0GlD/iDrzaAJuFc
mRvwm5G+iBEki3uzVOX7tar9O8RtzghnHYjbZiRropU6w7+Usl2ql3mAMLWXc2kSAAUNUexmxh/V
uEf6aBiIKt1dC6JviJWFW3V5VGJx75ncWbKKs6nI7djHtQDnFqAmqKJmnE4ZL0NT/8omuUYr8XXk
ZK77lUzVgHw/AyCnjT5TI0wvqD4qp5FrpIToPjPHc+1bwJmAlVyRtd/Ollq3Rgf3hUjpVDwEK4Gn
C9vbNiZhTdE9sPB3Ma9gVqzlFdPT1kXpafPbliC/3I2zEUyXDa+adivpSlzPbABnR/WGUB+o7F5O
wgMXwuNO6tJL/ahObZZdDIKD2Qzx45rR5G0e9p50ruYjkaeaRGdTbiP/X60Bzm9YGHV8LyoooqZn
Xu05cx7z/SNMm6wsGrHOyKxVXwSG6d6iiAx7Q+nm2lJjcaEx40SIA/sta/UjVbLNm6aLL9qTZgiX
IRl3gbfuKO3cjNqieqZGO23oBiwyQTbO3fUoraWPDQdCgNrcKVLd0tzzbuZM8tZXQ61+7CXrvacm
M8orJHRKEB0Zo/2LeSTlr9IvHTfxNbTlQ7Zm8qJwjfdRbYAItHWvETA++5HDouXo1AA29tY8YFwo
6ExQr68WRJB4mt3kunXtH3VPhpidD0eZJiIuHTok8B/oEkqEJdwCWJl39NLxAniKqDsVVaejFSmt
L2myycGGlCosfRmDt9UDZMFO2yDaAHle8PnZj5vDJVu7/uOWyg6vCoo6HBSUUY4x5lM7b5n0zoQV
9eKTqGuizqIjLIg3RsWY8iJWsRv6ct14UDkRmxwVqFdbc5Pnff7SMgJBTmqH6hoaVvfoTE59ytb0
qe4oDr21fQ5QaOcEgtRseFCXeX/DtoAOduMnHvQB9Ei3RSEigX+eV7cEF4I02mA67M6wujtEg+mS
5GN3R/mT7zW0gyxNltCxqitvnO+dumaDg3Mnt/aAYnw0TFPtunOGbDCNO8SxPgItElD/9vdJYnMO
kEerw0AvpPDHdY7Ioz0QiEoYfp7XnWyAtlbv2mTzRmRk1u1I/DAMGre9KOUGJHYDHNTJ8gMWgnfR
LEvzgwVFXdi27HGak1XsGfedzeDb1biY5b4pMNFJk8Y/dDWlYzekLgOCjYqcFsiMUyIZfIZpcdcF
SJ5Zr/fADIr7mtRQ2rFaJBXrMbWqnYE6eFR58SJlHc9YkQ/IgChaScv236DwUfisUT0zK53B4ChE
NN32KJT5i9Fm5VVjl++2L7IH/PNvi2r6SA+OAQtMMTabzWHv9unODjDUdwDHCG+6oVDcTmbyAKpg
IbJTzodBTtu+LezxK/CST6vMUKSaeiUIyGCwsttnQifyOA+Of4MrERFuy6prkk/GeeDYxvaQHivD
Xi6kydRCOEwYA0tsn5xMOUIw7goXysh17fQmgQ4v7hF5wrTL3Z2bLa9k7J/HJVPX0qhQOtKf9FGv
yQAyebSwoThyhspgdYjlgMW2dTLCgYjjrSRhGmm5/vQXmma7YT+yXcgvW9TAelijeOtbG4NrP1MX
fKzuLmFv02FaWN+z+cVPwoHFeRzLzEuciQLOqnlPgxmWiPzB2OizMnqKimXxERkLHUNNOmWi8Y/t
6j2BCVy48LER4sFhFGHa/psqhbeXNlOM1TmgfhiRWuR7AYxtn/cG7cN32QjgJcEvf8Sq4optwzxT
U66kTf9YjAyVLCs/BJaxs/r0YjQ1qrdxudbunQj41AfhV8dV2eJmzZL7WkwfRfFDucVtaVAcdQG2
/ry5Ms3iRtp6itfCuBNpaxxqvWKgsesPr69iEsOnYVDJazupl1LXuzXvKRRnxu2dCdemT5JfU0G+
aqrWx94RzCPXh973kbV879Lq+5tMbGpHOjQyvPKdRjj22+zb1IUVBh6yjQyC3dwjv/klyaxkvlwx
N1Ns2cHelg4Vuqtui8UpLnCnrJdWnRIrz9NkNxT+6yLb1+LMjsrtUsJNKGQdmoSwlt7kNU6w2WZc
MoMnUrLQwjk5NCX1uMy3ws1vXad68lP/CCMgj422Pm4IUrQhE73W9BGwJw0ISxbslFHcOFWBQO31
TwRCL3VfxknZ/rQp/soODz0IsV+DY+2ntNJhlUKWUWaT3SZaRJUonlOv25M0x0Wo7wNTXQ1Wc+vl
82GDPoJacrBzfVOo1r0azKFkOUwxUPlMzUhDV8VAoy9ljVFPEeKeMMvGXo+E0Sj1lPl6Dyg0ue+r
ud6p1bjYYHnqsfwqJnFDTPuKFscKS78p4sKAGGQ2PPVVhv7vm/hiiuXDWkqqBuTsXWIr590ucQ5N
GWikBE9DiAOpigoYh7TXoEiY14mL3lhm5DxvfgjG1D6ylhRt3NLYHYH1YRqa2K4KU0Jeu6O2bgbJ
vSV4ApIohSIwr5GlIRbk8dyvur7w8JBuDHQ6NpleiZovWpBJvDDmGsidnzdHK0tue0w2t3NV0vFg
EAlKXlg1M9dquWK2yXmonPKZ7DBRPry6B58OxGgkVzntnMvpKbfuuu9khKWK19hDIYygDWBqbBI0
1Gw8Mr+cbmVvy8imlb4bxwpaSDMz2SvbyBud7rqpff+6IocbZeV8n8tkvzEKp5co+9gkRrtHwvEv
R6ha+3lYrrRNHNZynrnarszG8ULRUyvllSkxsVruoVSah2CW9b22Z/uuI6IW8fZPkV8m10UKRmLM
DzQnjCZRhsqk3WddP0NX/0CcZtZQaJaAK/CWG7jy3OmP2puvDd2jAqUnIG1HmI3P3ET41ZYYfsNT
W804fMcZ1UZRZ4crAMRP6Xfwu0ZXCzZbUF1/zdLOTyB0CugKKjiljEMvs7yzi3CiJoyTyZGfrk0d
l3f1d0kqIcJ5Usd1k1O5e4N/b1EdR/PKhiZ8uYB1dOvfzIzMrmtf1X/ES/6MBvzN5/4fcYN/RhJO
+a9eDepb/zNw8LeMwm371fzQ/deXPv1s//k3/x+MJlgCf/5/n0049j+7v+YQfv/rfwQRpP+bK2zH
CvzAk0gHZ6T6H0EE2//NC2wXe5iNC98/r876M4dge7/Zvunit/vzD1lj9n9zCMFvLDtxXB8bl3Q9
j8VV/4Mcgvt7lOWvMYQzf4I+xSaAIEz+Bz/pr1s5mcVAgZgYpXaZkW+4bwdYmI2jgFI1GupuXh1g
/wxBzHkp3RDb7pzhIEyL7MkL5mkJzSVzMiAwXV0+mpbp61jhQGr3pDJsAYxGtdge2N3V3tSQT4oL
fBPg+Uy+kvCNOoJzl1nDDXzpboOduRSXvd29j5BK1odEte0Y4TgPqsuCIkU+y7UisxieNSUZaqQ7
fw+BzEJaquGXQVsztwvd05CgCM5VchpTBKxdH4i5i9O+WvBFjmTTw7Ecijuau4q2juaU+lFXdEck
+Mf1Kav5S2Gy4IkmO1vjciPJo9Md6nXyTaDa7nau7TJmnsyVijGaprLtTs6Iz/q+0+0in0RC7ny3
dp3WLhbCXBkmjnA5z5dOit2J+YLr4fES0IFCvJETd/5I0GDPSMV6JIJuJJz3HosJgJuMN8bWNB29
UolSb+NzARmLUex2qNYnfPvKhe7RFD99Ura3VlGQPG3wPxPu1jiiIt8z1KfEQHEF9YJxPVx8mBiW
PbGPOXFMkcddoyZG4643tREmRyu7GDoXd3SKvkie3NqUbPdwaTcDY3TbPcnOqjZ8Q5xGYK7EcCyL
smSi7htj+l3VXNePujX94cLWfutHK3rYsgO16+HlnkhH0eB4TRp6STCd5tSW5YWjZb+GS1ryOKXp
WHdhGeBvDGWT2izcGnqTQzcd2uLIXZM+9XgxNuwQTG13qX2uv1pOei8iHQH71NMmoBvPd6edH1T+
Z0I3IXYYPLhvB2Xr7LpbRfMAEnLjuumARy6kkp9r4hKaM57h5wHCyYo5mpsPqFNpqGEnnVpk/Kn/
ljL8JYfSs7E8aXwmz4HhLd4ejy2PmBinwD0bzPFDNCXLFKPa7glmgGPcyBsvKcN9FjsRtk7abYlH
a6t4xCiJ+gtIN/4DyFLvhEKP6TxQgm1dFCgUGSNt6RjiG6WRFHWGRoWc6IZb0nVvI27vMbaalSvd
AW0IaeEc8N4vHmjRKMU0hZ0Co73HMNNka7BK/L4+tvXU/hQmUmxkW6n+ZhQNEMGBfNVCXRuSF1cj
GuOstdunLXNGYK9OazG5R1C8KSAgMI62mGZj0pXJSVqpj7e4Twg5GIAgBPFyKB9gG7C4h7VYieMy
+fZ/cs2NWZwg3mG+mVR+/rq7ww8T5AjiTEI7gU+Dh+xiEjDiz5Ze1eLmn4cpBDhDigCCGZRSTPby
KSg8MexsP+nTCDmjI5M92DXQjcHwy5iiZvmVCBMqddY7wOa6Req7Jh/1R2nVwWcrO/p205zmExBd
rXl32XQftkaKN9mZNvFSFm6CA6MUKy44D3uHm3eeg9ssd3moEX3uKjObVIxGcHYzbAEtr+m08DbL
qpjHqMCkgZmR36yN3L6AyeLUtFF4t2YTNaLgFYSBbPEvL4CsbvJxRmhhLZRrkw4pCQzYQYpl2BEZ
Vdwq3b4+1ACJyLLb0v8lK0DZCAFjS7AL9QkKA3vL0A1aNo2grwXNGE6cHjeVVLRXJKj6BLIGm1rS
zBUfnVMzou4oLl49FbhW6GObh0/kYArYmm54YHeRYYQTh86KI3itFSULRyGjAGJyUHZ866ESGCXz
ytcPVMgTOrCdz/2+WEqkREd47GtQ0toOY1IwLVnNigRJwHJcK3I2xOu4knXy6gi23mEqHigvRWnT
TUtbDSlQa8kzZ8MJPQqf1FWXM5cXRXbbcFPl2DdwqkEPZxT51K65ffQq0r4gSG9wNE/XfFzpjnTS
femkwIo9yH5lW+EiYWy9uPKKorG7owB/qFi3DInGixvfuMJd9yPRPAQ9myzhxd4lM8kEaL44MfwJ
4xwzNrPD9eAwXp1TKCdYCrQ61DgyWuwbVjy3XXefOHgfehOLx5YTDUASpXB95o5DYK2SB6/xi6dy
ZYSTLvnO5EWQC4nYsTt+IhztrVo8m45zTBgEhSTC+EGJe2slyR4W3Me8zY+eNtyonxih25A4D5O7
8ZW1yhP0n+SihGWUE69iWvo0ePWIIKYvYWfLr9ZaLnDUwvj3fONysQe9xWAuileGCUvosgwz0hPt
v0vwBP/eh1Um6APbyrrfKCmQ3kOM09kEjW/sDqxCuClndJbexuVjyiuuPU45Jc6EPnErVtgYdl6j
3ZITTHdywh6SiMW/R6YRh20rEZSsDBKpY/70vA3ZFp4/9lboL2leXSWzutQT3mMbzJgc1tvq7MnX
5bWBwdkICSASIugdOB91cbWBusKMyY3CdBHivSrvZoZjxZiD2Z2Uy4h0NQ54l5/mPm9OfOxT6HvK
vU7KgWk+Z9Heb1JwgZ3f3JamvM8axoKTA3UcSF+/J8fjHQzSdl1dVXHicfPmzF5w8I9XQiaPvaiD
A8LEKQkS+WNgSIsxtrburRG+yOzY9wuWq7D25+bdET0/u+78u8TgOtlcE1eD5qquRX+j/aCvojLI
bVqqptE/prmFnuWt6Cm+svbldIZljqZ7YnCsbjF5foqCXg+qMlPlhnOHfeWMfXBfAFVduq9BWbeD
gIa7g6JXH7C/qB9uSzSOdrIK6wGb6RqM+V1Ba5zypaqmG9UxeGc2X3K7agi+0KruyhbcF6YITJrZ
i9lq496iVI0Cl/1Ged6+JCNNVzWnv8BLv5tgRwom+Y78YaSmemT8bl8gT9uf6P5PhVlvT1WN2wif
D/XLJsJqnadwljmum7NPawoAzmGmOaSt/Q5oXzAVkZ+jwRTaM8NOmO4uD1LjB55pbr0J/rOz+uhq
UExaYZbHRTNqyjxq1lxdlx3hvGojiyTs5TRYPd9mhm7sBi7Z+a1lcDRKdzhz9O9V02zH1WhVjKxF
vgorjm95iLpuiqvRrh6SeXslsvOdj8Z0bxjz+iicsnhPdWcl4zFzChbr5A6KM7980woQ9XJojsWZ
zoTMAmP0HLHKmuQjMdfWvBOWmMqTYErop5Gvy4XYaaqIT3IK5tKOocCRMqjJSzFJ18I1LzG/zOBg
ZDYF1XcC4YfhCgnFWe88SoWtRXs2i6a56XqocTiEZ2/yuF5LY1C/Jr9n/+dOaSIPdUxNYDflDSmg
0U5w8+V1fUn+fISlUQn4Yl3o+3Nd3heZrTsiIouxvKHhIi7s5po6isTPuk15scfDoSz52GPCFO2d
7xJcKq8ZzZhNc4d9rPKHu6kMRFn8TLoeMAMB3yn5NknU56zI8BQvianG/C4B+4DxgDQcicW1utif
pLvsR7t1H4pgplw2e1bEuq0/c5G7k+ObNz2xY/upaPz21bZFa+4akVnmS5tn0mh2v7dy/7+r/V/n
Bbn/qqn9qn42n3/ta8//4I+21nB+CwIS8kHg0o3Sjkra1z/6WsMyf2PbiuefG1s6PuJn/9HZOg6d
rXBs1FfL45+em94/O1vH+k0K0+a/2jQbv/fD/5PO9m9gFub5nivxeFnSA/LneueX8Ne+Fi0Mus3a
tyx/EG+u5UB8ZlqzK7ba2DsYpuK/vDN/Ch9/DfT/I87/x8/jlTOP8s3Ac71/kEdKyhRMcvw89Kbz
bZJsjNtFKi6mQDQX2p1IAiXUlp7t9HGWuc5r4TAlLbRUx3Zo1ks9Lw+w1ctLJpR4sHHh7YpqoDX9
1y+U97f9z37/99fpAFJzXMcOLDIzZ6DNr58POV5e+Af/O0CC3pqiYjTu9e+dmrPLzO6CKKdZ/TfL
xv+Oxjn/JM/h6eCneQEeu38uerJI12BOwfk9BRlQnmVx96Lwvd1U+OrdY7j4b36zv+NHfv955CN5
cCyeLsv556ZJLrAcCJsi60FpEq3FJhEGmxyKfrmexrnpQ6K+/r/53P+LX9J1eR+hTFgIKf/cxsfg
sR4qmfdRY1Nms8UG2slZTUdH6A62Mr7/9acnzo/R3z8+ni2bH+RanjzbYf/+8emhZ3FETj4CUCkF
8JCX01Nmndt9xO3htRCWiy2RvMMPNEGWRCRb7/7oKt/59EwF8X/Ge0pkZu1h+rhkDz3cL2PLFhmZ
05CStnQfK2uyf2GyM9+73CEv3YrN/1HUyuoO//qX+a/eOx4Q2+N5ZPuJeX5U//IoIrxYQPnas6Bq
+tdN35f7elg21k+U59GEcHf/+ucF/vlL/493zzM5kHg+TJ7Ofy5N2xzWN8DmK6PB8IbLJC3Iavqd
GO9yTCPn1ALzSzUyeA8HrsOja1f264Q6e6U6li4xxOD+u5HYesBsbgVSNsT+FieH4eaXhA/clQWt
Lh9LBzDmy64757UD4F8fuXKzUzbguzjnluWwZ4xYXpZDinDcr1bzTHhCz/gIsdHvM99H4E+l45ya
Eql1h3lZXLZkXe8LNBPaAs8F50GA1afFYkMeddqqiodlhOPcDpP5s/NXyedmVYDj1qCnvserFTzo
zWlQQnSzbjuB2l2R5gWCF9IZd88BluJ+p9oyZZCg2MHRCWCD7P2gEoRwm3TOQY6t8SvJF+eZM41s
Lg9b91q123BXjoOjEF3gNHg4Gu63wpyL3TSDNB48ACzX+VJXb0ppoAZ+bnYfSdX7T7IPvA3beBrE
s20vRlh7iZZI4uDl43lOzF9Q7MSbPNtl7s77EDA0rBBuQ8ieqxGxUQzPRZ1shNTB5OJKzdzeJCju
S74DZHSteae6woLVxDoGIJOEoE5e44mnvm69NTTyidpCsYMnjxymryuLHOYBLmzl+CdDFMsablNJ
G6bAReaHcWoNXKlOmfc7kO+kbzCgj0+zaDk+syXDPTHqXL4Ns+mz+6Jl0RKZl3aC/T9M/XttYnIB
c6sGDvglKHYsPFCElTxpYucWFvRNMhLtTdv4hEhq0TAf9xjosfOo2aS8GGwNkq8APZtTsXpptROt
7WSxYbnsv+74Pj/PbCljel4w0I5d0kJg+GZl87+l2bwEbbsRYsYtR04lQEnkAYd5ajcjfpOAivia
fdckKnyzWF76dpb4LnxCDqENUuNtnjaeoh4H9U+vhRxCIOB3B9uw0snRKvhbOPoAyi6k7DYGm2bA
7iSdcdwW41Lt2XiNIaJLxjOKQ4NMi901TQ7Ukat7MRYIW1HrdB7bZvLBusNwn+Y7sBAkEhLk0nQ3
Zvl8ypk2fU9b26VoVlP1UrkAP9zNHGsOkI1oYUGveYMrFgfLynM9Q8WBrRM6uqtuW+j2MBo57Har
L1owrTahohSHeVjD/cBxRJysYGzvsaDIBEFfAiLkoOzHc2PlNPmnNyHXAbkYNDmkMRliSCl4/e2e
/B87p5zcjUwDGH04+N1yHNONrs9fF6fZ5YVvIGwWmfnNW97mkdats8Ub63e+2QsBMbS3J4Mx8Ugu
G9bM1hN/LlGYsWRYxlWm4THHbJNO63hpzG0jV8NiehTYhm955rBwwMVEmYXTCNE0Nqidq0jXFVaS
MTUNjWtRm/giHGNOd41R4XxFjV8/CtuZWUdhdPmdhqK+hHocgO/mQ22C9PCV+yqMqWSFTollOW4U
mWWv6pjZ5VMXfI7WyItFhDEeG12u9zVYbXM/EYnLorklIglJ8eH8fZZ7dz0vc+Bkmt4M2QYvAwYx
HLLQoSykzWbOo7MWTDeKGPYV+Hg3uT7N+apbSFGGmU8KI8yQznjqZvhl0ZDSyeb63Hfmo1IGj6gY
rstKO9iSzkuBMPL37j3TQk4Dd2nKIeqHTD2hKRIrK/Drfzp60++aakHt52lw9DHhKx2Th8icM7Ic
b7L21sWOilKND26T49lJNeuHL5icgdKpfG9Ko3mGb3iEj8AmHJnLgS99ESBvwdPEqcYK4AqRY6ZP
8rA/xUuV2i9i7v1H5nCm3jurGN+DjezE0dZzV+6s2ZCva6aEG2YlFotdLSz81imOM3ZXgQsOm20o
vzLYeSe+ie07mo365RZimGNnUAxgW8ubq5gmbrpaptlYr6jRslvT7ypio24DmJsj2fncyJoiNRqt
eB/LHn0nY+PLbaE7HCpTk64kuSnxT9boV1OYUeCUF5PrDAT7V7n433ycc/OA2Q7UZSJdqWO2Qa0r
DxW9coHrbwshcvTxwlTnaTCM6n3LPHOLAcngkVwqthZd4pOSOOV0RlZZ18X86vvnRBTrjpzbrekz
m9OaDNshmXLfxJexTlXEfyXX2gX9ct2WdKiR1SYOvS3rdXYJLls0ZrbYELZtiSRFM3Hkme82fevR
r1WP76swCGIv5mocu0mtSziz0sUlSEyWn0gdigy0ia25Ltx5wDqfgrbmBWXwWzDKZZg8usYw9kKq
8rYrFyxwHWZCIwyY2z6tVKbgoNnBAxULveCFS0tz8s5Ou2spEjPk4GT7YE0gpAGeUGK7I4adaKl7
ru/VmtqU3Kqy6YMV+xfiUVcBOerahWA6EYe1I0weZ3pB4+XHOhncjeV5pffhs+nP5g6Y2zO+YuZY
h7fFQITPVlwrNwPBN1TnX4GqsX/uZKcyJNszijhn/aaKAmPlS5lOGoP9oLZXGzWR75OsMGDJ1bO/
6ympB1a9tKVBhblxnI5G1bzBPYf6VVbK/2UFaZZd40lt3ydrpMsnECcfJIlFYu2gc6+prSC7i2Sy
fnkk8r5co7Fjz6SAYi6IIJBOmG1D7Ytx3FW1Sl5YgMNnAfMS5jNCRHKd+yNgpA2tg1VZ6r0eV+c2
gaLC2hHQsHdVaYiToQAzc9VVb55rLHd+brAnzskT4hmsKCOAMDXlRV30XCymneGcTdUxV4XA7qKK
OcINzha5VBnjF7rE9oYdQj6yw3C+El6XszULZyirDL1xeJsHMjeoVIRK64S56kli9xgOBS6+l5lt
2S1qpm2e1OIJjBWFP75MFEk/CU8P1jHD8PwIKl9wrorez6PZrPBBygovaud4yLHQ4FvE/Ga4YK8o
NBDdlEwp04k6Fxta/ru5oRov+xaRG7QC1Xnsn/9OxKW7fidjXVMUWXaLOXDq6g20wGT92MjZ27jA
1u2lU66h4mFxVuwtHeMqtn6guI88QgHtKGyah0XOjUL8V95jN7eczGJhkVmOT9UBMz9Y6RBcFE2i
l5iuIfk5Crv/HOahfHQDy2zDCukTwyBpsyecOkEBE7F3MIK53mPWzmz4AWju4eLxFiO2FiIEGLLR
SGNp5q4XdpWCqO3NvrZCmGo6g5MAjGiH7SZ1cKJU+TlU6atjN5gLPAt0IBICpGVfjdXjQnTxsTIw
MDaijGsrsmuRmfCDPYzQH7awWtRCFksG6Ij1OQmwDA4u39WmhnId6MFsa8+v5Gou1a6vqgAXbucG
BzkIhYkSv/MPnfAPoXdn85O1OcVhNCeITMxW67dVOeIBBDvjpdpcHy1Pr1uMjxjbUwMDi/Kr9Rhr
DaBe3pJqmgjGmbrqQga+Ij2wE6m5H3JFdqPyCJFxU2X2LbqYtNjaigYfmjNeXdSxdH7KGwbQTI5W
6jRdjCSnBIUArA0nMO76ggQtcrhojpNKOZJswyg/ZWlS8G1MNu5Xi4Egn5OYLtsemEHoIUSSVbOd
PGByWJzLtBoN8kwvwA7VsPDurjCSvqI68NpPZh3sK1SWSLAkQcrAL5pOjDZT1z24RBL2S+mLneQm
YbWttboHpUfSaO44TnfMr6nOGQQT+FXLIMvYFCj8hjtPE5bZNDDupYPFP0zY6QeQadqsL0mJ+DVk
4HYZLApXhzLt0BWY+ddkqTB4o5jPikU8qsQIOWB6XnZuVSHGeGM3vvW9t9qRObF3hfRM2X11JN1i
nEdosm1Rbk0MvzpnNVJtwV91ieF5GLxYUgB+pGGJnBYkvaB5J+rnRDEEIoQlmwyzbE5mrNEWe4Kr
PvNOWJFK+8LDmsg5QEUY9p4Jygk8BXOJZKvsIjJW07yXeQLp2svhQkUbWzYIQq1kzmKCv/rk2es2
RimzADbyneeeNvc9VTl/O4QEN58zO/b05aYSC1BaOxZ0YyYcALH6rT8sasYdyHiG1SPO5Fn4xtxp
eSz8er6G14UbeaHWZ61DC6VgolE+ghfggUuqVj6M0zJfBqhGL5NldnQIfDWBjetueU8EMzdck8QO
t456EHmlFRe4uXVPA8dVvWsNudwzNGRqrN3Se1xd15hC0gUWzkA1soXYQmwaIobTgRsZ1AUqMotp
eZBrw8m25dK6QwF3vrSlKeu7JCuYLtX1d2Drge2Iqc9MZ9jaN6cpgJYx1EuzPb8muBHVgcK6P8P8
X8ce9GPkS1Tg0McAd6ZeBhYFlQkTME6VOZa7jDs3g0pemF2cEKt8GXQvlyvR/x/2zmQ5bmXLsv9S
40SaOxyOZhotI4KtKIqiJjBRDfq+x9fngu6zKjFII+3muCbPnkm6BAE4vDln77VHqnVNPKpr2L7w
9YRC/rdOHaO6mPEXsbwz7O1VkzoWOkf2vHIxOmc7TAWg4eHZUMWGYV5/MSYTTgYvX96kNQ2wte7r
fpNC/Jw3pWj0kYIoshEzpqNDt9ULL70mKHCUFCRNsXFhQsbrDBorwVvgbjKAgT+qVHqASvL2ssWY
RfozbKF5XcRl+jQ49QiqxDd+xW4Vk09jaD85Kpx0DoiO3kRTyM71ij4Z43/w8d1v2SctB5WECGri
TUt3b1ZO8+SRX9TQJwIuRgLRCHxkUtMeDGNnbxrXiAK4onAoodHp4NnqlOCF0ThZk9VFi3as3LRd
k/wxJFvHn3mgFbw9jsoV0WZW0uYV7TwA8TtWRE9gJFAGPgFPuxehVZGAQs8o+T7zFevNZJDakBp0
qtn399G1afXW77ierF8NrtCTGzlOf8HmjRPcOHjRF3N29IOZB8wXtp/52K/CPCZuJJ894D8NjkTC
usJD3UaIZezYtn5X6H86DIPtGDxNS0IAaAhpWpu+qcWR2oRGY1MEM5oCmbF1RM8xHXAgoAMlulBg
KI8rYABF1MTpnpWVxiCyhR5Y3kyU6DZxauM0WlHLXQVhzNwT9ZyTDZflki1c+aPFhVFtdBEM1wmJ
s9/Gtm0vweQY3yoImt/QJAJuscaC4CXgSDn+5apS7ApYOfE4DGVdHWk/TqiL06n8DibId5bvfzKx
OBZBuu4gSLjX0InFfR7FGC16d0A4S31U/MRxjh63RSCAYEqF/icUVYRgp5J22yqpZfyg28H62vAR
j4esraxfUzTMnypCIEh3TK0w5jQV2CWDT+oWfL/vUn+pOIGsUsoyp4RJmD9OCvdBCZ15+8iyJM3q
omNKCfkKEpr3XGw9WFOfHAbVu5denkQ8cTSuB1XjUyIoKKSN2uadenZsLIqL1J1+mqOhl4AHreNj
k+QdrP8abRqy2xSvV+WPSJ/zlsy4nTNQckOWHbf7LvXsbN3Fdpdt6kxU19SPaT0jP6DBWxEh9sV3
mvqmirDAr0VSwnWcUjuH/VxRoVnn9GZ/RhMbzdXMZg+b7ii6OxLdDThJQZJ8tYiKKbH+gHA5oAqn
+ucXS58SbG5SkTzbsJVcWTXny5Vu6K6xO4SZueFv3faGMBj9HMmaIE7MqQaLIaGYjybMNfLoZqt2
ILphJUMVNRkFQ5Icnb2k0PcbCqRLoge63BWfdfbMEjdeNjLDTrOUJCFviUFjtUcUoDe0R5FzAa7C
DN4WKE6YlshpByHv31Y1sSAUJ0y3OlI/iU8cKCZi1ZZQ8nXVWPZ8iS4QyNnUU1PAMlg27dorvYjt
/dh7Mrkfubd8N3ToJGTvEDnZknuCQ8/tiJJSfUhE9ITKnfW3wyzkmOHVmPiBPoAocZYWaUrHURHU
tNhGlkGJFyu4SdFBf/0vneWS9BaDl0sV8RYM3vxpQPt3/V+5j9/FzvCpWmluphvBon1Rp9RIdu8X
jd/oKjBRK60pC2iLDeLLIjW6Wc56FQX3UtjBcZ7JBTGCND5JJ6OKNLfetnNq5wNM+1t16j/CUNSi
9K6ss2aSyoawlHwC1PXYuhIGZu+GuLL3tc6f8eFMm8ZhgULZln5QIpfL7ZxXyBFU40UzmfEs+6wm
Lwx/KaYQ+6Z6c6EmpsMS8OqW+iRLoS6N0aQwYIOPqcu6OxWUosW6ml0c2Qapbe8/+j9JEee/DEwA
qVlRHNc8L9frJqNIXfMYhJNAhMFivTF7KgnDOP/q0IdfQhtu1s0cw8gy2v7QW6BmPKsZyf1dtq19
VO7KAGu6UzjVLb0Z8+DDl0RBldv/fpgwb6il52Xapnn+3GwI9EAiC8wtyFSpKXX5pWGobgNzOQEQ
bPj3fozW4IMH9MbbQkNvaZKEpK2Es3RY/uqg9HYUNEGHJD3tBxijGh4ZtNe03tcWZCtkdXiLzUVz
RsdgA7zF3KlUk7xWaOuDPtgyLs5eFdItbFIC+weiZvXyN8Gnh7YSSPh6HjvzGFWd3E+RO97bAm3b
+3e9tLheXQr5s4eHXijTOlMsm11tA35mOQSN6Z6sJCTfGcLUv0qn+NNN5KBGD1k5S/9SnSUMNDps
AGBzIFSBnLdpWxj3OSijD3qkr++F84rHrGK5vD1Wr5ePjRIzxfqarXBXzcUuXxRdf3pT5r9+Pa7m
vUhHoUE3XX02oeRh6qshbAsUV568qJYbKQKLSjJEhH9/KZKtTPgizCOC9OiXt6TZNDtiSVPWnFlO
RuE7BzONxZYgk+qDCeKNp+cIrZil0LVrIgBfXsqT6eg2GZt0VkOFXpJSA3XE/IOrvJ4TETJI9qMW
Y81ConA24PCio7YBt4vGzxu3cUl1mBXVfR57JbdJQbKrTnxyjkI9b3VasOUoEVe2Jpzy90f+q7XI
pfIlbXYUjBel1dmjDRy7NjqdlRjNIcO6uBpxCgNQS0fIJ000qg05aPKDD+HVWsRFFdEHgC+UQ8/v
LJjEGdicYHxjJ7QcYFH14ZxHfrS2WmBrDQAvZPDQmlMCYv4XD97UuEu1xidB5MLZ/copUxrJarkO
LeWsBFHM+J5wY/pGhgMPqe568EwTsENtnrq+YBMfI8V1URp+MKbfevCMMYFegm9VWmebANn5Rptw
2FonWQRjC21ZFi/9RgTZ64CSxXEWJG2+/7JfP3fLtW12+igoFoLz2YxK/p1QCMeCNUt9uZ8A4a3n
VuhjHgfe2ncKYksLAiDDPsg/eONvDHhNAAaaGZRURGecZ0ORjE7nMcQmUAAnJd6tLk8UcDhu50H0
ZVyMdlOS5iAIk3Ab2XW9xWWRbehhB/v3n8GrVYVZi9ANREHoiZAYnX15Y+wmGfr2gveM5rbO4Z/p
nm16PACAev9Sr+YSLqWkLbgKmw19HmKTDhWac82GP8nd5KKCNrPVCsbjv70Ko4jPyZIeDgTWlZcz
FmkYoYXTEQu3EEhLSWz4hB/A/mC4vn5sNjMWc5VnWgiwzrVPrRxGN5gbkhhLzpE9ek6QQgi5RU//
//0bev1l2Oay4FuOhasW2dbLGwKq1Icdxrw13FhSEIbSMnZt5NrbLMa078148MD9NcnV+5d9/XGw
LrMFsCSgOSqqZxsf2NBGk2NBQZlvJETIG+o0pn5+2cthumxaU6wyYl0wdH80G74eJsuF2Q44Jio2
c9HD/b3jkukgfLftirVjwvRMvRHaihLJB9/+W1dxeaTMedoT3OTLq2h/RBhZIreH1ONe5YXzdYyN
8u79Z/jmRQDRchcItaC9vrxIT5qtFF1KeU4lFs7GKr3t58L9YICcZSixkXLR86FVWsxsOODOzzKd
Gus+y/2cV9VZ12ro6SayJ7qkgIQBnD73SnrYye2FnNgJkj/BQGDXN3VsbmB25BeZNqOT24zGQ6Hx
kLz/EP5kmb3YTfLrEepjmjjpLGE6Zy/U7MfI9Kn0rctM/xZRgKOmrD7BvCpOyqPOkDZTAdEEC87K
GZzuynUJV5VwDa5tyABYHEZ6gjIeHt//vd4a4J7HAoA6iu2HOFt1a6+bLBrJBZx3iWcDC9mm6Qk/
9DKb+IKq/0VeabaTk/fz/eu+MXVYy5BYNJo08dzl7/86UVBeQ7krGRQJLEpaQC6VEZ+G4gBPf/P+
pc7y+/6MDK61SD21sCwkIS+vReuyN2YQWesqyVALlanYZOmktuR4qG0LDWjdB5F3XTS5c609yNqp
NxsfnNvMZZSfvX+LTQbASqSDDsKwl79E6k3UkVp63r1lkuhhgttI2XisHNHU1Gyn+CCn0TvSsBi/
l0ZrfgN+/rtubckGhH5IRf7GTeI2MBKryrlFczqPeLQq+z6caNBgKDSggHQl7IlqijUFemhJtGbE
RwLUNwaMRu+qEb2RdaXOXxydwkmUslvgIFb3S5M8/cmnMLTVsG4+zQ6ZSRL1wNWoqNy9/x6X13T2
BKH2LGcYBJBane8WgNW1paBVsIab0z0PLgQ6gfD1E9sI8amavI8+jTfmLZtNIcuaRjfI1vTlGwMi
x/wemtk6RUD4iV12d0Nc7kchf298CA7PU1H5cVmuz+cFVpgolh7aopwXey9yVTFjBdGNS3j7zfsP
UL4xBllPFC+PswxC6rMxOLbaYoYBMVMDEcSbmaVU2KbuJHsDcUZLyk87CEm7WvCtRGa5r4fsi4z8
S6pR/snsqw8mn9dPGFwwOknOGstZ0TpbGcq0CpJu8d9Yhoz3WP9xWyJe/ODTez1u2DMgxeTYyzTA
duXle/TMAKYE39A6SMfoMa8pVPawmC7g1xjXgKk/SlZ8/Ua5nmaLh+QU4fl5kqplwBK0TK4HsD/a
kZHd7Ogx+7uwAAfz/ht981KOhxDcgqfNJv7lrUU0+1Iiq/GXdl190Mv+aAZeDavfjT+41Bvvatki
I6dfDmls1l9eChh2KkhJQ8uZRsVOZ7a1D3ucmu/f0JvvCksPw5RNHqKel1dxZSjIsuKGfKQzvCZd
n3I6Het2tBCe2En/wQbozQf41/WWv/9rGXJI+IncuuKuyH65r/DfrVCTxztIGx8VEd66lGKtY6FV
mtCus+mk9hrM0ZJbY652V5blyHXTpvUJN7P1wcHqrUux0GkqZR74Rnt5yn/dVWAO5SjhTyIGaq1D
T64Ffu5MXoNZNjbvvzD5+o2hgady7GqHhokllo37X9fKNNz7vkUtR760fK7sgnM6/u/bElt+vCsK
8NxdZnUPiTkj4GrqabeUdW8h/fjrWJdVtsorH+4nAnO6/i2OZNwU8l8fupZfkkElkWV7Wp1NNKJl
31h2TLL2mOBgwua4C2ie7t5/Fq8fuwuWTNuEN7Kpts8PXbSjKR31Tgpxr8z2IYFDh6qyZ6zduvrg
Uq+PQ7hdTPa7rMNLpe1sMBVRZ6fYD1KUR3NOnEHqO18gPON/hXedE8ruyGDdu9NHu9g33jaFKW5R
u9YSdnl2Xd9DSWuxmSYBBj/yCj9jQ+dathe99E88+OITL785MtTna7O3+tOUOMU+DJtgSw5Q0a5j
p48eRpncCmQDn2U1zB+86tcvgVKMbfNbUlKll3r2GwbgvErRIqmrTbe7N0RQXHXERqzDwPioYPf6
YcCNZ/HCc8IEzCn75dAHRCFo2kTJmpgM75tpJkQEIMkaNzWxerfVFE4ffGyv52CPMwRDWTJBCorg
Ly8Yl+gPKnCLKBGs5sElquiTWxOo98EkvPzeLzdabOyUZAZxGGTy3GtSaqzFbjJShKOReMQsiDib
hECWaSrtiwobfUxPUBjhdAAwyHn56B2+cZ+c9dkpWxRIOAAvf//XnJI0s/RwCMJ7ZoLbeoD+tkk4
Bvf/9nP12Ek6FJ/YTbp/HGJ/X4U5skZtBzWs8lX/qZ36Oyqz2VedstS8f6W37sfDfCLx7bBI22dz
JHgCg5CJHiGj8Hw4bVn/7Aiv/Pz+Vd44AVO5ooBK/ZCaj+mcDY+5KDHkpF28Ho2628Zmiy4gad1x
40w+XNuE+C0bmMfGMltkFOnUbUd7+NHqhsgmtLsw632E8PHUriV17v/FoGJYLQcwEmk5PLx8p8g0
fTZdDdKkKGxuGvTA6zyhXz83I8IRvmaO4raf70oImXCJQAK//3RevQOeC6OGWRlfE2/ibF5gcqz9
TmNEhVySPISGl1w5jf8fMNGLqOQX9rw3LmOxP6IKsVSS2XC+vM3EGNKGBTkE0aTNicJQGO7jwUeB
TkYpptIkcS9g9CEBlYivt1k4f7dk2O8TdOZbA2zElohN5yFEXbD58wD+v7v0/8ilofuOvbT9nk5/
m0v//Pt/3KXS/W+KRR5TKUszFfBlV/aPudTGWkrNgIldeAJm6mLE/A81yXL+m00E1BKOohzbOEr9
X2+p0v9Nx4QNOY0iOhlsjP4NNenlKo8cAJ+nTdeVb0ZAsjgfTAUaNhr/rrkKo3Y4xY74DjJUImc3
1QUQCoBkWoYfVDwl2dQv5n8oNawuGA0t3H+0gV61w00rS2pLtmBH/bYheWRwiRvIDLd0Np4fe/jh
+wauV0FyWgmkBVX1zTwQ/7dKLCuvTnFu6PpIizFd0kxrEgH9xpEjJrA5mg8gguptybP9KQM8ZZs4
gZe0honhFbs4dSbxRCSRUBelVxNTJJoIJIhWUHW2TtWPmyRJfEWST9agWy3N8hGOz/STuVXRtmhQ
GAbMsQCAnKb/2idx2O8w/c8EAqOjrW9jahf3dhwDKYN6MNtH6dnETOiGtuUhnT3rqza6Odgbrs3i
HXMU6UA2sdlTxPYp7iGPI2muqsRmMmeXb5B7500LSh6SXjRt5FxHzinsext1ZOukdbIy69oaDi2p
P9mnxovwDRRB7+0z2XU436W8MQNyoWn5WeIpywSk3jHEXDMHwxXhcPkurO0eMZkanK9ZnjVE1RVg
9WCGOAXu+7QYjftGKapZ7aC69FLMvsD7ZsdjvJcYNp8GouMfR/QWONdr1IC6zMoneEk14bbu8Nw1
WKFWAHlcf+NHJPFuiyHySCpyJjN7FkWTDVurYkNCalCIVJIWpeQ4RmNMXogEQz7iydAjzDMDvxVV
AjH0PAGIWRO5e9+jHNE7RUOvXPt20IJ6strt3A0pwVJGguvrNpqmvr9vMpdrAtevnsQi/bYr4hPX
qgHaRPCwMx9jNG7XSQMj5QhNLvrsQIQlcSBohhzbmx//ECjIcBhGlUZ4b6SmvR8VGxU0I+BvS3jV
WBz3M9EnM/43SC/+TR0b/fDTVfUoFWpUeOkzet9ZlMcJq1exa62GA0NXRXFzm4mifBL00LEgGhbv
vrfYgdGAgE2z2Daiorjh0lMV7yBi5snWcDy/vk0aqZJb7C4t0UhTNsLQMTFvx7BrFeNL6kw0ZC7S
YSxXxVTk3bAZTFMNt6JCrfuAjgRqqmbYMwrBwfCv8UY0CCJX//lDd5ZRfzESHZdsQoAH8R5BpENo
Y524NkaatAwIE1/JwQc1RHJHHnQHesiODQvBgNs3BZnd7Eq8pMZjXYU8tTnsl2AEohCeSPSy1dao
Bjqx09Bx17lq+MugLN27vMxpTHZ9UzVPxB5aaOttasd8KQVmChfB4xbdIN35vLf4742ubgWZL+z8
H/q05lMR5Tih1+yKNP7iEAcPTcWGUvQZ7WTWbOuMpMBt27gMSChZUbSJ7bghHYXQ9AMFzhjh18Tx
6AcLfox4bewasc+dKv/VNkb0G90ZNlQTJNxTmOMZjLtCtjst5TFJSN8xgtn9Avs18XaDbqzPkGWd
66LDi1RN6UUILpSyAA4eE24LgfOIgSYc9NLZo0o/xPTvvnXOVO+l3e2IjXkAnN1f6IBX1cJ8wfgL
krrvnFsvKPCTakKcugw36gIVH08qkf6XHjl2vU1MYjfubDP/TCzI76rwFz0jtte9SOkndXNPxBEk
KZ5+pK5DJmN8Qp413OeSiTCNzOKnmfkQPkdh36VFdsFZpAaqqR/7GAVunoeEF83yS+kWvzLe85VT
tRWobnkBxLPZT1VJlEHePcOkv0FB6W6xBocb4Rv3gPBgkzTOtPGWFwOkjB4sur0aJ15ljA9D1O7L
VgBwC6MQHuvgXPWN3zIc+n1Hvo0xRZK8OxKIMA9cw8xhYmUDXo6LseTai8MvLqHFkYXFMA1MyCKF
CyAkjsqvMpBYkJIvALhPLub0NZFox25298CLqmNr15vaTqzD5JHyVVOXNN2llMJaoAgVxfOa7kij
hnVHSXon0NGuKtWeVJsyiXXxJ1YwvBEFn2xgZUesxbcYsdwdU5V+nJ3ps0ptxKBZLi7CBh26b871
wRKK+DPiyCApE/7XfyPas1jXOY5BPIowgG0bEG8ygCv36noVdGrfwRubPXeRom4CU/2koXkwZErB
0YQLSBzak5/ULVFdaDjzcAATCBdxB/bsEtDOZwJLdqz8mNs8ekHzyGGS0Cwg2pspgtm/Huaw24le
uUSte+ToAk+5sgKb6CFSxjtf34myH9YhvrCV73WPfe/ciTg0Vl0TXSKDvuhdyOje4mCNwHR2ZGXg
AY/3AamtWwWF7DBN6a02wmwjG5PsGxDFsOcoYbBMslCRlRgdjNJ7hlQMCxYPRIxHvLfFjBMnRtAZ
zMOd5wJzBdaGTmVI7wDiGKCxWlGh2Wzafg0IL/8+tPMfA5mTEZU69uk2mjUsLxq9FYGH6bDvZa4v
BjDND5PwB/r+Y4ACWNZDhB/eDr5Si8DSFtHGWxmyi8oNYObkWPtjiVPUkd+9Kgu+eUZZ2mvbIc1v
K6fykpljuqkxhWzQg7pfHTeXR2tO8u8h5iG5y0KcNF0WwxmcMKh1Yx0ApNRwguzExyUSKwIru8p0
PzdlZ5AQEKOgxEJiGdtm8EhqZb24InQNMSPO3GAjxr55grsmL2oROt8oihFUV6TRXcLukWUi6Zd8
ycm+6aT3XZCptXUDw1IrulUpClwZFPazTrxWXnpIFCPSC0k3WFF8ZdA4bl/uS2wkq6ElKiyY6RBV
Mhh/Q7s04foVyHbAAkeP2iXTKTERBqLzJDNg00kCsKD6EI+8JfvZ7jeN7UP1N/GIDbglYvdREBR7
DVMMwBzEG+HucpGIuwCPwLAxwBuXK3PwCUCJG+M6m0ObLRdlgX3X4+Ro+jq8AdbT7Emrcp490ScX
sxjE0U0SBw94AIygadslMhASrz3CHzTHeMTQFWFSqoRdscPw9B0O8Aa3bjerjd0YSXUlTVDsKYb2
Ct13U+50nVT3VTXNFyZ/Oq5dzlkHEY3mppRNwqofBP0PuoLTXjWx/FqVUpFaRc18XufWGFacyZbc
9SJGht7BcUyyrjV3QW94qJ2rSHxxBm9feZCmcGu1F74F0VBAH8IxYjDnFA1x8ZDfrCsZV84xMLPi
3h2dxwhq46ahjZquRN9cJLDzriN68AQV2PuGeXGvA/p/m1oZ8jN6ThPeUU1Dzcf9SxrSsMcao+4i
UBkXFhPoRVuZ8SFSBSd0Nu5Mh1h+SpbDk1MZ9R7tOl4qRTR8Wy9g8iix73r22ndd3Q1U6Cr71Gr9
e8RpdiDfkEm4cuHtAe/A/h1nYPkIMQjkVQzU9Gg33QyyOyLDkgjOSBAKlmU/KrdpyNciDv7g4m+8
nkdv1xW1D+CqxnoVzl3Dp63axPnUGjU7rIBM9L00qPi6RWw8A1MNv4q6qTmweGV6oMvn+RdODzeE
5oW78gz6CjMxZidYcmJNclT4izW1ARcIjGDvDCNJTiGHCvrYHrS+wVohqofFHOdQCliE9D4U5cS+
N6y7ixnT/p6Ob+fSTYrqTasgbSXI1o4+Ds5dTCH6oVXK6NeEo08XcSPiE72vdpeZg3ryOOgUv6zC
R3BstrbXnSDftTdkEQxfSkHRbFdm9pL0ZBllT8603967feVeqZqCvtWl/SdOlKAWZsMZ9kStc0hz
x6DAztMxWU/WDAokFc34mU4bxnK3c8PfEK0Y0nE2md8ChBTrpkbxvwaDjb/QqsthhxcWeEQ/CG9f
5gEgMnt03Q22S6KvVD89l9Ah4p0H+zIkWsscb+zBcBUZs6SmX9itRtk/xkFBHP2sAdxB2sRq4hXo
d/vaOYZ0Aj8rNInrxYR97BI1HnOa43Dy3HibOvGPsmrBZc2t7C91QUQ12ZJhdYcJaTjGNACIwVJw
IqIWGCwh1AYU9EGSFN7AylX9Amg0cD+vzGiKpzVKHXJFerY7wU3I64dxWC6kS+iNHG5MUITKqjIi
DDvH3PiMzAvl6O/EYE+fIrtNk90w4HXYsBUD49CW6dXg58aBAM3gsgsJwETF/sUHjnJiVpcnorb1
dR/VIASXlpUHhWWHIgWWKLP4jR5yZ2u6kcEeIIge9FDla6eaQ3Dq2Ad6jtgIq5X1wwV58kj/rYEt
n/Z3xC2Q54DxJFZpdRDEWl1qLAQP9Vg1u7mEtwgIgZgSK8dZbprQ+ZmDyg1OkgrYmsCiU7rmcJW0
Jgv1BBR+W0QRG/2Z0dw5A5NTNX6ae0BGOhdsNCJ4ecCcUr/pTrD96m04Vf1GwQrCEMKSvx/Nqj+I
vFftpQh9Y7dUO45ubhNUwydjXFQAOiBIkKrp0qFC5zhF7BBLSFVgi7pCf7Eb11r7OefuOOCr7XRr
sojPzXKqhCjqp9xw0kpSlkbb3mWUwK7SKne+BP40/45B09arlmiLGwhqNxwgIQNW/LZbL+2ttcCr
hb+wAq43tkbnnfyYvaJht4UgCp3kZRG7Fm8LXWcd1fOnto71ps3Z2e/TwUhubbJXvJVhBQn/tC2Z
wALtBaSFg/E8dulQjOvaGUHNgEYneCONfhKTNG2B2pU7AlMtmLcE/bXkGNqKfBdtLgOSY+ZpcAbH
WJUcLeGn586BdB9/VdlEJqGrbW+WFsOzPXX6fhqmGYEOVqWV6BqYyVFnTVsxxSbgVg4Y0Sqscctu
wfAlm9FUwSPBldWTTgN4r0jIP0nVVVsNiuRguk50zLE4MCBJaPsMc1Z6azsfye8h6sT7rZmKPgvh
/MoCoiTyPmATHJoNSD7evKchMfnm4xQQMLQy41L9qGlubRQ+Onbsbcr5cwyp3NPzK0+ASpNDU8PY
QTRHoy1J3WBbVTA6jIiwRCxmLVpwYn/XSQSB2FzyW6y6w+cPiPeRxS07NAMEzm4e2wv4HSRIkkFc
mmuEhem9RwjyVQok6nNmTwm0IgJu+rKdefruyeG1HP24TnaVmka5pXXbUf1kjmehEEn8M8Utt+vT
LlI/pk4l36E1ZrzYyXkmAno8lros92AGi4OovYgUKCRSEiNhEk2sxcFw19a+g1AnJIz00PVS38/O
YPYXpdnmj23PS8eyDmuGTCYDTFKXRxwC2UydkqkS6W5OW6yBXRIle7OC+LGe2iS6i03ORFs/Me1v
qQzSbk3NJgs3QA8BKBHMsARsmsksd2nbOM9D6Q4Efelhxgg6zaOC0BHm30kJq74LAwAl/q0Z42Bh
eDWfEftSnh7e4qvBgky+7hNoFqcEQiu0ADd8DG3kEGzmEzFf1Ow4f7M5g0BeOCHGSgOi7pXZiKDb
KM0nNqpMPlGdEsGqJdPn5ETKf6wy5zPrt2DlGJriJ6RvgK8lYa6akTU13xOaB8chzBdh9Z/6lk57
/n8mSvIrZt2Hh8EwnDsX6A35lpldPxApieXFDBUh2xUllwvIQTM+5ajsjwbBjVtQiMPnqMV+GQES
Yf/oyfCxK10w6qkkAxStRfAdIymFBU2QEyclvzeoNdDiV0RfKjd/7G0z07twllTXjNahMpBM9HqQ
vjVNS7OJxApy3IkH2lRM6pQpQlQDYGdk9G20UhaYuisWibRH/xnmaWiCgKi1LI+w5FvMg0NY/+C/
ZtOve7YaMknLJ4BB/ilvSp8YEyNOymTL2Y0fUqIABO0SVKLfpaVjsbPH1bm1msx6cGUzr1mZ+Gd8
k4rB6/Uz35DKiPX558/jP3UnOrLlE4pbdcAjcAwCQCcrL7bN9BD5WizWtoFwIwo6PmgOkLrUHeYL
Ur3GJFpTGiyLmyyIeRiI/WZBZutsz9kp9frBAXc9DZSdlFMa8w5sycLKGIF9QSfyKM9MZMw95Zbm
WZVA+UYsvj7/K+PMzE7UrEXxoMy8MV2Ovyp9wDLM64fY6bYXbdixChlxOvELjkOlkquGDl31nOXo
GbeZv3Sv/inlUL/iIZFFQSmoy0CTXJL0FekNyc1+sfUyNcQXYjDEuLZ1F493uNrKJ/Cs/AC0ljy+
f2o7qmS/fDKMkFi7oRG8A7sMuDlbjfwbr1hINY0OpL0nZbCi5DVgsIbyjHN0XLeN4ue3vCcqr2WZ
FzeAZHj/FNpkdqrqKmueaEvzJwE4lOJBmISo3zFdBvG+QdaWXBlWzaAMOa4nV2QAW7EmfjvukmvJ
1JNd9kDwH9n4N+2X3B79+kE2Yi53AzTRZUELfMwXSOqBt7slPy2jY4lrbih0ek0XnN8KlXlnHygD
GhXWznZas6Q3+XVcN8woPb/DeHKJMCInw1aU7dCf+dZ6MMq8Q+lO2hX9OeS6K9PsBkzaZR3so07j
zGys7NKwyR6q69EiQ881OaW6MeJVuYMeMGefLb8f7NV/CTMEBE+Rf1W0PikkuZh8APZUM8sbsBuy
OLhFo5/+aqzc/tMj/rv99bIjjtTJRQnu4tBFGYClyVq6Y381bmOiPT0RKUatqaqbfFQR3vWst+ka
C6eOdkp2WftBY898dVH+26XnrzEC0ZU5l0qzmUaCzeZpZTtG+UT1rhekjkrzV83xbmMSIni0pqYC
N9sb0JvTDrzObqLUgtotqe5Iz8Fw4fVC0zKFZk4YXrabVKW/VbBBQB6FA0fjai5Z7CcgyjkHlxao
HNiBe4dcrp0nK3nEtyVrIj3j+iPDwEvBJc+UL9PFpOnSMzWX/unLZzobZilZPuglUtlkbBf1IQgT
ZDJKj7f1YA1XykHoHxdB9flfvk2SDZRQWEMpci2tqJdXrvjU+giI36qnl3wpktQ+UDUOf4UaoOPK
owP1kcjsTKG43CybVgJMsKLYSoqF9fr3ACKEtUEQSBmpzlL/eraWbGVteMcR6s0STu65l4A1nBtD
9+Uxd2tvRf0e74rooNntjLbAS0pyPZbi9x/FS1XJ8nthM1u0fDQEabidGyDzCvRCxYK+SjH93LpZ
Nt7GYc12sRYxe4P3L7a80f+nv/jnYmgvqG8uXlS+p5cPAdCTXRQNyUq9h6AdLzuEf7gP/1ImRvcS
iQAyAUmRVCDpcxcdyF9f69TPccw3VfBxNlTbAVZFwGiKsO/WlDJYG96/rfOBzOVw2CD7okNKH8A7
U0Hkk4xy5qNiVf5ZeKIxovcwTRSB9q6fMOkjgV+KUCwMVJZn9lib938BDBtnT5ZeJ+IlElA0LVXU
asvf/3XH0WBGY0JfaMX+vuoeSQMlbCS2rNamA2kEN+w5rH5rNEFJtyBskicEloVBjadaQIZOjSe4
Q1FEFCZNxesmCAkV8HPHLbewW2wA/G4cxWu/VRaWipG4G/QXzB9rIhMizhizORO6HA+gHo0Qub/P
FA3vXiB/uMA/jNNfdy1z/z9tGd23LLQ0EpY9KHEFxY1JbbqmJWCBVcuMsfnmgsCKTpjZI/OaToRd
bgyYXxMG9Va0t+kA9gt65CiLB84WLKh0bugOVgSq0bzqBT/YBRhEukbno/IfxQK39AYyAUjNAAGA
6dDXpwqz513gERm9ghylwc0MCoSDxYwn94PQy0ocw59bm33GL1+Av9i35J/wo1wVfA/KsSQSIpbu
kZRuCsFW63SXOK683wCyWCp5xhF7ALRl1bFrSRZ/zD1ATas6DMMvc93Od44xtSympsWvQIoQXSmT
+nt6GdUlC3qKpCy9bGEfzhehniZU6anFLrrwws64H2Plt+Tg4QXZN1hRKE6UKpabAoJGtiuUy89R
EZWkrTlX+bSyPLZU66km7meTIH9vdtRpwD+N+GcxJOr/oe48llvHsm37KxWvjwx403gdEKCnKHfk
OggdI3jv8fV3UFk38wgpilHVei+iWlmZAgFsbLPWnGPyh73aF5oNSb4s0OmIfnv1535EK6Hqb4dc
FYZlqDSUUmtiIcU1Pikx3Q1Gn+qQXErK1601FqXbvf+FNlS5SEuDJnLyui8hbPhhaK3p7b0/BIOb
NmiDk14swNzYT+zxcV+nXVBfQ9EqnvGlNzRvisGj0txbS5iNxqOsVIyaSKTPMQp9eeU1TZa6XoEU
tPAE8xXh2qEG88KykkXjlaSrHCCTOhqF7Z+7NCiV2J6AeqkkFpDbo1LZfJMILbwZ/ViCT4IukWSf
NJuSLcem7NKyN9M+IAlnqmALhYwGZbM+tyZZKGUKRYKBGMJiIfSDnuIN98g8ZaoI/hdSGVxBeOEV
fD1JzCdfCdkxy6zB9ZFU/8N4JfecDz2zp9+dWMzvPpbcwMk53V5/fZ35rkXCVXZyAaLF55KmMZsN
aUUFeKUohGSqGe0UMtsnPt5T1zfJqmcMKd2/BUBntUmn6fz3ZQUtAyU0/HqaCZAJjcfHyY9Krgrq
lJRPVRGMh8CS0l/kbVSkbESWdqIuGRyVkwm9/s6bpPwJNoj39vVNz5dRCZQ7SgasZicnFIK4jz+B
vIxoSMkrsqcgtI7D6PWF4w/KL2us+Ki/vtY/BhDX0njGJ/cGYuq57Sxo/QwaijHZw5TH3zXNC0tb
DRL+gdXlhW1U5vDzT8XDf35dHQU7jTG0msgnP97jZI2ykKWAE6GgDdc5uZqk/+XGDfJopCaKNv5M
/ZGR9fVV+SBnr1cWTyZMA2GuwpYRo/LH67IWZXrtgT+jIpQcRbGut6MqVkgAARQVLjxJ/WdoxMOb
Bg/1pwbHAqFyZNavdaCEjSuYY/lTzqNKdpGQaLuYxh4ZF56V3Bhpp3wrYNnvrYGiIyS0Lnqw6BG/
pqEsksPmEZpqRxTdWAG7kfoieR29I/td95qE5klJE1rDFqS9ljtyb42vitZh0gepV0Z7Jk06PwjH
v/c4ecrVJMnDBslEZl4PksEqMoaVHz7llpk2DQ7tEuWdrQtGqqyM92Nvy3otwMD3OIiLHWznTUOp
imRauWF2qD1zKrZ9PqnElepZJ6zRwTCZBmrUkHHZYrKmg3w61ltVwT/P3ms+gsJ2/4AEdTKv1W7k
L/hJEWZXYpN7tzAdJbqrU9+I6bbVvch0a7MpEPUAReQoKsMKIFMsyGXWM2u69jG2oPYwVTQkE8kR
8Iu67lB2OI6XBL8zv2R9JBxr2vZ3w3t9JvDJEAFMNf2MmuxU+Aot8VhracONoJ6hFDyydqMjHFZa
fALwKhlyGynr3hLiUzPEIp3PejyaItgSghDEfa1FFJK1GIoqJL5WXedFNlJ4hOH1GAZZZizHtLXW
w+QrT3UR9g+ayYLvmIKuFVshV7RdVoE6IpAqMkM3s8x6VUWnod0gklvTRTb1RZh7rEyEcJEBbA59
V+3qeEIzVvTa7s+pWqNoV/FheEK8/7NWQ/pqVj8XQX96VZbJUl34IdukP/99GjSmvxNDVLx7CGym
ujeoJD4NxAY6GH6GYg350NLRv9fCs0Db5F5F/UJRRxW96QW1CnHHkpCnFCaFkmI2u094uJa27LGL
NUtstShAxaltvQO4XS9ZVmlTly7ijDSFA12PmIoHOAmOhu5GIDNKYzD/qUqZ4KkTxJo1frHSU9Lv
gOuxolGVLgKRaCe1S2mMnV4uLNCTsUmvcvju4zCsvv7y//nd44VD8XsSm54SAmantAyZHJr3qLR9
i+IHbHIQqjcQ0Kfs+/uF/iMB6X2e8r95juaHxM2zuZz/L6ZtIlzjeX2hHa2TX//K3/51eM0+KEj/
/O/+nVCi/oFYHgfJydcJvI1T+v+KSAX1DxoqGmcdjtFASVn8/lKRauofp2gS4ktOJ6ITB+kvFSn/
FxM4jhoU8CeMiiX9JyrSj+u+RnYKnheSU1DYYItATfpxYajyntyehq5cakTeuvFeh4qQMgAcaF3y
kDY7e2hzsGh6FWj4fntanxSE3qkdf2863i9OmQ3AI2UvbmWevSDKgnVqq3p2XlBmb2UPol42ieRY
RLq/qdlsgQbv9WYLnp/GWqvGZNOF0iqhhr3lVErSX57G0PI1tbUWdGCSHVUb9JKa+NSNKal7ELvF
3cloTNHTkNqFEXvXtDOGH30Pq9fxxJxucS16rl9pzWMlUuK1zSht1ukYyj9DqQP2kNfwwwix7miA
CAirXBPenezE1YjkJ7Bu0jENX5pJBQHkC6Db7NrvhweabEsdzvkrgogQ5YrStMgTcFWylpRAbyrZ
yN/GRtIOptbT3PzPP8ez39qHL/L/twxczJq/jTLntXn916+soe9z9Zr++r//5/417D9+ju//wb8F
3bL8B90xEaewyQbwHaHyp6CbqfGPd/0/cDUFMLLKRf4t6JZ1woIUDAJUDwEK4Tz/61OUxT9IwWWF
xCFySq/9zwTdknja/f39PSCOZaI4eYVmu7O+1wyO/7W4Jyo+vm5wZLh8d5UbtbRzG0NrcieFOL6l
47kGjFZv2jH01hTGh2Uit7BoolJlfzEYttBHEkTsAqWMRomkpHTiyLViYtlPtfVYYrjTglIC31sk
yyYyTbdX5dqhWle4bS9VMF8jcWWJQe8wXxiU3T3Tbqu6dFq+pZVU6eYjznxtKTem/0Nix/PWW7G+
QI2jrrMSuqEQDvSvxDR1rJGW6BhlEBfNpKhWupEesiDjdObfNnW2bqyuAG8CiDU6KW0gnpiQ/YRy
o4ua5fqEdVyLifijMVnQ7ShoozsZGe0ScKd551eKuupatbWbsm9+inlbu+TGpKs0iij4WXL+VEam
sqsrQoCJGcnIMjDjK69OBCenObKqY/mVHpmA2tYMna6ppUMX6Nn9WI2qK/hhT1elKvbgNENilHxl
4Y+1xSVOCQVpav5gI4H0HNvrIu3KfkGmg7+JRSNbhYpW7uTA64GNk+xhKZ6/SEnuhvdWFW7iScoG
OfozLaruEMmC6WZSWl5Y9d9dxJ8NpFmF1BgNH8GTDxagXYAP0A8RNp7rlBA9od2Cg41ug2yn2tAh
M7skWMKR2OvSchYIGbn97bP7ZHJ/P4N/9htmK0oktJ2H1kHaG9JeUA9I3itKL1TYh9p0BGOn6zd9
iFRoAzPuwoLysYL39/czO1VZXqYFuZAoe/pL/cIPOnkBuQFEaMudo6qTV147ULoLpPrCOXJGbvj7
kvLHdZOTZUm5yJr2Zhm6ll/f9+CHJxKqgzI6qCq74NS6ynJaUyLy69gwnjFVkLdSTfm2IhRqSlds
XCHsPgYSugLiYxOBRupk5M80enZ88heezceF/u8fOjtVG02jJ7jMp31S1k7a3fQg1FWHsiG1k532
s5XXX7/3dxblZ+995uHSTcQIgexP+6hbVdV91yMMseWptZ8Msj70paLCkjbdPNgZW7ypobCgd11+
M4Trpl1X6V0RXyiinBkNJwPO73XcmgwBYRqFca+uctNBNp8pe734bkk0IPvN13c7s9X99Vjnrj2T
eKY2quNxT/i3KNIitiX9kEK+6GsnfwODOOmLDAGUjW9ZssvvFy770YXz92Vn+/kBH0AH733a++yX
UKLXdj1YMMMV9LdX+TcEkdNON6NLbIjTn/3knc6BimzbIDTozbQHD2NP2msYHU9hUeayZ/UIrhBb
LQztPkB2B38OcQHaIBpptipfeMzWx9rQ3/c7+8x0zBOZ1yGuzoxgAXj4wRT1K4WtlYnukpQgLMOb
ztpV+UtNgFOOgiqL1WWiGasy0HUnIqEoNFe+1m/ECCdYpbCtJW4sjXdx9mwplWNa41Ik7qsYX6j5
LtgDOPh5MdZ02JOI4q43ZrsRon2d35rZvWwAvU52JaTpNt8KxUMt3rZUFjIUmdpjNLa2Pz30IqdY
84ZKKXT63o0RSiIgu5XGI91vpE2Ay8Ifxpgsam/jTU+tuUpieQfu5po23XZsoh0KhGVvNK5SrprJ
dEyMREpw7avNZiBmJeQ8LoUbvz4gGV0PBAQN/S0LYz8ceuJ6Ck/caHnIi0I1pOl3+iA9Nlb7MnQn
OWQ/kb2lQUAKfgRSeyiLybkwNM+9qtlEI1JiN7uGsdLWAEKkbjUAE5dihww3u04PUvrcxGuUULal
b82KGhsRQDkqWCHdf/0Lzv2A2QSECjxENcW7JCYCdQ51k70iCRem0VlD+a+RqM1mlVjSraK2Spm+
Qim+DFGAEgezgNt0dOHIIu+WRudpy1wSUapFg7w1AkXaJlJscbdEHMUIyRcyweK2OcXhUvJ0Y10T
W2sXKiErBVpquywEcoW6PF5StgBj1kj1LW3AwVypXdL8iLs+6C/czpkPWzvNnb/1usif1M3G51kx
Q47dGscFWhKyXIcfX7+Lc/OjdnpJv10gbMeu5dTGRCVcy9OC285UQq03XuLqDzkQb0z/U7o9jd6x
PIjKyyDffH3p93v4ZNLSZhsQAi+Ib0qraT8kAOcVazGJKmJDVrw26FeMwOsp0jZWTxmueyCPzbEE
yr6mvNB40O29X5dP5NTBjs+q+oXYRjsKJ3cw7jW6ky3x1qJULjEm2icBTt2uSpHAGN8GB74nSMYZ
1G5VEKrTViISgg7JfrDM++jAWrGNyhhxOP65JHQh8k7+XvK2PsYQL34mUEjUj17rFspdQD4yuUOj
Wrp60O5bme0m+h4Cc75+RDPu2N+DebZhGsNCUnvc3vvAX7WS92KqoMJTAqxXHgqu/jZDS9g1DspK
tdrl0bFSLlz53LiTZ8OCUl6RjCybZbbKqOwKLY2rY4XL++s7k0+f42cvfzYJ6IgMLdEzxn0sHdT+
x5gvpXxdknPxkj7UN1241FfGDnqFDel9JWzTbhneRwdBXFWcoESH/DzpLaXDsibVDwHp7sLPOo29
T37WnCHZ+ZUvAL8Y95HkI/h6ic2HJlqmU7ea3uK4WvT+QNzOD+Wq7FfUVKfWCYOVPGLuQdzqberB
0eot0uPROIT0FbULC7x8OmF+9rtm+wnOvSLBF8wDY/JoBatGHjBPgJIlX408dnk1ZQKjleRtHUeJ
ExQ/knXkPRDSOSS2usGYVZckiRDaoOG9suvvZrnQx317YU/5ztD97OfNZhGNUId0QB5NoUV0NeHQ
HButuZrGXVUvuu4bkr1ccRXI51h5m27rr/QKJa0dFCsxvFIqommWZrwcsge01pqyrXWH2Cc7ycRN
0qFh2xLstAiba7RXQaXStI4XF973uec6+8A6qdbGRMqYg8JgV5EjbZjP6YTk6yYU12MvLlrlipKv
TW3fhflHrsu+PJmWG1qLAc6loVn60cvUMi2P2VrLSMjwClvT2XJ1zqTc9IKB0ky4pMI4+dY/HQez
7zIWgJP3lTnuJxbtBXsiCV0wURvfy6vIASEnKg6nc1ocxjcULcQkScMFCPV7C+qTdzwHigRKnAmD
Lkj7fFjr5Sort7m3ID2BMkThFJgemXvdUXiTr8UlbBmhc8gAISJSW6mSWx0iUhO7N1G+7mNHVwlU
ugFDUqbbolgqBHxLdo+UCx9Pg/7Tnp6/fr/nBua7S/635S1ow0mXCn60TPN/lx0mbNI/knbXBO7k
r9sTAf1auOo2uIEsggTJfVt3t91CTRdYPeUHaRMnz0rusBcUrz32R8ss44demf11yx03F2bDGcP+
r3lemc2GaeuJgqJ60r6nDc92lGiZSXd8/6lvXUXiHyg/2u6agN0N6uekNXFEXrebgnBT1A8X5r5z
i837VP3bs5LQ4NOl51lBshAJ2BpuZIb0HQF1dosBXD2G+6HcGaJbE3EWf//6Db13OD4ZVnNsf0FC
lxlVvrwXMT7GLNzEVzkl72W0BwGZDJ/dgfjYpl3KDJyjVRHehsvYLplzH+T+zrdciiOQnMnFLZby
zSCR4mIjzDDKJVJohzxCJCJq9Ewkkl87IvlW2vXE8Yc+Wb3G/FjqNm48MfrVejJ1Z8prD5ripO21
31CbOvq3Ob0kZUEv7+s7Vk5zy2d3PJvL9U4eoOxyx1rpFMRUPpExWKFWXLVvAN2hhHNQcAfNLvEk
LaznV/Yd5rH6xoyDYIhUxgcMpVcU/6m/Fxic96qxqM2FH99//fvObQnl2WQeUkpFis444OyqpzQc
nL56wBN6GNYtBo2NYTjNjl21rtqXQpff3/Znz2S2F0wnEjkgMUj7oV0F6MmQ7btdvcQVrhm7aFmo
i1Kw9bvJ/BavuK42PEr2AMr9l4/Mbd1vcoV5+SbXj0K70K+yS+da5UyNQp7NtylyfgwA/K4c6+pa
rmx9MW3l1MH/ZdFY3eQUEm0I2w/1I+6JdbRiK4b6NGVAHX1XGdfptIyepB3YhOFudPW79CZ98650
4bqIHpVacs0LK9m5KeS93PPb1wsWUYTFcPp6ve+FuZzqA+edcFEj8l6wpCqBk2wb4S5YJSoWTTs4
CNPKci4MmTPbxTkPOxYGgXRDLl74SCaMYwTk3L5WvFVQU211/PpV4utOF7j1UP5QkL104TNnyXln
ig4QGwIaevvJWOu/POWuLW9iDhCJfaORp+EUbJFtYsdUGu3/5fcxb8XJHQqrBDrRfryxjnzDab0M
fnbNYrBbmQ2BrbwQAGZjoxz1Qxhe2AGeu9HZRqUXFLwntSbt1eFF0gjgLpkOxgtT0plRLs5KAsPQ
V7meQKnNx8Rg4hew3AfiE3SAemGZ/iovPKbUIXr4r4YL9Dtmxt/GqjVoiR4i1t37V9YPy8M/RSAV
eBS7t2ztl/wo34UtOOeF/tP3Cke6sBn4/BHSDvp41caDOOshyN+fLDV9dxuUDySRX3iEn59ncFV8
/ONC21oWGBaJdOUnryBDhZiuW/9Z9BwzhsR1oXHw+fYPCdjHq6h1pzdZ2EhAKp4SEyEiB1qZ4l4k
imwzgwv38l4c/edsrJmzJ9ValeZHQOP3iU5BLog7aCvCAeU6YWU/PFRRRmQeRAildFQaoXQj2hRm
w6STP1fdXSMLrkzR0zztm9q1GEYbFvhFE38nBckOIESest+k5ipsnCb6VjCrhmZ9I3BMV2KTYPPv
qggBghBq9gPekLVQQrSlpPXoSZaW+tzFbp+ZGxA5rwmHiKSjOYXj8cEybJ3aNYXOYXypovtK2uL/
fch6aRXEwBzajvRxeQu6YxUlj3F5JCdwoYj50oNIARCGLat2MZXi3JuaL2htgjBemE7g5+8DbGhh
cDnNE7eH6bh2h+xaH9b1gfRpQaLdt8EbjBmEc3ZB0uvy68/s9LY+e4uzKUNsKkPLEQHu2wq3X4zD
Z4mQHCN6duECZ1oJ5D98HI5JkPRTgX1i38vjvTZ6G8Uf7scpRJmjIWw6baGiqzJQV5KJKR680UDS
pKT8HBEP4nZcF4AJQvbWTfWiUjsN9XKT0wf8+vbf9yuf3P+c7JhiwFXbUZH2MdX3g/JsrJW77ggp
UHCU9EXP9wZbDOTb+5wWiOa2d1SsgUcIi+kbNPOQAiiR0I9f/5jTa//st8xmvDJrcOZ7rbSH5lmZ
9y0IhK//8Jl5Z96SDs2c7DOvkPbluPCkLZEvCyl76LRNbX1DI+imlfv1hT5fI2CpfXzXaZTEVTNw
B7jxcWdg5VJQ3Ru7ZkxWSXCoh7evr3Pmw5l3hYK8k+gGMqaS5EXpf2o35aYXnaC7sI6eeRH6bKkT
49ETrJINQwxkfST7N+nXX/9w9TTqP3nH+uxriDD5NFHIEpAnTvTsQ+u4VXBPHj3lOR1XVYu40mk7
15sWWsOe5M5Xby3phjnN+Nb19/IaN2Ny1R5pQ7Zkyd9IzWpSXf+t/hWEfExO6C3Z8W4JH6jXGjbU
6u7r3z0j7P/v4ROC+fzNKkVR4rxkXfzhoRFXCpuoPHISnW60G8AsgfVwsfV9poIBeO/j1SIvVDNV
4KtEGl3E+ypy6w4PsL7KmMuLZhNae/nOhCPZb602XKrX1UhEaLmuLtQxzsyK8wqfOWo4fipa79Bt
7aYjtkC4CkpYOs6Fx3lmhJ0UKr9vburWR5wUW+I+QShbDzelUjq97jb6FZgl2XMmDp64j7Wr/D7Q
7rP2Qjl95r766zXOOYO10NWDTs4s29KxstFQARCaEEXsLHuabr0lbNBWctrmQrngzHf6fmL6bQ9n
igOoHRgKJyuD3YwPAm5Y7QHip2Vd6BOdeVPKaR/32xUw2kJc75lxqvEajgeyrL4bT1C2C9ucMwqI
fwCl27xD71vkHB6Sl3AfNLsBGMpLVz7A9yNsl0xlgiLtS3u3M+dqYjM+3s8o6EJlCQMzG3W6yTVv
oohkRGkDaoXs+vDJIBrCwZzULJIHrHkXhuNptf9kVppXwIRGF8lCZFYq+++vChgF0Bn6stxEBUQ0
G9Vv9ei9kPH69eXOVAm1eSVLl+GUFBmXi8zNZG00+U0mVjlz1djNNXiqKKIzze5JEY1LtC3qFpmw
GG9Q47EKV8lWIGI+RbO3D61TUprC/miL/XtxyviOjAXAnZJeRFuObiDsqWhHzbOqvKajW1M3K4un
r2/j3Jw4r4FYda9MapicZilzLUFnajcTibKJPQGhBkuBIqccL8xIZ76kOShZ8jJ8fQkTRgDQN3S7
Oy95HqwH+fHrezkzH80LA4Kml13U5OpeVqMOg4h/yOvuwid6bs17Fzj99o2mnhbh3+BYauaYB4pN
di/KS++1UzeK5TTWsjO/eeW1Xj70GaGfC6Fwy1tzJGn2MS8fzImOfPpkRpvB2LYe7M9eW7DvyqZt
x+rpb3tt3wGkVDfDipOhL6xldspGuiuqZUABpuwuvIEze5t5KEmuZyFiOabO6dj435TmdqQDj9EZ
FcAlW+i5de/9n//2pPJab40aY+A+aI2bFhyNFHyTOcFp69RaDOObasWLuEe/W0rPGMVuWw0ZjnBd
k+Sma/mxsLzbr8eDdma8vYcB/PZL2szUgkYWJczAO43AcUFcdvl92d6W41H3ZFsIhoXxqB5l6sth
hOhsVY3TMr/Si5VykvgiCJpqJ0tOSgnMMCN1dHEdHVP1VxElS1SFOIoFkaLqsLRMN81Fou/2k/DY
WnakrkKJ8kzjWNwWKQqqq8u/oHHZUhjZanKALO96PSRAdZuFh6ocnNZ3gPW5MvU0E/+y+vL1Uzjz
VbwXwX97CKM6ovT2Kj5w7YfYPHv+hS/izKI1Nw4hS/Qh1vFwp/Qoaes8WFsQV/xLSp8zNYz3+eq3
n63naitVasyfV2Ie4LNRQbJoN//VM5kX04Iq76IUm/FeheeEltqOtPuv//K50T+vmQ0QAzFpMvql
tj3ESs2OLuAk6h0NBV2PNrhKbSxyD9yK7paTboue4pDT5qRpvdDzZl+oiqt2F44YZz53cbYQQ70q
8lqu2VhI8V6UuwX0cpe06F06AF1V001WDxce6efHM5DpszXfjDqxkiKOG9USeI8vruvYqZdS4ZrN
tg1WXz/ez79oGF8fr9J0cUuSKid9xfimqA+dt1TQIWTHIriwufz8ianWrJRQYhU2cOayt5RW7a1H
m9NixS5pjCx078JJ9n22/edOBY7Nx7sYpiwS/IaLqKmL8KTNX4NkYbKJ3SogybC3slzU5Yo+oY85
yi3fZMtB6xtaSAeWXz/I9zX3s98wOx7KbBKnXuI3xJzSToSao5HsKdUY6EFiuxcfTCcXHnIi2aNh
1TZP5rjW6XGmB3PZQeFiJSsOwh6Bws+vf9C5hzK391eBLoRiz9LUjI9avqnGnZgjbUYJM+kvpYnV
uV2HOBqy1Ik0us/yNjfXo7AzhnvxNevtML4kRTojWgZl8fH9CEBkIIOwT9F6+br1q2X4DFgCFKS+
7jS80v0hUg6hcgPwVE82uAvRkKWgHBvWhUMq0nLbeVlwYbScGfLzSiihuYHllfwYAcZ0iwM6lpHX
G/RdEPYFF4oFn0/m+Hs+3jG7grQz4H7uC2M9gYHytNsyWDJBfP1yP5/M1XkKG2ApZOYF95C1VN0l
aNroUQPtQg7wuR8/G8ohAp6sBb+476hCxMMGHbsFD7aILhwAz/z6uTVXziC1R8Ok7M1QfhMa767A
bLgAKf3j66dz5niGA+rj0zdK5FiaRmmrogf7iiwLdT+1xVqw8ZYshl+mHfj+hXPL59sBVZ+96dYc
O2kKG2UvmGm7hus3Leq4rC7Mz+duZa7PjVWIMu9Fh4nJYlstJ+OYriw3Q6kWL43IrZzywls589bn
AVW1NETJpLZUH9hnTWJtj/oVBntbyC6JFc4safMKmhEZlT/Kp1Ozt0T8VgnOGKCVSuHoEs5T0dyM
Lqw6Z05h6ryiNmKpmRqD78/o74bQ8arX1lAXBuLe1n8WnoThidyer0fbmRVuLhtVPQvehM9gy0KH
s2ZQgIb42VrLwVgOdeJ8fZEzL2deaVPTU7ilVyp7D6r/KwlaxBKC9FzWVR+0dpFa3YXh/L6X/2Qd
e9/7/7ZP7ALZ86WinfYB8ce1DXURG8FT4jktEJrUQe7qKLSj89LOs406EQbxnMGaoPT39Z2eaUer
c0OrYZo1zNFu2nceduddO4p2ZtoEQIg0QVpb9ioaMqtyGw6b1NuMP/iqW/9XmuyLVLwwfN4rX589
hFkByWuMlGTUbtxjc6AHYktF5PTTs2i4gbKPBizy+gKOwVVbXMXNy1iCLw/VBdCENFx6ZU5IXvmt
HwBjA1tUgIoWo3EbJWsFlR8gH7cCB5mSWJF6a3ZE6K4SFogV4FYbfJlcFKQav/YccjJUjL0IWfW+
Nn6O7fLrJ/xeNvrs7mbbpVzyTAmXEpq7cK3L96SL22WWkUThQb34VmPgh/RJLgnUq/ssAq6Lr1kn
1SAJs71uTMeyvKeJjR6WEdLY4HBdcJwTx/g0wksJzBpwgJrbALwR3g62EUBfvwLhcmGEvH9Zn/3+
2fpkGnFDUkWPDwV+Btht6m3qctLWcWSwbbg34e7UNcNW0+irjys5+BkLV0Ve/USHafvJjyl+JRBg
Nfq/zOQxA2Ljb3pVsCt13USPQnRsEWIiQLTuPKinHCNCespa1O9SPgJ9Woo12CkvcUrpUU/wj2vZ
Uc1XBbxwQbxRgl+NEC0KQjzkAM9t9gQy9tAJq8Ryawm/On8uQIysZAfMwQujcnW6d31+4XB6ZjKa
16gjfdTbUlPHvUlpXI03oe2jgvZz+pfjvdU9XxhBZ/ZQ/wAp8aKTXkO12Tn9ASuDtYzfqhXFY20t
r1gyAHixhpAU0q6ivfHUSS5uJ8xQMkBG0OH7mL358lYAGmzXa6DFbc1e/VVcd1cQ11LzwkA5N5fN
C+qtJKnI+BnozCNx9j1ysMYdJ1fE6+jET8aiAfqs0V+Bkego1xeezefNHAzcHzcfmqdD/x0ikRMP
4Im+vlEniKsGUOxj+FiYjl8cJ+m+L360sIVuiEEcCS4xn1RpsAGyPsoq5Xfb/9F6E1zXfSGGy64/
jCNwZidl56wdokBff/1bz+0u5ry1SKYHKyiluJfqbelPSyvimcgLU6bZ6tb+s0VrO7rOq2exvMjt
O7NhUpWPzycaszrOCtooXW5HK2jH8pVW8BA23Xf1noMaYmQkRrtxp91bN9lbd0s+0HQtoUdd5Tvt
0gYaSArX+2QW+UfXw1QpCzUyCvk0uldF60Ycnwoh/p517U2u6I1BVSkgxiCmYDjRZJfaJ0W6DTV/
W4W1U9XZIS996LC2ld2M3rUZLvPqpsvvTqANZstFyRkUl6itYFvyh+HaQ4oWpuPPwGu3jT9eVVq6
NvPmoQI/CGAW7aSMxQyuPVJh2NuWtyD0gdCIajd5jVN2vesnvktER5IEruIhtBGbW0GyRpIidGXR
5UtLlpxyUB0k1bYpb7J0n7TlobfuyBWAmAnNl+8wg9WSaUfJc5vBXAjyKxO303hAxs38tQ03otYt
JG5XM5+jCPjTSaQu2l77Pc2xtyTJ80hUT2a8+TWMqqFexJNcOkyacbMshkfYiULDMS43YZQlfryO
4g5S8XgdqAn0G6m48tOgcc2xHxCD9sVyamK3aYctK6JZbfB7bdkRvHh+ArE0IMkkcaw4+6YFw6pQ
1efAShZDnX4Phv7YDMFGslZtgUatIbOjaSyblqxcR/sihNQ/qYxZOI/k+uhQRlpw5hqfuaK7GXwR
CPih/BzHq1TeRv7PvG4dFU0k4XWEOpjMVZltdP3RVDuacG0hNjdlr79AJLiyKitaVUarp66R6tGP
LoWT2uZlug7DEtF8Zg08QUPLcMAIQ+b4+FQ3go8FIC1r0G/AeG2w6/ybMMncUe1sTeFTpxUPVwWB
rlA9BXrlP2l59hilL03SQF2PtZU0aE7ekR+XqOOLVJNUA5alfgoCJNOWmr1NOfCcvkbD6kbNnRcc
+/ZbpR8J31wIGei35YhFp+zWaL3ZthlZcB1Ui9izXMVfxdIi8rZjlqKaP0GwoZdSFNhUAd70m7gc
abH+9FQI7teKZkvBLvI3abRuiu1QHWv2O0HsARIviJByqTGAUQh6GzIQOkKGbsCspTupsBoKmogh
+dZ7EQ68eoM2OFHXnDYQvZnCbTfsg5r+I7DgasHR03Dx5CsLL34QpwO2g7SP7ZRohUqyPWHcJWJ5
8FC9pBzdUZldm1Nwa2F9HQ34fsVVH98VjFvjaRTxyJFPkd1pZrvPq19p+Wvgm1OxvPjyawFvTyYA
sm6ClRmrj9RuyKoy2HcKgxOqEZV8MUBK3C44ii0CvnGJgBH1evLu817OidARj6hljmQOHSq5ckss
UZux8R9byVz6OllN020sXaXdph/6Fzh8O25j7ClUCe1Kqh+8clp0VrMbRZ/GlLUFlmFtwJ/fKaN6
i31fuTe9vl6nuP4BBArKkOy0qHQ0Pt4izXCikceiMTRUaiYVgrHILnJxoSaPSgk5eYzuEUL3I+88
wIVfGsu8vOqmqVyYhrg5oX271CUUFzPTMh2mR7j8To9XsbMEdlSg6K7a52TUeajpsevBBQiI0oLO
MTU4Rnm77ASf2gn4KIaKloSEI+CJqnHe9PeDBI3cmJxcUxa5UfOSxHJDjEAmu/9D0lksuY5tQfSL
FCGGqUWWGYonCtetKjGzvv4t95t2XypbOmdDZi7xud5GtlQdSiJZ0UgfBcMZc4TJAm8Vdjjn+eeo
CR6/Q6khGpYtPyXXzmsIe90qMas+S68/m1q91PISHoroPk3nofnt03ZDyEK/+FnzYvKt68kYCKBG
1g1vR6FXtjGIdqfsdWGbmGXolMNpRSZuJs1BiPOggPYUiRmE9MR6CclRcEYuJkXQ73LfIakWsh0f
8OQ3+VGipIpctPztgSRyBZyaUxqXsdc4XZEG5Vdx3Aj5FytL07pjQhHHb90KtY1g+NFXbvnissUZ
gp4DLAtkJ+mb39msARn2IGZqkqonW2IVwuJfgQ9kOXpymjA8VSDeNlFxq6RLgqK4dJ+Us6jxTGnf
h1dh/YuL0i3Kf1KBwAZPh4EgPhuiV5gsW/KdAz3OX/u0QfSeVbLfFbtYZvvZFb45xoanIDzQLMIO
YA903FeDIuPFyOxuaGc7Q2WNRFfjStM4BZ/y1X2kvHCSJxCijAUV3BcBS3qk7S26BLUkupiX0da0
bSyuvV1WNX9D1PdH0AHJt3QnEXjW3DBH3qDb8nMiyL6m8BXD8JcQyZ04G7akJxseHjfqVFuoOrj0
aAaiy6TJzmqAETDxAhvHjvh6M+IQXYPiL19RX7EPv9WCbZLATkOuZ3YP+WaTltMnXLfz3KOeR6BO
f7u4ZX7Ad5fJOTNiLx3dQdrVgM9it1EYU6I76/l7TcuO4V6xe+ZTeyTZCYyLRRRVOyEDOZZrANgL
o+evAjksh9VUnVLxtVhJ6Kbd63eG7hIg7qkkSWv4v7pDpDpRXG+VZrhq1ake3S7+qlW6vcVO0TrO
/X29jlgO0v5G1H8ZttgMyagsHNNwhwTzi/q6LJxH5QxAiAKCyFuC88nmIKH0y0x/DJKXyU9fvOR3
MDkkpo1UcU4RP87SDcOAFFTgRWTZk0B1tS9t9KpVO+V5VGz08ViVe+hdUXHSF7ddHan/KFSy6O26
5pz7FOZ7sb7AbGSE7IxADaIgHvyy31q6HzLI+VgjEg2hoRCSFj+w63mmbB0svTl25kICwsQ0Dmi0
OzRQ1s10udWLFkR8o3UknlV6KbLW+gNZ2XbZttE2ZNlGfvbqWuu8A6a6uJHYccUs2VnHtF5KsZvq
+sP8ils3KVceWgh2uryNunyPlnI3Pj98BBPmlHmkQT/gbBBM4I0c9DXfBe15P8+7Hmih1AxOuZxy
BsNjY1za3rb6XR73jjw3/gLcCIBScyCK6KQTGqKScd30B1m4h0q+7+QHURwlqN1N2Y8XJREuM5a/
htBPVMsvg8HgQNjpQnwMGyTL8yRt1NlOzfQ4zY3C8VTqmMyrdj8QG2Rb60JlJW3l6AMOCvpw1aCo
EjuKPYqyWH7mtc3F9zpy4aeG4qSFx/ITpLxV+dDAvIXcFKXvoB0pm4F0SSZT4tGoeX+zgEvAUBFP
VSvB2KYnE7LZPcPQm+k8Tx9MejeN2tkiAuS2IMYPw+pC6nmsHaxcY69bLntrbQh6qLcCF1ui3+uJ
3HaqGnWMPFAgLjwfgijE+KMMDV8IHyKNLyMVoGg760kj630rknHuPx/m3pvDUt2Y17b1tSLc1Zb5
tyiR4oypcCnKIKzFh5Ri6Uv4qrWx8eV64hNT3+bXvt3mq2/eWUQjTdtYxp6FcUMVsrZfyzL7VosQ
c3wrrC9ZfOvXN3WhrHPr/LpiD4EHuOAryzZqGJCaSnwakFA9vU2y8gvNjPMaLxNS4oHlW3FukvoI
hUTeKLBm9JonVmjJAffkyheL9B9J8G5s9dgGCPEny4CcHNIF2lJ3p1xPN2JDb1fCaWjKYjpMOlFy
bdnHQQzpYlSotywpvY2VdNT7Jd4q4vhZcYdv0UlZftU+pDV1y9T6nWdCAirgHvpbqlO+s/JnmJpc
SLHBwSwV3yD0OmcsMPdO2nYdyQjP2eUtw45qNmhCgTC8dAtI0MeT/YYifK+qgr9MlDhjmfwpFr60
qAsmjfwew/wSF4MijcdOh+TIaSke6qo8cTnvFfbxXXtY06/EAtjJUXEyMiveZLzw5YgDGjsJYcOM
SjqtgyDJUTICq3CSSoZANKvPg53xjDXEh7k3t22onGujPWh1B1yy2IOXQttDM9CGXh6RiisBroGZ
slX7igTudTnMUUFyYmJryzu47a96pk2Tyv0zfpjkHTvVftPuM6ZC6ouaYBqUBG6jaZBHuzOUIltU
vFj+7kIRHE55F6Rb3W/rdnrFQH4o1Pwyk5ZmE2rWwOSKTwN/g9wtOMryhaJNee/a6nNRrG3VASqM
pzeZacYsX5rhANzz15RUwhAw0eL9HJeQe5EhfQEf7olIe4mISpB4Au89wd68C2Qs1ydO2Kpy5W6f
hR45/gtJkvBVaAeoNZ7vrlrvekveSiU2WG7/ZuIpIYvlxRiaoEk4dhvNWYTIzaTHJL7oizOkGIpU
6VfOhw9t+uEhdOjHOD9scF5uG6cO+b9O2PzTn8Etym81uqvRHBYKuY6kakkRN0L/q5vCBv56Vb4C
GywSpzBw5DDPrJBfzkwElfJT0dKLFUpYvIQsWJCjNPrCGTdu0omoT/1jjUkHNqvXJmk3aVdsZcKU
xMhp0cfkmmNYO4M6UfmXRg5na599qQYfkp0g40j55IZtDaAueQlNWys/YsUxpZIS8WCK2+KbPUur
2RG+y/JzUj40M6BKWGc/6xgqSLtkwuvVxTvD8rSGm5o2Za/Nw2WdzGOEUBQpkdiVjhCP3JOUtLgu
Rh1uzqbpM4wX1ET9z7z+6hZGLOUjXPyUKNUWVST4GVdOT2rz0FEmmWOKA53WbgS6dIR+W+CrwEfb
Q74xdnp14vRsuWHG9KAgYhOvMl6Fmfenho0mYkzDFK6S3WV+RRHhCaEryIEmEnP5WF7jxs6bp5+l
kD1jfZtHT+pyIpntfnU6Kah5oQh2VjxoVqaFf9am06mp+HrBGYxTrxScRfuc9Ct7tU4mVbCaNa6U
aWQRgOnMHCkbMNZyZFNld0UURHRcCpzEiG5BznitwSmHt6VkdElq6BIdkaL7XU9HMfc7oX+SD7Bh
JM9BApHWWuNG/W9IzESSL15DeHRbVpuk9cfIb7UcK8NrC5CUQ1VyjTzkh2j3aR45VapQGyeOLs5n
+BqBFq3cJMqPGPU+gJItV/tFmFRPAH+XHfv5I0RvDNohWERX0XdV8Wdw9MwlbYcrMVwM00Bmzb4x
M5d2JQ6G5stQgxFNSrU8uvoCUrguNywR+jZYOQHyDdV3Nrr5sil/cZNumkp/K7pAjk+98EE8jS9M
gg2geLOqz5/eNnuHYA/TOko5lVG4t7hqxwr9WVpXjKwqLfkpiLKnWzaM4RpX0/SpNeL8qYZNx2DP
HNSdIIDjmmYIR73LfKKx4zjzdKI0wp7OV0aumlZ/Ju9aVLaY0CZ1l5MNN0VQ0Szsqfp6ISUXxVXm
9csYlFL7s+p6cqQEfrHEqNyyU7WNaXrplfoG++svimjcWFRtSDM0/D4ub7WJ/io0rRuUOX0z6zHd
yxISa0J2qLzYHdkd/FyOuAzfZj7GfhRKf4IpudUQ/izTLWtOa2fXX0rzj0XQkAUGPQ9wotzO/+mC
sEnH1l0IlWNQ1O+rd0Emw3zx6skWTP+5MjDpyFQA12j3XEPAzO0QXLyUrjR7ffWASsa5pEovakda
O5m/T1VPwBurVm6S70zJ02A+hK2Hx5QRw1J84CChECzRfzi9uJeY2NUNaUYBpm3LuhQVOtI//Vs6
q2/Kp7B4/RFnjzQ4ku7UnZcn9yE9Dlpnsx7ULj2XtRZBJnQQcOLyIhQvq04t/zXnx5uZtm26/Dik
QRnt4pEgSx/2iGKdldTXSRpBYQJUrsF2Shcc7QQKnepVR7Yf3sZGdnE3jdm/RPdCSEdSoB6VEZbi
ih/i2wC2lIfstd4aVG/dNlX2RVEHqe6TYoTCc+q/Y4AmSRCmv0L8CNeXqP83ZmtQS16L3r92aP1K
xoRRC4oJ8hT9jGvV58oAfkVZOkfMwLIdhdxaA1s3H0CDTrlGhK/OL+P10M41rQep2aU9pzwaWZDd
lTqiA701gACHjwUWconJII2PBaVz08UH1TzoZ40YPRmWwObpiqkd658wNnTZbmS8FUwmSrKNA2kl
0ihjHwu8siFOcNi36Y4yQUDPTMrTgF7Sei2soNY+YgkBYz7ddPWfgecrZcBEytLEYVZ+qBBZV0EH
Sn4oSqDXP52Mg6z8tlpHKv7q8ULczKBYGy5UrDiSxoDjKBefzJn6+BzWQaPdy+zYagfwBkiJI0C7
ZB0mouBy6S1tIMmwem9r9VOGbk7ICyRMg6Fd72JY2sjMqlIgdsgYcRjGo+7Ef1xJIYlcs/padirH
rDcIDFrIWBmOlCM1iTv/qPGcpt5Kom+8Ew1tfnOpdG/Vr9Z4QFvAqqiIlQlqkkhkUR3qpk2vWOM5
LKorYRgbpebDzDmOb1YIjtSJzVd+FqO6lnc1fovmM/Y1YX1tFSqbOLFTcqpr8iQ1mmo9LoBgDuCT
+eHWI2gFYUUpLDuFFsBI07KayQ05iLlvlClvvGQnBD/EF2Gndvu4xH54KJrqTeeWzCnC5JhmNn/T
qku0bKriCgZJn4467Uyp8g00m1hUcRSSJ7HYkXlZsru1wh2vjqxPx/YsQ7k0jMNSXUrltQlPGgUt
efRa7imhM8rbIt8nZE8MCsPDzGNulZZBd6s4B/H7dTKPLH3NvS49AObDuisEZrx+89VlYIIp/x8K
NnyRS1NyxfmLn8uI4VNge5f+leqW4eYmr3Za4kFTJ8eBCLDhl7dMsMiF3rLHA6LTr5fEIOr8d8gf
etNdmbezala6Qw1rMuO7++DfWqafM8EjDaQf1bhVwsbi6+ssoNHMIurqOhefS3Ja4xOM4g7gUKFc
oaGW9OPRxrBe1dlh7GaBgmIOpvhKGdT0ygYn1UgjxhAI/qBqvEvNXocUkcV7CMIx54hutx3P+yHl
3h902nmJM2UVHEZDlBRtGVAB0SwnvI8EHPAshDNiaZKNNky9rGkHs5W0vj56qNW/Kf8AxqrK5JZ7
lnUuq9LGREeW5yztu4o5in5mUz2WBCf4Rnqhdyplrk09J976jQy1MbSr1Razi9BdG4zSBZfHX6Zd
lOoCyVWP/Ej50azc0fSXjNjDNIhbn8xxlhxcw6MBw5pZ8CvOvhTmnSwcl/LekRVUn4b0EnfvJJhX
9b4TJndEppbmX7MVKOIfFV0jRLZOlSJTx8R70sXtKnPAbbCHaBoMx5uSZ57qRaQeeUIZgylU730V
sT/h5yOZAuc9DMWfqdryptTPcG4felbbUry8dAQFdNFvqO/1cLeGiFMcA5LsT5NSqm2VRX6FERW/
zaHTz0SuntEdUwt2NHjyi8XEHY4IgE1aFIZLIu9ywhVIXE2MFDxootzJ27dMb7d9wcJjT/CrTUEt
dI/VNGw92RU4yohVE41tuWxpzXlJFV7LUza7qvy2/irJu1zZJORM83uIAp5zWS9tseDbJ6PCiUrH
4MQqjugFBO2nY9z6sqhwVckSInKm5RzNCXzpPUHzzdaf2QjMP7Pq9nsMrouEzoPx4gs3kBGCCJG3
sv4vmz/aS8XFEm/BJ4qUaeGvnr9PKzPW1cs5alVb6UMHIcaoU54zdmT+sZm6YCEYTzM+I+XYQZdc
YLbGfEjzqzzteRLyhhmhrSCWbRyrI1MfeRbDXkdWiaIvNsYFvL2o2Qp9pPQmsB0mVtMTGt0ZZ0Zi
SAqMjdH8VuFpwvhpBeonkXhyTNm8XcxzRXYHfFwTS8EbAdAOQOXNCnOBeeBnOW4M8SA+mXQg5Hmg
K3/pXMi54mRXggOwtOsDjKVi8mWOQZaWDvGxDKWHKxTbzWoQMxhhXe6u5cwbRvupnZoRKdY5rW/R
6Lb1tpl27WtDRg2m5T96zxBFmPoePZHnbngfYOJ9Gn9DRmqeXYmYnreytUHyaU7bcdezPxhcmTv6
V0l30m+hehp35TEKVXeIvsz+Y5au6ouCw0Aer92HshB+yZvmrsvKqPJWPlG54HDwitHFh8nXqoi2
gi4HX4QG3pQrmbkM3QKfg589R3YcvedIe0gJJ6XbF3uG9Zb8G0dO3n0nuc+klbAlc36VBFJ2nWze
hqJPw6f/qXC8289U/amHB0NeopA26Rdm7P6elSYPWf1UACiVXzB5z0/h3AStfpwzcUMemcqtKwxM
Yb1aYT44kxLzGHAQmFfxr6putBK5vlUjgkPnvVZxTc/0rYGR/WukH0W7Pef/IKQ42eTi8t9g6fnI
qZv0kMRb/TJbtlZt2Q8g1REZDMXrt54GImEb4mvOVz49czsXp81IGi437FqN8C7e2Zt0xG8Q4tTM
r1p+T3mm4hq7r46K+KYGfX2qwU0sTjh7TEtQ/eAvxyZbIGGjl+Htwvjlt2LQSB7PmzF/DVwL0aGH
XBraQ+SHAOdJLKqm+xpjmdhbzZ1R8fRviGC0f6jqna9d7JwcL7Huj63HqHqaNsP3qu9TcoZ7nVnC
YDcUNULDt7a8aaxnkrdO+F1bSJHH1iCoTtw/ve3qU6xkW1FhK7VLIio4+x/cIgZ42svaviugdhmX
5GTPNR86m9tsSxVdL+6I6kfg+icmjW18curbb9KVLG2fa36abXPJtqhdiVwwBdog3zQ5o72c1pdT
iAQuoQB07vNq6oXHhFtYt89gp9wTrbf4sfR06gW7Kdke461mnCS0XPKxb7aW/G/iP67BaAR1timF
97B+rR/AGMDHvrI5eTY91hA6DS5Yo/vojioj/XZWbCW/tvpeGrnMJdT+r1b4PsdIKJ7JlB61mkSh
vWpOykqMk7ijctbZkI8gQp7OsMTJqg6FCv7YlYqqflFnEE3kw8iqh4NVzlDbb4QXYMdV8asq0mcl
CezfmeXNLDIQ9Layws2xX0qn1+uj8f/rnRCAqm3shYjimACMqnqoGPgHZ9WvRiN/CAwgNsB1nzvs
ihzIlq0915DJ5FkrMqZE0V4mZ7hVmh0otEAuK1sf6m1bh39iWn9Zo/ktyInfsFreZHpiq90WTJJX
TKprQICCYN+TIBN5MMzyC7IfVIIbE9RV/CPH3zJqBHkfmj4tOIFGrRJI9f45hosdUf9jZV/8WIKy
TRQQicjEq3NDIkrkDsvfMCoOEpGOi4uZ81blTxYVV1qVwZ/7BuK4NXmj5rYgvyEWs2rRhuRv1ncy
q5PZHECSujTjTWerJtDrZvXDftwvPS9xwUxMTh2dIbWcnKqb1X1Gmuilk7nvmsyLjOzKCMDLhmdk
iXwbx2djz6B2FjgC2medLGLA5wqa29mNGo7Xej0yUwvX8VMy74mSXqswSPnVmibcVOE+MZXIuCaw
ol/i+Mi9OS1EcVJjHbS/aPqdkNNGTABINbaL19FwJHU/STRA2AgjrIY2R+2z6GUzTHarvlsYfPeX
KdqW425hEsuyilWCEl2tkv0Fe55Ak/arzshdduuMU3DdVQtjomBd2cYduYWTAUS3p873MjlTVYa6
W42OEBKM4Y9iF1TLqfoxUChlxnhhuMyUYhwvRH0Lt7UnYpFBJvuNT82M+HSdXPYLY2sRiZ3IvzpW
K5hxd8jERYbPNogI78m6fc6pNw4eDbfavqjWDbULoTfICQT5LvPoUyfzHU2qM0f7lCpDpEDA72Xi
MWVhFM0HIjumkV/I8Lr7zo3PYdoacrDMG5KllPlnRNlWsMA7j5zl6kC1VrgZa+JwrsHlxttuPBfp
m6Ufl+mUsWVl0Auhs0edxnC3eSapzY0HGZpp/0dCsrI13ynyKFEkbMiv43JupHv/Z/3kib4ZElcP
/9UzA6wkuc/68ClxMyz85iF+r+pHjm7KmvbjfzlQU+KxFFV6OFssqUfbPDSjRCnxmVE9UkbmHvM7
Zd5YWwt2S3jOMz8v79Z4aAkWz88iu+Uh2xNkZSrm+/JBMrPwK9JrM/f0658q/NVMO7No+hGkZqLN
5y5qJ4IUNT5vYLx/uW6TPC9ldvmWTG75IhVunHzWzVH8Nvk1Q+bOxU9YvQ2YytXsQgvIEpLtkaoe
1yp1epX7k8CyTtpFVbdXW3aAmA1ZMRZiQMykUjI5ZtTn8S731E5HPX/LVtbpyFkGxAEAt1U+3vwd
6xy4cSKOGRPojtWTCHjOG6jeGPf9NC49dR8azxg11V2az1lkzw/65nd5yilQ1Fgu3YeCbKWh2Hj2
N5lMYYGKJLcrJn6UDCh9LLwl6Wf3ItGa1HavQBZylZt1Gdu35j21bJ4HhqAMK6SI5Zbwl5dfOInr
wrM+SwpN6aNlzBJBEi4tZyk3ETrPwlGMTR2LjnxJStbhzrN2+1wWLwy3qPlF87sh0+3M9By/DZui
s8V1UEl86JOv9rt6oKOxSOeQ983wjQvkYJCqoK6ewBpz/Q5H1BLlywRGiFiu/iCg0mjrOIh6L+HQ
EANo7Fa14oA+Rgrazuc9w1ZBBhhOBG10ypbPJvmIYtcSv0RWdIn6rmeWrx1m0Z11do/7nAm8xfqH
aA0x0V8tSfweCmEfNdw0ISZ1gq/XjVB/6CnHrBMPD4mYifHRMADLHHqNEk2eeVggrzI+mcg5s9Tf
OdwVqeCL7K/jMBAhS9bpfRgbzyoyvzHY4bC4W8+15GQRC9AqiMdDHXJORI7Oq11X/9L4BM/AjiK7
RUQStVuzBX+YM23BEtR+a8KLUkyIgyaE142d8IZEBsU7QsEy9tK1pIZgrq1zSzU6ibeTu2jocfKI
wYOSnft8AvdpHAc2+ut5FmxFvg7RnVgtdt0RQBdhQ709Gi3tfXaLa+xhY661aKCYmMj1NtNjpnDP
HOHci+kV2TwzMenfzfphSj7PJc04I0VhOrbVI7d4JhIGLlSnZlydJFO2S/MqdM7zox6van8u+Auj
/MGfZsCAlMxrrv4ARXSN91REgy3RgMsvAlF+sebNa48Jk2aXOjlE28xRUWylP4DLuhV7TEbgMKBM
DGXVKfV3Mn8Va19zFK6Pyvruouj5W/Y8/ymqGD2iTTiqBnU3CeTqbZoJelWLT65sE7xXbuibEaFx
YWRfnc4INZ89CQXPxAsfIyBjMfAhdocy/gNFvlnodse/Ve2c/4Qq51U7DazWI3q0hjNRNM2PipIo
aT/GPNsp8LqqON3J/MMj09gTBbYHPHkfMKhNu1J9CbOLipYxCt/Ejmj71ZLOQz+GbgsHR2iqzzhP
fUjd86clMb9G6GYP/CjDW2LdZHn05nwHgRJB9LWMmCgp1z7aVTKbw5skbDXTXa3Q0cfftnJjtiu6
EZCQSbVLIGUivCbySKX9D/ibyogp6QMYI2wQ0pZU/5LJe1Z7RXHrp/4ExPyWq8yqVTb/xU7LrnXx
T22RS/SLyNaZeMNyfUwdF2ls3UWr5p2b2299Tl4Fi117vWpeKYGGLlA+Km0VNANveD9onGvGv6Fn
UsINLE2CCWMcPma87ObFeImG3Sy/GohwK4TwSfOuCdG1Y6jd0mAkhjAeQdtpjNNM0QZeLOA9NzJP
U8TYq2XtZuhRcldUBEJNRE1frlWgWtEdjLjLF2mV1T85ylxZUwKhQc1YrO+r+BwBceREInmA8imP
2eQihFKhtCCyQghhte+FVXmCYI47dRpRtOPLhjcnbwcrDu0mNYimFpvRj3v1O2qNyGMTimphiY9m
iIBEVUZi2SSq+/IcCl6fb1XJ2iAWQz0/KdObwP0eapdlfKH9bNO9ZeIAaBKnRJFUfms6aAmiZtaN
1tJOZeDiTewOdhv9JcJNIUaIJhQ/hKVMV0KUWMJJCBsyCSPR3CtgSZrqlpvCvpGEyTYFxdUwacq8
qJZj9vdBSxyp3C7KQzPZf8l+3vM0yI92fjKJUVPUJbsSdpbmc0FHYkil2Ab+37VuTm1cvwMSJdZz
ZBMlu0i/1V0qaedR21eMCRaqWJMR1qwJlMHbRGdXoHyqMdEMcTwGbQf2fRpUtloh2674kMWm3zQk
0pLnAFbKLEI7FDp10zak0sYRn7dhsSYZZDiJLHiOXdleCtmyTU4RYa5PSvcFoW9X4DptxgHar6Q5
s4UOVVPqH004GFURJNGAAWpImO8XvhietdFLWyzueG+U3GHpfFZMkj4skplOqULhbFNFGtKWmB+F
22KOjphREqrOpXhd9J3QerK1qzQ/mu+juVdJx0NMz9vW1/2VxzryIMXtWGepK7P6VGAeqaABk5Bm
SW46K8z9JeOVVESu+XI4Fsn61c3tjvkK3WjV20X7UpNLFNHdnFlvC+RsxzddczvcjZ1jJcyZWPQm
3CwDnUUOKpe7FBeM4oCIdAf0/4qL/MGrSPYYFsNRIn7cOogaE95R7A0oEAaZxrJ5iye3GYZtkytB
o/YquzdKphTNIaJnzt+35lYxTh2g9HBuU/z2oCZ7C/ey8lm3PwzOwrY89VFyIhs8l6fDav2qYJoF
kItlK+8WkLuLzudQC4EZfyvEsIeCg8cILzeJ/h1A+FJ8iJbfmbPT1shfrDZ8tGVDAmYaIiJBjTdL
qiNU+iMxpJXKh6y5bnjvJXErp/F9CTM7bEzi2lQb9ChKiEpAhzt2i9+1hsiktRqsn7GtRXcQF6g5
UpS4khb+ShV6VF5qZehGN617ZMOpGOZ2oSkV/4P1QVxzk6+FiKSzI7PLiKw9EmzFYQPI29ENhZel
6XZorH08z2zyFKdHxTSxkK/mJ4Og1mY77iqPUVtVqUjORsY35lim+xSmj13FlwbnUsN4ZMjKo8Ay
Thml7YoScR5A15DbnJjZGXnuKUvSa/h0oSnMnQbK+xWXR4HqRtd10X3yUzy9firETrO2F9XUvK1I
O6tJt7zyKdpF5w5WKTotYRzo42Y1i61F7JBGQaXSnaQ4bCpUCsq955VvWC+FRUvJ1ouuPj7G9Utt
tjJ9p4KcrEVpE1OeYMQSnEi/dfJpNixqnRqmthPK2kbu+Sf+dfXojaF+yFAgtBTKpUGVrj8yoaGD
EXRnLt7LOnuVzEU/L6y5mSXktOZP9baUKU4+no36osdvQsuUeieW1fOFKxNyKwr9u9Z50JQPNC3e
kGGqElEQx0rzVyPlz+zR/EiiyFcSlhUNU7gMSq699GaQScj2+78OG3I3U+NYdyQc7Xgey58s/I5H
xp28wubyi8hgosIu0mKj9UwpFpF4bN1bB6+DUSdeRtU3wmsonUBex5cMe56CCvGuzetPUo+garo3
M/f7XP/ViuTUJaOvIRcjbc9DKV8pZ31SkQLlLFacvraz/iXRZVsn+sWY7Bw1bqb02/6pvCMICG3I
kxnIBZ/0OSOGS9UclxjBE+pVU4bSJRWOHrdbHYYMzjFWHwvhVTxdm4mkgWdRW7KfENnsCVsrh9+6
fHD5IjtBwtWiAhHpuuuvBHpIAX6TkWpbTqd1CpJwL5uwUFM74ojJxrexvbF0YrVMoPXAhAfSlYXo
1MJ7aQuS5o0i1xobGrhrX6MQnzOqcZAHs/A1AMvm0L4mauMJ06uqqASKTXgTFKfMBO2qUesVwH3y
seOkza8RrOFt367tCUJb5UI7ZW8qXfnzRzm2ETFRIPPSVll/SOjEimI9RhIRRswpFIZAPazzOV3O
Zq4/VUySX4jbvHqsiwwJTSUlWrYl6bMPq5015/wcWB2zh2GgneI3ds9xIHtI0AUDAli5g3fA+AOv
RqXkCQheIvN1fIVMOvJ1ByF3klenqGMWJCQcFWY0oSug7U2F38LUUZCibkRoD7s8jrwaZ3fFADtL
tmO9mPR3QQNDYxYX3C1jl9SEsrDQLnMW12pP+9nAute7hZmD4o3jX9wY5g1lQLMZ43K4DDETfY79
mb1WFEuLI4r4PCwGVelBHNLGHmv1zUCGgsGj0rVLXSp+gs9l12I9xbgilE9ayX0UKLyHxeSFXRFR
znII0ZwQgY+6JtJnWd+zdRQQb2ylXoSKVDAdaZPel6PjTFZebahkncvpuRTcHIHIAPSAc4p20RDY
LIgm3r283cqjgKR1ZgZIIXYdhOgejbmzzIr5P87OY8dtLErDT0SAOWxFUjmr8oaoKtvMOfPp55Nn
49ZYFjCrbjQaRZG8vPec86dtM4yfg8DcUNFEUoRk2MO5YZ1LKUtcazgzcY2r1+raKdey/yvHBL4J
paNCIaoWfWznlnGUa1Dl5CB7T7DUEzeOPkplHg+vbcWhWZQXzzwp+DbBJ2xFwQnNlyH+9mi+qvI1
6N8lNrfAfGr010Fjqis9iwwNoysj6DVSAYsVruOwbPZWj3bAI4BtS+ZQ9eJpibQkNl7+9NBcpgCn
/gQml3ueY1FcidfcI2qeFuDcm0qSnRJj1Vex+tlMpdvjGkR67tMQdkvFM5w0HqQn0fzhtYLNsaAR
X/8CRUpaazqEjEopDBjBvfBViT4KlOizrtOfPjEWXvNaTPWqJEtCYLwgtk/hwEg20CHc1FoSLwNj
kPl8YPXmopOy/GbsQ/iHSwgB/K2qLwkGHAMF7a8Cr1j5TkNzx/CinUwROJnaBFkO1Df2cS1nwzQW
WfZLyXQAxsbMATLbjTgEEmZD33n/qrfohJjJq6rFeRcv6jFd6kzx/PYz13dNGzyhxILuDgux43Gz
PfTPbQ81VBUzupXI0ZiokKK66g01JENVvmLJzKb6691E1TwrT8CyCZ28Zb7Xhnj2M+sjvcY+VMwv
9TEV4BZcFfyQHhdpWr0Q2ebUDNwivdthaBQJc3jjfkOKBIIoGMwqgIjpVBXdThVdaeoW3UogAG8A
aKcKrBdNh/5dRJr3xuCXDaz8qcvFV8ebhcchBVBHcV6JjxghMSYRzkK7N9PBs2v6C2csX8mChc2i
kFzYM+XEbalF1iVd0yho5tJcO6X8U4ont+maVStCApnMDT6kM8SxgwSppTLtpAkXIf7OJG3PeuF1
9HljpbQrjC0jyF3VMfg29aPk50vo06nfV29Evq+yNkc/BFsNhyij4d8z0A+a5XFaqAYsvooPS6tx
ZPvVewzy8sF6a+MK6Dmg6xbQ6aa6ylxGJf1BdgasgfbQ2stVnVjmcrJKxq+Bus0ipn3UQjiI51a5
U1qYZqZUQTYW155MMRzVThQR5hT5rMJa7KhLUaLUGtz0wAItVL2T3usMkAxtLxjmxYhLW/L2OTEe
OhW9YgZzwg5L37TZxjaxRb0CAObXr2UMOaUflrmqHEYYo2gvwCFHNBaLvv8pl8YmjSxXNXnD4F9c
74npbpX2S78rVyE/S6rh8HfPBIvNteiDjX855ukmtIylVy9ojoN2pz17cHaKQr92mkAeku0x252M
zoaGvQ68d69id2ShQK4JQqLPfG3egG6rw8Ao1nwucCXJe2En6UcdqrcQkgMAObScfqowtRqvXZXZ
h4X9JBr/a+XUw43Lfljtq6BeWuMHPLAg/PRFgBR4bATZCJ89Pl+qbnGrTDQqPPXi0ekL4ii1CPY4
mBsj/lg9KtG71x8pT/OGGVbBVwzpQjDmIv7ycl4trUCZVzjD2eMVi1EGf0WXvlBMGPBjvuyE177E
xR8DKCvcyMNLgRhJ7so1wcu2GdZXmEOXkspOOoFh5PWj79nYox4M5tvS+mCpyt4q1oyPAAfarkwW
g6HiVI3gLUN4k0LIk0k6VXOICbq0CamDVMSbXu3v6u7S9+GiGJH+6cVaQUKAKNDF7ueq5m5VnhSx
JQknLH9yRo/cIQLPmZbRJvnasI5he2hM6dLgUulfQnghhQ59EfS191H+kotvA1xeKgvq/vc8m9CA
RkQbDTkK8SJ7l/LoWIRYTNVKc5QG4zmYRFT4KbHi1rgRkk1BCLpRZ4g2VxJTsYiu8voc/ICfaSBB
rHhPCFpEP/gBKYnzeMPsmG+L3TM34oWfQz+PgTJ3bXEMvAvNTJADCm9S/yqbnJdt5DZa9K0xOO0v
o/BMvR+W3rHTgK7IfrdFv4ds7TX0G4zk6f/XTQwPXOv7kwgldYJpa43dsqE5MU2ykmUz28vl6Exa
uh4DTT57JuMOAGE0k2EzkMAOA1eSfPbuRFoU2vgtm8ZXJn8ayXEyWzupBAgucg0lK7UIVdGGTxjs
eWy5nQeJ3BtEpsr5tTrKvfRZqpjm0wI7ftS0rIvsioRfPQqobIZipNfFW0EhxZbwemFW+MZSNOdS
lS3MEHZptg9LxiRyZRt8zXjrqaTOxingcmN66yFWLmoUzGOSP3xrQIixKKKFJMAshdreqo5cLbJo
L5jeGTFEE373vXHyxzfN/4HUFyifLlTXBEcOzpJ2igTlWDNnr4xiLwyiravmPNdF/WwMMUyowFDm
NHEmk8h+jhTxI+xRXfXkvKZmpH4aXjztw64kUTjp/7dcFxJIpRJBqalZCgBnJVLgtuU9acN8CuAc
IZgcslfT/IT5NynfBWABqS1i52Dlb+dsKMWLqU9P9EwrnVMnk8BGLF/cd4ighOZrmOK9kWzGEqTD
zwkuTJBWGJCGxmU8jIvA9PcCXINyiHZaVKxlX0MjM2jztpBlB/2Pm2glUydxXXpMDcIieKli0SVr
nUeA7iSEMZzX8ybt937tkVQCsW8a4eVPkaOYhpPkPRy6upQ+CwL1AkYr+H0Jr7VR2a3FjrrEnJHB
9UqG3NbjJqijVnMSnyEtSY3vbLyt9GqOK9XjpdnILCn2zxOBDwOs9TMFduFfWB+qdYLPbdYri5bZ
M5+KTAeNuUz6fMi3DZWEVDI0UJtFb3oXvq9M1NeT8DOHJK8MsV2pLV9JUkBMtAqoUlEhOJJiNnbo
1zxgKUvXSd2TvcWQN4qcis7dD50SvKbs+7VR6GeMcgun1vJTXV/GYKEojhoqm4IJsaQ8N2VOCe3T
CLh54imzskSSls9JxAOnGuzkarFDt6Jkh2ggEwgOoBeuCAVb+FJM/Jc0fQ/6uac2K6ajJfxIh1fg
cFr0qyIUv3Nc2jRzsr2cMDNg2FGDt2muS5gPZr0UA+mrqwtIxgT9MYiRs7XZ/fCVCfo5CZhywixc
4OyzsEd6IW1+N0TkNXWF+RVMNGueMm1UEPyJWqIdDuhdro797shBPh4EPuyOnHfQ+lnYDm9Ihhrr
R6j8kvTlVNdHItJAMoGJR/TGQkm+V+YoKPIjrdol07FSkwWu2m4FdqSkpyp7N6KXseIcRGtubpIe
LnsFXZyULgyI4opkaumKV8xzA+lU6CRXFiL4rEbRCgutnoxdJfxSpIVGZL2vV8hgriSlNizQ5psu
CqIAb6m6WfqoFtOQlKhpOUrwf1HcziE/yzpJO13n5NNe1TP+ZxA5D0Ak5GwVSkaLEFGRJGbJciy2
qbyVqW9EwkHX2JQx2J9NmN0YJLaF08sV+PLdvFih0A2ZSmorBkaqumi6Q0n8DWMu/6L6bplRZMPO
Vn+WV9NgBiNm/CzA7oAnAVMp2EImn8XKl0n/DJoAv0roAF4rFLrCvg2gomAwHkPGs2jKZYV3BDoQ
HkA0BY3jFWZF6ZF2VWfzfuy3RQ24sQvbTT2+j6oTkdApx5smOtXDTocwKoeHQhRYmkH8XqTqyjBN
nt63VRwrIVvrBihvZcHKRBopfFF2rGjLGfch1GaO5NZJ4EyNuc4tInNI4rRocfMGXHvQXkT1l5Zm
8Lr0dehPz1H5aUltim4FqUPZSw7qVGeUG+gP8UKIIMiahOpwR+0XbTpvHr4U02mkf63quVlTPItd
uw2BY1oDF8FqI3Q+MjGBZGf/yY+uqyI8aVa4LnnSsifNQV1spWpXjbIzxVGzzZwSNvJrEqnipdjU
ZPZci7sn08/fEGpAAAAQmEc1B6W88mK8+ToNUsk4Zc7YfWmawrioZTzgFwvMj5inVnT+fRsjmrRl
a1xJ4jg6Za+epirb5lGCj0lAFZZ1DdMVvfOHuWc2mFCXtL3l0C4mrJOVuELdyeSpHernsMr52mtf
JMBYw5FEbWT56AuS/ny1LxMdnf7e8TutXVkSgwPfYpagWvA2zQGaKBIoJCnC+FpOB6idsfQWV7k9
1TgVwIcvwZ7fDY72wb+UgEAawgmrmntR9ak2x0pHLDGiB+uH9GdWI3Yea48atYXZL5UvBrbxVdpS
fvXNd6DI26qU1ubVC6JIiT3qN3puhsu8O1UMjsHUJime+QzBTIBjQ+JYRDIzaNq81H/gW4xbTzSs
PJKekChbAQ1c4J2sjjIpM8fikFWQ1NDXd3SepSBqaPt66eBdu8cCKEQR3xNJe8PAR8jbVZpE74qP
HjdLx7OB0+eFqemS0rMhV7PvjsR56gyqksmt+daq9mxibgNtPwy+x2Ylh4Iryq5ptCvQlUWBXVGR
pJegmLbUTRNUtXDOqKrB0BR236h++PEhTR0fejas0HCE3TAeQywuZ9TZ+AdA/Q0E45hOk630nh3V
blDX33JTLPiWnK4ONi2dkxILtgb6aCRA16W3kJkMBcNFHSnM9IvJ1NWpvXGyjTShxMbjSUi7X+l1
wYVzSzcWir6FsFN6l17V5tQPi+JaXjB1K4sPJL9tPzeJusPkJtKZkXOvSA9KeQ6JyMxBqXH/yY2D
CIcvor+QiIIRdfTHJMcPlBJI3tAvBmHiTFnGOT7Ve6MXrprIE9OdPHoqyznCW7T4xxAwdKR7e4Yv
in+AyF0PvoxujCHD3E+fzNb1xrOEJ4uw4rNE0lpY80r46BuINdG81eyh+oD37efHVjzX3jron0Zp
1XnL2BecITx60TaBe2o5g3xJyvnY/8hS18o+Q1B5/SPUAKdeGlDU8D1gr+hfxMQ18JfudzIDTiGL
Q0hXZH+Qd2CmxyFlYm5KV5JnuPUNCptDzKZhdSddc7JhL5NIq5LPRuCYr30UnJ2JuacGdsRuDzRZ
i+1zGaxb61WhWC6Ygyedl7u1pXsHs+1tuealhWg8WhkRGM0KXuhq3xoHq8TRroZlnyeGulGuotqy
JCipBRa3K2w1U6mmEq33lga1ZyIBKppSZoypcmgq2FhKPi5bwQSJyuu1Z+RsC+0oLzoIWHaJ7EpK
X0vxm+SoRYmWZCwIJqimCQOcLuR/0jaj4q2kqFpVRblMBNRSibCQEAGYOMKk24BoLWtwg+lHYNqm
Fx3EvLEYMevrQiJU3JBgTzPVXFmA/jVjvaJ/D+LkM8tkChgdbENaKJZx6XKqeOjAm0qjICIvBunQ
R9YV20Ckic7RBEfBqTMytt9xYeKRM6SLRj8o8kFWiPneiCCQorFNaNXrcWdq0kwry2qtGoHnRIH2
BjaB4QgwdxVguASwGPDGO0n99mVzGaHxiicQbXLJWlCOoFP4xJWZLqPJwk5KjL5SE9ZrADQzyuqC
8W2hUtSa07pS4l2q1JdQhfIrJM+CH248uBma4O+1OlRmZoEIrYmWlhks5QlBBD5hQz46WG10AIDZ
Ce+fmVK9FBF6ht7Nha3XJpUzpppdXOVHMSjxqWWpdmyuylWprMdsdGWpw+7WFcLjy+bMdBtoPidx
FuGKPCAWCOt01pbim1B670IELAwypeu4HQTaD53DukpcCWK+Va8GcnVDypVg/OVH0SazYLAjVKCC
0nKGdOOV2ZktWqt1DWhsgZS5nn4K/HDXwM3RRKYU1/o8QYGb6dZaqnZx+CQbmKEZcIFiBrsga03p
RGjiye7QUBfWwosvV44FMtAkAYSNk88vgtYdkZw2TWC72fijtKCBCEAymL50I4IoM90Syz2rIJi2
IZQiWIEzBTwwTTK3Vsuzl2cHPQlIxKxWQ2oei3YX9Zgqte1PiDSRsDSFgx9rDpYbb5IXbLxUF+04
QJxAlQ8Mac2YYe1iD45TNEAo/rcR1x1H1NuE1CKOOk2UNbh16jwQnorm3Hgv//7T0tUV7y8+V7dx
G6UaiGOiyNJGFHviMEVFrnajHESQBDVwG2ksyvc27hGtapVGrR2Ahv5sfRPAR50CeAEPfscdvy3l
6iX3h7Fk3MhZ1VnwZqZhf3UvTVCaA87NJwfmFQoi2S0TmzAV0EhP2EVMAsQHlzbuPYIbS7aqUfRJ
N9izBxVfU1y1dN8TkcoNLlM2eMyX2AJmb2SEr2mbbDpl1Usrvf0cGiwIal69UC4aCxUhOo2QbM9E
diPB+sH5UgdLvixGZhlP8xotGsPKPcnaaMsjNZTFTZXnYHzN2CDrT6WUliHMDNFC/h35+mfQP3O6
IUtCLGmbaL+8gnyeqV1GmrBO1BriuzfaU0utiaSdJaegkk9nuv+EcbRBsKhV8s19ih2Cx2xZttVS
ipt1FgiwhNQavEkJfhA4aMvlWua/DQmaOAV89d+vVNbvvdOrx9sf7zQwBbkWDF/Z+nK3xKtJhOsg
lG+xGbxVBnnmlsKYzncZYV3BINidsCfDqEepQ0YzjOCJKT6Jblq0boFtOkqwZanYxVdUv4bUqCn+
lNqxDI6WlCwNGM+tX2y7EbSlx45S1OQ9dM9j/y0Wz4m2GX5p4/UCBsZV0zLNzpHyIuCtV7iwOvwD
0X1BfoXJ93JvIvR57eCpZfoa3afautD+TqTGuMaF6ewUPJMbJ2ITQXh0uBM42FvHoBQCieUFrv33
RoIZDS0GkZ47qWiP51nP6HchbofzVVbIvPJXb8D5QIJnY6ot7pRvrNiKY99+KuxP7OG8ijTeJAAf
U3EAexwK9O7CGmJiZQ6zHjOvbubhiZQxB2C60r8Yr8CYmrJV2M6pm9puyQgf4Vfdr3T8c1piRBEn
pMrTgHModCr5R12w5OgFPWB1bYKzY079l6bCyw1asm2nPVI9dtogkGeiqLOs/GNS+Whj1JdEVo9h
tPNzuCHWIYWGhzA/YlRSu824qmUVPuPFlPet9xMf8WY4KEPpauXXlG2Q1oDYvlRokfRqFhd8DhgK
oQ6RmOjIl5gFLJWXSg1bbIbNi1x0x6rNvuTYcCxqf4mjL83odfBrwyNh3MSaZVNRh5U7oJin6aKS
mZnRl+xlGBEU8wCskTCcwl+m3mct7jMKStrXQjVxIsUCSsbVA3rPMk74xpU9e/nElFqBgprxq+J+
AcsSetpEzrRcUCwpWPkrryOkeJRLUf1cjes228gg7RWcX7hkZYT8OYzYrbT2l4l5mSci+1N7m8wa
faIrjnceXH5jOLbqLiW3laG+v7J0rGJCwqOd3tiUNXqsGIWY/17L4ZsZBC9xtsxE2yqe4+ZUZLIj
df5ZoP5Juw7pL87/mWkHLQqLWgkWQx7PIAEXUAHbNL/8+3u+dwrdODO2uBAmROXIWy9mKBMKfMEs
GpDsHHOrf1/CvO4MfzuNbrxnM9GC7Uim4ZaxJux6jKsqDI2gcmGvSHTkzIRhlfrJHHR2l4E5EvQl
hCRHgkF7E/SHwUm7/QSzTvgZk9sTh/HKrxmWVsLczNZBzCuWmKYUcDZruuS0c7TUchTIZuGVHVtm
C4+ROXULvlRxbZ6D5FuSLkHUOfSZNh90Je1q7HWUmuFCHL632T6H8oj+3EpYr9JHRepDO8wt4aUI
vqVYPFUTo/IodboATouE16cVMeISWoIAXkr11BE+06R7AMqhwB16+ChCDGsxim4ZN47WWrDAxjmH
tn32PUzPcsWYM0j31QDpm8oJZCFiyBsmhfHAr9q495pv7HPZCDrTGgsIrHjPIMrBp1LoPsOaqh5u
ZgdtVwffDChPp0Q6CeohldC445MJ6t8H1QxKz6Cgs4yZ8CTeri+NX4IKmzttrtKTz4K1I9JE07V0
OIgHJ2jW2EFsAujbKEniFrqmXtmwVkuD2o1NMF5JdQ04teuFdZPsBHPdpWtLlyCTPCXgiwlUoKQ+
FeNyjOpjx/grsQAmirZZJNfEWS0ITlpofeeeZufmj9rbeJCbRMQMaXNhAu4WzXCKh/5L8bqlOoy2
glvAkGDxK/t7dfoYspXS7IzpUU733ZLrxn9ebGgRNL1m6NksAgHLLVSCb4LqP6s+1Pq1l+KAiTy3
e3AO3/FVl6///Y9TmP2uHwF7xU3jF/rFqOL6wOQcgnOa5xbuxlmGqQHxvNBBYgydTEN74HV7z2D3
NoJdFCZRKbJR2Qh1Beowedk8HvWL0HIqZbBYMmMgZjY8aCIhx5h0l6LbCTX8s54yv2Uqk9PsW2Jo
Pthe5DsFiXxTZPZBWnd+UCqboK8FVGNJ4yl4OGfCe5iLuM+EoBQ/ehlmqdoZjKR1WQSX1bDsU5sE
MwJDHb6rOLkC/Umx0vFTxs8vq7NN0yPhKWO5Og0G55Kce/VTb+kRbL1eAu+7bmvIlkPIQ8mEF0Vr
1t6D5kC54yj8+2b/eL+tJEeRiFPiTm913MMMOsR8nmMCh6zDbj0DuIChslh8CHDxNDPfjSGeI+PB
V8Lr9BiUuQ5/Zm16KZJxoUKgTKHqBASlmIRq+LDgqqpd9hXDZXRzfVUwSsRqzggJK9Mf5WTdu4cb
R/VBtUjdja0cq5qeoToMAFv89D7xx40YWmLaYCpolcylptDmOpC4CpilP7VLcQq7z/5ZoEIEffjq
93xW2Isspo0AuYLbhwnLDeGEj63Hl15hErA0ok+mK9hhyjPrtfkVJ1vosKzDnwlRVLSBcAxfK5zl
VVf4pqIQwIdxvfsJAUKo3XhdI3lGi0nuxQLOa5Nh6TQrP5BgVuIsPeKqZ6puXJ+wVZgCH0bThuFf
9sC/+87WgX/df7/lzpdMQRxEgkO20mHYmkdMk44x7fymeRbm/z6E/+7erd/G26p+BTUmxoFZP7X7
4GXWz4UHxuB3chd04ybpxbDiUBAm/rSyNc7etntFwTsXv/xf6oNskr8bnOu3YbIMio0WPzKifnY0
Bw76P2UhO0iL//1o1L+3irp+cwOSpFuSlMTjVpk1Trw5oJnfYsnoaPt41620ORChna5aJ7d7F1fK
GWZm88Heo2RfWKdyfgHBWY3uhW5uv77am7ebR29NupZI/7d00vWbT6huhbSpW2bGqL6XgQ2hfobz
L3evrDFxerA25L9/qLp+09J1vpYEpsVV8HJctC/ZqtqiZLXRsl+s5wydOuNV23OxMXSFVfSgJrlz
kOjazb49mEmbqVU1bcd1v7fmGB24ZP7ZuCW4kvtL+BHOg3X24GLynXesXQ+PP/ZTCwZC007YLZmL
cKPR++xwV1ki7SOE5ohHvzt9mt90cs/6K05BF3lbP/Bbv5O8oGs3pZfVd3nigz5sU7f8EF3z/Ru/
PWclzfSXebo2NtE8mWH+6ZrLbHaEBmDLzrdkNwvDab/ir8g2fvx7md/7Tm8N/EvIO1Eb8UOIMwht
4RMnXxcP1Vedl/rvS8h/r/R19eaVypY+TWmnUzdu6Rm3/bnelYseBGWDD//S2ulv5TFa4kNhM4Ve
pC+aA646l47/vvy9R63erOPMyJAzm0QUQPpyTDeytRm9wMxw8KF0GqdzcDewhRlmHrPU9lfgNyvd
WZCYYMOqWbPEZ6SpLv79Y+4+7pv33ghe0sutwLZ48J5xwf4kuv09R7K0j9x/X+J3tu1fdgf15uDw
KqOXrZhLjMnM34cvyrw8MyNfZ4txWTh4nc3Tz+QobQiOfBF2+jFfhM+UoC/WGifCvW/HTj/3d8aC
IPWL+eBLu5NBpt/OHukvMq1jqLhtbby+D+UCab4bu+2z776yvBfDQp2Lc2mNKvnnv5/Dvf3rdsxo
VMLgVx2XjFYqYp9tvoHmNe9WilPvQobMc7AzyzbWjDmOkpsMdvr17yv/vQrXlZtdBSJxMmXXCzNS
2uII5QxutJx2xoN4yHtr6DbUWBbFXMxL/j6jA6FydNs6Fy84S6Hc2YXOv+9BuvPRKjdfTZNZowVy
I22tC6p5I59hdWtzylQz/U108pV/jA/tg93wXq2jKP/dh2GQBV13vSMLc6Sn4WIsu1cBy8WZtAO6
NB9UDPfOlt87xB/bfSDEWY+xtLT1X/LP/jyt+l/D1ljqF/E7f8LMYj69tJeH6+9OgXLbgWD/iYf5
wNU6J3ZpY+eyi6HxvJhjFrmYHLCsWXAeV81GdcptYwe7ZiFutOO4+Ejc4vnfr/He5iffPFkhkGoj
FvkRdC8rJEOLF2mO77PbObId8D6DOWPL2U8srE+1Q6LkrFiUbuM8D26xkOx6Fcwu//4l9xbU78/0
j4dPe+h1KO6Itp/1brqP17m90k6u7CTuxXh01NypjH5vP39cZEpi6OsSF6m4y27bupTmy8JlHEuN
But9V+3Do/oGMXQXLPSFaYcPqqU7ydz67xCrP66cKqQ8eyZXNhfQHB2YZXNMFmx0kDP9EDtMpFzt
wbf5++X9ZYeXbg5URixmxEgMyum+WalrzUmeii0CQ+okDCqfQCAW6oyN7chI7IleZmM5xoNr39nb
fn9af9ym3IutLlvX2zxJztMwUw9ERbkPj4k7Nefvp/vnn/crvUNEwPE4hzHj/jQWnYuMf/Xo0f1+
RH97dDfbWi+LbVJfF0gzL2fXz7Be6I75hAXYjCmkjTulI8x/BA/O4jtTCF26+fx8Ro9mpXI5onQW
+vrpPNkZ1foZBIbiQ5ofSOA90H7PMOJzavfFdzzbfHDx62r4261ev5E/nmVkyeZkVVwbzpKb2hz3
7qOd9PdR9re/fVvGjHVk6tf31Mxxw1UX0xxoyUGx5VYrzGHOaBpsOnFXt7WlMpdmlRux7R0JZv+U
Heh+M/Gg7YYNHRPEeucRvPcbJf3bz7opfVQlnJrof7dcUL35sG1fulm3lmYw31fhEtjMVRd4nMRu
/cJodjb8yrfeoZ2n28FtFkt48ivZMRbynFGj2y8RF8wfbU130ux08fpF/fE6ijKM8lHhkUkHyD6u
vkCrdkBK4OCmuKod3+5Xxqk8FrvowTDw7hVvtgmjw+dFGmB+TN/C2/QE1Nqgy/2BBconQxAVj08H
yvq4Ui79Sv0qXx9s9HfOPfGm/JEssWiq641WTnoef01OwQ4cXF++ZIP7sdAx+Zzh/fzoPu90ceLN
Qm+EKDaqzuCMk5CEzOSdfy7m8U69iG8VD/jl3/d171sWbxaXZ2hZKiIH2EJPIzNo3+69l3JH3hEb
idM+VUu8WtfhCtbUr3opL+E4z/0Far/ngHP937/hTgWjWTeLSAmjaRJaXmn/S3O8HXWt8hYdI3Kp
FiBYxS9lXZyrfXDSz/++4J2jRrNu1lCQGckUmjzbQ3fJz831Zuvn5NA7xCr9stb+JVt0PPJN7sak
K9FjlIfiOX9QF94p4TVL++83U2LH3ww5j1xfyOtmBfPKrmfXdm2iVQs+Pz/F5eRO7vVbLR4ccL/b
pP+7h2jWzQkBEOyP3aBSp5ybbRBt1WnJbDKlkcKU65h+lOqMY9XuD+Kr92qsG5O82heSd87oc0Df
FXMGXAufX7chOf9SXhJoA2vzq9Ac1GcNjyo4pQ+Ww/Ux/O2n3pwueTT5WFPwUxleuPFT+OAL/g0X
/O3v3uzuvpGlQv/7g/oOz0DrK2UuY+y3wkIUXuyTwhDySduZB5xbnnUH4ZtT0EthgcjAotnhSLEQ
1tGDefGdE1uzbj67yRICtaxZA6PLnI83H9iincy1hTfTnZ9YZR4CN5yXj5bc3zcTSKn/XXLCGKL0
h+KzNWahG1I1TvNgrjMZ1Z0johwbLf6MDJ515/Aodv6DVfe7rfrLI78Nxk7GWhWMkVfZgvtf92lZ
hJRlx/urG8rGOncbMqI28jumNLvwiBzpVH1jzPtRnDiyQPERgMFTeGvW6a46DK63QS/47y3gd63y
t5928xEWeiBKQJQcXN+YBBSFI3z56ay6NGsZCeO36JHj4uYP1t6dQYFm3mzmQ59fPdO5WjXvnNEl
N46tvFl2X4Krrr6j87Ulgc+/EZ6aR6nkd2p3zbxZ72oKmJlB/d6qCwRr+2EjbaILnt6OtNbnzQKE
Ytxki//f4/wNxv5RB0yNoEdeXv5urA/5Z7nun/2T4Saf5tv00n3EDx6kfH1gf3ltxs0+Zop6XaYa
acSY1e+rbbIK7MQxncm2WMM6Qy9ODQwaZuIGzswydsTXR4v53vM0bvalThigQAdcujoqhFgyV6UY
8z+Mc7Yc1vK38mk2M099PDP+e8WhGTdrRqrC4X9TvrGVPxCH6E7OsAzmCaUVXvOL0HkndNPGH+XB
13rvejfrBZuWkfAh7g++48qaPZEVsX2EO9yZ7uCR9d8NSDWFVktE/nhDGznuMWGcRcsBAMF68Ovv
TL2RZ//3ClBPiTi6Lvdunq+HZXVI1+U6crDW3XebbtO4JL8dYLm6wRreZL+JygdbyR38UtON/15Z
6+q+iRSFhOyV9ZbgyDBj6D55C/QZEkE15AjhO85obklygIadNGmVWAW++6QlwBjaKGSnYJDBHHNM
HNGwDQerxOOD7/Janv7le/nNbPvjuzT6qCy8nu8SSwppjt/ryvsRYv15tvbZxjrJTrcjssLBlOfB
Ba83/bcL3uyrJUx5s5RECo2XaRt/4M6C4+3c2GGLCT47s1YoefV9swjf00dDiusa+tslb/YEVMg1
HiNcEpebU7y8vm1YTmv4Fv/PXUe/+fTBxYfYk7lCsqLP6k/NKl0rr8OSmN0tvIBlscTRxNbWMLop
2vDBf3rYYN27uZtdwAiNvi89hLgarur5U74gRwXRcrHB6SjYBI/qkTuX0W4KBNX3/HG8fvylSy08
8xfRXF4BZizM8/9vYdxCYEnZJ7GZ9ywMd6rd7s04yOv43KygVKymU/DiXRo8W2bFZ/5gXdzZz25h
sFHr4GqI0bXEQkKNeJgEx9nw81ETcWe8q2k3K10Vukka8+4KM8dn5X+oO7PdyJFkTb9Koe6920k6
t8HpviAZqyKkCCkUWm4Irdydm3N9+vmprpmjZInBOXk3QKGATKXopK9m5mb/9+DD/8/20O8+ytb7
5T6bWEvqaNrROmI0l3AZDDsV+pp39RYZkXNZNVNelzqaWZJHOz9DZdAOyoU37gsAnqkdH7T75taD
nJIlrVqUFEFlFyyI18vfM0ymHxbq+HoQ3NGWok6P7mqoO8IexFG9TTcCqsKH6vecB3WY39/2uxAF
sT4Z6Mvlon2Nr3xmXX71qd4a3yhmkNwzs9agO+AKk2t+Mo6omnN35rG23R3qIFfAUt6QkzsT1Z8Y
ejbs59++Q5KhiqcW+A6EDO/Zodjns7baz/4VG4esTYG68ELu9J1rQjMqj64NGeIcvEUWxuW++vnM
YeNwtaB1brRRo+8kMiihVgi/5yHmlkeWZpxXM8t7wqRg49g0V8wC9OW+3/UofsyaymHdPZLtUIWs
LxsNyO/yyuhfY3Mut/Pn2cvG8ekqbercjaGBVVcgSgNUR/JtQlE9UntgKTROJleOyu8v9+HEIH1N
w2/jr6DQksUx0hSQjbXq6YsC2WdtruuGg/Hv65CN49Ee07IuYkq/I55+rHModIKVdvm9v+4hf3r2
6DDW9cRINb/CzXuRAmASFSiwjXxTEzbk1EC9bbVeXVAd6rkZiu1vpBaFn4EK5gxY3v4iUX2kyvZ9
BOatAgnxCsUHbpyantX2tIJckAxGQAdtlIxBVqegJLjSSpluYsOnVxUE5J1WQM2uhrAz2DPceGIy
kG0WhNOgORH0pr4zEgm4P9cFESem5nsF5qQdZy2UvGKWQsYcZKrLPTG1CkabN4ohix5yI92OliBi
ALXb9igjVZAMoM4lUw2P+qmvRzt4UKgadPbQhK9EwaqAYAZMA19d1Dr0J1RJp4um1cu9XGfuTeAX
1TZOIDQJzmIIhcOsd8IqamcMiKn5OnIe/C5B9amutRi3HGmswdaArkEX5Pblzpx4/DjMXNYuS1ul
bndBXKCABNDEcl/LdHH56RNDRUeuAxVBEucQj9lpBlALjJrPJTiCctm8xnU4Mx2mtis67PTfV3SR
+r3cUzTSIXMXySmQfkvrbZgwJDL6V4bZ3/RKp1tAAwMVgqrty982sdbHceu88vI8d+UWEpH3VfKU
hje/99zROtcCUeU8HZ5LUFxpLIOIzxwfU288WjgFxNT1IsGTB9CPiO4aOpNiMDWJRnO0KOEfEllq
d6ruWyCquzLYw6vL3fHzFFLGIWw/cb2+jlHKzGSEthSUDWqQ2n5DFvjl5/98+CjmaIoGvOk9oSTp
XoM0kEd715J0Xd6wGjilgCrGNuJY+GaMaspUBvftcqs/WyGoQP11zvoxCu17xtN9FVSvaaSoqGBR
klUUQ047jSpoXIGheLmpqQ4cBu3b8siCwMi4moZ7oaQD9y4PgPPLjddQhyxHBiHjucjfz26B8rdI
eBuYkuKWIOJBXwiSZ3Fw1tsr0kEfsHys/Wzm/ubnWayYo1mcJyRmDNIb+5oawX2OMblyzdRdX+6t
n6eyYo52ft8LPdPLinDPvGUdnML6hmYzM3nq0aNVgtJBpHOxONwT4NISvQW6cJEXv2Weo+r+11E2
YziaUQqMU2c+1PFTjGsEP3n7rT4xRjNIJKrptkGSQKn4UEPcEhhMH8GHyw+fGE5jNJxMVHVdcynZ
V+IMKAjE8mYePNHd4yit7vpZxQkenIa+tDF4sYQonuK0g0bc5VefamHkEnU8MzK/AY5D7VuA9N5K
CDSK35vl43xoFmcdN/Q+2qcglxD5Rok3l196YjvQxzuPhHRZLagiqO0lGEckxesMlUSQUVC5fL7c
xsQdgDJOtlYkOEJGGET7xgsB1NR43d1IhFdQwECxg+Qjc773BpihmYYL1KM3C7PnCsJ57WskDLKW
vLqZWRgT82scPzdV16+4lsX7sr0hbKe0c/Nr6sGjiZv1UuUbSR7vQ8ih5PpZlDPLbWqERltQJfG+
9zUz2hs9WTGIlxcoegmAn9XnNrmJ0+er3PnbkVDFrCAZRwsVQX6ngCr4wSWfogAHTAmdy3Ng6ivG
i8ND0FtSA3QPhEErdhe5KINEBWfai5nlNzEA2nCif/uKSEs7TWp91H3JCa5NBbQt5soRph49WiRC
EXUMhdB4LzoNEaJEfkBWzoxBP9H542z8lqKePQ+9eJ+BWoxCPlTOywxi5H2oLVQBwJ0bm7/ZQ8Pn
feshPUu0yhP4DAgsecl1BU3gy4M70T9/C2qWCYJn0GxDwZAMSeLXuJzZOaYePFpUIaEaNVwa7QlH
dbW+MBUy88oTCYXKOCrnN67cxcOOirxOF8D6FIXCKowuUDRQxVVS6FQG4PDyBG50A50whwgdGY5a
WV2LMmWrNBYpop29u/itPmSj6WvmqU6BXY33ug/XFb50WhQz3zrRi+OQmp9RpHQzrAwKVz/RJbCt
XfvyW0+ceWy0MmiidAU0guK92WN4OIH6p1JnLWgyTe78XhPDjvJt1qZUh4RsX6NsBor/0NKE7K+G
uMKcFzT1BcPff3t8UvEuhexcjAJrBOmuumDV+DO+xES/j9U48iop9TbGo3MBJXKyrip1ZkQnXnqc
Dx9Sqe3dHG56TRwiFXZEnlIIql/u8KnXHo2p0pCqN6GUtxMZ0hp1VEBLt5efPBXKZ6POJoYK+gY0
OncQ6z+Hh/SsIL1LgTLFS3QzZ1dPpXyMKzbiwpRClcfSzt+wRX6vX+mP7SbaypkFTmEMHoDlX+U3
cbM2PEgIznTaz96OykY7le6FfUUp4shigySn9F5axevqFWoyl3vu51NCZfKvsxSxirClDS7GdJQP
3kEwEBB29go9t8uPn9gN1XHVR6r2eR41uMPRoeb7qu4bVJyFFuCeRxc74hLCXzsk7M/YYD/PXnW8
LjrB9ZqWuNAZLtqROD/jqymD5/T3MJ06LtlIkxoIwUjHNc4WvJ8FxMa2wVac+AE6CSsojR+h83BT
IpcVymw2RW2OtgwcAFpwQ96fgQpcAA25mcufnUj4U8d1HMiuMhozHHJykMfKl3QrryIkobin7Kra
IeHJ7hb+UmzBd14362oN3XYHYGEklatPlwd1YkqOazCyBtKAOYEigGmhgvw62ID8c3BvLz98oixL
HReLQ23ZVVK9RX3MrkcebwuxtVt9aSJNvrhqloD4nZBYhmwRsFQ/vaf2JbiBjkxxLg+X25/K9BmX
jLeQxwy9qpF27ZKeq3N17W2VaySVOeoCSnFbKI6+Qdp6xW+hpz7jhE3dTY1rMrTShJ7dkPowVEGA
BrTVl+BHXQVIJhM2eULh/FGs5gyCqeTJr4n17WQC5RxqQjWWibQ810tcf+7FKV+Ft8FefYXC0ybd
+et0kyyRZVGsPDu8hoDhzLE+sd18vdK3prMc1eBlic51GwfZWqBQiOoWqhqI6F8evqnV8ZV39K2F
JPNELxcqPs5h9/0GTGyIWq/cg/Iw3PIhUQJp+x1S6tk6xFzahsMHrp45rkirmVeYOozG91paRhp4
poG0o2f/pKzh96DUqoSc6h47wkxHDtbbD1vS+AYoLntTzTLko1G7uNO2H/WWb+tVuLrcixOxbvWr
xPdbL/ZaKKuc4Txtwo3qgl5bb5UtsPXQxsJan2lkOMJ++oZRoKpq45DoiMkg4adeAotnZRtpnWzC
pbtEHoF5iGf6airnbHz5YKZeSdFj6KzCkm4k4KYA/sSGkqyLDTIpr5D7AbyAVaz5GbnnW3EuVtFp
NlN0YrscX07IRiF8lvpDhVGcQI3cYmd+ZewC1HIOWTWmHaygMLoYBAif9JktempHGV9WpBE4mYZa
DAkv9dJdlat6F56CK9A2HfDVl1CdNt66nf6bQzm+pOg6irtujunYbNsbxLL3MKPZgdzGlmTTB/PQ
zZwOExEflQ5z6dvEdIsyhz4Mzh7hNIvyFgyw/YdAI7JjrOu9P7chyz9PTTqamg2j8pCpOJRNsS0K
0rZI87R2ZAVG1VLdXJ7/8oS5QkehCxlxflMPxJB2Ji+gToxGvEW0l5+gswbVAIi5FlfyRl95d/Eq
vNcPZOODK4OTwJx5g4llzsaXHn0GykY6fGaFgg9AZm3AfCwUUdqza/xnmx+66L+OV9GrkaG3+Eay
Li33qzMh4bNFrQvKmDsnuplLYP15QwRo8deGetIjkiJjjYtygeRSaGjBMAkOxTF5uDxcPx9dbJz0
r7qQzIp0NKBtIdFn98d2P1dQMKGcwMbJ5J0beEnW4Nn9HeDKV+m1vAiOK0h5Q0Lkeq7qa2LtgODx
axfxvCbCHEYbBVCrbAd00pVyDdXbJXRuNjGOwcsdNTES40g7MTVZJAaaqZfVCzSarCEJn+7m3LCJ
3ZyNU7EhAFYzaTj65M7yD94drv9voi34Eo/JS/0gP8KxhFa97e0h6AcwIRTUHC8e4FSXP+/n7Rxn
4K+9GIfQ6vKDoXlUzuXXWDMQ1IaZdvnpE04mG2uflL1HNEGwcQMj78tWc+ZL4w46IgsDgC2n3wpb
P3Uwz9RjPOPeTBRkgWHz6xdVvd8DQ4Em5cYx1GWwltaQvQIqRA4tIMuX8roAAx2gn1V0GERtrruZ
lidSfsFt/LVlmQsapDJabt9QuwS9WIjDQo8QwLEVu4mXxA7PqEDGl5r76AQZY/wHpaqZeTpRT8LG
twdmgKuBCGWXcOu85xSjCUSMDTlL885bu073FK26fbVHMjrkwSx+S6BnboEauQ+vtGW6BsUEIkUf
M8P+s4vJxtcHno84mqxgnwTD1OHL+qo/lksoTa7K7Vz9/+Q4j9Z/ITHoXqpIJU6uzUdeozfteoel
coYOlR1f5Tt3qS7YEtpjKgqaZnzyn+PzbJwE38Hb8FMNH2be+Cg8K3dzmdETjiIb3y5ETRGCoApT
gO/kFzgTmLkP4k1ZIkcJIpyHfB/cYwotIJJ0SHdysY5Bp9+qT/Kum/m0CSOLjW8GurLP/UKFI1VD
BxmiT3ZW2u47Peil1W/7zvLe1NAqH5pts9XmDP+JiAobp8m3OqFuN4yieEzOOapBuKW9aQ4Qphux
oFfRcraqb9jR/m6fs3FafJ0pUp+3CD1VtwT1vxYUAnFY8H2OnWHO0JpqYxS4M3INReMSBtF7gQYG
oEfQx7c8+16aC3BN7TFjvSAESzu/gob0Tr/zbsPMCk/NJzu3xxySSQH0uYcyLenQbfkeMluAkzl8
P6cFNTVB1NGKQ15HkLdIcdyB6LuVP/kJoYutbnfL+BpKuMf0xCPrLryf2UMmDt5xtnFgNlyC1ngP
a85bU9TXN4sM2dneUGUNaQz/BWYyJHsKu7GcmSZ/duHYOFsXYK48EqqBHDkYFJJDbqU1d2DgnfON
j+gTmUn8mThzx5HXPhNZG1GMIUqnb+Olt9HW5WFuh5qI+LC/xUA1xUzjcviIo7YNn4wVzO29tAGT
fltfxTcJpMAtAiWK5J1dze4dEz03DoxGHu8T3WygtGRR+7V/aC1cWGN8jo2FspKZ8ZlK5lRGy6vO
ojhNOEWK7Y2/u3GSrTvo6livzhlys8KiK4h0UeuB2KllvMNw2jbWXeUYUGoIbG/16dlvHjQpaGLN
RS+/9sYfNpWv3fybAyd3Up72hSdD2MlcKutoCyDHbnA7kH6/ItbJwInEbG0LKxsqICbwnxbBkZgt
NWx10ESANeeishNyWGsYsJaP2catBgEdqIGjC18U6DVBdtPGMX4DgPd1vIIBuHMtF1jYFTA4m3hV
rasrf2EsUZ87YxNOVBCxcVxLMzy30FJ8FdxSGzWpK3lFj60DgopAWKFxAltfaBvI9EFggUHRKbI/
nu49J1pC5/8K2VJzdaJT5uM4/BX0yAiFLqsMOwK8HceEpzJ0kYZyrcAul8ihXfpz+83PTjL72nG/
DWUBeckoGtpy9+SOb15D59C91TZo3Yu5CTxhPXw5rt+aIFAxCmnrdTuS76NoJbdLw1wFcyt/Yluh
o9Vh6IWaFTkSFT0J6XcLyNmC3igh/uovtH5mCU58wVgFoIJ5kLhIONkBqEmVZSc5wPnxdmbiTX3B
yBkBrab1wuHpJuDnFDWNC0OCqWowu/nNyj9l7FlrVZUic6YP9+CpRtf0vkdYGIC6Y3uvWN2MLf7z
0aWMHeBGRwK5VCPZDjJr6oKDmdo5ruR43O41G6k8l4+riVbGRdSqEtYAMA0pfRAgr1fFO9SpUR1T
uVYLU/jjciMTQRVlXDPdGZKouxithCmESx2YhSUkqqHBrlkV2bqAA84VLk59z8h9igIRwYBCS0B3
gX0HWWfcQRrlonOtgs36Jj/PMeVvYYOwKRUZ/LU923sqkPYLXOBFB5ovWDqzRiYi5sBl/uoHcq1x
1Yqhie4YQu0Ekg0fSbaUQdMY8Na2BqHFdMbBnuizsX/NSdGEoEZEyBdytMShKkBQFipnlNbJcU03
Z3ZOfdK4zrn0u9jIhzv6rLJxtxozUM0A/raqN/exBP+3B299cXnGDcP99yNVGXsEPiISZtFH8b5/
q0/Sa/bpPgL3+nvPHoXVhIsKdD1AHkb1yRb9OjxrS/94+dET82pck8nznkDPAa8NVGaZXuEm82Dy
q+xlLrVx6vmjSWVWpcoNb0ghiW3phFgGaS2YOCn8pWJmMk04Y4o2ihPXWRr49Kt7VBSVlS8ZYt5I
dVSeFdt7MtbQIcUl2uXumpi42mirR0zor5GgGAlyre3Uz2xvOnM78ER0UFGHbvx21LpmmWpxmcZ7
VbbSawWBGBX63HYFus9nd2LgD0Ha5cGbqT6Y+JpxMSlJm7YJOmR2RbCAzsWJ3AIYO5jZ6W82MJq4
rVE0yEBFAxxwX2MDmUCIVBR007/MXYNP9tjIfIigDGgoIZrwXto3/hZ9ss/ySG4BORLSyngTe+np
8tBPxIeVsR8JfXtdho55vG8+o94GxwR04dBSbmW2QFSj2Pofc5qHE4tGHU1oppWpUDIp2uexBfSq
/+jdqwMjwwKBa+Zjfnb5Aaf/daKVtAHTWUPWGH8DBbnFvahhxQ/ym350H3HaX25lYk8ce4wJRSxN
Q1XQvjm68ipYAdTUviR3lx8+tbmPk3LaPFCJ0YAAgVrS9lQfgGJAeYN2I57Lm/q5fJ1pZqKnxo5p
nAegiEf4iBhLsl90wOEilfoVjM8AVYvMIsrMmEyM+pfY9Le13wau6QZguewhie83liogbLBqXCt4
y+YOkimzaOzwFqamsFBBG+DXEsXGVWjsY0te6MUSSvSNbxl/1Xn+8639X94HgnZx56W8/Pd/4c9v
adYVgeeL0R//fUoT/Pdfw+/833/z62/8ex+8FWmZforxv/rll/Dgvxp2XsTLL38AczMQ3bH6KLrb
j7KKxVcDeMXhX/6//vCPj6+nnLrs419/vqUVB9Tu9sMLUv7nXz/avP/rT2kYmn9+f/5fP7x+SfB7
u0D4FUjSL3/7nY+XUvzrT1n7h4HdQzd1RVNkQxquIpuPr5/Qf5iqbkL0WJJkJL8OxfA8xc30v/5U
tX8wZqJcVpKYrOr4rT//KNPq60fKPwxkphimqtLhB+qf/+fVfhmd/x6tP6Dif0gDLkq8zLC3/Lf9
olMJZD+maKik0UDzoeO8CeaqcexlAOfpupuZDspLGXBgnMkvxPBE5CAPq3uIM78+AdH4HFMAl2kf
6NGyDwACWXSSr5dOpIrkqi5DYHj6MoE9p6TEIAu59gRfVIBbmQfuhV151bYSwcV/qbXnb13+13d9
/w7ly7b7/iGM4ROgY6ihIkFW5bEHYJSGovekqB3wCnxz3Xu5X62M3mf9Nm8KxbP0KA7eAxk8WT2h
+UeQmYZme3lTDojpALdVhR4oEDVC9pzv1HLm3YukCA6ayxLF7lMgwFpZQgq9aD1xSz0RQKgEV6LB
plU7I1qCmyL7NjEMkKQJajrzdSkLkIYaSgEVClFF51tdnsaPbtXQbYP0tgBuQwPQgVKEjXwwvSY5
sy5odZD1KDjtfp8XueWlIn7LDD+pF42HBFTHjzvXhaeJemGrCEQNFEwrG4rVe1oIL64xEpjvXR35
dkIUKbdqTZF0m0Wo1bKDwgPKXRENKEVZxGEF6LWRLUsPYic4b/x61+rCOGpGHABXpSsNFK4khDjt
Oi0hMCwSTSrXmgnk3rIymmLHq7wztqrKXSjElnIPMTAQMt4NRCi3OZJlrsLCSOwoDHmxidW6eAr1
EE5SEHoKOonkOW4NQQXUbVMx+3VeVN6T2jfiUPtCqZZxKwe1kxhGfW30eiVZtOKA8smkJ9oC6BJw
xbLERc0H6bwKJ4ErhTdJUEN1rTZ5/+6KooCMt98on3lUmCU+Im5OUlzVKJtWfPnDk/MQ+K+oCECv
Isi48kUo36Qtl3d5ozXMSuIUK6DBGycK8Ag2bu4RlVNp058ixVOaW11D4pMFXmKnLNtcLW9oEpjI
jGh61EqmSi0rgE8H6s4oVQmCom5qpI6RVABTSAVTz6gENd4CyAeBm0N8HxDikkeSnUJbEFqFBa/x
dp4J/RctklrceYI/6QFBWrQ3Pfcb4RBOQ1APQe5hO0IM01whu6curvIi7D+brMVsNl1oD9sUjI1y
iZmIUoS4rHrDYnXjvzRZ4usLhVLzqdOEhp+xvk8tXkepu/CkrAGVKlTZnSzqlQzgPLdI1AHRrrdN
Axw2yvp7wLr8DjCHzs0JqGhdvMH8w5nZFJG6AgCIRnYcEJT9x73bPBgo7msWRWJUBzOXyhSIISEe
3FAybiUU7zSQkyvDxzBOdc0KjLZ5Znkdt8DaEhDwMl5Usq1yrvmbjrS0BME8yz5JXklvFfFFZvc+
79ZJlhpgIfRG/MnVTuwTPUpPGvhMUVm5UADFHgLMHBbxFXWL5jXxPUhzJyzsV56RIkpkGE8CGOpy
3fude+pEjsH2CWZfA8zoW5zRzNyYFa6hsL5JXSITOQS0qqSZWyx0nUuvXRXW0oqUufFoVlUt1r7f
ArVmZlkC4qtZK4gJIt9xIcqoplbo+ihWkFS38eyKuLqyiGpJ6TZdgZsgKy/zFpuURPRPnIFSuKnR
347ha2mwBPULwDmUORiGQ4si7cBEZylHkbrsZlaZ5iVE7U2vdBegnpevMshWDyr3ODylmLpbr+ZA
0yVUJ6irVphInTr2vNLGiSSfBImwmDutqYCQBhQBE7Hx4crJjd69QtQnBcmzjRfQlWXeMVWkMgKp
GerSNhmuQ6ygbUKAnljBAJQlmDROj4SshwhbK/iucsCQneBWLbeJ6uvaQgR1o1yhNCABhqWFkiT+
DP15zY0eUGhEuqXWxrVitS1EzAB4ir1b3xQI8UhV0Hq2VBocqkwUyErLVwU4tCyHZYXwkjugnxSl
wgWM1pYgymhSIB08V0L9p58EgORSSUrSpRZlYe/wqmb6UkRSAtKxKiCXX/S5WJOCAYxT6Y1u7BKQ
TKDGVMTNiywX/slQSoZQeBxp73JlsnZBUVlc7zRs6Mm7Fvi97WONayDsuZDxo5ICJb64kE3w20kA
S6wMtQR5RzLvrrxGNhKnMWj7EhmRtA9agSAGNmb2hgRyObAwqwXK3E1sWWmglRSKHUK+Q1mLuGry
uLv3O9h5mOQlP8LwMm50P5KPstuWn4WRyq9NDa7dMkI1smJh9UYCRNtSh16jGckmVpiC5S9coRWL
GBt3hQPL927CRMdRkQKFxCwNs8uKchdXk0Ymypcu6CMUiVRwYYHp6QLFLrJMAEomdHEfMD0EFLXs
VUz2Wle7tQsCDMWjggp0t64Wz7lPQ2C/izANweCOAggVNmr05kMyqAVryEDAK09LN3QQ0WGnwO3w
r+NE1MZWVJ3i2Qzr46ApCa5SVKRvQOqt6RAsJbKogIzI1NqHPd1yB0pQJaANVVDi6kJlaoRr6dQ8
NIWAunxCgZPmonEPHajiCLEpfizbUs6Lv+JE/yO7eNLo/cVQvsk++J0oPj7E/iX7/8E8VuUh03Ha
QL4pRZHWf2xEVVTZH//8YyHSIhXVH5sSyl7vv1jN/3nUf+xmiRkwdGVdwqAwCJGpiCb8x26WGExq
qLGCdqPKusKGipm/7Gam/gMTRNcNZCnCejaHK7C/7GbG/sFkEEdMRTGhljuoLv8PDGftq8b4m8Fp
YqXoeAEUclHDwBIcoizf/LesSzjEWmLtHonP77yOiaXRorSL0Edhbw/Iq6yFn37O3Q2y8a57KemX
INDtBAUaOZDqPSRI2HvDcg/7ZY9wWSvkI+rY8iNMrfw66Yx2o7eFuHVDma+YEqs3NEzUm7j2kM3a
J7sSNp6lx23p9GAfLTwTCMOqd99iqhz1LMQNFM8fE1+KlrIumANz6b2TAmgfEtewkIx+l3TeBtrd
T1KtHLOMBWtZK7NFw+uhrgw2gpooIEyHr7iKeHZhaFmdEYQ2bYxTkeqlJaHo11LBZ4bWDOBmKe2x
NXbhsxn1Zzn37mU/eU49E/G/zNjICXnxJX3DqvizguSlFVJ2De7aUiZKsVFSUVg4+x9w6qFKvMik
xySPXgPJOJUdAwDVJBaV0XhbatcuqjVppZOFwjNQvzj03KoydQiTDcfNC0i3h4ZqB1LPV1TU2bLy
8XahpLc4QOgZihOwcxL3VGkxVKhJoFlcQWflPP505Yw6wqRnmhQdAKBlCe6oBPyrh/81LHzXcaoj
RwvfTfMgu3FlT7NdvTEc6PUcyh5bUSdgYtEk9d892FU4g3i1ZnXpPjeZ6j56oe4vK1pXh7gGbrqO
M+Z4KXEyaSiebeNmYJ2Wdll4bGuKvtiYOYDLZR5lCyCoVDsM0L7e0+xVU1PpscowAwLd68FkjrNl
3helo9HgHSIKR1MnW6nBR+t+ABhA6n9y4n8GivcZZA243ArfpV1rOFGGLvJ0BoRVUbkb2nZkHUC1
c4FpEtjC9Ojaa7JbPeLcKjMoM3Z9oVhVge096Fm+7Vp8PtaCb0V1vRcQ87B8zpmTyvBMPLk714bP
VjX8QauW6mITii7aGpxGSw7E+UPcydDN8zHBoI8Pyabm7JK4s/Wy9h1o8RxLOKiW56rKyqPaNSlr
5I9kLH8D+A4CF0aBsqaMHVEFnkEeSTpGafjehO05BMtoHWVpj0Jc0t4nFaigQmAWeVVX2ErPT5qG
e7sqJgEQwngK+JsHXijHCLkjpdU2GEWmiNIxoRVicc89uXn4SvrsDqwFEP1C9EGU4Yrpq895hkID
bGBHglQQKzdEaIW5f9VE2YE2kIrU4h0MjxR8cg6EUIiVpKc6sPEck70UmJ1qq66YnPpWmGLqqqBv
OoQ03s5MjI3JKSZ3yg+5ogdHFBJfyxhNq+iyR9LKoL7UGmDmqbpORXpHOYYPd9HPedmfPR3Un47K
Z1dgnnQNryySGMIJBN/FBWfLwKuCVQaVFHxmqFlZGWFFBEZ5KimOdkOnKG8S2F/CPFEsZqiLmBSL
gOHbC1rtPSPe9RneV+/MUylnh7TGfKKmfp33+CbaoHXfTzK7bGiPqn/RODo8CTtVw08Cwnoep6Wj
yF5i5y3M85C6xBIFAUlNy93nr/0vLaHhznisA4kbaDaUqxC1dPszgRqQTQVgoioGydZyHzqdEsY4
j1vThhSRamtx8Aog8ZESFWaroaU3POHMhiPZOjSAvFZgKGRBCQX7Oo8zOMsYkbSQWsyoOkJ5oeGi
S1IJPx9ccFTSG9xKgMGx9Lx45FLxSBIYYXqFLb8zc8NpOw7KJmxQpWXlbTQMZKJCipm28oIEieFg
Tz1HGmYPL42TW+MUoHgZS+fFY+XjpMjcF6b5n4naFBukxoTYN2ux+Ho2V2SI8vbqpq70kxv13qKA
Z+VEffTa1TG8jxQ04dJLa6uJc7CPG+5bolFW3O/ObhB+ymWg271Lpa1ZN/tcIgDVeViyKI6GjKAf
74Ao3+UQVrJwel6bZbNXXLdd9AWOJYOFzwjqPxZVAt11uOsWAJ/nrAR4O6sxEWVkItlKAx0ymyNA
UyyB2ArzZagT3tll2Bd7s4ow12hHraaWAwSfjWslU441cgkt6mV3ZsKfcxLeh7kLFoA/uGq56Tl6
haGF7a3An8ZWpPYRc6JYu5Y8L16DqiTulCjTF7IIM1smGEsZx0FblY8QzYy2jRS+Z1KsWHklZLup
SGc3mqxsEYYI1p4MW900DOkk6eBQw/vA9UHPjo0SmSs1JuYG4bcFPKTSbsoMY+tqpzSG79/GGfqY
YL6Uwv/sa37Xs/TQqtFzi9eyOw//OFSDV6/Dr3oy34V5dyZCu67THNVecq2vAyMG0pxhQIVXPCbI
oLeDED0BaYwP08Nfx56+4Wb8jHnwyFtMap3pJzMx31ziv1Mk9i9kucfuHSDbQOl699Zt+QFwwrMX
Z4+AjCAjsg2LvYLUczA+FRzKGvnASVNaURp8EkqAO0ngBcZJ8iwRd9tlWmzD2n8n3tD1qYYdKPNT
K+AysZq2fGybDOBnD+8ooZtr+CAb6JOf27Rxt5FRp4u0TcIjiTwcpZJ3pVGfnBpgsuF3FngFNXqP
W++za72lEN57VGGXyVIfRZJZnK67DE6a4uPtoCIW2E2AcgsUQbVAkvZgq6o6wfrEwOLA8jFbGob7
sQadRMJPM8BqKwjGTmpwBsIpwhtWwWutkG2iYjmbCTlVKrbyCpQcq1eHDtGwOVch5r6UBZHtwSX3
/jdz57UrN7Ke7SuiQVYV0ylTh5UVl3RCLC1JzJkshqv302PDmBlve+CDH/gHmDnaW63uZld93xtZ
b4J297zAdADc1vH2CeaafXjOwNiE2XVjqOx0fxi1pb4QZs0RMXPo2muf75Hqih+25Oadjfq5b6WK
TNMKR8lb90ufEgBj+1Kx9QR2xev3reA4qtJPuTJfgBABMY6RJAKbH8YxuPI01kf/mM3WFIx1nj8R
xLhdbydluEzbl6L10rdRO7yZenq9zXdT0UxhUa3tqTysKjaZrShwZajpBUeOKAY/cSm5JfmNczY1
cQgZDIKxqOv7qbHeur2yEUt035uuWBLm5tO8ziLWbUbe8cTjx3FVVZz+puFm8ZAxOcq07c727owP
ZueirRlGEefKn04U67XocfmP6Hk0Kc0lrVpxdht61I/r0M/sX+aLWdKjnQlEmS6/mpkP02nRfy9r
/8zW33JhsRgDcFTBUWguA1z3QZHzcaPr/DE2HDt1w8W7zbYRdDv/T2/mOMssZwpqN/+oDbEk+8iD
WqlNh+J2vzgy+9n11fds9fdQ30bsvG4wYMoC1zBhLFHe0vCebs0a5an3ycsl47QDh7kd1iUjmzm0
6Zb9kdLyHZRyJ/Pe5DJTPRlb0y3Lok7VdvnjMCxU7sVZKq5Nbv+eW73GZadoCp2Zg/p0Pq+bmE5+
Kqu40LQu+3btJ3rmCRbKAgNoud9uB0u28v2jAt4ZqN1PB1gOf5V8CIaCUuFCbHRnj9xEZYljt6gc
eTXzfD79saP9P1hY/8e19v9HLkdApPzPq+r1rX/7K/dz+9//5z5qy3/zPSVvNoH/3EOF+Defo9r8
j/X0Ruz8aQ0V0rQACiVzPjTNf62hwmQNZWv1cbP50rx1qf4f1lB5e5E/Ezj8+b5345CkZfrY4/4Q
Jf5pDW33SS/A/e2zb1rizjPAMMsqBa8pzC3pNusIsYK1wTKvn2lZfrz1duyn8Zsquqi2nUuxdveL
+eagjzLd5Ve/LYCUObiQc60AwpKjPh432X6fsG+mxYsv0jO94hSGm1UdHpvRRP3UbFFm2ilI7y0i
sFnbwLXLN0ZKg2XFKCAuxiZQyrTA6xviWA74c8/P4SPDFK3I67HnwG+l+EmaNqeUN4KYZU9TNt/R
k/TOHmQmzW6QoiM5hBgYhDlwHuZKh/Poy8hfxVev29+VaNTZr9z80ahz4uI7XX+dyrZ5kJO1nMtx
xkpTPjuef2atuWeDztQYeZV58Y87XWUfKIX3Ti4HVdCOFsLBajPiI8teB9PCT0WMcdC8+0w87nqV
9YkcwV35MBdJmeNM8wNvV+8LM33Cb58C4Gllh5J7e0OsSTghwOiytgYJH25J6lDB4bIiEAc1d8R7
6YfAmY5lStp7Nsltu1Ud4G+HspsZBonULH/3xjg+ZcfClmtI9WqMxlsjVcquXqlYTVw6TXaUJ182
P8sJdhdWR8TzKLtgV0d2EuaGATvVIyq83kjSo3vXCwM73ed+TCHVdJ32gZoEZ+BSVTbJvB63n9ma
xUOzTmu8dqqNfGsUYaqn4dNcj+UTfebu6djUFlWGzu8LPXqRNVevN1Ytco36B8NpE1QA+smsUzxG
ulySI9X1q6N8CxbXah67icd26YfvNZMF93BbRtYwU7VMCmvcpN0P6FkrXHb3W1tnEx+jRw/wALxS
ynYL3XnJE1HbH/nyKOqdsuw6K00n7uBsZyjZl92eWqJq6zQeCL8Ntb13H9PKzcjp9j/bBATjuJ87
tjJhsRyyuHrghddjLdJnFgwvQVOm7lq1Zt/kagPatweatday5nC0/SMym6V4W5yMDUXfHnJG3Tt3
aKnSqFFYSAiaeMn27gqz416mhiRyoScqZgcYOzo5wPzXXd2nZeMF6TZCdQgTuXCPOnJifQw6A2KL
ZE8dF+VAgP04Dvp36hf6oXHkWgTzQQF9tbIIWUg8Ao+iQStJ9LrqwKqONBJiy58Mvsi4qEaIAwMq
sio8zLVHV0aU97nJZCD1dC0GsNp12nBKmzxRnZZnFi0vnNVeBdZYDa91DpnoW4cfLuY8nYRbj3fW
tI2xA9xyoxwXQSFCvoaMS1XC50DfvXPUsc63OSzpj468ol4uuRBTSAIxaMySZvGcdfKy+SNUgO6t
cKcclika4qrSJStApj+3W9+HsHpfHCyAwWz5+1URPxeMm/O1mgWB6x38ZuEWv11FQ/us1yVcbd6O
sexP7dgboTKyIvbHRj3mLr9k1WbkIGQA21CUZWxZvhUUheOddkCKSI/d8FB3tbyMfrlH9sJCSHMa
wbY6JZLBFwvURV1c2w4AYnRXdLlZhkykWcnQHvj9trcxb88IV3Ca4m01bJ8Jyu2uGW83qIxxTzxz
bM8irfWlWY5vnvLasFQsPKa+qTS2seIbHbMIUUEXj/1EAaqonWQoRf5/Up64f1wdPqy5cABXLRDV
vyKYRttXwypHIlV8edf4BHHzSzBZYXyj+Uzu/Bx2Vnr50336L4j6v8mpeFHb9iWv6TvKkkL+/UWr
tcdUgg7gWQH8H0MZpjPG5PLnvPLJWGvQTB9NCfjwIvk9yfyfQln/23WJzMJzPNdBi2Eq2sr++p53
w4VA7V35PFbld6MoXweplmCb5X+MT3+RwfxZkKD+fi2TZXbTdSjhovsw/7Bi/OlaTq0WlJPQj2dt
pkRuvJv5P2js/sUb+fML/L0bZm/8TgyCF5jkQzk9luqlbJCo/Nfs8y++q7/quPiqwMiFeVOG+BgN
vL+nsqxCOMZcKO95Wd0w13fqWIMNSEX97vP3//2l/vu7QYiCFMUDswe7/3uWVMn3dSyZLl88f060
MUFs7d/G1fvxv7/MTYD4J8yed2T5vB1we4YzxX//+u271PUUjcyLFzF/kCBkGWT98g5I/w+/rL+/
HbyksBa+awkXpY5zGyL/zA3stjFZOzrYZxfJlajfjOJjpf7pl/RXhZrr8SLYuk3HdU34B+vvcSTQ
q1nKwJo9tyXw4wKZZj6X/ktR37emvjbuEnp2GZbpP0ltbh/Snz9ETLuKURNyRTj8+8cv/E+PduGV
+37kZfnMgrIFs9bdwygrij03FyTGTJe42SEMJ90Rpd5jktCOKb+Lhd8Zq9qrMFcZdBq7K/oL+6Vp
G33ZTefXltnFc9H5DdLt2T210nRjS9t96BkcxFN+WAy2w5oFXsGYcTgj2SWVRw8QMaBPnrZYL9V0
JE6TgoUKe/2H3Le/Pzq8a8gmHzzIv838f8+56gcgGJvQy2fSlnP521h+zxuuQnjd//0R5YG8PR1/
/YBd5BS24B8oYe/vAufSkaWZGYP75FYC50Lb4lFzq+I8i3I7d1s/RTXX8qsopzyc+e2e1qm08Ifm
fspnt7o3GKZ6YDLO9KDjrdRpcGi/SPoifwcRcp791F+ueV2maeKs4ptplkW4bAhro6Eo1AU2LyU7
bBzZDlbxaBblRqlAs4ejRxBgNtneXTaU7gyuMnXiAsKyxkS0raBcc/MpB5c57etG3DWL9O9t2JoT
wHe5Xl3Z5zHeXab00tuScV3McANzizJj/HxsI5Tt1EzwYZrrmCrz7liv1aHqRE4oywSqoMjx+m/9
Bk6hAThC+kX4E8TmPxZm3kRVNgJnbk6+Bya/wKBa5/SrzBFElf4+nNCU5Q9wa+xGUndP3mYM8Bpm
F7cgst+dapkgHvo0J9D+GD6rYRsectU4V1Q+RNVMrR/RGV4nhcjVj4Jv9erZ7YLcTFdghp77c0rn
FYbKNaMMACSmcb4JMaZkMe4B84IwTF4MVEPJ6O3vTVHhUm71NzfvVKSqZSaGXDhhvefDaSwWLxBZ
/gFI8zXL8avKaXOSsm/LcPXK7S6bMiOaBw14I+RGdddQ80mliiYdAIl4dvQQbp6eQsYrun6b3H/o
0PY8DoVuk9kGU1waiLJs3IfzkPX9aSncmRGTBA92teXcQS3GVi9X9AtztgQEj7EVzqb7MKiqvgy1
YBXwau/FctGh3QRohK618xdrNscQKLdKJky4gTBMOCD4kIvVlP4d0it1b40k04/OagdVbdORqvCW
EeNbJA5sGAul6TFegyAnBsCr+lUu9gPT4R4c9K1CvVXdB0eZikdmUb9cZk5FvcW4/Jqa47X16vRy
06Bfd1uq+yOdwIq0f3zopD/cLU27/qZW5YduyFg0q9FJSABrwB57QsdEbzzNxLa/VIgQQg/g72wR
oht7FCg8ec6GLYqh4YkNybmU7iQT/PXU5rkDY142yKgF5gRvzL74W6aTfXLgOeYtT9DeNb99Twp0
hWsZNuhI4jzdnJsS0rsc1lhfKzNXAJE7tuGOjgmcMsjoZmUnU6n0peXx/bAtW1OEgKTyZdTaCc3F
Q5Fu2EBbqU5D9oge2YY9J77rESJRofyZdpt8mUy8jcpq41bSFzSrfjovJgSYRaI/Q17ZnFjWs1+u
ph9CdjIPbK/ZEUouaXQUw5u3z17cgtl1ztFGdpfNlzxbukdj08OlUrmOvWy3z5Xv+RcGyf1+PCwG
1d6SF8tpyRvMUEZZ3XxEB7HUgbMvK+Kcg8K2VrpNyN213vkD9pDdWsrEQmJHTipNYV3PCtJ3TYg8
xmLF24vrMCknWtL9mhogBW+N85ml55HphEjdtOioh/Cy+0pCo1Yk7ycZ32DglTjN6BxaCeBvnDjb
ytuIvhaxltVP7s6PsyT1gxOzU99Fto0RrOPn1dlRwLWpdVF5hzB78sqno8jTc9GMS2BRR3m1K8hn
B+XmZQR6OTcd6sd6H+aHZe+PsF4lnXm155lEe2esIXOtX8Z+ed8bq4jWdPaeWeLYM1FHRb2cKa6b
HPmAoq28yLkz4R2X8gwz6cdrnaHFTd0cSBdha+3Yfg6lvPWx3ez2h62rjKDZl4cdbvQyIiyIrdkw
3wzHnu4Ob5vinmP2NObzEGYydcMy3/mdaj+/dM7QxHV983s1GfI9luTA66vu2VrZrJtC1ufWaZ0H
rW06T4fh51H2/r2PlusqC5MlofAryLHOvy5d+rrY/ve9Nr+tLWUtTtF7gVUXRYILM8N12b4LbS7h
IdQRrrPHYVnV1Y9tb6bz1jbdizWs+heyNhSrclHwes6iP2nKj+44FofLPKXVowtD/pR14CprVRan
3S8+WAsJvv1Rb6SHGB/t1dLnNsvcpFvs4sLKZ4bTDX2BWsPPfCxbbLQ30Zzcy8djLGA2DD7XZTD8
b1hixrgrs+ay+3t/Vs6WfbO2GfNwV61BKpbyeXUMLy76dAjlvlEhbmfL474ilNjQTezBIHIjzPpy
CFqjdz+tPUnPdZdOSARv1yA2ZQzK3gpCZjTzqwXoLuAfjZXjnvsB0cD2Lh0+sdocnbO5yOoj2elU
ndj1XrDRp+aVTAjzca6fO7ZJDJuru75PjWt+qg7WtrEc1Anc5sNgdkcixU7AILpnstjXX20nMbe3
rX8dS5xFGyDTg1r0wnmGFs9zXEC0Mv/V+yWPuHNTfaSteTbylhZ6oyGoyDaK582VP7piyn4KvZLF
OKXTk+eW3Y8SgRcBrI5RRIbY+ke3lILj265PjdTTZc+FFRrWWt5tHopWnustXLryfdmQVMfjZFGN
0ThT9ZJ7Dkrpdi2zU6VvsdPc5ENkztDTjSiz593XijSYyTySjhnjsWNUiN1W1tBwHrC4P7onbFRl
Yjb5O+v4HqhtENfSUF/XsbPI2c9+mLyJqFkmAKkdQAqqIh2bJfDbiRuS9MuPSoFQDUXNHd723RDa
qTO/tO4C1z7b5qNVzPWdZ2Z5bHoIvoPpaPzAVEtvBW4zq6uRu1k0kRTy3KWYy3nmp5etXkbUC0P/
OLXc655XTRHET5ZMNCiFUqZN7Ha6eF0ZcS/NDY3pxpw/2hbfzX1Goep0XjiAGsZF2lmJxeAdaE1r
1qCXMUZw/7tU6fiW29av9fbvao8RDw45pNPsL+GIJvjBzta30gHVRamPgs4T9Xkbh/oX+LTFXAHt
ZUnzXZX5W7dK4w2xnkgW5S2xUZni0+6kXrjY7c7ZZxzjY1kZQLWpJrbDR8OtVQM/OXtrWPi5CXuH
eqXwdgPNiujiCTlk5I04i5dJ789Lbb5lXVeuQZ6NPyx5/FJ2a1z6xUKnrYxtD01sj3db3Raxgz4e
wlb/kLXLezZXDo85N1im5oUr09Dro1PjjJU7l+8uNEI/A+HvydfO05rtjxIoeDYVFOSXMXv1Mj9G
TKQDY3UzWGi1PakdaCFd0A83xy/oohmAhtBlNJoE/oucptPF7pLGh2szFwctbEdX2lSZcIMO4ifP
GXWo/HmIbbc0Hko2hmjYh/bMXIz8i5PnEUS8DbYdSEUfmCwQSMHNGbszfAMWNBmtbGs8LWO2njRy
VYQ7dhY1Zboniy+yi5S2FdqV+b21qppuKAq/lsIZrrKSy8noG/86zA56IyvjYxMeXtpiJ11hs4+T
OtIKpjrXSVE777Kcl1CaLW6DcnHuOlSWJ8se8s+Gj1illwzw1VwtF2TwAHNg2YFz+P59briP0P8H
avTDgFreVbyAxH4prBqqgPoKH8eAAv4q2zK/LtgyQBx3h7/atl2zxhrCYVDeh90DiRNwoA81JHDY
qfm9RQ51vy6Heihq9eZYjF9FY22B1xwMCVgUuhtHvtwkt0hmetVH8+JW8dYu9jlrnPnHvrXpI56H
4T7f+zUUTW99GBVDrcXZz6WbX8qte+GJg4qdfO+p9HT1XE/MsRR/fd5ID+K5H4n5KmlIQPTztfdm
kinzZovHtP25MyzFjl/wmAIXnDwB6B2MU77ghVH7Uz0QK4ReCplXX+iY6Pn9YnVbDg2YD+LLRENc
grGHXQaYdgwnCJm7XFT5xu9smZJK6jFa9Zg+OzVaDJ3Z2QMH3X7WQ22cU7sck5voHcwV0ByOeuH5
rYuFUz+dH4phzLCL9M6l2gdku5bZtm6gZn/4ME3Sfm/aqoybXuVsKv3yqdlNarK6ga5aNHifOp4V
ogqQeUNn9wtforAv3WSq0GBluiJ8s0/TxM9wsNR8tUzvZ4vALR5aOBsSJ3KumDyPNi2zhCkBr8kG
BZsqT4ZKFZhiD3FOj7HGBtAp2g46nLI2GfXCWRANTI+1mMM9zTXo/VAk24CQHBgBErPfz1mX/bIb
73jwJ579ucv9S17Y+eOOtCJgaWkwETNLSqUNlNvtEdC7mIWin0QESk1cCfj98XEriuEpTTVA9bH7
a6QXZZ4XtCTv8tjmRMq5Pw2YBNA3pOW53i39o2jl8eCYHZR4ZS7noW73Z08imynbQuBh0RD8xkHN
e7YPD0Zq2JdxV8Ndv2v/tXaG8rNBhELBEbjBHaN0PwmWrxPMmRsXvvxgY47I4FS2lWpju/ogrf48
MqL3wCU2GEDAGtadGN3yq+3J5ktpDox4U5u+atDshPOzPdlyorlgSmUoWwhrgSAe0QCCghmDQtKb
x0fWMaQX424HfHI7TDYj3hmXEARdYa1v7dQ68SKzCdtIR+2YtZeXwmJfNq3sPRv8jxA0RrB5DWGR
a+Wca1naD5pSvw8Oz9LFSQeS4SbuLwbV8hGx7obCy1YJlo1vxQT23zJdxvki9pPvIGY4DvAAbeU4
kFbIGhbrJpjt2rki/p6iAil+bO6ufBhn67dT9s1l5Wd8cozDi9bCapKRMzNiWX8prGy95F5OF3K9
jghLtirRE0I6zjZxj5VoDtmE88eudcaXVtSk5batHe/O0oaic6yopv7hPPZ8f0O5zaQzFJqyP2fB
tjK4FDofnf+tz4tfNB1MQdfb9rkxvBSU3v8+N4MOa0t9dWAez8PeWgEumulOyCJn+fS/sG5B0Wkm
KT3nPr13GrfNMVhRqlsqC1OpYnHc7GhK25dSGH2oxMIh4UlOgoLPpVWFFXWuEpCdlhnluQO7eHwy
CsFcZnNXZ+OxPpS+BgGbbP+qkZN9VsWqT3Ym7VPhHyJUQ7ee08Xpw7KasP/4ogzSw0BQshj2521u
RNSisg3X1foJa1iFve+r+6asf+ypPV7o+tWoIdPtaR6y7WRW66/FXfzHvTcGdEz+7Yzstkt2kwvl
I4d9bpTtXSdd/9wInDwZv+dw2t3+hFqOfSpX3hWJmnpdd+lGWyFIfvMX77JXafOBD47y12Or3ocN
xYZTNd+VlhvnlXzkd+Lcd7UgSM0wZzRdth3UUvbB0jkyGslCCfKeisqlFU20dNN8858V8QCvx15a
zLGeqzTMND3TxsIRI1aW6G02IH/cYwq3dCFRUM+/0m4EJuoXOu9NngflZV48Lf5yl65Ldvatdo4W
fHTXLlurBLVzpICGSV2fLubQijM/jLBYFSrmyn6SCGM+GR7u6X7uv1T+SO5A2+NJSw8HCr0ok0G0
vAMLvZdpd2uMelhd+tJ6VTldVS0jXOKb1J0ffaWTusmdkLyt9aFXyuGmEq/VOKJqKxsS+025IhC1
RAJ4asBAUyF4Ag5DCN61OR8q2/JlNTF17KnRnqRVaQh/6F8tOO2s+jap5reSoYaBRR6oVa3VREk7
zRzgnTCBB1smf5EZF7dbfssJXRJVIFU01u4UTxZyzsprnKjSqvrQlcxQ7jC1p3zdh4ux7tNp6tb2
3CxddnYG7SVa+WPc+Hp+4C208bCp+kHlJJBv6Ta/laX1DbJvDr1tLmNbtXuE99FMSrUwNeSuOpVD
zepOufYZFIvtvcgh4Y6sufenvP/UZWX3hHPnd2exPFlDtYSORrIwIyh8Qsnanvl7kv5SCQYVINRY
r934KGgMC3DjTs/FOFV3q6LQgX843kBQalFUT+wxO+S4h/NnPyoGImNXl4G0paQ1Vh85MYEZ2Qzs
vM6IIfKUj7uehvLqisZ9RSgt3ma6KGN8sktwTHsBwSvdc1/ywyzz3uXAdgfjHqFzhkIPi83AwRyo
Xn/2rFKE9AbpaBpncc6mvbm4fEpPIOX8DrxyJJd4sF565JeJOCaTATOl2sTBZGVYppNk6XLTEXlT
oFzJuxlUjx5sWc5OVutkKLxvgxLzqQUXex6wmMZ+MeBYFDy7GwT6E5JFferSzTpl1u2qYrdDNjZa
MYyoz7brqICx51XjMjsLKHT8kLxM0+75S6as7iKhmB8gyacoletwOTZBaFih68TDZ3cSOcxlitzu
ktYVKETpVdGyC6TviHrPmYJE6JoFiTum1rCdGyvpd2CH1uvHn2s65B8Nd2xJcOpEAKvGRVrcQGTW
xTU0RpkcORDHeqLAOuIyQy4/cX0saNbWaVHnTtbivtL1ELauBQjQExoGZYtjrLFNkZD//1rlgxlm
Jdo2QJwlKFY8kEArONDyBQxbIOLD2UHgpSm2q5tT5ZiyCsW92/X3wpuR8NWqPXXI9ANbOd3DUZtr
NLtOFQ4YN59zFAvnNeNeP4z215FVzYWDdkm6FsDuaJb9WqoKTHfGs+Zmc33ii0zPOrvtivaEJfuw
jVdZ65uC2GAolc5G0/jUXYvJEJ+GnLP5MDJ0DLT5Jmsz/QA8N0FgDtTuLkK8vemPLDhEaSce2Bgu
w8o6Laoqw3mlNGoUdQ8wPH4xa6QXO/tUvG9lGhimci+Z9K0P645R2FJrsBskE1RMUBif+z1sPOR0
rJEzGB/re81W/LU5SPbqpfHJcYEHJzfFNZutJvcD8oAMix9zxgQwdQzvqgY7gOpz49UcrKBFKvx8
w/hDf/K4poW7/1rzuQF+MuG3ZLeXIdV22blqljoa1GB8TdkYcHOBTRZE7kWM1yhiN1MlI1jdh5K8
pPauKpXxw2toZTfU5McjpcZnbfXOI0AmHl2LL1dJY3/AJ1MlhvbK0+Qv7mVr3OWTnaeoiwpzudsK
U50mmc0JYltEsuMw8s7rG/kw7xS5Fn1EEPYQ6snl6XCW4m7tXCPS+IbRQDrja1EhIxlra/xIAazX
sBB7W9jX1fLQ2cKIBMa80DA68QUahipUjMacXd2QQS+0NnBpU8Rpg4iAAvhqruvnzZi+jvrGAqzH
EFY50u1D4Mh2fYCTFm/2z6r39ROW6OEJY8GK512s2OGLLyVexDvEOITy1HTncY5tyAuzonQjFxA3
bgWjjlqy7rNSrfitUtObeVJ8yqRTA2mFB+w225352G7+224dzmkoVwtgqmYsxAAV2dvu3WGBPiLB
gYfoudQJ1nXCvmRlIpjcqwSlaHW/leI9d2oEypMt92DXN487oQLZFmAx75/Gpc2+LVVnPJLntmC7
P2SIZfcgTMimWoKVkU25tl4wUfZ5OLrgZYAIWZSh3UW1vtl3M51fjygfpoQsiuPrxKP7NJuYnlkS
PQ+FUf91QOoaedbYf1IjqBFkcNpbhAY2XDaShrs3rzTFxUrz9clh4EL9Wulzmh9GZE+F9d3zG/M3
a+I3u0rXR/g387u/HeWX0ukWgytL+1cn84pACDf/QPOvPBmr+UlhwwoGyY7Qu15i+ROJ4F75RWLb
JFRxXZpP5tL3gcr7+oRbm+y3rj+aUz1AUUbdXvdefPQ9ft+FZ6Upkcouo2s/sWX+5EBcnlJZkAe4
zR/gEPNzzU0AuMvYoAW0rO6Axxw5kyNnl07kY7kIxpIMM0g2KxoOp7qvJ/HTXIv6jvUSdmdI9dNo
Yny1BtS6+QSMmOYqDfph/UHuhRPndpOfFmnpPuhry7jfIR8iD8VcNPGkPJcrMIKe0NB64ubXVQUz
FQ6a+8bc9Zt1cC9XKrN/uE5qwj40ensqRseIe0z6V0u6ABy1gbrNALOeAEbHsMk5963dN38fzYqx
3hf1B1HV5cdiyIfPjrLnB1k1x4mpQkfW5M/fZohi4RZx/Z3gvuNslLO+5OZAQ9y6YfgpsGFzO9HX
O1u1uoAxr8+1ia0VVbr0r5xIWGvdMf/qF1V/lceC6Zb7MRzKo4vK3DMeun153iZrxkR3FJj8Sz9m
GRsBp4ySZL0OM0TXC3mH3Wo69V45h700a+b/yj1hJCzDBbPUFvn1un9eLK8UEGcAtKOb9xfUnwgQ
PQKOSPnwgm6Rc3R0o/eLTIc5cTrqo0CY1ljc/tMWHbmpRcf7lfBmfdV/T+VsnS1R/txkdVxhCF83
//jilR2GNhOomq5LScM5MnPETaPdffYW/2PX0WZ44lGtT4aBuHDd5okoYuCCL4NhqZ/lIPYCD4Pw
7tMql4wP4Fc4kxsu/Sq7n+pOvuz10cBvDe7VczAgLQ+FJ/oTJerGA3+nA4kz4TQngdcvNFwvP8kK
xeNEUgA7Ec8LhD9JEXNwVNt+mvmKTk6a6W9kr5X3+9APjxXRWQmG8yEoGqIeJRzhIyjH0ceVo7M2
9mAhI7IP6DdxfeNr5xgu7qJJheBxQyiybsSX4puJpjg1znPziFQ6k1JKGMNdilAIXXWWnfMUBGVZ
PMro0ayH3WpBu9yCGhr4kBd15PrcDzuLjGqqDyxk6NYGpSlRctazbTFFq1T4can+nbTzWo5bybbt
FyECLpHAaxXK05VoRPEFIZESPJDw5uvvgPrcOGJJQUbf2w87elsUXGLlWnOOibs8b4NwC1JlZjTP
GtAh9vdt3WU2N5XzPu+tAP2hSdUf2tm6D910LVMLux0Bmz4ulXk7Wi4W/bcgPyfat75SE1/yiN6b
taAscq/+FWveDG85tE063KbOzH6p16wCvgl347td1fobTW695b831fd9XcAW7MIR40fWbqO0hXjf
QvMe9ai+boOMAdQ0mD7kpWIrGylOcpTj2nZak/qPLvnYxG/stU0fWCXCtaVIa7y89gGqsBFhRoOg
jKmT3k7fXSNim53PI1UHK3wMVhbxGWFE04/BwAZY1zrYhz6857tnPwWLFpj+a/qVq268elUOzKOu
UCykVsx+LUkZaNKAYml/zRyZ3llMmTb5mDnr1DOyL1Pniee0zccnrRFt5fcjPVgvzEy/6Ru1ylWP
xL6lhSxT51k02LFkwe7Zc0LMoGZvnuZCS1fAKxJGN5JhJBsi/FGtpEpPVKyvdQY63zXyBqNtUmrS
9Fs9LYggHl+GgBeczM+yPXiN05PLPaRYkyhCbjqrRwVI4aBM4mB0w6m3pjtAGQiITpUgCPZ5OIRH
1LHweAtpPk+ZIbCvRjbFiieH265SwrecKTo5oaW/YPWkYhJNQERKMZprnjlikC2zO0j2Lw+S7RMM
kdw9TZ1AceAa5Vev5klOxDT5k2MjY8UV4rOJaFZdNCTHXFcmg0fUszPj2nWrWTARbMvYaEPZ7vg1
427SOnfr6IH+tS4q2uN6YB+TyVb3GayRB3xlVPtJ1zIYxxIVD+0PIAQdgvICFAz4DB+lYX+KVFNs
E6PNEcjG0VGbccnywFI0SSbXuI+6WrS+VFP2oE1Z8sZk0P0RBTYG5GDsfykMm1s28sMuH430PsGU
tDcw5f4Y05Qufs1+hobbwCYybzdzoNIHyaT0C0NGRqq9hhYYeohhpuhM9dvOJBdv0HsEtdYcT2f6
4Yxq9QZwRBeAK1d0B3gwa/TrncypEieXlBBVbcl1JyOC3ke3MTRrOtEanP0+kgztOnvaCiu7gVXX
346awmBWW2+5LHQqRfrXg1W0J2vOk8NMZ5cxVLmIbzTxqpOwvhqV1GkLih9TqukbGQ1zjXZe/xlR
96+GSQvXllnKrczh7OngyXoQPTFJmj0MInarIzr8VqP5U4ZBch/x4HxJsyF5ozPXdVuh5viOoSJK
W16XXd+BDtGrLPQzHvFo7RlkfJRWHd1kDPVow8/6Ictokxtl5u252s0Za5kJnroz76CtM6BUzm1P
2XMWbNwqFDhZvws6XtXZRChCEaxvTN2qDmWa1Ruj3puaOIUxNoEUZAMVRa4m37H0ZjNnLZGgShpk
hevMLK7woLFiV1F+tHA2vdmSNjoOZevkgNX4FvVjglo4ayg7luqNIoUccP7dWob6hgGxd2wNrO89
o6bIqbVFnz1Va1WznChP0RQMMS12wc845FW3S8u8ZTZhfsvZdgm/ninem5EGCnMOpAOZiO167bjD
9ATootmbBims7AzjYJdHFi372tBucHohxJJRvdHaRjDBQipfloJrEVhTuxN1m/3CRRZg1DPnc5LE
zpOXBnStklCj76iYPGTyy2AldrOm9PwszfwCBLdoBtHyGjqRlobN4EJeCCAr3ca7JMLqLpbmtWQq
3I3xRnT5SVTTrW0Vj20YvOioEErVbz4Wtl0qYiEvoGfTXReRNMrBS9ZlNhb60GVmcKuPECi9HsNc
v/34EJc0M5SjDmIqaSAj5Q+c4HvdZdpNkwiduroxyTCmMaORoILvajhldYv23MEsh6Bs3oS2HEha
qeybQMdIqwo2nFrSZD+73p3Z8/WRfuzDTmy8cYz3o90y0NXD7o7IFvXCF5U2uiwpAT7R/i2C6z+F
f79/vifRPDlQKqzfyIk/lJWZqddqlHl1wxwO7OBtM+xiSc6N+6TzpJcmz2PUfML//c9FeX/URUjK
Th5Rti5B1b2/aODJQkjQWnsTOg0GSE/ScUwNChI0CvPwA4QcTmHbVusiYXRkJtFyhVBvrfhq07cC
GcWYzhsfaN2IfUxve/kAYeS3JL4Nhdy/M5dGLHTm+4gOxFYzMPACwxOMBZI2PyDHcLZGbM5XMGUY
D7UUQAwYCd7JDQY0XnPI2Gb62FG9NaPbp97sCh8nlPI5Vw35Qi33pTbR9svpI2ghvfKiLh6DUQqK
HFxHJaZie20bCHiopFhB8MfsgmJGdKaKYJN1UXsiE6zcxjJPb1rLMO6nrqtv5MBTWszVQzoG7W2M
F/xUWKiV3IOhArRBYwj7AlHMXqlR87HJwta0vVVnVs2THDTEW+HY+jXaBz/RU/dAKt2RKpPCN4rL
4ajZ2U+eVfcc9aB9bKefryWh8wdpeMNzTEOfJm7vyO00GYqnke3UZFPwrvoEgwUG5V9TJuA0O7rm
D6aVbZuCVkwlmua+XLxfY9snNxlSibNSYSq2Y57OYKXYpBXYGzbW6ORHmCEhtL7aiB8wCRFE02nj
mhLq1XQq5zAvKqEJN9sxDwynXY2FxOkUjLAP+GeuIdGxQLEN4Csaj1Cq0yw7aNqUfGlK1fmDNPqN
VSqkfnkT/HSdLNoM9a1R2Rs3RtofRuQzm0wuIIb65OGWdxMtup+mU9DQHZlNqVXq0EUNZhSbTePI
A1qX6So0zWqbFVmxAgtCF0bz7DVfPHoYLlXuyXO6NyTe1tlLpDo0cqY2Nha421xi4rdM6eetl+/Y
9vI5n1K4wU2ga+vBbLJz0pTTRm8qZspuNSEu6UVgbyeX3iWE+rw7tTT+fKMN8LbgL3IwFrsTjXgH
BrTGXyt4/giQGlJGC9JU9rabS0rKSEEOFWbUPVuDw+eHnPJdm07lSRTtC9OH+BHnPo2SFJWQLc3w
pmr10U+SOr6upKB9rvW6DxbPOg5RqcqVSCx95WZ6eVbat6n52q5jHOE79JiYYeooenQtdafV5VXM
/qHPg/w6nju0dVHmI4Urn4qosV7qJEzvQ/hiOxhh0UEZ+XDsjC668QblXvHxpTvGLyAvLsggKEB8
cU7x1KqNzUD5a4mo77GwKCDmZl8bQ834LCmMTYwinGmLHM+6ZB4WFsG3ehpfg8ZSP7TaDdaJsUzj
6PW5N/AlPXSYwmJsFtJ5YNi6RvSdHWi2DkddArTy6QEBESi6eadj69jVRJkaKxMihbkhuMpJevOr
2yPOzG0+rHjEZ1TltRczIPY0wZQPqy3Yu9S8jvopPIaO9qZAlu1wY0H/46o2GcoQfkLwCyWK2o5a
uNj7625tTngUJ1n9mnr2bk4k6RCHi6gz0+U+U5Aye2EOR5MvDLc6dlCXGeaDa7KTHZzxu0P582aQ
uHEkvo4oYPaX11rk1SfIFcVmtmxyn0roiqoZvKuygUQD5wFqnsBFNJlaSvccU1NuKxqu7ZyEn0S6
XH6KBQQMlCuGWP4onMvE8QHNOZVsaV7bc+/exrM7bbQyDV4+/hpfHMUzXcHQ2rIMhPMOsqFFUf/H
12yMF7BGHTX3scjwNS1IQ/eTFKgLnwU9VdNBPCs8TgW9/F8UdvoNFvbW+iz7iSHQpkcPzqrz8Xlc
KP85CIcx+DpSs1hcrgtIN9S5INbNQZ11McCq21S9jr7tKUfl9fGBfjsn/vgSc6RliIcNRmJRQc15
8SUuoAM0QD2sM1BweNOmcawFMnvRooIou/x2GWyzcT01DWrzebyZveEJHe7x45/xHkhMfYgomWdC
6K6BokdeBgOMw4gexAYQlanK19r0RDfCR5+5xox4aNJyE2r0Lv67Yy43j5oNVxY3kuL0onCLvQDU
m2sZd2IOTm0U7oTdHbNeLtOcAhRCgOjsv8vvkN5yTKIEddMzsQNhZXn/fM71ENSh0xp3ZhRB1UCi
N99CSIjvAUDLH63rNI+1i861wPYQf3K+79+N3y4n/FQ2Bbll8HhdZp2iF5snu49iPtWAF8JxqG6S
qQ8/MaG9f3JdwwMPTISYZWNGo7iTi8HrjzewSY1G6Xo13zHjDf1untJdGtdA/1EnHDUzSz85q/f1
63I8S7oSL/rv+/gbvvbn8YwhFC7ThvxcRl8Rgc/Ds9fQ+rszm+cgJqMKLeXHj83FfuavI1664FDu
JNFgFjnG9DpYN3ZyVXvOqpqit3RokAAoukYMjo9a2Zxy1Z0/OfzyWP7vC/t/D48ZymVpMKW+rE9/
XODJiluECCHduKo+BmP13M2I7Zh39XEc+30fED/SIyiHsXJ0uuRBo8HzyU/41zWnbMdPaUlyYuzl
7//xE+K0toyWZtIZktrNqLXkrCTMasz5l1vOz6zza8eLvo9jfV2Owhd1DHBDk0ylku+J5pAyuYhF
jPWYu2vDrE8Icz5ZPv/5Aw02FqbF8w4T4f0P7PoQ/waKvnMGT86ZSf6oPG/V2gtsGjGxUwKEdtpX
dJOffBz++XDQKDOWT4SxrGjvj9yoxkjtJMvPKTLqBhxVXQClZMObi0clnq3+xW2utPGT5fNiFf/P
Q/HnYS/WlYkeS1QrHgqwIJSm+6r/Acp2Cs8i8vx4fA5AlGbNLRMz/CDR+uPnwXu/ev999IvLrZdx
idQ8zwHy0NPEpnLKZCVosqBodvIfvYN5piU2Gvo7GkZmBK80WX9mvXMvMrl2LR2OnLxSiKmFEgdb
p1k7GgrdYvU6RLXGsEC/ExT5W6MrNmrgGPWc37nLKIVN0Q6uw5qF191OfferzBEsw5zFJocngh2d
USDRhd6cgD7bLHriaIRdMM/PiE9Pbsrozx0U3ooGyk+0ndrCtywemJCPz2CO+y5QbDit7DELwgen
0O+CFHIXNN0VAmDGiGTMq+LoVsbGnqr7wfG2Xrng3Ap3Xg25k25UDykMA9fWxs6zDkTOHsBI/Ko0
d7Vj/uwr+zuaaywoQwumGKQpVXqMPoQBFOKnMHyo4oYM0sb8ajThSbo/U5rt7PmeHHsR1XT9Ts28
7mBeoPYOBnPP/moq7YdRG66KpNqUyB7WPV4r1YRfPr7xF3mH/3PjcbdSb3mWNC/fM9YBtjhsSs66
497RyoUO4I2KeaJ2HENzF01olXN0xs68s5L5ZIzBYxQPoIcntkDmd8B20B7jz1ZIk3fs/QqJ5ATz
sENopoNl9GJ5skoaw7FdqnNavQm+BNwnmzmSZjxWydZjrKFN39v+weoofOtPPn8XoavLJWH8SJNL
8Jl1lv/3fgHQmWr3zpRSufVacZoZym4tzYRh19ozgpFR/1Uzkvwxey0iTOBtt202/2DIER1nQ9c3
WmY5x27w2tu6mhCPx2F7BPBjb/Uh7d4+vn3Wezfv//xWm4Bo3MLSZir9/re66CJRSojyXHuHuH+L
y6/ujInTS+j739lMjBKQe/oLGpJVWd1YUv9RAxIRkMDggUOPhjHS+5b7vVgSZotf48iDqdW8u9iZ
Mnp8WDxD62rUAbDp6Z2XfGKPXdbSy/tMZxhQFfca++rFWgvSXdGZm9R5tttTMKV3kBRj3IRa+skC
949Vnfhpg7oUMAMm2csmGegUICTM7s9FhliKns9CRYuzfavJt7EY89vYs8frxKEfjzQMuV882tuP
b9bfayw/AXzPUrJ6mLwv7pUj43wIukad4+ppGsSXIp+ZhoH+k3sve7X1z1Ki//6Ecjy+n1Rwgv7c
ZYaapoelLlIublh4zqs9zBmzL9gaoWyjvShH8zFPa1Bjo4HysGXE8P9wuhZdW4+8CEzJF/dW0zum
91WhzozYcFTRIoWJWHyJ2zxf9ZN+sMPC7zznk7f3skTm5XVNIt/ZFfBGWJd83UaPAtoty0WO4AQ1
bCHl+N9XCO+O8ful/LN4IvNCm/tWnW1z5zHSaCd7rcQTciKE7aPfe5vCiA9TV3zyAP3jbXE5J2py
G6gawvr3LzvoatxPgcsVNbyH3jWY+vaPM7Pwj2+c8fdx2MU59oIqJijEutwAkGXTlWYh63NjiNsm
KB61krBfLEAh23L0tj4u/wd8r4fWrrflMFNB1xtmzLDrcvVlSI1PnqRlwX2/Srz/PcuL9cf1zkgc
mGbXranIbkXD6sSTg+xppTX1dkgfPj77v3c/y8FgQdPkoDi+ZEqMQieppBFIw+P4AKxuM3TtYXbz
Pbq3T/Yh/ziUgdGeVsrSWNGti7FKPLH+TUyUz12c3MPm9c6pobxtmJi/wmCSn1zFf9xVjiY9/mdZ
Czfr/VUEv9UZSd8uR6PYUs1Wl8UmNz/ZWfy9yBFKYQDZZXvDwGYJwfnzXkUecv02GpuzEvWmybvv
EiOfsFxWgZSI1eYKqegnr8Xfr/xySIAHy0vPpvWiWNCmGp61wSHTeTBxtBraSa+04evHz8U/jwLR
hE2TDi/z8uWzPKhlWHeaM+le56K37y0r+uTaXYRULV9zwdbbtJh3WbZArv/+4iHuspFjz83ZzX/V
ZrmuBpLJq7fRZQuoGJeMvl2cZ6TbiRd98nT86/T+PPTFO2YhmQ1dd7lvjdpXBrxLt0fF+/E1/Mcj
iOpo4WFgpTfpFL0/v0KhZ0ZqJu5k31eAECznGtdYfppjeHEfH+rvd4vKTRdsHHkWnb9ul5b0XjM5
SXzuhJx58JBXRRb0goluuK+qdP5k0bxYo5hE2x53bSHEm+bfy0YKStLoyn469wZkJq3I1W7udDBb
2aQ2HlNANhWN9UlH9q+DovIxWakECVHmwld5fz2DzMzQHnfy7AZNtw0Mjw1PNKWnXgxyO3J9j+mg
pZ89pRd1BQAknV4NfWAC3z16+hefIauidZKNunY20Vwd9BpWfNtiyexKA4N/Exq3moyHr2wo4RdQ
Kh/dsEnzdd2n6fMsU+wRZjQna68bsnOsMKzmSAfv5jCmUhnL6FgykfivHgZ+MUlZrkedTEt5qQze
Xye7AgPsjYV2Hjz3XleqvHeI2IBmHGlXOmT9Txakv24LxZbJcVgq2Fe5v2vRP75XOkzzTJZhfWbu
uEkWPUjnrm33qwYguig/6/9ePOkmY/mlKYgJYZmToxV/f3KKEgyUQ1OfxxycarGBsUNo0XMTTOeP
r+LF2/s/B6IXIwz2G97vcMU/TgsVypQYTVKf9Tz1ZU9HqLrN5fX/30GWdeqPg6CKGR0oEPXZicMt
Ivb7tJc+RqpP2i3/OhcbeBl7Ak+nNF5u4R+HCbI2mMkZU2enu9Ky57G+aY1PysSLL+Hvy0UK2xJD
wUyeFvX7Q7he5oZ9zjYSx+OD6VVXmu7eML4GOBMeM2JeVvayr/348v3zoI7DfIYqmOf+YkWYyTFK
wFTzJrkC+mu9cw3Inu4IR3hnpnth3X98vIvPxn9O8n+PJy4TIlXtZFPK8bJu9vP5fqqMT3Zu/3q8
bU/yWReuS/F78c0Qoqa5CBbtrGFPGE0sJW+VkCt5+PhE/nnh/jjMxRLRV6GYJeDIcwAxOmp2Yb2r
zN1EchuG+VXIgT8+3r/WCL5Oui2EYwoase+fjip3SlFkkTo3xV0avOXBJpVXuNKzz1q9/7pDoNFg
pPE5ZeW+ONCYxF4dipwnAsyJE+1685NH4F836H8PQIfj/ZnYGCDd3mGfFzpqZZKvCSR2Hdg1tCD7
k4tGC/af1w2RDi8WAydxuamV+uhMQW6VZ93IS4SSnnuTJXnnj9Xgrch/wBfK9+kmxdF6asgjzPC7
bAyJ0EAQcOaDECdmweZfgHvlHurKQBuYN4uUL9OyeE98A9HyytZW2MzIXZrCwv0VG4WzLwf5Ddt2
5cdq/plqmjwniIb8ZKoq4XeRZLYWW6JdaPXevsiz7g4cY7qJMA1s6wGmCDXHoqYFhW+MhlyFYmhX
Nb4OvEKPGcPjCR6Xj1WOUDwzfXXbOsLwZQCpruIXBAFvA6LgTTJW7SaPG9g1DXCLeB6cn0hv6O6Y
KZZhZoS7PIVIJeiBgNxIovM8TsdizvdD0+prF2exhnYY06/TmC4Uf9INhqpTD52OyPUaH3EMfKZG
loCuHP90bLer2MTGb6aOt/LIOPKlwE5NgefBcQAvkZpjsHdEou7MMnu18tDeoN2V3yROsp0FHWZX
VFF3G2o6Ej4TKYgdGHhcFhZ24+bmpokpU/Q0BW0QO8lGc1rxpbH65qQrnFdFx5YBxIU6pABoV6DJ
7b1hBOU32YbNThAgsJEmdievRO8KglseC6Pz/DnLtE2Ng8yXFp7SoO5fGpvYlUJ0xq/Axi1u1mJ4
nCrHxME4jR3kG9gvk11TZs+LGLRWAep39zdzu4v9uQoNKIbTQKiXRu5GWEEk8byifSxb6NppTpgh
Ddx4vMqGyLyCH/6rMogapLvqkr/Qlytkks62nhP4ZwUmVETnBIxNvDJD7I4vce/B/MDBuNHdwNlM
RWztlY2JB8VofR2nrnvMh7rdC29CuBnpJCxEjnGKwuoHz4XcZuZkfQtnBw272aDo7IgDqFDVwZyf
SFyrpzdzOA2wRPtieqhkAP4losuuoqi/CQIV7EQSJOCVZ7Efu+kN7aeG9c3lfrhF5TsYrJcMSfBI
ChnVjrS3ZOM2RXtoHMQdgwpujfiqT49xRbIIYhPkqHLJHzR36B/DfdEM9j4oO0A8uNGRxpKkeCCk
LF1baferHrSXahL0iGoZ7AJZmzcEpDEmaEg6AZQjn4FATM6qyXIMfTFg5HSs512T1RK9Z2NgeAvx
U8eRdlcMpXsyVdluW5GMq8JEeNyR93YaIFOg24Ju1UZVeN1I+6fm6ehU3ZYggApjRZ/hmrRTSSZD
wlCLzfG6QLa5zbRAXwWtMR6MOB+pr634uk6j/tAEBikK4RwfGlUC3R2r8pYkowBhClg7/EaQ1Apg
rpqJL9a2QSekGI02eRYbGOMs94aEWKi9yOF3biReHZB3mGsQ36SV+wPo2QJvtckeSclOhAFMQ6JU
9QmfKFWyHl4TWNMeisBlQIOFi55pdOfq/ehHpVs8hbkjVxZ/urXsTvgjtKltn8xE+wnSiRVJPcjR
AwwQ2mBu1WKSE6pQftURexB7eCljc/EZjej682wBUOV0slH3hVcOf7qOG2AmUVfGMJJq9RpqWOgg
9sBFs6VGN7OrpnUrJPJZ0h/DZgH/um4EuTnM1tYSidImKUEhmQMfznVhFfdh6Uet7iCab5uTE8T2
Cu1RT4VedfchHfVtu1jmOjWXx8ilrOkL/NpOOcPSr2ZGgUTMrfgngjtjBsGhR+pb0hEul04hzu8m
tvnJNQ0jCwoOJnNi7Iig5T2CAZF4YLbB93qbMkY7NIMG2uZaWjGXKewfBFjp6wrjwzqu5EuNe2tt
x+nbUDQ/Fcp8hpHJWy+0r5bqAKeN1mtB5hW8KE60R4Wx4v68knRK/hLxikQPdrAWrSTxZ5CiaMpU
dE8bKl0FEhxE0WoPdTryMyuyNRIjQt6U6zMyOZg7YZvz3uQ1Biy3sHYO9u/VUPG17W07ZEgLrKTo
J3QH+I+bR/5B3sQsHjHlxTWNBFaMx1gSaSdElT2RmfjooBL72nVaTuKQTiLTXIankE1UhZ8NJky3
6OvkYpDGT6K92qHrEQ2G9wiPEIIzL0RX5mn4EOgP+kbkOUcy73/abg22DfvdVSM9kEFDQwQX00GG
Zs2IOZSeUFj3iFQclezMwbY3fZJjdOc92WJxdr4knTHskCY011CL2hul7ORY56y9yw74iq01+TUj
udd9KX6xCCm/h6LNcgdRvneWULHUTbaq96YdTIZxG7Gb4dEeOrrNWDxwfODDsi1SXciYOZp9N/hz
05j3BJ85pHwmXQcPFd7cLkYQirjfS57soOGrblKtvWoKGsEKQg9uDLvmYupDeE7IiFy3Zo/VxmMq
7pXudy8p2hVAO8z73oxYOCtTeCSAslcmJiiYfnZ6BQH4WTbim+i6p0mAc6itLP4ClC6FREHhJHpK
BseZvBVwjPqUdVp4J2LMwh7OvHXbWPTwRgKakKOMC0ujzvEQxIZt7YMs4SZMoaiPhbIZ1iK4wrkR
hrcmd43hpBdtCeaCM09duG1JxN0VC3ajyHj5acwEq4wx9FrKDnRBVJB7Br78OJLMsTVrKzk0mGpu
+tRGmxDaoCQD+2deMR5vcBMd9bYl9MzI3OcAZAxgrLzcZ4LxKfpkiwjHCncGmOfnBgoSyBJUKIjl
Z/EwTy6Gxc5OEL6HRv8lByzCM68X14aNYJrwnF+4fyGdJ4hqGiJXACVq8e1cIvXMRZ/uGaXOtwq5
E3/basIr2xkQieLdOk3LnAVwTOjzxQvumzazd6Fo7F2rw+7JcJZiI+jUU1HR4e7yysU6YBlbDYnM
ri2wPq1Lra2hqvbeLSZSnuOp8l7dGom1W2uGD2CJYMiQ7EdbHxBqji1va0bxBG2VaGepnsxCa787
2IYwVaQTWcDBTCTpqM8s9mbaYT22B/1sVBWBYV0IJKCrxl1aGIEfesW0cUKm8GQTsyoHLiB1oeXd
bm6n8IF0u/RLPeJ2GCxFi8Fj6BzlgTyosA829J/Ug714qwDeuptWYwWCqIKMYLSSLTJIdxe7ekJQ
V49Rz2MglnTuvVM04GJIBCK81R1Kshiqnxbyf/B52XDm8eaBMJyfus3MvCooaZsaWYDON5iUUjKA
f4BXFFtG34R5aQhh42Qm7YH8t1ty9dA9Jh4njKq0zE9JbLQPlTd9J5i0oQTq3iD3hNfTaNXXfW3q
fqobb6NY7txIQ95RJr6XwYUvjzcdJ/4U7ceRLTQTbBTcLmu7qiLjJmKCu9IKVlS3jeetqgUjRQxu
W3syxvtgnNRai3gjoyx7HNDe4pVPyPOsDGdDZmKcb1+VHj3oS+xNMtLMQwc/7YYKAP+AgXylj0O3
QwGKwj8hlQ54pbGFsDRuYDhliJODbCMxb6+dhqjolUvxe5qEwb4hydpjHGfVF1HlyZ6IXmsNQWa4
BjrbfudiTzuzT/GhkIJEx1L+bqtVDac9ZieiCxLsiUQA4QnFooq3aFe4Aj9Z6EKUpPYwUDJH9clM
jO5rW7rwGHGd+p4q3Gs0tOFWzNRMlnLaO9A2bAJ0oMgvTcKGY5vW03BWS1o1VWpffQPSfzWO4sVK
hsF6S2xrMB5E1cYWQiCrzPYxbKVgK/S6fMEetzyMdLyQa1sWplTRbyqnXWD2hfBIUB2hDJLM1I9P
DTyTa2fgs9w7tlzleHIPosXtlUsvuksL2yFdS5X7dCaJSBjat6xp01Vexd52Jkvue1oZ7FvcnMhr
vgYDGJ+4WIw9iU4V5enxCltAS6wkpOd11lrpgebitOnzJLozFMEAiJJreR/FHlS62r7vB/TzYcSo
nLXevXNihP+BBO5X1RWOD5C/sv1mCLObVgxH3aOi8jtYvRZvKyzhhyRDp6NRUvuZ1Sg/7oc3KAJi
PUVExnpNConHhhpIXzKH00rNozuphzVNWYdEya8e2tet7tac/VBjjGM1WxVR8C0L2oLcdduE8mgm
fkoy+yrECLZSDvl+gPcgv4xTdJ23EnSeKYP8Jgcuk/gepCiqelfjlxoZNQykAZZLkUzXsBvgLRmJ
mK9dQ92lVfatA760HxxMVMQ4Y4/SMq/G+Aw2Q4567UcYiDdQpvMt/Dk+DSAycTLxdOJ/i54oA+g0
QxR8c6JwfCXxr7+bEPfs+Q+MYC7a6AaoGtracBYGxFbZBywIRvnc5ljMzMK1AJWMcm/OkbXSAjA9
lBz9wYw7eZsGNS95sZDSemDdMHmq3K+bCXKGG3i3NLqBHonmWyjlTy1jQmGyAzmOhKR8RVqs7epJ
K797U4A7m7G3b9uWWkctvnUtj1q8S4GGTsLC8cWCsBZape0x5tAsRx2w0qFI+2QV11fOgCRbt4jb
cOk+rRSbepOYRWo8uGPazh4GIjEcWEx3ejO6K/qU5sYIAIKIMJlXeQqqjJAT+uKWJGaT+DvfiwqC
2iAAqBLmr1GENoFldujHNjr5JIonP8Ji4FdCIwXT6+Y7U0zmYY4htcHZmq5DiwC0cvQUvfa63tlC
hVd1I3DL5sKF2BV3t2kuOoJczO4FwrF7csZEuxnwT3Gn4n6bw+d+jlhmTviKUz8ZU+iOPE7mHUUt
tnkC/faVV3b3IJp+krJXH6K291aM0OcrM7rvsi0RO8marQ+3wkyNbxSvPesLNY/SRLseugZRSUu2
XsTxfDM0xcpoFVs+HG6pH0cRYYST6z3bpYOnVGCK/jEHkkRoc3gk9K48tEKD4q3nUxkfmIECGBGV
AWbajVrnV5SK8ZDWo+UHY5JtMh1JilIBAisDa9omn5rypmnNN8cixw0+1rjK5t5ECIyTiPcqxmTc
897PChN8OjovhSPbvZWVNEikbVD61ThDSwtJQpEwzcdS+OTp01eJCYK6aoLS1SiqOy3TdrIjPyfN
aQkOBdUqwk1YJmmJhwDEOO8dVAQcew3e5vlM66JHCY22DG2Kc2v1OH1iiTIgqYB9xyRJ72M7CPcu
4dFfItOV95yUtXIkj2XsIjNshhdYQviEbPyVOgXUiqEPDv+27zZDmttfu1jFm6nNrJc2Ms0bLyEp
fVU1oftrbjOSTVhNTz2BaiyJDcwPPfiKaQU5VaSRcMMy6pN8AyuEgPF94/Whj3H4x1yn/QZmBTZM
l9DsCcX4NvFkgBNH/RgB+jzSWoJBQV7JlokemCWbWzxNk/2lkNHjnAxkO2kkkOJWK7GTTrmfI+zH
rdT9HMiAWSsjVfuoq20WHu6eDgbuUE6i+SL6QjsBE5AnAKjRjbSzeZsTbb6ZwZbS5FSchrHs+LVv
XmmVt6kcqVLboqapZ9O2CANeS/HKV+UngH+wNaim1vaE27XVRowug/B8Z9EWhjHhlnoIDvr/cHRe
zY0iYRT9RVTR0DTwKkBZtuVsv1AeB3LO/Po92tep2VlbiO4v3Htuo6bq3k40LFQlduoS4z8/n4oB
3xtNEOnuF0qTZqsN5UxjaHVf68j0EdE9ZVU3bQ1ZFXdUhOPbXIK8MdswJlBUr4CQWe0uLAZieDNF
Q7DWKvsguiTaluUofGOxioBWBtq4vuBFrfs83fcVcOTINv7w6CPHrdfVqxuCBlkB/dW13gBMzbMj
Z611QWxY+rKfUFBGkdk+NsVA5J2b9ziHWgmscoogKWFH9DTIu9saN9XGTIt/bK1iXtv2J57BROBN
FuZRkUmN7Uh83/y4m1ivmc1BgKWUBtz+m4X4Y6rOEvcFftwA9i2DODma/tDfKICpc7ZXaJ4mYv+j
63AoMNEayLDIHIzlONKRy0Di0WLtNV86/TqaIr62nVle3Myx37FnMZmiI93w4YJrXnEow3qw9tLu
Fh+vnhkAcy4CqUCy6QaVmhYNBkAbYl4/+l6FJzBi7T4maGgfii5+gLLW+SWRQ7uZx+IN6WSczJFH
E6mIQ1xvrKCaIOIUYbruqtQ1Tga+ZQBcAk+bCbvZdUW1+z8EoI267VquX1o82Axc61kd+knGW8Tq
YGOo2Laiw1rd1dq0Z20PEMeJeRz5RORAItVhmuXeqZPnRuGyjqtuCHLZ04zpcUpYq9HcuXCMjwaj
2dMKsZArpRXyj+Vh/aGc/j2s8/gkwPjssg6UyZykP1E3T/z4DHzlessNCvsBj17ShcAf1OyjkmBE
1dRQZu1Mv4cYzfttYVNeIlcPisrs97yc5paUAon5yKiPWjuXT0aY2u/z6vyzy5nvi855g3ut31Y2
/BbSHJ2DtJqKs6QpnzvN6XxDUlDoJSkdItOSj9Gw+zNhYLlnJRp0U4o+T1vJvErrHB9UodUva9LD
SmciAfVZ9WH4xMMQdHx57RLAha3aFjUkVYVWWHTK+lhWazyy7ByAjc0GINdWn1646ogkN03jgAJM
v49rhhKUQON+Ge0bf40rEigs8ggJuqGoqfstZu0/KVI4Y8M8juI6juAmlENe/DFyRUHqtJzIyzCr
i0MGyCMVeOubVqZeZ2mNjyn8ARKWQuIFiIjbapyJPHi+2fftrOV+ZM8Vc4u+9ZxwmWHt96N1GRRT
uNWARUZI2TtuOGREc/OLyWvaE9ABHmGeCDSedUwtWxYTcDumutyawowvRltNgB5tkKYujOS2MeSb
WuQ723adQq3+tLK4wwrd0PMDn+gPskEZrhEaZ4Th8GMWroiY4uK+Q/JQ90eHMFFY/JDYer1v343C
AGnREvs74gE1yvcbi2vqnoxKcjX0pfXncOif7WL6QOJdHwnhgJ/NjInR5UdS4FKYI3I5GBn0HsEb
dJJkPATATDl/qXs/UhvEjVHgqhx6O30aRdWyGmgYK7SlvQ1JXd9PtTBYOyAeI1mhOHYKRQavnBWj
lh5UBfNocE+1K+oPa63bEGRyZ2wXmbwMbkx7Yk4fcX3D90o+P48bQD45TAmAnw554uNqWsHWFoWE
21qY4UZPw8c6nqZLTG5YGjCHbrqXBOvFsE37tn/BWjV4epe4oFA6sOVNbOpH4IPOYYbh+Ba2ekcI
6oBkQXXhIVoYFhtu/MoGQfdKJyLFQGAwDHEq72lswgNWK+FbaURqYkWsB+FEvadFXb5Lh4nJnTtW
N16l5TdO/a/Qy39ZVQgPdiBGYIvEVfM00ki2QR4OD7kDRm5wANYSwJDSLcUE28JrYayb/RsEx+JY
F/ktIZElij7Y4VujLxVF9Ow2e7j0gZt+MjerwnNZDrZ5AT57y3cb+yTZtWhG7lZchSgkJWHeYOQ9
B14GMWQtA65CgPxWmvpZM+id5WT2uI6r7zCPbtPI1/atSE+q2Yqn2y+ARcKvqq1SJwn3CGg3eBw5
48/mFtmkLPCbBut8FZLfIMxG7JQAatmzRIIdA223KGu81JJjYqmH/mjjfVmjUdssafaC0ew2aGvF
Ns0d65G8mX+LIU5Llj2vvPA7HfUz8QTM4nO40GQAXeS0CDJFOjD+evILYRXnm32yx4cC15IFmY4h
p1EoSvYiD99XqrGLUYxD4tkLOfe1nIbnVDndp4Ak5bsLpm5cp2LlfndSGaRFP15t3VyPjpF8Omb3
GtU6gOccq3svRqZftga2ea5aHnCZeC6YxmezwvW+kYCm7odan06yArfESHjaVIkGh1RjEF0mjCOG
soqY+vYt0ZA0pTBUWI+YQPjMEZA1ZvSJ5G2CQHLBRJ85Uc5mg1N44dPy5AQcZqyNEZ75kGwh62Bq
6AqCFBbW2YXJhIbIAG41aQ/P3cwepUli+5SnywfnubGzWXV4HHv6PTzl1A9R03klpgXFi48plf6a
HVNMT/4lsWeyICRCHurkAGeyGLvfwqZJMjOHUOeOWg3bNyEyU/Q723McEKWzlgHrjfeG88djsQKK
Jpy/IKuDD2MyxBJGpySB6Lo1NElLmNSz/iO0rjvVPUb8lOiMTcTsZtOOpO4xeALSzKDgai5V/5gm
MfaQURfmo20UJaXxWjfeUk6fJseUn4MK9oCafJFxyr7VUM3CjHaQEHNT+WVEjriwr6kuFkcJP4j1
r6IVPqWRWkBEWpKFiYuHoxMxVkLBRrYIMzrz/EOPogb6duoeGTn/6+OBYa/j3DaUIZYydDLh4uf9
2D810FpB22QtgCIwdElOfKNlR/HzWEcD8fLtFwRrI5CNi1Y55aqmjiPaDhzlCHDTbheWL8ObJMJ4
A0WvuGhDW9SnwsiKi84GycaK0s/wOcd0m41E8Wi4pLna4/I8hnN4rZnhQ+EqqRX1oX+ZREdVnmoz
oOn6hn83XivJSG8x8BUPlpUeV9vNjkq/ldstz4JFKr2zETXbJspiv3X7ftuOdrtnUUMMTlPGW2oO
HPyVa3DylfrGZazuh6n1Lsr8FT2ow0vdxcGahMaeeB5r784G9VvYz86WFeXyOJpIQnt7Mg8Y9+dg
6rriXM0t3L7OWX1Udwt4QTBMmRm5pBwpFPNSzRdtdZ2THfFfkFH4WXUA0+ZMsAfQDfJeu5ZcB1JT
PfpezkzQl9dYtHHr66Fq3U2rZ9GlhY3MTsY2NqzRgel24QOHiSTeJhRHJfJsP/Yy2d/gnTQ3JImJ
1KVBIEIgyGbQs5hnam9amGBBgUH3bSEwwNrTsgEk0caKmw8pRLlJbuEwM1PcbR8xEx9TIM8udcpm
zOriaFAYsd2IMm8WTXeascSddCsxvjJibPgr+FumFhwRRMVq78gxvwrqs12UDteM6Ltdqhqw9TIX
lz69uTykOfoAEtcTfgt5VMqqD1LDGlU5IUlEbdJ+xklSB0znck9SiRJCWxhcL9wDMOwzUi308ckc
WcgAsuhO4MkREYV9F1jlepPGCHwgwiK/qV57ftOF0Bc3W9e960YqGEcZ76Z8YsW8vq3N2O4JGKgC
XP3DI4f1wroIo3XaDPneFGFyro22PgGqAARnjs21tlKHrdYyUOStbGObKL3v2ulJUnjutdlkKNZr
klyw23Za6l+W23aXReLFKu1eHbrFWJ7qcWDaRIHh2RQ1JTgjM06L+zZWvBbuREK5mt6jqSSmdrnZ
6lXGuVBP0U8xLmqbOUlI9zxlLLV1/oPxRjErJ3mloYi+esssdyRTEZfSZyx1I4Ios9Qe7zAbQOXW
G537LGwQfUbukSwa98iVbByiLK0xCBTwQWrS1heu5bXLlh35Ua1Pjd8QK1lPl1IU2Z5DZLiViZpH
xAel8qAte6HVJZIGRX28VKBwpyXeqNR6yevB3bHiaY+16m6RUI1O9zvi2lI9wL/QhWRRhZ6WTPNd
PUcVxN4bMth0KzJG3D8tF98tPQn76W/LJHlFOVr+Npkyu47LMnl6Gw0Bpmt5T1SgDLKR1a5hReUx
dTPrCCkq2aVF9pJKO6cRFfqps4yZD6CHgVFmwCzY2LBuQgSrJjS4bK+Wg2GF0VsWLT9l33zgwYs9
QQXgFVXHxIyw84CdIK2f1lqbG2scRYut30chHgfXzrptZa3GhhwLw084iS5l3sWbbFlYkKv5Zaxy
BJC3GOqK3endpMICjK7QXgmhOSDdvlsqkWzZBNwRi+ds19H6HI0+9q2Fm9YRfMVhVcVnl6e6o08T
dy4Isiti98yTM/QaciDdbTjkzg8FmwBIaFfsizLQLZrTHpYOyoe5WJ+wWeo9gnTkJG4IHXaYzU1J
b7yNSQLkVTA/nZQFX221DQzKW2/W6O+rnJKzW4YE7NUOFiiW4ckG/9mEbIvpQIJJxxOy5OtSp+aV
nKfsImoIgGuMo3CN4yYQSU3YW9WKe+O2OnBLukOJnHZjKSLS8lEWVxUpBxf39NZQsvvw5FpEAbcU
FdFZ+zV0Wb8rTf6FYAZuLwJCEzt9BaU4equt/VhKt+Hh1R/uDFkjnobhknFy71ON3yYyGQDVnXxF
RxDfTIzrfiXi0VNrcXWmtX9T/GQ+wykeuG6EJ430Nj/r4w8UPFBcJQrJMbF9EcXTs1PZNr8E6FEr
Y7YEBKc/1L29bjuQKU4/vlYhu8R0ItdFtEMCwMN1fdYeoee0YxG4segPxpD3D4Me9rsuS8pn0Eym
TyyG4YnIIi4N3lfphc2kPi1D7/ajs5jvkVj6F612Ihh9FVlobE0c/KO5RW2LVKqjtQqcmFnh0twq
olYBla7VcG3Ncn0cxxFDIrMoiOk3HKbILqZqui9ijcozYynJit8On2HV8Oo2E7y7qPQmWgZ2m2zB
aD5b/TvrHDoerJb/1j4kO1k4636OU3trxibTRTaPlSa9ykWc1ZRQ9dLfvpreYi16JjsIuP5NnzPn
jANhpjho0NT06kT8HyCrVUHTsUCkPRp8aRnmvZVO7T+9b8ZXAEWjl9LtbvJqhu6mA7YRPbds52j6
Hc1iBN97sL0hm6BaZsXku/YggshFfDCHZQQoSRnPYjB/dctN8QMRwzkbZuoJ0YRXF5vkprMqQdAs
PupescAAAE8Ch0HVg1gdLivrir0wa5b52pjem+HEFy6lOumKNh02I6jmd2RQxjYZ7RenU8ajKWtj
T+eFOkdlDQd8zc3iWCGR2M26XaYiJewhfErADZ5YFRYvvYWsolyc/CzUEVUUgSiZlr4B9re9urLJ
JazofqSDmIwFhf5oZp9I6xnnXEE4UQ54RGh7OsPnBCpMxtJ/ek2LrUBOxP7w0pTfo0jvwpUs4v6B
JFXQIrpxYkxDYil1S/QDRZqrktFvDqHrttN3iH17Qci4tVS7l+qZaApihngpradanCzrbJf3UXx0
kj3014QVkg4d03X2VkOVd4Z9H5JG4BZkQMdyUyTvkgQXU+Pj3a/5XhU/rn2l7dokOp1Dd2YQKVZa
If3UM/oshyBpuVRgy/C0vkr7WukvJj1VeR8nu86miLUOS0WuR/5bTPucIVSneUbHgqo6L0yVkoOY
H3qGTAMbxnwkqBvJV8bV1vZ/wIuoEX47zYfz2w7nufgZME0b4d0afYuiJc+GJAwXtUrcbqPqOSKT
vjmLOj1YLKqVvNqNu+XWO1fhTV1TBTWfPGhXnzTBkz5s5+5nYX5hZcgY6av06XVhMtVFwTQiL6Ax
ArVVMtnOp71Ij3I5OTG7Vpn7ltzr+bWsn0tenZZG++L0DPoh+4197tcm8beO5/SOX40/t6em4j+a
TGIDQSGsoPMDy7mv2jed8zKqs2Nm7CZxIs7jUOQwDmmiORkG/TuNCYlDhCoAri6Qx6anMMLrOED2
nH84gTYFhLmBWZysj+3EvQM3OwOMopevlTooJhFE3m2ScNo05jFGacQ3hnvE56fO4m0jHjSCMOVH
VD3k4tDHPzcoNG5Eb7L4AC+aQSLMxS1u268PZiyTfXWJOOosgn2/pXhe5lc8kxvWHJ28hM6uZo2F
H0ZDjNPvUvQzhRX04idHpVhwq0IoTlaNSKJLFd4lkvAbtFrZxeEeV4TPyE5vthXtLuBstF9FpbVs
cEf5Eo9WeWC6+2VkRnYH2y+wV7qr7DIR9OqQqkXx1bczUij54FiaV5jEruZkb3LogEFW59BoTjF0
PZHvc4LmJxKV4GGBYCeQAwwJ4lyWSzcXwnwxyYmRHHnuy9hw8rrs1XIGqeFGji8ghn1YJl5DNZhm
O/La6aH4V6kmlyjB9/w0E9xTXBSZGDMNvtW9pwB/42PLftcxLxlsFTeDJdXfW/OL7j424S5FgLnW
f8wnd1r7qq+PhvuCWHzN/ybQ8SywqkbcOBV7fUxRo+1uoQSGBW56+Uial4R4tlHfh9F8UJPuZUg3
mgqLvQtdm6E9xQIbhMOC6kYif3OBjrflUydeO5PyUttT2x4q40bCh/qf/MrBZWNfQPfGxkvIXz2W
m0L9m6GuFel55WkNCVoQRjpL6CE3Z56kPSAq8gHtzTgRXPeHlC2u3wdb/SD+86IYbLYNt4yB+2rs
BsnnxnG7sJM/3FSQ7CaL+OIugoqEA5HvAE2Tr+VlkHTa64j8DP7mxgmvmfUwx9k+Mz8NlOBLCT+U
4WtUf1Yjto7xGaTb7SqcbyMAiepdQwlQb1wSJNKcirQQSFOeCZXU6RTBz5fLRRIIZ+KlmsM3y0WZ
EYfHECqqHW76BCI1SQhmoKWnhtwf58YIHB8EZLSxZRPOwoiSlXO/8adqPbVE4CxkmsWWH5mvZUWS
MZ/ITMODIKBSMKO3LD15YM8q6rBH30EXlXj9I+ezN24y1PkuW3q/0MJ/3Vj7WcySobyo5aAVb8P0
ben7pdiJFN4dSEH3q7IeIAd4CTDQzATLqI4tfWJp7UoiXiZidjIBLuDKvZpAeLO8fNK82f5eOXOn
5rvNnm3rTHuxseqPaPhAShZYqAZQMCC5vFtTNOz7Sbs48x4URe/wPjwMhOoU71r1wdTKryU9rv2l
dU8Rb0qfbItiZ6Sv3fhtl/VuQWKL2AB925MkJaNBX1hqA2GlKUc2CKXii6Rwu4PiWB3Yz4D/eOrq
t8U5FTDZ/8cbEMtB+8c/jIpx/FdbD7f4M1fbW+oxn/9YflTdD/raPbBh+udioxs/xULWm7tbmnPa
cHlyivewbG1kima6W4vngTlKst4r64HbbUs97QFDCf8aRiZ/kEgJC/3ttV0ZvabjVV/eC1Qioj9p
FFmR7fb7m7AYeUbCiaRAqKYIlwKiavpjTuTKjqffQ3WsCHA2VXxqzPxhwk7Jg4+31C+emq7jhHJw
YEZY3AmXCWSKefU1mUjys77t+bdDgJICBLZmGK5rdAt7CfgyeEv6q7F3cEhk6dFWT7H0UZAulrZj
uEjAwBuSskCF6x2hIbt1Vvch8brstQORAbVA5ZSr4WMR5raLDoXzzr6AVjrfFtZbHP6qu94lQbXY
d1/OoenvVc0fnOiVN2Ox69nIYWc6TPFBjQgMIbHG6/mm5xmXF5NTNSs4M24HhPwpuKfCmRTD+MEu
MJOSE1U9OvD264yH/MEh5hIVRshUmeW+IneVs8UR2PXWj8h66oZz6v7CR8/HYzSfyRzbqP5ye9PY
SPMSHVwqbuMuqR9Dg4W8ZQdkJ/Gv/VZ5sFDlMSuZun8uEzGWKFw9rddGIGyTrzS71GgP4KSsKhjw
yll3hnG/iEPb0crqeznb25Frw3SOQmMf0W1leqfYkUzrFXEquvS7pX1cpi9b8I35yJNPLSYt2kFQ
T9JHrV2Gxmf7H0Aw9PTxY7JPa/UA2a9iMVjH5ykhMe+L2Y9WEpaeH4rmWTdRXX7p9knJx3B6IXuk
ig6rtW3jU1E8khMAisCTxZ3LYLaa7vP0QaK0TfrPPOn5Epws52W0djO3WBJhVHmxjOcofRjGsx4R
NY1Kqn9P1RGGzLA61CtBgqOdbyj4ykfXIKnwWjNVHy3ex/dV3LtDQCPnW/039xG7bt/kMlPh76wI
xijPDtGmVg4hXc+DFlAlfb7sr3EGXNGAu5rKjdC3qsEigy4q5HLWb0lCl4IUnag6DPZjqk/n0fiM
hnCXGy6jauKG2js6Gk/ZLX0P8epsMGZ9hwuZiLU6oEynYGZ2TQegKZ0QVdqS+I5Qgo3NBeyUjyAS
EJ++kJ3LaZceZyjXefedoJouiCRfykMhfuPR3jTGW8oBYOgphvHUYyZdUMDPbBOj6XdYYl9LFjz/
y33aFWCDmOIyVCv49UX3ShRUV0+HwX24JX0TwLFdCVhaqDhmO7AhcNbqyVDEr0/d4xBB+14lp0zk
t+HHbCHan17C+pKHlqc1xPcwqlqtv7Er/DV+muovUt1raPV1ynlQMcJsNT/R7zvXeljd7NzXRBpK
bqyo2IQaQmk+9IkEUddAl6g48QbjheTvYKhyQNTRtzTZWKW/zUg0u4VkHzkNNyIB0sNxxAXLapsz
F0Y3A+eSf7JE2xIS4GkzPErbp3F8J59J9fcQrRFfcGKH27b8MVmww65k5flXOYEa5E6EIRTblE68
OcT2sB3FT9O0IGeJFbuBvYaiPdSMQHV8OdCM0fNq71o6H6pyOCA1Ybo6R39tuHOcvUDdphFEssxc
ZPHzYsAxrdqAwd+5h1ews1cLOf1f7ZDB1772ynw1suZr1RWZ650nzZ+m+Ist+2SBuI9g9RT5+9Qm
dOjo3dgCsmteR7K/HmqNizd+TdyX2BDB0KLpXf/N6ELC53L5cxvyg3DbiI8BROfATxzv5Xoo8bks
dIm5+oxIY2z9dNX3oz2eB/U8NVuVUKvAq0q1jWAlTMejtz/k0A3Nl2VeG6J8WbfF86mptrm4H2yA
rAfLFjDpfVwYAeoJr6dGVGWyGwjTm1D1Gfq1b0+DPLWsxVX8U5iWNzNC7rWDwaa0ZpCbihfbvoya
2CH83Oj0UiBpgNXy5HGroAzwkltHxuBmeJ1NaPcD0Yr5dXZ+yAr6twLGl4UE4XlXmc8IVTdJNTP3
+eWMl+Fdq52EfSjS3ZAR9sfPxtrcWh9d628grZUtQN5ui/htskNvnTiNsCEdNb5FbAzIKzizfzat
3zKqUYo+sy5J0LlhXIHslOZ/+nzRm2cLrWp5FilfzpQvtH6namRf+/aWeuCc6o7exzqPxZ+plB+R
TtAyr0qe1cC2CTB83TyE6iWbLG9c7vomZN1PWfYmUH4tgIRsBu00fXwBuvBiQ7etyqdifNWaJ6d9
nJbdiGG6dDymv8zQj1bOX6gf2u7DoIOR7qlL9EPFNCNbqIBI9SnyV5I17+fkrtZOOALJVn7M7VOh
3lOw1+vSe7Yit5EMnhgwLEFYq2Avj/3OZLha0FLH1HV6+jfCxa+HfVRfUhLvkoo2l9u7LH9c+Pgk
H+8SsSMPzTTIeYYIHC1+k5LKFtX7IXkdoeDjbGN5/Z1MX27Pb4jqQDPfS+Nf04672Fx8Uz+AekfT
xfd4dYbroBEZCr9RVQg2wBv3LaZtqOYrGSCqwX8hSbrJpn8SYd+iZyDZhjOuriPjhnCDle+VrABv
5aRGS50dQ5fZvubcYRj01qw859XCvhyXI/MeUhySJTDG7tjB+uPzsBE3ONktOad9MKFDDULDDtcE
RQgKpJFeFul/ToskyZgD2MQfboR5iFlsSS70WJQ7hBVHu1/2PcES+k3XRDIQ2vgeMnZm6Iik128R
GvctOnR4zLRg7s7selKUbxEAo9+Uct8svOz2Mh2cKnof5updSm3vrmPgKP1cVQQo1qvHOGyjlvyB
eWZgjvORGf+HRYGo3PE4memV6DN/mpZtUpM8bNgVJDgVOKF+6B3tXGTRKTa1bcn2f8M247fV1HYo
5sdo0Vnks7CaDG+1ukPHW5O46OYL8wPlC7UEERXcxu0myTQPvNeTtFGAxepQms3nnDkIxCsQI27u
HgUXLnpvj9z1TaOZwQpS2gPEi73vbymuffek5EiJvJYbw711c/k766GHKcm2YsYqYC/HdY32qOEe
clfzEtPdlS255+iPO9FdyoL1XsmSfmj3cxg+GMkIpAlE47B2d8NanEptJK639EOdEBWGy+SdnhwO
6E20hg8oCi8z5K8yst6Mut+MXJp9ZuD0Q5djRCfsSf6wpC8Cjt5srC/d2gUuf0dHHTkskefOaSA5
OBqC2NZlRaBDwEbkoq9Yd5olzl1V7M2O9xRJ5UQCZevYAavLj0Zz9lk1XVoxexX+yo5gK7aaZK8S
rPuKmn+v2vmRceTbNA5HmYW+uUL3FCR8AlSi7bn1tVNFbdcxlifPw1kqJLzyXh9+htDauYa2T7hP
Yt0iQdu8pVgxK9K3KNqvmsUVrHh7+2U9xTnVe4YHrlfiwdTHQP0fwALjU3Y+6jIvjtt90/UEzvS7
QZ8JHCGFig0f4ZQH26h8hf3PzG7vDz87FzN65l+X9KpJ2MdOrD5otztVUbGNxvQ0MkTq7Xobaczk
dCY/szX7OUN4RlO/+uI+Em5ee9ZIDjI13G9b8bydIqgtrigkto2B6MykhCSClTBeGS6BNSMizdF+
TH16yKbcd9v8oOsl7s5018zlB1vlnBDjOOK30bZtyyrmpjk0SlDnhG349jSDDg23rI2J4AbTEacR
qPGKuKOQ20DRlxoqOWXORJJItAvHmchiV0NU1AT5XJ+qiLPcWV8kytexpyBuwKYTUMX6a7wFlbpM
A3W9PaEvOmQL5H2sfKEb05CQU12tB5RDA20dAZrKfCICyydn5p6Mlxw8+Lor2uit4csLox5U1nAt
TRuupyxqKP/pk9m/ZiNdXoePXCicgXycHBlN/WT12Ue6KLSAxE1b5X4uIlj9VFZDTVmHIRQBZIno
rPBnlkqhyM8t27C650im+uHrkXJ/NEN9v6Ca7GJeClF6DioIBKyYtpGAr5zyYUJKEW9C3VBg0OBY
bXwsw36ThrVfVuy2cTcQKYUksvbaiosIFiKya4bzdRC3zt5gwArfNUjHOch6e2Nk5g5Ev29Y5R1l
5hGXL50WRXGveRGgPcfAut4qvEI4LW1MkEnJPEySDsiCALFBWpE8hSGrb44umYbVrWeLyTAtRLeX
VL3tUPzB7ydeylzfxcS6bVwuI53hyli2tlE9O2CuURo7PTjfkhNT4R0qh4zJnoHLD5DxxXAddLYN
05Xq1NEQdlXuCW3acjIcbsrzpWt9A22eO+Wv9ZAehznVPfSy92scEsYki8fKQqaIioLOEOdaKsv3
TkhUIRhoQhNNbCr0SzMyLHf4Qcms4K/0rGcpyW7puPEOW1YwpWx+V54ig1GsSX4Yzh6swq0Z2ptB
OagJCFTLFRYyUjsnpOE2I/msNpmZ4EfleS5InJIpnTYIvXg4twzmNQxqeH75OhWe0izmGmnhK5zJ
datz7WIaih0fxZYXzbd+vfHMsjzrDi5jwclSdSViJYNkXvVjYi3xlkx6sUQAoDsop7lKdSK9coVZ
v+t+Kwrxmp9XWyceaH2aVRuEqx6YjPdqYV4Eo/+G9ONNNIIZjlrjVMr12UzNPeruHaEXTwCAr2yF
ifPFkTyr3aAFs1sxE02nfUywbNSrHUYpHx9ZELrpVe8pVdlDOjgDofZc7UL7qCc0og6bP6GvNBzY
MFTM5tj1ydD0JDVcPGiPrkn7NpWHnoqdIDtC5KwZdjbR012L1dmwd+78T3J7jcQkdpgjOzS6xP6O
hd8rzA78qSCLJ+kphWW0on2X3wtUPwT3X3z3OGDxDkvUx73dv+coHc08vZ8Y0PUzsYtLibcrOiVt
s8PHz4qn99Sc3UtZHcSAHa4ad4ZKH/F+Mw9lO8vi/qAr4yCk+9eohMDODPNNXD5VwIhvK3ZTd5nJ
8FLMbn8YWJcXoXyoRO9jn+en7AqSBlEbmhxIlv2+aAzi+86+o/b4mJASkg04MuRBlJXd/sHSYLHk
vmV1eF4HnGlTj6oyjp7dcr70+YBzEPG/VcMYHxY+InOsdoyYWWsk2ARJnkxSVgxcDhJjIsLr20JF
C0gRJ8d0qgiCXD6MlExbZ0TUY9nwNnFuG16SD5TQvX4kaoFVQFhDYrDQc7dsWIO4nwkDQrgW0qQa
7rq/STcXu7uQNLuDdnayh2XYs2L7cWZzayXpeWbKWEgjqCP1pkfjdghbeTdNFeNDB4hF5dLTOL7N
TjlUZK6MIHTtxvGjW+tYLPTyeFJ12gnVdndNHtKBi7NZJ3+V6fy6znppQQLXxFlJ2VEXlsephXbh
mIACiaUnq+WmhqHm9RcHQdptCMRMSTGIEUbLzGReN6YVkTbIAL7SuLFJUO8ZUEa3y1DDbZPQrsp2
QXxEVm6TxZRy5GmlClJG0UQBoobtbBDcW5MYx9p+O+YsXjvM5OXcVgcZS8+AptDMFkW3ZLwCLmE1
mYn3487OSzSWA5LztJRFMIBNedQWvPkpbrq7qlbgh9OMg9nUry4vaJ0XLeGVzm1NNBpX4VS1syWk
8D+SzmPHchwLol8kgJQot31Gz6a3VRshKytLlvKG0tfPeT2bwaDR6K7OlKjLuBEnhoPOUuKcUxl8
533wR3QivBduyw5Cwix8Xx3WWLZ77fvc795qfB8fIHvKw7zwNZjdEWu0h1vIAYN8jH16QDZtXVB0
7ZQPtYcNDH4BeOpDnCbVVY2wQ0kyWNx23M9xUu2F1o7vtejHAxHDjMB45ZGG6wpKydL4IZCSaGey
poY3KLUx5CHk2ZAqRPDeNJ39KZckeLTVoovtaDr7oNC0t/TYpwdZoTgUU5yfJ9s9NyE0DNURpl7t
Wf5XbXck56LvWjggh35VZNyIXR7ZxA77tvDxLPWY9oxHpHggEol5iAwT4bT+Tts/tNTgss3p53AC
3/6iLxDX1oQnPmkGdn15Ep/7jEu9LkZDDDW0WT0Ron7GmZae8o6MARpJ1qLGtvnrWIzdk+5dzPzY
a81DFqIfy9AB4WIT13nKwXAE4EuS+XFuMv/b0y6UkmVE9gzomYQs5T5IV8VUwfQWXux5eWH1HyUJ
ZXn+4oN46OmKGWyHZXY+zfo7kOsajTm/PVGC7yCd9DUaa07wRvWIOxOwAWKUu5zuE9aKZqGpe1rS
J38d6n/FOnDHzeqKW6iyvRAjtg9ohLywvbwWmCX28yhetJn/NqLLz5Ur77RbAuZIfebBvCqep/n2
vR0CQsYucJXHMGv8gysH4pHdLD9ZP4evOJTNO5QX6h+o5uClWKZL13dTlNAscxGhN74Nvc0qONTr
iXskuR5sWU88K+qxgkKwr4Xd/hUYJg/taqZjxeoUjqqX8a7kMeudLnEY0WfH+ut7VXmSBSHcMeNe
Qazgv8e+gkfBsVbkLaHlVvDva+bvQsBCuRHYjs7ivGRBa8NuwUHC7NIU1hmzikCc7hGs3URzSElE
YfTA8p0M7c38uVZuhGUuu2KLsXf0p4znpgKewlp0MKfJ1tg+vHF8m8xEMiMM0ABFWL9RScZ4Olmc
0QXRFrEpc0V2Lif0jpOxV1hC3OFQ39Y8zRz6f8KsK/e3ABgsgKklkVgAS/Z6xrKycQ1CRsJEnaXB
VtKYiGDL8VOBuXvhX8HxZLMBr4Ue721gOhyg5raL9hJSdggLh37KfqDVZ9ibZ2ShqggJK7Tsv1JY
UKw7Glrgypo/jXT6AGA0lYelXvjk9pAelhTXbYAcmufj8mBRMpUhoJ/HbKZgim55lQHoz30mCz9s
jk1dfDvx+qoLQ47lbsq8xyCFGkkkExxHaBacflhrjklXc5TbzUvOHEVlTMpRqgM1P7ixWz0Vxgn4
IFEvwo1UxSf6Dm9MCem+WWZE1aSFMHJvdfZFHJIN6b3lcfA17Un1FGDaRWLYGZu60ZAr7Mj8+1ks
siZoaU+n+Q16QDpF/NG7U9avLa8/+isT4VjvNBVMdEuWyV8nTH4zn6x30lT1Z4kwpJa3pGwQvKlZ
B6oRwzMgWZ5siZxywOk4/tfRSfgsxiD+GRZPJizF4+zkx8FDzDfwZZ5Vd1EWtkJt0eQEETLkPLmd
F+Uq98alBz4G+sVIqwISqGXXTyf4bmz2E7qGd0w9ubsV6RxKAO2jN+77roRjQNi1OToEirbAs5FY
l2RhQ5K3oiOBi9SaGxuvI8IVvWdJGvFrTU4WrcMU9vBhdnLJA7ha0r3M4BywPXFTuJbdp+4+I/Ij
uxkm2V2r8BLbzGdrQOU7bnNkJs8Iir0thmavXT+tlXW3mi2HZ8L9vRielsHO9hMIJZyxXFqgu8dI
+RYa2mwY9MD3sy6u+23bqfjQW51C+MnbaFx6wCFtEDNuzFIzduO5GjJJckWXjHXkJxjQyfZRRSDg
VaWxRw4Xtw9vvSgi/LG8P6MmScSee9PZGR8iKjFxRdP4OiaCO4xmQk4s/2sl9bArxUgJcEFdDRMc
Y2oRKtTCIe63TbbAJxLEK+KQ8C0+u3bbp12CccF7SkiNJNu0wS8xdgNRkaLK670o47jbTWtz18zD
j4DjPT1TrZ5jQYjzx252ylPfKZZEJJUUKnp6j8FNcZ+w7Pmf5jMO6cux/1Al9xcJK9w3s+ZqxaRf
bMOYrV+YTOfJ/+MGHt4C3YJ0FJZt4ayFWc7XXH9UrWs/kW8YP0kcie0MKQHXgf17GOrc2WflLBn6
BoBjCSyzEwuD4RSsuG0UNOfH9mZ6zG0EKp97zd4fCh2VCV9gglkElFUfPraljYGxl5eyMP0DKYEG
a2XWIth4FhmbpvwM1hImT9B8cWsd8SQlRcNrz1Tiww1R27DsOY2DPC3u4BQwf4gSi4Orlodm9f7F
Y3aba13zjbf3b7NgfjKt/xB6lrmL05hArwy5JfminYY98DeVgGPwep6NWzNMmCPqG+PdtuWhJY5O
ncsvfOhU0XkJpPkl1I9kKN2rHuE1bOZwTtl/2sZ913hg9668CWC0l1p3dorvMZipzIUkxHqYtMQ2
F+AKrrXn5eFTloTsqhXNc0viIfDTDf7iwWNJTPirHbBrwqbAhO1mDwmqdjvKbWJ/xgPXCESWuE5Z
DZjQ/qGR8BkU2HOrRsTBZnp0ZutadUX7HsdujuWhRRAYJ+fVwXHNBqSf/mq7F+yM1ds8UFpb+fqd
OpL0TqXJ+OZy/+AObxBqHcLpFMw+LU39TLTqtQzITykyk3y+OUU3a9t+DNAu73XO5Kc8C4xRBlGn
UPX8q3VwpX4Tx3ldiQjqB9GU721yi4ktPuusarakj++d+mYQSXrbjiuLgYAvRYAysdHT8K+sNJCO
vEKMwh7kuaygWwBUvCt5Mk7bxrFgMAge0/ggs3jcU5CpMPQ7DNrzQHx6Yh7dtq1VHbxs/O1CKznA
zwgvy5DculdCzAsqB9jWpQiHC7ejLZQukGm9Yx9Hp8a+n01hLXcm145kx6okHRt5/49qYL0viwlG
w4rhulz97wwlLqrq7FfTVCRKFi4+TWmtmxw2y3Zc/BbxYGXXEUC82FdLqr8bLfQXfLSbibtAldyr
jo2Zn/jY8D3VcF7blJxvnNFvnqkwl9zqRdquwNXyV+QMbpx8vbAj9DR9ZnU6tUdrDt0lGrtCUbsY
GHmimW7m7Y8lLsNuiQHpJBjE37l7eKeuaQBLUPrO8Fqbai+9KT3gpxWADykKfZTJPH6XvNrF3gqs
j3nx/uiCTS/QuCoCvw8qyp/cn8kpx3pb2fPDPPXTuytDXM9ejz/qRgfVBUhmrof9K+vbV0FGclfG
lk8gyR6itmSNz8idEnIQ705Kd9ER44iieDH4mQI+Dlx0/P2kuTlHLTCmk+OuJIDLYNEP/YL21vph
z9/kcnNy2IvToJXfpUX/tHbE+5jhbAayolVPGkQg69ZFsCdlZtoU1QgAgEAG6yd+J1Tk6V3WDz76
Sfu2eHPwZNFXFE3ppC+xN9p7BpoWnZOuicClVWPjqzSM2jjsfooblA3bCYPi5FuPIzypv4CxzHVQ
aro4dt+dzOijBsdB9cdTq9pZWgxcQcR45e2qt6XiMQOHNR89/Eh3U+i1pyzIglPZUXYZqJzg6jzU
qGVSsd8w1UM3c6roCV0NhdK5acXEjTpIJKh4Fr7O25kB3mn6hF9DJbg/uvd1Zbe/CtH357YLi6fe
5PGd7Uz5h/DpDLVna9zORbZE01KwbgJldfZZYzAP0rFO+qRbzsoV3yvmNAvq20bUNC3oPLROE1Hz
o0rsce8iim1z32mOKCP4FGzBSR7wR4tTxz7PVeZ9jQKy6uJm884Gc7ATVv5W/N/RhTOQ0AK5Pdpx
xr3JLKS1UMaRnOTPOg6f3kLgXuRi+R2g2FwcQ3KbBXx9pg2jeFkFVjpRGnPFwe0NW5IorJt7/bq6
2cBpgjSpLNxjlpf/aRTF64pZa9OHg/rnDy6vI9PzliLj5ZkAl7017Kc2hMzkhh0+0qo+Z+FyIwZZ
zdYUNLbmeCs599c53fcjRy5VPh0NmeSG+qSRUWBCuROCjerYLw1sBKQrFzuLdoc9Lz6Qj7jxL50v
7X+zTbi5NyPXoSGz1ihj7P5bwGB6XED+7uq0ZeqH2nMdjXwshfoBUkZdfDqwmGK0DZkXCg/E2o1l
Y/xEsX1orZfGL9xd4RnSMbFTUdY3217w5Y1N+s6MEX4SLvydUaCBv3p25o9Oq/xQE6Ah5UeMGP2n
rT/SduhZ0BXFtodDGo2T9P5l3rOqi2PsufNTWwKKjHTCUrAJE74S9tKdW8fKgQIIi8AlMzYktfJT
zS2QiJqsBLLikn1Q57Vw7SAISavuSBX1inoDrdm+eFaFhpLiamLK5oqNTnKurOoXYL1iR03pa9lb
HzKkfAkT9XSFT9W94Xnu71lAO0QPExQrWcSXkCgfgcE2+UayoYka1DMJ9rj7bhcYIjZFuJuRy+Kv
ul4FgtWMrrJ27pXHqwFp4fyUbedumdX0MdVqtS+undTDX+NbXrav86C/jn4iUdft7NJh2DpDAZkP
evJmPEx59aoHQqR+SR1oly/oS2KxJ2ZcYkvxNuRq7RwrYLMEvHWBewNVZSqjTnO+7l1lgvukz2eE
aOlcWkXkcdHxclxxwL8oNqQY7fsyohCNVidiBldZrCwxc6/e2aElKUQJoZzCZd6Xa2PtVt+fffQk
gcm9Wxpn4wceVKZCuNhrl+BjyFDeC9tJil3lrO/O6rAwghnlII/GCT7PBftRQ4X8cZDyq0j5MC3N
wqahb5eVRWfedJ8rvd/Y5+0aq4A2qb21mxFkky+dx0B2EyK7re5TelufYgF8yUxYYszI7g2A17rX
ad8d8jm5/RvCN38ohz+2RF/re2IANh6zHQsCvR1GFe71WpR/6TXtrkWTUxxexeXsbXuHvV/ne/Jh
VU1AmLtzo2bIg33Jde2sm3Rg08cCqvcqJoNUuvdUaoVPrXDHXegN1GJY6HMz5rwlA3pq1nJ9g7Jb
H9d6lo/SsbxtGOTDI9nsKmrsVW+XXpojin+xbTwV/yknpg10SWaF1REHsq+YNXqO+IyK8+1c4Y+L
IRceyqCWlCGgpJMZx58VBJJWL5eBrZ+/5rxvHvJKu9+AA4C1uUj3Gqjjyh+Zzd5qWuuQ9n669RgX
duT2p51npL5bmwWjglPwOMEvpDZ4AilT0GsRVYvMCK8n8W7wveTNydm+8dGwnHfRWZrg+mBdg4DJ
f+bTcECiqw+mFzrKTCUfeQtu2yZUTJ2igAI6o7Bk0iGkoPE39fbBxiJpdkC+LfdSZOmH8Rdx1mLs
XvXIE4LDQmOn9Kgztix2oqUSFm7NtAF4Ct04AGsCVZYFWFF1v2WatX/nRZsXtPeRGm16N9tEN/fV
ZL6F5yX3TBGa5woHc9i1LaGotTqGXjM/rk3lXUgCA8hj5bjzBhe0jJNUpAUJxE0Bx3rTsd+op5au
3YRdXJihcWUDrbtl3ZPGaQH+YuFbZ/zHsJHhDtM6Wy2bBZRDlPS8bBKJfic7wUhZJLcHmINsWdAu
BkI162eRjOqtTxnU6Ijzt9U0eNAdgzAqXaWPAqFqk2fLB2Mn+jcXYVgcnkCnoERp5yu7eTOm4MvE
mMLyB/ILAXpzUEAS/6XYxoizzPFRaJKjrsZzN8H1QPTnPiMzejWUV8yI3WEWsQlzDuOcMmDyq3y4
nVsbn4zlpuJzu6/oUyF4XIOmGrvfi8CJm7nxfewRY4+XKt91gKVwqqT/MkbVjSfN5zJhJu662Dmm
c/nGlDRsA2G9lA4D20bPqv0YvRKLj5zldSy6H0UVD4wE4vV3vk1ANlgsfW87hD6HzLgPPlUWn21T
okorB1NcI1ltpdmPXgMWwnRJvjd8QXY2PTknsSjrlMSKqzPb1n0nFKA839dn+HyYRtI1sW/fNT5Y
rgnEH66uqEeOhTPFDI69t3g+tqnHwNYq6R2Cmgvw7MjpPcmr+D7ox+5aZ9W050KEi2/W2QuLDJLj
HW7gDEhxullJQW3WLvsT6qy+THVXXrBh8EcHncSVP8EWXY+DvJZFg6wSDJCjnARcISOBKl8gjjnH
ca3kE5sf/Nx9hftsIpiAQ+f2e0hkzvSxDm6PvNo6v91ZVPc8c6AW0vQHdgZGtcwB5xM7WCGymj7L
LBucXe8glSJyANcbCNK4jWVvKJVnMocdHQfa2RsC2IeppWQuaTv2qn6NmG5XLZuhW5/g2DtwGG37
sgocNU6K1xi/JtavoSZigR1pY4BnHex1eC6RT1BD9IsZ1WM5Js1e1Ml8AOopvvybgRy8V3h7e5gb
ldthyHXFnTdZf2Q5d1HWK9MCdW26fZ7L6Qx2ZKYqI/8iYB1vtRY4d+2A1G7SiigM2+WSrgpZYYJV
BFtuitrRFty2QOH6Y/oF1UZHCXYK4GaFudZVzcViCDEwWYz+u1Q1zPEC50To2fqQrb2/T5ayGyJs
aCyj19BsHc/i0mjj1wo6w+rSDJeQROxyDZYKkFeswvR29BePKRr/HzD6bwhUxL16JqdLU9c2TZrl
ALacdSlmfoiA/dEGYvYj+yF9yrwgeIxTnMMdjWsP1CbekFRk6PkeFTmqeL7UNTZ1PLqkjUjRpDcj
+YC34y9bYvc+rkz6IAMSgBX6MRATEFx2U/6IlI0qYjURPvbYrMQTQpV6Ve8t7Y/HFGLJgSAsqX4v
EfBGaICeG9CnXrJyh2IyP1g26Z9eItXilfV2ykm+Zu7oRzU181MKHmmXd+QgrLHNtjOn8rYwoXeZ
KmrjfFN9JHQxR0lIrJfO9plkUBrsB7k4r129EoObGa6kNZSRvcw36yW/Vq3qX3kSYAIOLJ7niVfK
kf1fbrMsUVebDE2+EieFUPJiT0PIuy1uIQR897wfcIrmfiKzwdjjKsTiMgZuqgdnAOXh9uHJRUPH
Jap9WE4Je5BXh0z8tO/XbPkkx9Fvw55YMxzFaRN7N0q5XJj1ugAPhdMw5Mxlwew4zPk5dMyyVdX4
UrUITmPJxOrPFptfOFFH25+C66zIAGxU3bJ7a+uehyZPbMNCuxPectGZDSJ2Mvlr3Oi/HMDQyyvv
tgaq8+dxic2Lq8eaU4nmlG3g4wj3UvtzAbh2VWYpGOzx9oRM6zAm0+ytanP4+yvejdg3aZQKxHvl
xQJPx+rUB7wHTPZB+JP4+mvgdskPRWaHtZX1pTEtraazz5zXdIBkU6h3fPoyzABojOItAUSBVQ1L
rwCUjVS6JjvHeDLY5OwUdkm7ZmjIljMgoLZaboXDj2xYffuFIKd8dnSO0cPhn5Nnv9EKQm7RetqV
FEjTJ0vaB2UoPq5ECPD44pgzDYqdFbPfyCdWuCLmwC4z66jHLv1dWh5bAtSxo22Z7hxSMLPDX4Fv
ugLieC61HPisWoPhV8NIC7CwuNLriyNl6t2IHxLFqG74Q0c3xu82CS+l03HH5p2BGN6sXLkzC9E2
LDs++zEs8CQmmIpyPS2XcmpB52d1cpBcvKJlmZArTXJjgBja4GIvb2FxJ/1eOX19yIPcfZkdr3xZ
sgSYgt/kN0aFs3F7gpXJzGZnZELxbW72aWf/mqjOfFjAx4LNliSMY8V3y1HRrE6x/TOjUu/ENHrQ
9rxEviQm7d9lUODAJMCDVt4PSEY9/1W9heVBDGN37pSVv6qAGdkeHA+FZBz3XYWdzHLy8ie28uKp
HhJQnXy/v4KMgGoxcTWEDm62KOPEslRvg89dYFkH2PqqyXMOaP8Mxh3USKA+hl1fbp5ARcuz5bnD
V9y67g0pZrrHScICsYKi38qy+Yu04PxMo+Q4Z9u29+ycO3MAqGG1CuwaZAVIvihvE7dcjuWY6i+v
LJz9OJvhsxq5VAAgYcaeg28J2ZEe3diJGCFwtARuhyzfm/Epbf3sUo+opBJrmnGmW4TFmVNOHVn8
Cljgc2HHmzAsrfXYpoF+KAOvfbIRsFBQbwqwVCR6vBXXpVk8zPBFRtkCpHxiH7NfRYHD5Y9V20hR
xezvUmGv96HLKEE6EH0nAW9SK06rsYXNAOBqtFH3cvODm7w6BtbgR4SHlwPgwe44tXQHCNxYX6U9
zytGa9Ufa06MnVp7zlNliusy4/lYhKSbO4dDH7fU8JUl2qWDm+OO2zKU+pnEDUQqTr9a/jD6MKS5
5e0z3HXn3mKgWGmb3IOJpFBXQqF4zquEu53fpI+SWDkMfjBtp9HJg8Poz5q4utce4nYdwG34y1dH
C0REJp7zAg4gxz/RVbYDw3uZLqCzlPZQ/29ZEsaDo2St9GoGrOJiFuudaQf6gilIPgB5BQEs+PzO
0rbuqXGaIq5e9nHuhvRPE6/90ZWj3q61+TO59HAOtc7+VXD28DeaPpL53EQzfdSRi8IFvypxIrli
ztWKAVcD/o8U3Ru4UPGgpbXs1aFckBfzzD4YCNybxSGNPSUuiIU8Hvar0/v4SSnHqIfJ++yaGWnu
dtguZPhOk2PF58CgeW8y0/0uLBX8VkvH5rD2mvoE67fbebbL7wNSQJL80uMNntx61Z61Q3z0czI2
MXUo+0rUOTQI3zoWaZLvs2S0OFyTau8s2JBbO/g3KAsA1A39hboDrictoJbInC/72qIRQtfg/yIt
sNnsredE1OpyqwN/tlud7iGuFxuCJvgSRlee4oJ93ezZwRObHGpnAu8Xk4V9hftvXTxQggwpMKW2
DiDlHcHgH7ZxN7sUVWHbTPiwlvqalo6iGGE+FmF+Kl3c2iXMNC+8YLQk2Fbm5adfWaAX67ih/Y+k
TQrk5WIVTfPhjmBmPAJm+5HH6cFhBDrnZP63nYcDpczz5M5nA3WdefT5SA0zPgfc/1VBY9JUgwpM
3T/sg5xHQubfmPvQ4+g7P0yzN+zaxPEOIde/M20T8hLYSx/x/W0O5crhl3dVSL5Tz5iUVRZlRR/+
YvtmNtwjxYZWMIyjHgUVFHf126xDMuEB3EIrQy/ReCcb+CAbVi75H8RWGEiY/u8YEYstt3FSZhar
QVPXeCytCSE/qNRtkvNfAQGQhIATBGoO4iEhlvQWQl/SQ+rNlLvmdKvlnvXNRz5T4MQ4mOZ8VVEe
+8kVVyu+vxVtlNMYI62sVWQL/YHglexbhMTtMtkWA6eVXVDu0v1i+QxMuhH/1jR864i4vHmlxSsV
A5h+8kcj7sgSd1FYZsxURNsIzjvUdAMp3qw+/j3aCINdt2KiSbVxj4mNlSQBnNBB8vDZt9474BI+
ZAInmlvJdLEFT8dar80uzVcoXinpwEokz3BHjis1miS0WvZzlAYzgy0l4hd5RduqykOhSVIzGpAJ
6C2x70vov6kv5m0tKnFC4AVCUWbNRficQ9vw1qvjzIv/YAkcQAOKEOAvAjtF7R9m08t7wJbBJtHp
j25KuD/s7a7wttdtJtEJQi+rjyErjCP+WoAGkrkm0jaEAJNV733FfpyTNz058BN9nP0L03MD0XJj
gsHfzXTS7J2qzT5UtdD8gWqIURMN/xxYrvOBr8mN+tt4MU1Tcxhs1GckMXVZyY8fc0BckTaYZ7Ns
grMx4xg2StfvReZXz5ZL0Ja784JRC/W7KJvXcDF2xHEBA47Ny3EohP9UplYdYd/w33FyAvAoAzZR
OBJYddaSvCoLGlOOUOTBLkd06qGWGvaku+C2FfLW0FmBuBZ4livZYu3oQ0TnYOAjgYP0VnAqrDdV
aCAVZdq9WdqAxmJHeA8gmp/10Ogn8O3AOBT4yH5t+l3szg0AcIH+XnTlNS6b9bVmErtSUP84A6nY
5dX4w+nCXTlMRgZDsPAxTSaARBh3Xew9G4+JkYYMZGbYa4gTNGUM5XRqIAReY41807WIk/wwcRob
R2IfHsQBpPZnGvB92FRjCugY41dcTo3Y+W7xD+Bnfc2aYGQeKrpD3+PaBcchn0wyf5Em+d2DtTjN
a7q8D4jlO/axU7QkgOuyaggZDVLvjo1afejjiTsK8WhICvTjJLQe/efEIhYNkC1EvNjCkgk3RcFS
UTdevXV6r4UxzLeoMzr4LkA/XtsgY3c4MdgKsaZ3XO5arimY3Z6boNCHYArVLl7QiWYJ46OZnPwF
e9+8nTnfmJpx+Ux1YMByomf2VYYFvI79q7EbArLFdW2fegHmBGK/+OU2o/sns2/sLJ8skAdnZZuD
Or2T8exvvbFYomqNvSgQYfeRzz2ags8VmeZ2ePBuaq44zOU3pwAh014YdoSV+QU0Xd0BbuSDaic9
0RzWz2UV6it+Uc10VTOBtI31zVHM1AV6hFSGCA8pAPQLC75ibxsHWlKXwIuKUVTyIs4i2WYTPa03
0GUx4YDG7AbN2kHSmprxPcPO9SEY3PDdEi71J1SrTRhTPpQ3Y/rGLjhmNC+L55kWkacQBD3O+mX4
xNZtR+DWuJh4CpsN/5O/z76jji6OiFM7IlpuCxQbrO9lif81K7v22hZVi27S6hNH1vpmO411ttnb
H8p25JxhYpEj4xNGGK6IuU/QLhZfsGk+8AQ8jbDbQfgjMpXhWzO/1T7inkTJeWiNH1wSDObbccA8
x9Y15VGp6+9cmnJfJEVNd7p/S4zTBPocrrU42XqkOwHB9uDYRfZq3yJgwpfpFdGs+NEOS2iBaexe
1JhLOzmafTiY8sKFo35cjVaRRbtZBJCFPgKveM8sp623/TGvKXKBExei1QZI7LSg7NwEcvJRB3sH
g6M6pfqOvCogkjFmNdIMNpmOHDEigPBzQ6IM79l0w2oEoE27WeMmwdvJKgDrnnGyFap+V+85SbL9
UGGfJKfhRjwLlMdSwxtVndPhra/j9TuuS8UjcDN0VFl7Tvokx9pqQWYX/DXIyOrJXVeHpaypd6Ea
wkPg8OvyOggEIgblBdfnHY1ZfNFi5B69vH6OzdpFlpLOf345wtkrUFRpQkqNCvMrmIPmjlxT+s0n
ztxhBcGoAwxUo1USoRppBtjRYqMfEYaXj6nmLGD7Wh/n0n9rW9NtOp9/yCTjb2eVdkvDDXc8eNOY
B9TysXAX37iOyZ4s9jKH1bHBFpQDTwsv2iUf+TGAg6dhheDJyOuhgBjeKlWQoppLgn9+k3nMWeGQ
7keIxBVZWYb29PYXIOyE6bwd/MepSNu3WoHfgcWbJpfQFOqMea/ZecvC2lM4y12b64AP+BDcywqt
jL6+8pCMIQ/M5Ie4gNi7swukZ2MJu2uL8vzIUiMDB1v9IaeS7GFFJ49e2sqjmeDF5WwPsRLZ+hwk
CXlbbdeHyYEmF49d8mBa7xsifXWW9USY15kDwPrxulm4ut1TJ8WxjH+c84IbuzR1/Ox5WCITv0FZ
qYA5Fqwx0UI6tkfcex6NT54gk+gPzgx0aMib4L6bej6fobrNaeQ8ciMKlEN+a4sgsFQUVCfwsFt7
ahSzYxbgpuL6Zt8Qz9Vx5HUEb8thNQ8hJcYZyRNYGf2zuwQ0TfGxvLMSupbwLlpEb6BkcnHN+JIG
zZ/kNkFXbTv9BPY0fmtvTKKSei9gctBXUiueDgiY1YuYloT2FzWw4II1m+dYc3xHLEjWoAZjzCWX
wSdjTcMwPRI2MAG18B9pd8Ol98kGuKFa3nu/tREYY3XGhkMW3JO/AvgReY7kBOBwcMG1DSmM7jQ8
uFgl7kF2ZYSw8HDQZTfvKO0acV00yGkl3mGL9LSMCZQFZUORQhUbOE9Qe4awFNQgSnVucOBHnjOF
p1avzcGSmGfG1eqOvHhM1T1i+5D72S6xdXApMcDuGO84jYbxs8FFeOwxzDy3wUrZ50g3ItSEPEKP
nk8wPnld/Z65fRHBWyzFs1+68y6vF3VdfffTnlwI8iVf1aFiSYHBMngeCdBdi0Hj3R54PloXN3Zp
jemR7UoOpIFmjCVUxF/bBr6bbnlJUE2ZuSwHZC17pzvardLdXDikbWBsc7chgd0v/cJ539cXGZIM
cEbyoYA0R3APVXWEoSVweo85a1G3/WJwZcrBfAr/pShHjkAlhhNMLR5ceEAWViXusPqPUh071UlP
URN2zT3PlXOikG0FHLX6BAfTni6+uvrLCEQi1h+aX34xkRSerNHfSG6oOBRtoiUd1g90PW7pviM5
K7EYmaIjf1QQlLHwmz87vFwcgVLtvJWUyqQ6YlVZ3H90Xdc/iZ4Ox6QNikOyGLkDrubuMOR+sfln
LQhn81rz3dl7QwJovemhLZDI3uLn8Y9lDjjAGUMO+8X+PRq/vfas7gkVsQLqJU7lEgf3ZqKcaDfL
+Yt+NHEgXR9EgVbjD8VE3lmGOdujUHz7k6OjDtTqcziHX6kfYGbrUBBYoP3Fzyv3bG+4qGZlj5YE
0y1oZrwgaqQya/LQ/kR9cBXkKEnuGzCNG0f+QgJQ0dS1U4lFTj6kfas2ds0b3zj6OFpO8mi7g35W
3BsxiQ8G4R6J+sxD9d0O7CkaXXOBCFI+RPEk9rMtcJD2Umx836p2htDuRi0VPELGt61ZCWHiBKz3
Y8KXb4jZONHGlxKHy8zBWKlN6AdBBjVnGajGAnoYuv5wzqm52PGr4CqeimUflNU/m7rEHUyn8s+w
IHT/j7Qz25HbWNb1qxzs60OATM4X+6bGntRDVbek1g1hWRLneebTn4/awHIXyVOEvL0Mw4AWHJXJ
zMjMiH/QzVr6K8fQi2KDWsE41E45F8tHGmxoTslO943b3jvoMoOiKxQYnE27XVFTOGobsApBkP5g
cGzptIPWMXqMpAHdKCvzyrsu0rRNWeTFi0faufEyRDHB+dGhoK8qEijrQHBwUaGRIaC/hXrwqOMU
v1NiCLOazwvK7HBK2Qind24FhiZcsMweFDFnmjwgNVPj9AFICiRTaRbDnW036Bt7VvilcqhcW4Km
QxlyNOhyiwsrgonbyA9ANlMGRkG3KMHltO94S1JaDiMTMREZ6X5YI12X3tCmkbZhCN2xUdR+D3Ta
gj4CcUJu8RcaEpiSNg5Pu6qp1KMIS9joRY8hAr3Ge7gmT0EYWm/AgIJtnuTmEWwLUk6oeGwp93vQ
BGqOfnD1EGRk8MWmVD7olZHTdABgQ5tA431R95m7txrzl2vXjUuHtOvG576EbBXsKBgz+i5te43i
rwMyGRlcNOYCo6/vDHDpLhdAva4K/KxcstzWsLhP0h5VvgA3+pI/YBNJXUrFtKdEDhzYgq03tFp1
NBelseLn22X43tYVkqCGhL45goVg1Vz9rsxcKioANn4YbVf/cg1UCjW0faUo+2lRmD2CvcmO+L31
46+Lf5VKrO0alWa+J9jdiEKgHDjqlMok4K1vIdode2j8yK85QpmbtKBDaUVau8sNOTwWwHBvNS5V
uCFya9uUHLdw3MzwpsDaCQlTBM18C45KbQsEgUOjeKCJNXw28EI48//FrKDypH1c+9Jeq70e2h4A
JBCI8g+pBnlJQS7/ERqqzyshxEOgy5kaddQ60BpY+4Zqcc5rdAPhzodfSnxpA451d0QLl5BXbnmZ
NnALgvI2rKn3ICVv7QX9O8RCVBNlkEC/E0ro4wXaHdQcDnJGqxS9+qaRxGf62XAiNUGF0jCNO83h
ZslxAaGJ6+E+i/viE+rh+r4Y4hxlCOwBzMKHz0bOizsVSSCd/4hTlDkWn6PwB9VqMGi+v9WKGs0a
QwfH6erS0VIa/wiUho4CHHc6P2rzXmpa/SrQ50JNlTLTS66CMEsxG9oOmYPksspaLPweuIBffLbo
ih9M58mGxMAdb7QkkQcgrrkEnAYdZHp3GL7sXWhhoD7HtmlSa99c7gpf84Tu2NBE8kPrJfqzF1OZ
lcDan+Qsg53W2TbUeiCtgCELivM6DV6a4HCuAHybuqLcGy1USUTK34d6hEsKdGhlHxo5D8l6X1X+
u8axuIkaihXU2LUji5/KnNZqKNAAWPPRAT8iZAdaQkaLbdRjlSTuIIFs03dV4Btxl7M/6ViQgI3p
is+8gpVjAyccFrTlOHe5orBvAtzmHCXobgQHGEhYqXs0KXPLN10OBhmLsdDMXtIO+q4Dpop8RLFM
CKo7VhSh+pBZfLYY4x7f1hHA15P4C3jyz2ZlkHKaGBtjHwthwwYsgEgvyCdevyXqsUa4G+IeKTEM
iDd2DiO298jmUoc+WcUP3Qa5pJ8GAFKA8vziC9Yw4mhlUXsOPd3gVGHZlYKGKp20gZ4yEjKWL7R7
IUCzc3YroFbUmtYqJS1tFEPwyyQ9DpVq/Z0GFdaaaPZuXAfk1HV39Llpua4K1Ra6SptGF/LE9L1m
R/Ek7tMX+Mmv7pBtU6X/dj3E3LacELrNZVoVhq7JE190CmFmHeRN+qIMD731GfKaEUIehpN4Pc7c
sJxBKKYtNIVcjdv0f/2f7O+/Tj439v/+L+X/+l4x6H1sJy9Z8ERhQcvcnU4Wrf33HO7f9Vjjb04R
XUyT2x///V+WkPXLWKPJ/YdYBYwjf/QtfOm798T9ZSPnbdOeVqiPRzHAsHsgXNcjKuo8pCabpqGy
C2wQv+OX/BDSxVBSG68kL2mLcgBA9np4gREKNu8nkNdtLVFFpXbf/rDtcxdSNCxXxrzwHdnUlmpq
PIppkUy+Y9RRCKHRnLx8j9JvDQyyxOZ0210f5sJHhHQjKK4owCnxVbwcJR1xNUabJnkxkcQG/Rdm
9t7ldRylZ8e+vx5Ln8/oRazJ2g8cWwwqzhUvFvWkFvabhryE0n+9HkUshrFV29CZO5stcDkk0JZm
K1eE4QjHCeIFGbGD8UvHMWH7mmuvuursm/rN02+xtaIdRDlTg7zyZKefSFi+w4PqKUKSq7vF6+76
T5ttflPIpsw8C1XRx78vf1kX5ZUkebY46U35tRBvwHB/XY+gzBbNGAJUiDA4DwxO6csQjQKKH7si
9cTrBTQBUhLCQSSkAV9at39LAnyOW76ILvqmUJDv9PxM9eLZDaIjvkyUWPBt23CpOl7/WbPta3K5
UDRDMU1ZAXIy/uoPeylPvYDfnJfnkG76oUuoOlgwyfB5GORnO6zPZamjtgSrnDtvzOX5z8OziWQS
rmJo1nRFUIfyAPyJglc/lc1iQM3OwBrzMRNm9RRkmAvKgx/QcpD125L98HA9/DjnF8mL0Wv8ZXJg
ymT/yWfXoWr39OuLc6d8LoZzjowbPjQQ8Gyr3kvu7fVos+U/RkNMH2Kp4Az4ndc+zLVFx4Ryq1Vg
bAj7j5JNrv9Us3hlSmd5Y4xi6aaMc5/BLXSanKoErGqqF2eQt07jY8T+s20x0az33FCvD2i+awxb
1yl5WpxntmpOzhnqj3lutV1xBsh4Kgz3rtXVT9dDLM2ZjjWrKgsgCcp0zorE7wYrKHAygQR3Qu5F
PIdKhWhMgFD49VBLi8EUguGwTxVZmyRBl5eUHKhpdaYnjQex+hVczE1rQKiu6FtGpvKE9Pj+ekxl
aQpNUgI5QdPs2ZUA8GtNX5qgMWVHbu3GwaNKEP1CFObgEr+pmy9tUD+3AKUaGw0M/wa3x0Nemafr
v2Rpoj/8EGVy3FR5W3jck6tzhU6F0bz0KZTJ/Mv1IEvZ5mOQyRQjg1MCBi+qc40lpvQU9ne6SREN
0ol8xs6vlL5ej7c4u+q432zyrqKNg/6w47A40sOsZ1AytfeiegkcZ/u/izDJn5i7NooGOvtMl83l
Fg2htHNWttnvuZ+mKVY/hXrLMvEvnOwz27TlVtP78lxKz1TFU0r5vvJs5++Kmtxozg3yBWDY05VE
svixPkQd98uHyXPMMk4wfi7PUQfWoblNtM8OqnYD4lC80utok1Mgvj6byrgAZiPVVVMmS+qGOj2H
HVAPyDx51RmbjZ2s3MZ4rznPmXNEfiP2bhufDpb0E+zEylgXF8qHuOOffxir6yMLlbk+cT3tidLJ
Fwd7uZWxza6tJGZOWaTHTVmz0IS4jAGhDIwT2x2h5IaaA+Ix9otRPov6QbHNrVL+Ss3vivskNW9e
9hh7h+vhl7KbJSv0dDVSNSnuMjrF1DAKgTKf655bs4PWyC7XXOQ/TKXaxmN/0It67ywNvFyvR16a
24+RJ+tI89DNiCy2SIpm84DnQ5yuHKzzq5VhMzA4aqoto9k3OfKUHshmjHzWGS8C2/hslZzfCMb+
uD6O+X4wZfSM+Hq0XTjHJ8kETxVuC5nOfsi/8sQiWeM5Qac4eojLmz5/tJS102H8Jpe7gUuZDBlG
UzTZ4uV4+c2CgBYyeB5WJTopAWLltck7QxcbgXh8UaxdxhZ230U8Y3IGdCC6XeC81dlzTw4fypfu
5MxFimFXWVhSFUgx3OfdXaesHPLz73cZV1yOs9HrghYHaZr81gXvbvDgFScW6PXvN1+HRBlfxQLZ
JlU1JodPmmqpDEG2OiMZufXSx6FcWSCLw6ANYSmWzGtieoGgR6L29DmLswnTMRk+F9xmuR3ta+CO
14eyuDCAvVk2FxYxO9dqS84l0EXlWWmp+BjuQTHgxRQCRdiqprcWDX9+BDF5NsOiwCXYZJOlGFaw
7QJDQxM4wqhDa5FMbhCfOqrmXWjisTBqTQHKllbiLk4pb3yuRoasswUuV4ZJORoZB94HbYhOCyho
rXlM4ndLv70+ofPbD7uaZ5mt4oDKbWGSHV1kKnoYZzyDQm4mmrPHdOU27LSVMEtLUJiC0o+FPYUt
JktQsvSajphanQ1oDijqtMfIH+x/sTg+BpnspgyYYyVhJnXOecTUYKdpSpb5e0rrrVi5/cxLMRxo
H2NNzrTCzOlnByaxkmfPeQU5Tc/qMHpfS/JZNh+4riL/30cy7Hdn58criWN5Pm3KXOMLxNAnnw26
BNXAQqnOOkXToaw/gax6v74yllYgGHAhW7qmkfvHP/9wM/DwS9JKLa7PpuptI9R9pfzRrBHyP16P
s7QCqdRZQuOEsWaPwyg3LVpOaX1GqAnDZBegMRqDdXu4HmZ+DQAub9skDpIg5P7JB2vaTnVdOIrn
VMu2BrjQQbltsSH3HwUOotnd9Wi/b6aTE0xhVIYtAOppsjxZi1AMzUhqBsKhOKe6bwFYtUQ/SeGL
Zj4K96Cn3sgw32SBuUUKfQfyaatRnIYkjNw8terrv2fhYyqqpo0PSk4BrtSXHxOclmoGftifff3e
8CT0UelO23fa2lNy4WNStOP1TfFO5VtO1qXc8WhtKjGcdQOV+797eCNBsFKzG/8b06nVTWYXopHO
83gylp52b9L5mXzWytEt8+zilBgEN6Z55zfdyqpZeIGYigFyXDN4qwK3nKT/AnRw6nI0nF0NZhSz
l4SKDP5QRUIAAjqu5pIov4PWuRuCYGURLU0mN1adk5WPRjn78qMB31YrQAU9UqzBHhKtE0iYJP75
QcON/J8gk9mMeoH0SlL0Z5v9rWTABcVLpSOYq658toWURSDLhi9s65Y2bTOomGbnbdj0uNjD7RYl
Ltq7P17kXG9MnWoJV+HZUY1WZWeC5WnPskD4OZU/qegnRZ2+p1azkn+X8r9gQ2kqtXjKQNPzOUZk
HOR63p47p8S13AYalqa0ebXEgjgtYn+LeiG2VBL0vlzL7Je67PJXYaDK1nGRBXctd82fb/KL3zT5
lL2OkSymKC1nkr+t4h+NdMrFoyX/dX2al/bERZzJJsdWPs5lpWjPKo2wLnyRA9hb/qbLnnPrpZH2
bfWmIeawEnXMmJNtLzgmuMZaPOR0edwtH84jXeH2WuDCeg7RvkPCOBIF5NQdfbKsO5putBkCetDJ
K5IwhZqtRF/IOUIFpCCgmsv8iMlWlOyotSXLrM+K/VeAABKFYjAISXrv6CubfvxIs2HS2uE5R34j
zV0OswTITJU+ac6D+BWBTBqLRBnomiBbKQEvZBdBuRRyAUXo+blrqgiIp13XnmtUPjk8joOCQYy6
9kRd3CmwOzh3KM2alLsvB0QfdgCt1dfnqDgr+t5tbtXgzc6OjXige72vxNHF4gZ1k5aGVmB+vr5s
Fo79cZOyXGhsUlmZ5O/MVZMUUbT8LKB02w0oTIRf8+7cecB+4B4O4f56wIWVwhnLp4OGCktsWrIy
aFbzB3Z2VmIQEs6N5n2SClDWyE4AbVhZluOvnyyWi2Dj6D/sidxSHXDCVoafFICB5K6pD1L54kY/
Qu/NDCHWdOr2+vCW5vPj8CbzGbENa2CR2dlJoq/4Zm9qTxyqsr/DJhoIAkqMQ3u+HnJhR2gkdZok
6AzIyNZdDlIFnYEjupKdGxCun3sTHcyjnbxdD7JUAriIMt13rQ07TyVK39+0sDc0/0uJJUlt/yoo
TUOHl7qjg7cD2lTXIy/MKI031guec4pgzVwOb6iaQaqGKD9HwJQ2haTdpTgiB/AwUD7cFaDLQmmt
j7twFl/EHP/8w7oJLd22YeLn5zyGointRkGH66NaizDJ1rECPl20jCrrEQuMsbhNViIsHUOgCoyx
CcNmE9M+MdoiOcJwLMWivK1KWCjSWwQczDaeNecpbhAHedbF2vpfHBcXeg4Dw6INP/laoZDyqLY0
FmNTfc3V9MHJgpt/MXUfQkyO1zpFVCBxWYmZlne0r1yMPaugXEmMykL+B8Dwz0gmOznVKburMYKk
NsopPppE7YB6B9bMO6H6OFBbTrYfcN505PDWkuoNKr9fIl++gakGuw4+Koq279dHroxbeZLPPvwm
ZXpHHPLYl6OQ2XXA2UO5RivBydx6F5Z+u/GyaIBTp59CpmePahtS3j78ltqG9+nSvD2u/JrxW85/
jamRdjR0FvVJdrWzTBms2ECyVS1OJqAVXwO/BWw/L5W9JsCRa/ah6fS7ll8hEFrjBD0Wufxy/Xcs
5D8m5Z+fMflQgxwOvHlY52n9YDYwURFI6ioQRMAVrkda3lL/hJqm2tAJ28RJOE/yFH6V8makj3n8
6MuftAyaxbF1v/dev3JgLq/D/wzPmOQiV1hVFjXjGWY/qOVjbHGUPF8f18oMTpvtmDkYiLkSAvj3
HhvrF91wR9PdQ9Gah+uh/j9L+J/hjL/lQ2od8L3pulzPzp73WGG/qL2Z5udRhUDGOdHO/m7Em91/
i/SjZq99vsWZRJaGdrFFs2yamzIRBx2w9+ysFjdO00DOPbpgya4PcHEuPwSZjK9sQ9TIxi2qlC+o
SZveu3CPJipK18MsXKN0VTcpC1FNoG4xZooP0whkvKJ5z73Nwhyp/RUmRx3hA2F+A6W+Emp5RP+E
mqT0BhKM3+pufnaDm177UjVfa9pspblysV8b0fj1PoxIIHUdJgYXw7aC2YckPpYNMI1LC6Olf5Mx
DMjomsJfs6Ju3GYSVmnjNkZzw1UfrORTmn8y6hXcwGK6oCqncynjPU9/4XJIaMXbUeC0GU+IhzD+
XqfHCAcUvzlV5oteAvWP0KJcCbr0tT7GnExjXBlBUUYlp6PtnOMKckBeHCIFUnSY9P8ib2gUDanj
0YfiUn85PiWXO4yVVcZnGA96lp3QJz0iJb0H67L2eF+6WHyIZU/msnZ9JFoDTn38FTZy/lcJcvb6
llqeuf+Mxp7MXB0jbWy442jkG6n+bITPRfbd956uR1m8V3wcyOTUREolbGyHgdRhiHsblKDws0d5
IMnupfhZ6+ID1aiNZX7XOjwPPnn2TxWVDf3fJEMefqrJ4xa5wGnTSwaJBpmpIOfHDRWK0ca6+O5k
YiV5LH62D2Emny31FdEbKsuxLJ4L/4ujr9U91gJMspPfIxLuRYyjBa1uVj+N9Ov1D7a4LABYyKCd
FZoa459/zEvQnzDsHLhGI//VKftWf0/JTZG5dnVeCzS519pN4iNByFTBXkSA9FVLXhtwdX37+fqA
FmeM7aoB0OVve7Jr+7YKzSFgnQ8I+MJR4vmxhppYXuT8ty1bo4DCArucNJSa+zgKc16LMOdzwBlG
e+8bj62H/olvb5BwwbzzZFbfB/0udCATQci2H6hQrCy/2ZFvcdzTVxOmTtvVnB75eFaItunL9C3M
JP/GS13j3mtN8zbrDXslfSjjmC6uw79j6TbnsQmsYbqjuhCUQJQO6Vtcim0QUPXs8JQqd+iP1uVD
jR5MCpAdPtk2rcITeFUf3p/iY6cSZkhxiG3ph5Sy5ZUpmJ2r/CyDHc6bVR1bSJMNUkT10EtZk7+5
JSw1o8KY/DWlqqTAhbFWamazJTyJNS69D3slagorN2O0ly3ri4cILZTNrRfgnwMH4voiXvqwH0c1
Sda9bIR5nrf5m+E6iPFCamzjfbtaVV2cPIvqPycW6IApgMTquliv0zx/k5OfMiYwsfLku+6mHyTc
19aA3bONyeyhr8QyNfi3WSUwNx2kctQ+ewNy+1mv/HvoySuLdC3EJB0DcjQ0yWyzN6dKv4cQWmv8
HK9/mfkN3wK4C1sCGIJKg3Ra4UMKP/JDM2QYw5MOxR6yKNJdZMyi3A3pLc5YByyWd2rkHWvYWWGx
0ntY+GZjBdECG0M9E4To5SLE9kPREQoaFTmdYxMIFCzaAb6oxNOwRLA0LcOVq+vCrNqGDKNCs4BA
qNPSO5RNXQvQ3Hqrq2+4o+wbew2GMObkSW4hgq2YVIqNOYIEDVJodKmcvvnQNTQUMg3/70Qv76sI
S17UcxVr362h8hc280XMyVoJu0qNAF+QO+FMVtoJ1psPcUnvjtcXzGIcTHqp7xkmR8b45x+SRowu
BT3ROn1TqaS0SA7s3SDz9m1mNghFrT5nFjKHTT/K0FTAARpV98twXllHUd5H4duAWLdhR/uWKkqO
zu/1US2tCbAHugKiji83faAJ6O41QOzgLYsKpN51LbvDpGjtbTYfjM5BDi+J16xBeXTSPID0LCQa
M95b1XrIMSZoumn7QmlW0sb8aDM40GgtaWC5QftM5qxQu9QwYVe/Rajd4hDYh99MjNV0TJwOSfT9
+szN96/B4Qn0nw42Rd9pNaIx0dhpsR+lDoAySvs5jR4QXUBn+JvZvl8PNf9IhGLygF5C8JpVBFwV
ebuSauVbEDtYI0kG6gbIyv9xEPBR4wEsgyAC8nC54EoKcYj8Dt6b47TiseiSeK9bfrbyrpivBIsX
GCcVjAXF0KfVXj9sZTiEVvyW9Nhmo0mm9mg/i7Uw8z4A80QkjWw3Xoenb77E1oRjWK04Iw2771v9
Pm7yLZIwz8j77w3wX5LkHLQeB3hqzbKk7a5P5vxm+Tu+zm2GtpyuTZE9ST64gZXH4twh/5Dpyg4d
9qjvoeHii44Og/ep6R8QhoaldHQAkHT+jVGdsFm9/jtmSev3zwAQhjoEXftpFolyj2wcNOJspnjO
AHkrvWhn1g2s3JvrkZZnfKTrWVgFmLNqhZ5LpWXh43PWUbjHM3GTjkq3/h6X2BSmtbLLDDxYTBwy
/viNOA7yQ+TJLd4ZEICIBk2cS/muGD617r3lr5RiZst2RF1yVDMuClnCGJPBh+QPjVj1fDXRzlLR
3uKC9OCrSMnkw+H6JM7OzzEMjB5LhmAGXH6yB8PCkytFLrSznr7X2q2u/qqoFDv2U4m7JpbuWJv/
af6HzsbTx5Rt0j9OipOIFlY4Uar67qvUJie96u5CEBf/uxjTPZ/Q9nPLlhg9pf4WCWYzXZm3WeLn
/SZMlh72IbRC9MnZrAo/8cg31hmf+1agvxzLW7V+rEZNOyTD3GLlLjDL/cQbUUs8oEzVkKcNDmfo
SnfAtvQsBly7e6TisJPFmdx5hHf9x0uPeyrPeu710KkZ4eXSw0MqQsupcs6RLv9A6ewGnbmbPop+
Xl968xU+ns+cmuCkwBZPn4VNCuLHxWHgHLnJY6hFD0KtERqxV+6g84R0GWZy69V1D61fYWvnZMAq
yUc2ESFIF3ODaq2DvzggmiB8J4srx/R8rujDBmmArq4bDN/l0P5UDjjRBmsExIUwrAMV6D7wIWWO
TEijTMiVb5xdp7uVTAdmRL4RzcoCn9doeSEIiI7aCLqiOzaBtqeKGQ0D6NszxMa9jMR+ci/njyiV
+Eq4NdWdzBlipX/+sRiTwutoRLAwzMul16uy5A3gPs5mCDS1Lj4hebIvmxjJfWvl9jGfRrYSxWxA
nZR7wH9dhrJCxUWav8peUzv7Cwc27I3GSoP27foqnycKSIUKV5zxdohj9STd1XZsuYMcBK9d+mrh
z1Ahe4gc4aawzH3fJZtW+uNx2VxDDPYu6F5BveVyXEWGfrBupPJrKyvSXSqjdMFatDiMq6JaY6pM
N5cCQNW0eE+CaOOBPsUgGErfDkGWD68WditPlddR6pai8mjkMuD2CD2IldHNAyocHlRswD2MNYHJ
AkHGubR63K1OVdN9y7MSP1gJeXfzEK/y9Kdfji7yx1DTDQAOwS8o2tSnrmhxKZA2VGth45To9v5S
8tvKd1dOrWmOHwOOXFeGB39l9mbpjawcarcITplrOt8UqwO95WWjVF7k9PddkPd3kdJGq3iI6U4g
7liRBOv0P/2KyRKVssCysV4ITvhxaU9K0RvOZrDxAzbatqCfZf/CQ69GEtnIH7ImRQoskSrsEzpU
Ng9SUSPH7gQYqocWXOgCfZmVK+UME80P5G0Pm0HjWQ2SbrKk7SiPowABuROSzTnG0BHaXEalGNjL
tuj2idGKxUK1K8q7+ia3qAREigLFw3TeVZBBP5toAPkjYbuTOJa8CSIcwlrEvn5e3+oL83jxM8Xl
zlN4ZCCCzc8se++x1pKfkoZMfGPe/nEYC+qrzAOXwgrPzssw+O1k6Vi7PWlleRvVIONsWNiDeXM9
zMJOg3EhQz6ldgMVdJL/g7zoq1TWi1Oi3ww+TojFydeLrR18vx7nd7PvYwmHr8sFHoC5zT0AGNNk
Syeqg2SSUiUnfg1GcRXu5EpiYOSZRuLgSb69zUy87yKWxz2KC6hbRx1CLlQogh9cX4uz6XXvqoNK
0dD7wRP4ivYVsybU9RrXesqxzT2UAdtWRhRGbLpCNdd20MKHBzU8VjR4jJAQJ0dJK+Ea4lpJdGrq
9lYDGX2Tw1LZ4S3z9fpcLQXiGauTdkeY/JSLgHhvbNoYZJ3KLGmehySR79Hf6l8GJVt7GMw/P60B
dAYAXY/ZYVpAQThLM/oSpxRdfsRX5cZCd6UzEWQv6sP1Qc3zLFQHuCj0XWSgntNWBH4ooCuasDkF
2s+0fy+9H1nxPZK/xd0vXVk7sJaCUUPmtDLI7jzVLzdPl8lYalJlPZkmRuj+TWEXt81QoBUPS9w/
pNb79cHNv9hIjx8vufrvF9ZkF8lWjiCdYpewA/WnQnJ2Xda/NYhyXw8zPzoERSjODdlmHbI0Loel
DRQUJNcpTnLxUHrGru2fa+vByJ6qvFr5XEsjgl1G4Y67xRxnnGSaU7tClCcKuup+0FKx8UaC7KiO
uDKqhTVoyQCNR/TmCAGe7CsMrlOg+W19aqlHfU1w0t0r3pfUadWdyN21fubCHHIjlGEHUl1jLifR
jBZKTWxw3ks5105/U0t3lrjxMD9YI/lMq2sKh9jIM6BmSGqF/Hj5tbzA9DQUtrlZuPuownIFidzr
62H83pc5VZC1UfoxFN6n8xMzQEcwlZL2VLkxZLJwYwbdo9wEN01vP4Vm+slQ0aiUXfnPF8dvti+J
g0eVOuVMCyzVByBmzQmRo41Zf20Ri3N7ZWV08/njaSB4dPPG0kdJocv5G9/kVpbY/qlpwnvfdO9x
W1xBi8xX+WWIyVlep6XllGQEivtgvVMETiXzE7CVlb6gGPf/5YcaXzkkdCGo8vC5LodS553Wq1Hp
nyLkQ0ERwe0YHMxwzKF+NO30VlO+unm5KwUiguiFPGCM1P/l+kHy3QKjcLDDUei8VbRjYWjuWPZD
gyJNtF2dWC5i+9qfkuJH4Rla5BQZ2Zio34zz9qEshZ1Mq/WD65/8ID66WrG1lGMy9LeN1d0aYm/T
S7q+kmd1zd8ReQwCM2A9zV7VdZNHNh2X4ISyt7LV4FCk4mGzq0Y1ejlr9ziytQj72+ousIx+k7rq
30WudTihhM2+RZtjJSnNyo6/f5BFvcLUIFjNSmZDmXNdpYhwCoK3HsVJXqh5eJ9iytF+8nDQiRR5
XxXfbeNPOcxjYC4ZSCLwljRmlTNvEO2Qm2F40mnWDVn3JeQevvFaq8BfXn1J1FVxiflpqXIH1LiY
/Y/Cy+RrC5FlcZAowcmCE9CX90MWomd303j6Tuu+1NZBkz65JZq/4i6ixZwoXzE7w8Z61PfGWUDE
X68vhoVdyWEKrNaGzkNXYpI48yTANRaNxlOVv4TIzJR1jnvsWu9oIb1cRJkcplmo2yHlw/Dk+vo+
y/9SVqEHs1Ywn3J85SH3yGjmunatjgGIIWnhye/vWmwtsVpEqol/mtpNEoe7EFH2+kUbvnbOn18V
VJpHY4mKfGPyZS93cKKLTkd2OjwJ+0EPDz6GnybHnPzk2O4fnwaE4pnOxQ7MO/DSy1A0l1IeFnpw
woYJ07bPJv5x7e31JTG/I1D+x+aQriUPREjvlzGSAu74oJTJabDfdAQVfe6pbtdvRs+J65FmhCQ+
ms3tXgfVDXEeCbDLUFkcO75puekpiLxyY7bae+RZIDpQQc2S17xObwyqBKHqHZOs2lQ5urlqsC9N
Z6WPv7ALEP7l6gCVYFStmvyOMOwQmMYa5iSi7DFznL9Du7qNO3/lCFyYWa53FmuUnYYOxDRMo+LK
mFOOsPObsttXzSdMjHZFaqzM60KSsQHb8b9FgnWBVQGehEFwMqqHoPNuE9QIW7CnuCMp8cla5T4t
xqOlTvOZG5g8bZSVDS1nHASCEy5FyPZpd2b4RXTP2O042a3AkOv6sln6WohOjLgVarWzTeAqchN3
TRSc+jjbJdZ9mbwM4nw9xtKnQtNoPB9lSiTTAklZZlrhpcTITDT0AYA6zSulMtRupZU243w0cNLh
g1MY4EJOB/9yD6ANbpMe2dICnxORvNVCgQT06/pw5gn4MsikItAb+FNgccaKMLptpL5qGH5cj7A2
jMlB4nSOVGodEaKmBUj4ZNt442UrN4XFIAb8wbHrrHPPv5wrpXeHEnvF4GRKh2FQNi0Vc1t8vT6S
xbn6EERcBulwr+TtRJA2wA/oR+Gs3FCXB8GJAVZwlGieHIZDoOmgmbntSCLcFjAtLTDufJ+VDzJr
N6DmBrT2P3H0yWTpohl8RMADNFnRJR2NgfPbJn6Q4Oa65jFVDhEN3rBa2ThLs2dQlqeHBw6SpHo5
e31RmW6VSsGpatHOdB4V7+8//jzjC8UaL7AcHfbk/R/H1GsxcnZProKTk3dvDsbxeoT5B4IajwSL
jHKCDchy8oFywOZBHqfRObD+QuNmo+N1ZPtr8IJ5hiGKCZKGUiBntjUZR9BEXWpGXnQOLbP50YOO
PWk56AK9zJw9faQ1+Zx5kh4J/ypSEIjM0AJXLz9Mp+mSNFCnPet4u5CsMYE+pvrPErW4RP1aDGs8
7flC4EUjAxUiGOtg+vgPkeoMgBhH50L6yy9hWFTP1z/TvLpg6xQwx3cTFTz+7XJAQ5YVWhKi85xi
5oDE+k/bDO7oSu3IQjgyBbvr4cavfvmuHKngY1MG9RKKq+N4P7zT9GBci5HRnJL0RZXd4rbzi0fk
4X/Sif2Fx8xdrVXene396X6iMjl2ZRQosTqSbZO86gl08ZUuL09AKHFAq3e9Z/fblaGNKe1ibGP9
BNAVYiHUQPUpLo4Wq+XjsDmcsCYfbiU5yw6iFNHOKRsXr1E8K7zSOmpW/VVEUvsjF0OAQ3o7GsaF
oVBOqIknW00LFW2PRIdHV8GCYVWWwW3goX2eiSJ59ErP/5FJsd1tQk1upYNo7WFXm61xZw1mc2g8
kRzZ23T++zT61hUievKTFhkMrx+qR7OzSzz7TIxnrBbioSrK6g5DXwxL8l2l9rm+xSTdindmgleg
U+LrEPSu9ILbhIpbr+IdQU1Gu0xuoZvjBB4ePNd3v4vOa1+cTv8mlRh46zx9N4Hc1MMej0DqVAKn
S5yebga7GALcXALlAaq6tKmKAa9LGMLmFw93h73m+d59EQYVDuVR+ZKl/fDD1dTmPvVa3h4Ydm4t
X/G2llTKh8Ipsi1VkPwcW4jsFNjKA4xXmkMQa3jJxwL7LpDjhzg1tFOnZkO7UVzd2fZ9ajwZ+C/+
jeV4F2yxRs9fWDOyuzOxKdA3kuPYz23QBYfcdL9jwAKN4PpKmSWtMXVQWQGtaVIenT51XGAHmRrq
wwmVlq1SHELpURcvSbcGaZwpFQPK4z4J2GlkNI2H/eVu6zCy9EIjcE6dMrh/4bHsvMSWiXeqpH6J
Gy/chmoqYGFwadrEtTQcxvLfxg7EvePh6CnkbZNLPwsdeEdvvf7pJJAAeGuOzZVRx2h2Y+skV+l0
7TToPyNL3YyOnPiPbSpz/y8CoQhD75l8PXtYNppS5pGTa6fQOrfdUXXe+v6rJYKVjzo778bOKGe2
pdCeGLFEl3NtNKMjLQfQKeWi4BV3ASWXoHi7PpZZth6DmED2ICzSRJ+unDwE9lIUnXoaOnU34MiT
do+5dqvUb7iiXQ/1u5Nymc7QnAf1ADlixKpO7yC4g/mKgijqqY5gbfe/wrw9agjheeGdbf0Q5V2Q
P7Syu5Wwfc+wcKzeKIdvcqPYD8lJSXAGekxyrMKO+Sola3aKMA2/xRNY3fbYx7ica1muUcThl5PA
5K05uj6KCMeBVyW4iaJyK/pol0ufTOuAK8iuaQ9RZkFj+enQs3PTbymC3cXNqij0fFcLpgrcLV0c
KgvTH+WNl2EX1T0U7FO4+v25yjIUuapvBTyE699mKZT1O9j/I+3KeiPVue0vQjIzvAI1JZWBzMkL
SnpgNNgGY+DX30VL97sJVQrKd3Wkfmmd3oWH7T2svdacoeLIff1+iYcuyWXjoFusrqFwtGuFmUFl
BdrCRrpy5E7PNVhVPtmaX71PL7ZoUohmVbAltWcTGwxQIV8Ld8/ZAKwHoS42DQ3/xd2ps4JW0OS0
48waMFcMgphEbbBh36/aWSvzxQGoC+wKy1DHKaw2sbsJVmQF8A6JyqJ9kNqwsjmnhVgwsyKo+o+d
xe64Ru+h/EPsOPdmlWnUsai+Mfk9BMtEtel7GUK5LWjpi+k9/fgLoTIA1PdMkgzGvEWYo6UOh7Ze
T2LfBKas3xTgp4dmzPdGTkJgHZ3kT0YWgT3GY7WOQIgkzieQAyYfUNoIXedW59si37drRNNnNu2z
teWmCeH2OmkGEquc37i18+4pqMyKbOWjTh3rl4/yF3s2ClQv1IiPmqBrn+zy9o7kVwa0ez3IGH+/
fmdNzZAr3UMGBkadrxdqMjQ9NSFiGzvl35E+TwaN1NDv8vQOuub7722dcRSAZSJJRhUGDbdlSQ4F
8Ragj5rEaD1HNbQ6Zx8JT6G//zd28IjbgMsjplkcPJd6NSNOR+Iq3ekuhJiKTWbdm8Xv782cPQxg
CP5fM4ujN1qjIY2uJTGUykKq5S2UK7VA6enK55y2v3DGUblFdoxqJoZOFlmRVTmCG5LrcdfWlxx6
uJ1EEGu66sXl/d7x0EyY6l0ydM9UulEB7Tq4tw3JocDllJvS6iDMWPsYpRuizERk3eazfOBKCeTc
5oJECFTiHpB1J1NMUDGuRlGnxnzbDxNoqEdnJxUGcVS/krWdu/LotqBti9468HSL5TBka5tpS3CM
xuLg+nSj1zN3rBcqHUQq44BehLfGYXz26z7ZXFwTm2KMF2q8JDZ1J9D8w1RfGiYPXPHn52fq87ct
3rcicehYQWkrHusntGtt+y1N18gf1r5l8b71etvxMYENxC1XUo1XUk9Ae4JkMMlXtuq0GzAf3U/r
Zn11L7SUbjL2I4nJkIOh86Ypj6CUyx0/8kYQ4ECJMXUE6DlfmuGJETjs++/X89xZsTH3hgjtH5pl
4QqsBjIjWg77KrsqixvRXWn9Q5s9oPG/Ie3z98ZOIXj42s/WFh6h4GYCyjdYQxvmwp78TQ4gwWDx
EG5voxN24Ha/b3IWeUKExJvehqGKOp7uialj0Hd6TYUXdtBlW/ld8434Gjx/+V1LBwJxvS6DHD2J
3bIJfFACJIfSjUeOEZtqn5V+QPRik6gVSspz5+zTaiyflswz8jzhuDOGNUYss54cpUEys8WA3hpM
+ayL/GxrcaYVBAW46SHWSLTyCkLO2wTDWBCePOoiCcYUiKwUhf58vLPrattV9W07OBcjLwF6o9si
FXsBSeciKyMTVIdFMYiQ03S/sg2zkzjZBlTq4CaBdT5JMlXO/Lbw58NYXTTN3oVyo24dpDiOoghq
mhwhLxdSiN3P9Hnf2z57D2b005yCg1l54b8cVEc0PL64h9VfH08ipWASAW3D0L2Zw3uGqdPv7Z3m
RJhOBMsick80rICC+nrvs6rEUGNGSSyc8a/wJqg1Qs7Ky++8hGCurKcRypXbQRu339ud/cliiWEX
zz5uIgqjy7lJhNlgfbdgF3Mzoc6fZbLG0LNmYXHSctILt6QF7hJwFOizA0nyU7IS5JNA5+DPmXpg
7ix+XTwjTdOKFhVissKI+mmTF2uc9WdCF7zSwIrgz3lodv77T2lU19uZLH1zimtuvZWqirSe/KlX
C51nzcwMOcjYkL4vM6lCZEVHQRcRaz50sXfQUAwmNCi+3/Jzb4wPcDZCPTCYAtK/+JiCmC2u2zjG
hWHsEwJBz1LeSJQW+8LdQJ/iHmMoO9rKv53ZXrqFFfaChh10ML//HWfcHX4GijoIojEQYi6euky3
elSo3TG2ULKuNsz6aMFPTsXK8Me5hA7Id/QX0GE3547M173znLYzHF8b4er6sHKLPTdp2LiXpalt
0akJRv3aScDab98S99fPPxFlfx0POgRcUFj6atqooJw7StOKPXUzJe+OvKl0FE6LterVKfIDh8ZB
oxaVHqSuYAj6aihXGUA8DbHixqjIrrUlZDEgsR2gE0+PZtpnmwQIox13mnejVXqAAICFLSohgZ/1
cuWAnTnFkJbDEZ7nsDCSvdhY2XUpChrMhqoKe6+s9Oj5DSCx9sr5OeNY5kAJPXe89qe0Uk7RJ06f
Z1hcT0UQKz8a7nj4+f59NrHwyq4C9aEG5dC4yRrvEoPNLWTRMGjbAk0QMKte4/c+dyX+jTCiA4Hz
Sha+EvWu1pGkhr3OijD3EJhQmsZcStQWK9MP5/YIbX2CA4CMACjirwdGA9AjRUvfik2I5o6gitF1
lOJ23y/fmUcUFS7Mf8z564yM+GoEKBOrq83CisG00kNdlaKRmNofhvnEvNtSrpEfnV09TLHrcxoL
vrrFJWgKT/jAzFgxUC7oyTw5vRblqsBEycrJm/+hxaOJ7/o/Q4vFg0qjXXEDhkb03y7aYriBgDIw
Oln1RPG2Rx431274ucP+TxQR2Hn880sFLTmlAGoahhGXAM8EuW5Ood/xtQnXcx82w39mfQVAI5f9
UZIz0xza3IiBu9rkk3PwKz8yRw3uPxNb0/3x3BWu7aymhd0CizaS068HxBDCn0a9NGJ3TJMnUNmY
G9GIWWR+tLTQt5W9//5Enjv2AOoDoAbp1xl09dWgID6rO0qMuNJpxLPbJPujF2vQo3PnEJXk2eUT
DLEtewnClQZA0g6+itlQI3ciMyFbq7wx25U85ZwhBG4IjyFYByzV4mva3vFHL0cJQfZ6FUJj7dFQ
RhsYOgqHJuT5wp8v3oyPBMPt3Jdagil0ePXS9DU97uWLq96SaSvW0GFnwmAUPxF3gysN4JblgWBM
gwykhgNBeTceiFPZ9wVp3chOqH6wBx+xPufKiRAkFQQynIMbff+NZ5cUYIR5igPgqmWgxz2vTDKP
GrGeyisuyo+hhbr50GE8rU/+qwXFwz1nGLMMwfxjPkWVVQmhEUoKI0bQErTGb1HvR//h+w86d+LB
m/AfG4srRsdian3Q8sQtpr3DwZ6euTGAIqrpn/9/hhZOsQcxcKE7OB0ozO2cDNq1Wh/la0ix+Ugv
Xe/nz1k8KTwbigHKOnqMG54HonX3IIhduVZnlwyQDXTP5v+W6PnKr1OwB8CGUV3UyWtj5QFRa4zU
a0YWhSvWGZXemQkuk31DhA/Kpo2VOys39vQ0I5nErD3GyCCycoKv4dA/Ed2AsNBkY3pMlf4I2i2U
GKvmzhf5im893RpUacAiAF9uA9K1xHRBN8xnHDiYWKeD/sByX71pQ2atWDmTvSDaQwsVoBr8ibLA
10vj1xi06bpRj7UB4usIdAHAeR8GF/fzidsWiBXpTuQX7XAzggZtYr8ruRI7nVlVkGegr/GP5+5E
EXpqphSVwEyPR33cpm27GUB3bwhtkyQrFaHTJQWfFsJbwJn/6ZktLm+aJVXPINwXV8VjkhVh2/39
/tKefgoMILF1kdQCKbvkVXGljZ6dq/WxWTVbHImQN1GrbStv5UPW7Mx//8nTMZt2egmK9DiFpxMa
WGTYNrH3dLV9d3qt5g/C8A5qGYhflm9vp0M1fmiMHi2TOhId+dXLmYZvDYC3ZmbeuE/fY5RDOdqF
3sd1Z21NUR4q1nx4ZvX+8+2Z4V0z0xC4VJZT93qNl3hiUsZFEbvgF2oaGhT2GLXi5z2CWW5gRuIB
/21BlurrB6Gx2jkdFNHARb2r7dve3ztpF3jlg0rfx+Ll+886t3o2Aug5mAC0ZUmSAIEjo5K8lHFW
WAEjd3NS7LHNz43MnPFgxMSDcaLoSzKtzzAq3ccVe+iQs9XkxlrLos4daw9VlBk6Ajn1pcsrhIQo
kusqVMvLC5dZ135jb1kvImZ7h+8/Z96Arw8fEmrXxn9zsHASKoPijyFqqobYm2Tg0oPKN6C/ikz1
UKzKc53bn8+2Fk95IvxOoRg5xJbCIMITQAQgFX34/nvOL918AmauM0x0LA6cnmICqMPSWVCy0NP+
X6fNNa5Je/u9oXM+FCkTaiJzX+UEbaJS6WfCbIcY+RKm4HhQrTHzn12uTxYWy2UPzC8LXwyxMH8N
zUVSoG2xJpFx5tnDKDvIS0DyCEgzSsRf16tOOuFVYw0jw3M2PlHjYiodkFJVqNYXgaQvHX1JmzrU
jAthHIXku++X8UwZDT/gn97qzAMCFObXH+ClXlb0rqHi1mEvvWteYITrvmT8ZvLMjTk54cjNS3sO
yx20EyZHvP5XP8CbmaXgpE7SDwZMSK8MnBgP7AHGX73vI0G3XDsQ+ewVG8n2nX60zJVg8Nw5xVjT
f6wu4jQovo4tdWB1tFnA+1jj0Zh/pGuMk2tmFpUfKPNKuxgdFXPvxalfWbNl5cWqHMA5J4JpUODc
UL9AU2Ph5QWdmrQYFfZQFCwkQxulU7XTfG+Tk/QVwNLn7/dsPvlLp4VS4D8HDOjuMpsyE+6OGXjN
4gQoWYMfZhEiORx0BQYLdNGqZsXnn37fPL07c5G6YJo/UX6dqD2pzFR1nLljQHM9KPtX6MnoftQg
6Pjpt4HUEnkVRidRUQDS4Ot9EL3tllmvmpjkZaTLi3Z6sV2GJ1Nu8nqrkTVusHPf9smeuShjF44c
2FC1TcyNPtArP2js/N6ivh4QRvcpqI9/XMZFjG0ALoAXDNnQkn8CzPa+XVukjguSY5SpgAMtwrHy
t9+v46n3hBm80XjZkPgD6P11HbV+pB5VWh17hhf4yv2j1wBWD4laa0SdcaGzJcSGuoNDia/6askc
jCqbsqLB6a+Cjh00fsCQcUCcYWNqe8c5tPRhkjp+RBMYw031UxlpHT2Xz/aX74SVS1lPsO+U7F1Y
+pEmRRegWrVNRX1r1WscZWdW1sUlmPt6s9llnydJdDeVtGCxL7OtQ8SmdG76tWN5+ryChwIriocJ
FSjQh31d1EqxliOwZ3GRvncgUOmGlbnENQPz338KtUnf2r3hwYDhPHPrr6/ff3/+Tj3v1w+YV/HT
v1+0fabsTrF4pEnQ27shiXwwrbKX782cub7gZkbZER3EWZ1isU6Non0D9GITUyJAkykssKvVWQzm
muek9160tLv73uDZ3fdQpMZEHQ780j+hHdVUnac3sd1DPccfAM7mqXup+eKn3Is41zPcCt2EeX4C
SfnXFfSTsqIYkmdxynR2MYx0uGtktsaDd+4cfLYy7+OnfaqzsQeWH+egIdpFqawrJtfEAU9NOGCx
9gBoR1sEdB2LD7HMylUc1dvYB0eQCeVwoKlWagenuzK3ITH+Oo8PgAJn4YPGPOsIlUqPvQ4sHc6m
cMm2dtbgHadnGlYc6ADgsKHctuwWcCh1eYnGjZi7KmjcgzZu2BiTNRa6s2bgtYGchv70CU8b6P3d
0YdSfdzo9Z7Y8KVTWl0jikEb1/t5uxjZHAijkNhbIDoxF5vT+y3Iw5pUj2tgclTTod0CrQNGQ20N
dnlmj4CZ92b+oLmYsISC80LaEH4uphhcKtK5tcq3oXj66eWcmx6IUtCF0LGAi4/5pxCgNQLVv8ID
FxoP3fHCGlZC17PfgZtPwIWFPvtyhi+zINXlVAVgkEYalEM8QPbB7R/+iy8BigAHGhO6J9QdzPSk
VoiExIzeYBYk6UFZvlZwO/shSD7Q+kL2A4Dc16svixavpo2Cm2NcpGUX2NONMtbGbU5jVThncKsa
85zeHNF9NZJVBaaIKoBtMfVqFU9ae/DpwRxBAmfzoF5rdJxxNfCUoDtC7/VMNqXS0gcZJSArSW9v
XOU/j3Jt+89kbGiDzn0UwElmHOwiskp6DANyKkhskPFDKGMjqZ0hBWb7CrlMZvO9N1gbp3E2BrpT
AmrAP44goYw7ly5nGjOgTxcpI8dADRik/CkW2qM9XpnZoeoP3x+/c+uI0gtixxlJi737umsdtD81
gGgnQH/co9l314nfP39v4oyXm+cB5tcNThWzB19N6InupKKaTfAPg2K6wQe/5mgH/0U1CcuFnjgK
SSBjP6Fg7bALNuNAsZekmQJWu1ZAxiFycjMPGRt+7oIAAPpHM49GBwAfXz/Ly2s8hdwhcdvkod0X
QZXfJ3kWfb94p2HPDDP6PyuL9Nlrcs0GmQaJqWZf0UYGXS1h7V3Lu51DHr83duon/r1CKGhjJA1R
3cJPdEKkIh+yKS4kyE+EHuoW3RjaSiR31oqBWvn87kENYHmtMqf2aAXckp5oKfAz0+2kaoCcm3TF
f59Or2PGHmHV/1paIpcako8MnU5Y0o2A0vvEffbpXzt/aAENIRK90MwMJ/bjwBH9IhCGzk4QXeUl
IUliOAN6kgPOey5QLBsDIW794tf3W3V6b78aWdxbW/KWCToC6SbJxSTU0V7lGTo1gZI56kRzRKpD
x2NxwM0+V6whnUB5+cjGSz6tMSedM4BB0BkIMs9DL18MI0NpKJtsfpeNZQSOtyBrV6LFU9cDtQSg
PWblZvRnljm/I1nDCRvo3WheMO89yx/QL0bTa//9ZpyeaKSIM6vv7HagcTj/jE+hdVUoEIFbvL6b
6/FengN50UC//Od5Aswgqsat+QfYml/gT2ZE1bsT90h9l/gEk9PVpirW1IvPXJnZxkzjO5PAn4yL
EgMy4m2h13ce0QJd7m0viVL2pyiKDYUcdIbQVDESsNWhvlNHN9O+ADuDgV1UGJbQTQw/y5QqUMs4
1A/1xnxz03I32fVvjxuBn/4cOjCD64D7AIILQJPlybC6om3aNqF3veUEJmsCjWNK7cdUiTqsYOAf
JDMYi0cg+XXHhrTSCozM1HeSXtoJFGc5DVp1DRL83fcn8Mzq4c3DYYeQEGhBrUVxSxlWjdLQmN11
dHjpaz1ClwpEghoIefvNoNzn782dCY3wmGOcGJk4oEwno9VpM8Gg8Nld4XykbkgHsCV0NCz7bUd2
qY/Z+WLT1NcJ1Iy+t3zmRn8xvLhqwnHbyTUTdjdo6qpzVOQO5rGhyQFQgPB7U2dAofNHglFnbh8D
57eIaAmG8rnlEnZnAgqUFteecWX1VwV7pdLfON674z+YmK1InC6Ua53r02h6jpbASoH0Bj5ySaaI
rliqC2h+3jHrdycuffMIUYiNC5EQvk/VtPapZ1wxirGIzlBFRBayTHUE9weWDordVdOtC/5ABglk
Aum3tARrs/3HSfcWB2cW9OAzADf5rW9uGv91Zb3PHGKEOtA4muNdE2OcX29LzkCjZxlK3EFC/UYH
n2mA9CtKsnxrpOYDxK23sjVfIFiNHh4NqEk2vdZu0zG5pWNHERnVkZ4D/CbM5v37n3ayGwB6z+Sq
PvIbJJ7Ll8qujVGfhNPfQ4mjrO9Bt0/ETmmgj3WC2lq5XCd7YQAgPyMzZpVoiyyrKFqrqh7RLRTk
69eubkOpW9uffs7cAgOzM2Jy1KaXu93YbNL0PBP3mX81DPDszlFZv033cpz2Wrv2bJ1cWbgjuAnU
U1CcxmDu4hppIC1WXlOIe5U5gU47TJxsbfcx0VYKnSfHZ7YDMqIZXAfA+jKVYZYPopBEinvSedHQ
pDec01DXKQafalA9rDE4nDz6EBWCVCQAQpinnkVAvp7Wym/BUjQN6h4lr0BXf1IX80YrZG+47aen
AfPnaFyiMAhu2hMwFRdySlTimPft0EEtI8UA1ZBbYItwE+MO9e/mJikwemIkrrkTEC9tDgrV5MCf
6EBDfyAjxB19h+8Gm1ZH3nUfredCBsNNQEta+d1Gp6n7PulZ/jiBJ08EbkYrEVpmkhwsZf5yrKG+
HSg3D2CncMGU5Q9FVAiNbZSstZ0vnOEuG+Rwp42+8z5TDvJAVqDW6nSmA1qU/mU820q3yIM8R5LE
OUQlUaYUYZ+6CJL8QT/kSfFRaGW2ZR2GdnyrrLamnvE/5aDL4yDG7LIG/3jAhZG/ZXUmJNhcQC+/
yTrsdZVa20mgcRXyzH4TtINka+bmL4J3ThloaXOve+qpUm0DxoipfKZQnYlkDqYUfL65ZRRkMb2e
TPscI0SBJ/VywxIN96ArH9GVTo/tqJGNKbWPCSOfIui7ycgCN/XoX20cskACQ7+BJKZzzUb9EYPh
5aMADHOvM2GEni3dKkyryQEfm4MW/UYGxTwlVHb+i0LI2248jPbsdCbfS94/6z4k1/RmNC49H4se
1D4YJkTHhteCNS42p7EnHiSUPo6smVXqNT85jKbZhtQorFs3V1YTeKKmVVTXphdb0lBBp2U0TDhF
vlPqIr11zWb8hbGiP8Cvt1uoNbzVoC1FQcMEJUlgkcwGW2rvPSlWPQ2t92xME4i/UJYmcQedxAAV
MYBltTGNyARx+YD2KZBkjj80IpSaVv92PGT3VZqkYd8m9V2OCGlv+eIBxds3Wx/itC4yI1JgL8xb
8qfTlQiSxhlu/HZSXdR60m6uWq2ROyXqv2C2dZMt73SBwe3efnDynsswYWgeRgAAAleY9h5Ut6HL
kN8rY3ypna6O7EZzhmA01F0p8jedY/iw6FgbaEX9onT2a8i4Br6VzAoTf0A7oZYqTKzcDXKWeduW
OeLga9IBiDtn9aZi0DmICOrnl92U5TxgJn+0ZvHlgORJv3GcIt81xZSi/9GxSEd/6i8rB3YoS/pY
jUMakKa0NpDgfJatZj45tdEcxrH9zZ2u7QOHpfUFiHi0UHb2m0zNyY00F0pve5pP+u/ezpOgbCHP
KmnebQxgQ0UM+XmAzThwOVRB3hcUsM2myXMMWqd4M8fOeaJQUjH2oDlNs8MI4hTrJiGg6Z1aMQXc
7poIZNBlOPS+E7lV/tcpeB25bQFZtMazq8CGxGG19YZ+wlGyjcBQ5FiMJqkDkDNyfmhHagXAv+mh
U0CZsE45YFVVYx1dvSr3JGVpiL5KF5GxjI0M7evOGj5yavKdU9E0VIllh77BTWMLlV2dhO3o/TYn
raVHBYnNEij2q1rVEGNNGvFoUHocCy2u3IZpu6lnNcX0DemBWcwfkqF61b0CjkflYB2N7Fy9MABw
1AUkkIuj3Qu4NQneYT3QmPnUDgaWDiGkdcNMosyw9Ev1WBOaqkNna+le2Sy9H9EB1yKhS4anxK6D
UkvNnTcl6YF3tM43hebKZIeTelMKsusSKGJLo3xxCdquGIGDHAJ+QNi6bGaM0aQM0tQApYI3ZLcC
7LGR6vsegnS2ulSE4/LVOSMgohwG75fRed52yBLyKxFgndr2Iik3oJzA+c+H9GYoIGmHmoKTBnVH
vGuRGzSPysYWz54wx4cu4x9AEpNL2vW3dYXN0KCG/oJyhwcOqLzNQr90OVipLTQcswx8vZOCLCek
h51janvVFvpSw7vsRLIzewj0EW14nOriVS96dvAMbh+NygERKMfxwG3Wwt7ukwB1HsimaiSPkKck
QT7U4xbc8+NRKxOtvjSdHtRYFZ0+AEMptJ2JXM/4zVvXA9KwgyBHqQYVSTj7oMosJzJQnIqkw0Fm
h/rxRMLKafxAKQtizF71q+emCiuth2+t0UI5DCzT6VWJ2I0cJRVQofap20ai0qxm39R25m8amoFd
ycAwaG6AnVvrhphPOZSMk3ZvyvG1GSsvcig6sMyY6GU6gbJfZSCMBUkoyKOrD9/L4CNZdtO5kxG1
vTA3ULHyHomCY7VVD15Zi2mveDf+jlaek7BrGhl5BkgKgqkHcjCoJWEMn57k+s7F81dGU1UN5W4c
a4pjmqVNYE2dCSUimVdBVvvx6ECllYycscCdWT/MLhmigfB94WrhVKGPp9d1kKf4icQEQbGqlLlr
NNPY5BmkmXLpFVfmUNKgktWOgZ860bEvXY8fhpda3qMxQG4NkdYhGpC4o1bPAcEogOwPeNXVT7Wt
V1s2EmNj52WCQ5u0984wABmaMB4roNP2JhDlR1Re0101TCAM6dTfEUsZ4sFloYciyK0zQkFsTnYi
6ptqk/ZFgvuoda+cgQI/NxL1yis932Im/LbRebKptaJ7hT9Ur1U5jhFcdXPReFl752HAGk7CxYB7
4qryujMSfQP0nmxDIEjrroEmGlTsrjSpqzdJLQPyKMIMUanFLez05FUI+ktvHXvrwFNAgCk3wn4w
kpBpsjw4kFrd+a78bZndHVH6k8EsHrW+5t17rDC3nswcEeZDxUOTJ+DVtpxkr5uQCU5Y1kC8jOSh
hdmm45g5BWgG6vYA31wHdeE1mzIX7gMeOH6tzFJe2CXYY0oDd0YaDZTPKOLMnSotuUuMUl36kI8L
vGzwjE1JugmDzDW/chLdejX74rkzvOxJdUUT2IPHLyt4lsAoCjRCW0RTzOW4TwNCvFtv4j7baP1g
Bmlh1r/bjrgYjAdvK0RqKhqMCfmdVl1ZRz0jD1Y3tMNec/qyu+ktcG62ILYLelNcCN+IO4vmRz6N
FT1YsijLQLemXoCEXxxJ7t6B8R4ckIBzBo4tXlOvu2UFb/aaT/PQKLMdgjjPHoAoHrZFluxEK/tD
Ca7tSNcG5wBgXhei18EDQXqIpuUNMHFCnwrANPGOmyMFrVWN5ri06XU6mekmsTKxGTQQ6wvSRn76
jlEGGkpQbW5wXgAhcswoZwzDa7437fAG/zVH/UMxBf2htEZrCkWL0t9ZhRfxxP6dmjUJpjJBbwxN
bNBs5LM4A0W+l2dghFP4CId1EFib283Aes+M93ChKvsjRFFtB1Zi+tdon82S52FlOK/TaOcXZWff
KNPIItdjf2lTe9dFSuRvaKqTI9iR5MPkJclOr8AGaWuqeKzBerqhCRn3KXOUvxmtihRXmAvhATgP
00vC/QnY8tG59FzV+JEhpN0FGN1EVFYCyrDx1YjCtoeXzq5l84ZKHSSCbIvSFzbiGQwIN7N7i3TD
GGo5N9+lcsWrUbZvgLC/q9SZCZtAok374jXz1EMyNsMdFx0Cwgyu50jarmegcnEqAsV4BdICD4/V
78GbvN3gFf07ogkRId2zA2rlqP0UneCbLNX4xk6qceOXRnHpG5m4Magit23n5FvuMBtb4ZRlWKTQ
dghYPiaPZccAJEqMtnKPnXQbI0hBzjdFqasZW80gf5Os628qUB0Lx6EbuGTkEiTne2gUJVVYN7oH
CW2agjW07hC8CkdgdVo/2zVwVaHSK/fN0kRziXwCw46Tlg3qWFuUGw8Vc+p6D4R1zrYOgt6w6pNi
W1YcHIx59sA783dTIvxr7CI0bTnCF0okGv701/f7Du7dhsdx8etLbP+Gll75XEHo/jgxo9gMBbor
4HXp7jtnQmjfgCAtN+zuQbO0Gy56cLn5IIvu01GGxJa4CkWC1IdB1vIBu+l1O30s8gKq4HWfapfG
SOsMo9c9hmoRtaIA0knOEUtC9ytVZBb70JzXHhv0mlS+nV7ZHSoWbpuqPcmHxjqwXr9GTbEH6LU3
m5BakuyrwjblJvME8tp0RM0HbSHrmju5FxVZ9csobMS5wHVe636uAGxW2UWfotAe6EjAnzTZpIfc
TFIVMQPAGa12ALVDi7G58CEYRgM4/ex5cFIv0NwK64AC/bbC/4/epm42G7Tj3x17Kgm6XIiNrcG7
ZV3LoHCU8dBopzws0+KB6CPoM0R9T0n32KC1cGH5DKFfOnV4+zFmnGSU3jSE1uEwJeK5durbic3y
MUS6IWaEcatBunnQDaCZcx1cNKnRGbjMphehsVJfACtLxB0I/4zAsxJeX6Uq4/QauJy7ziFvmEps
5TFJO8uLE0KAh5uIrIKEV7+oLR+IWT0aXNg4r1b/nBGbPXoQHGKBZozTM7PkcN1zcfRo6kR4RAHl
ZL731ufTs+V91FkNrgymkX3q2NpbURckAMe+j7fS5Ua2zV1F7xJA056dFL/eahr3o58knkHLjDHl
Ym/GkT01hczDusC9AJXQn7aH1CAtm2dLDeCpgD5QkA28CVyoEmKqvarD1kQjXQ4+eUBM/Jh5Vv6M
GR333bSz7GKC5BOe0datgmpImuukMQYZNhWS2wrt3U3VV+NRAh5ItqDaTO4ar/brCLNTNdtPlrxr
oRymjnk5Q54rB/le5gNSIVXyR+/HP2UnL3sOzonWoe+jO903jkFL5FIMEpMy836ZSW0FlGMGcAOG
NzxKEFGUTeB4aLF4bs0RdgCciIpz12DDMV9kHPyucdGSt/jBbsgHGewPy5dF2NRwkDYlH0YLFIwB
VxRMORYDpPQUpeshw5rxpHua0GYJRw88Ra6s+r/cmqCbCA29cBTuBJpHkaXHru7lBWSypBmUih2T
KdXCvLXRKSmMHkrPZeo8DwwtQD0fb4fKcSNk/cgCFYhIHMwpCpI8ayzXAteurN2UQxF6nEzwxCov
2zZFIvHTch47qoaw/P9w9l5LcipdtO4TEYGHvAXKtqu2UuuGkMV7SMzTnw+dHXurqzu6Yv0360ZL
ygLSzTGH0eu1hRmm7Tf4V+QpLNy+y6xmw47n6nZyDZ5hhAuTLTkm8+OSf8+Q6n6Fi1PKPTBRe5c6
K2DA0SP90TEflzB1nxvUt3tnbJPU12M1u4adaj3XGaa2nrQJEGw6JKQed0njtbYN87Do5D4FYaU4
zbasCnsnh2Zr1aX6hVp5DAp6YLcSKvamK6pO7ApD+55XpHjuZZSFHnUVIu+InYJTUHiiVzEqcsWy
qyf3K68+9LiV0JR1ucTOi/pU5ea4zxKAAUfuKRK3IunFUW2d0U9zHCBv+z5rzWtRYbU7WIl+TDq3
9UHH28Ac+xcHIGNvK/qriAkjmSrxHEseDOtZz46t6zBVH8cQy/Qli346Xf3KxczZLLEhDmNLbSho
LkxONj7WUdz3m7ZVc79Vxzb3FVUtA6yXkqB1qXX6OfzhDDL0LSUvfMPM90Wu7/XG3lfKXLTYHeoY
d9nLpuF6Jex8b7RfXWPf23gRz9ZvfYrabdfU2pURY2DjDVb42wIU+R47PaV5qUYD2XqrTiEv7yhD
X/QuwmRNYmkT1l26HYXTednQ5dfmaD4mc6O+zkpSXxWF4+CtF9bfRdkbRy2X3aaNF/s2NM3xfmyj
kHJzsAPVSZ+KfvmZRpW1k0iJZq8zYupmFZhHxjXC/Lyzpic3F8+louYxbUEbNC5PJIEyi+JnvSYO
Ta4UQQpVsvJCDpafIafIM90jqe2XNP1Zc0W4iiZDvUkiuwkmLP88lU3manFr/a7XChMcp1BUT5oh
AghX+Sr08WTiz79rS3PcVGmfXI86So0QcoeXDOUfN169eSscONyUYFpMl2suzIGbqD/CsIQcH8op
CJfEOUQWrgLHCdn+i7mAhWmDIr5OQ2tngcQAy/WtSOvvzDZd4N9ZNfcAApNAVAvHGzRZ740urZ+T
MlrNPpwvUugykLmrPYyjUf9OhkYWXsjOuXjcUL7WHAe73qDc3U6Uh/gR6Wssol3XPzsj072xax5a
rddReKAGIXQ2Hntf08unMrOnI6csiP8s8ula5omznWT9Y4oyNiNbjsP90OnN1wZqHTT5tthErSJu
47LByzMa8iCFruR4bVhMwIfiG+AAkcp90X1ZaIDe2RM+P77rhguPxVXlaOtNomLUFzrbMZxHXx1S
tHi6+zJ3bfJbgISeoIx+sXF42i/6bPggwwubRzybmyW0v2hAefnCpmojfYP1HWc/h1Yn9FKkHV5Y
pkyTIOoG45tWhfbLPAMiJeHIBigi41tPEXqlLG7zKxzWL66aJ353F0xtOPd+A3AW6GKQmxCfraeQ
UElPk+JBl3HoS7NyPN2oWIhlMXq5mZj+xIaz7c0q+p6GavNQOE3/oHXdstWX/kbao3Gi4ZsO3qgn
a3mhZCYzyZgmtliq40a25GUlC1hIOlr4HdYAVcfFsKedqRbzCRKOe2OOiLHnwsJgnI3ioW9X6/FU
LV0vF4okbyoKwVf6BY8t2li232hGdqFv876Tgp6A7D2CbmiQv5PkNRV3tjiuHFa5dZNNgVXsTODv
lpvk5w2i970NmLUwc1yDjAQdRsDb3kZva4YsasEGaS7J9WyVjwAu1l09SPPCSB88koEibxUxIgd5
1xyKYgB4PXPVR037DTDnj1MIJplANriUEPbBSHTV1obu2rB+JwAcE8h6MB4wJp519rRmbOUVXRMd
O6qEUip2wwvCOWPlZr1R7+jwOdcEOVSakBTP6Xut4bAVVqXxqAkqgUixcr9IcpdWatvdLMUSTZCS
aow0QJaiQJk0YkpBu71+0ZqrRXOzAzhn8qDRyvAiDukdN1nnlvUxXxvFrCq72cYRSQMKvjWmb3N1
ncje3mea1W9zNSIbvIWKkqg1yaqhlXZ36uJEm8lSFYyiMu0hTZnfn8+bD94xOkEYKpiR0Eg+1ysJ
1EqqvbTGowuYJPKnWSfaddlRK3w+zvvWPK92tWkCVqQxy3d9O0GnDCOnITGNR8BxzxhPA0wyrs5z
xy0YuD2arodhpxcHzhqK2QschPctObjHtOSxt4DTSKfx7eDOrI65HdbJU1ONt6VWHA3tQivz/QhE
u+KfsGa9w3W315n1D9OHHKlw6tKyfKIBSZjnfAzz4cKnOmf6QGsFEYBEBmlpnZznbWapmSRroF1/
6h3MAPUNub5HZXhxkMcOw2ERcwD4x8kUXyBL/aUu/LMs1oYpa5CPBzOLVX9uy09SsqFF4WQ8zRP4
AoyCzPQiiuBnsczGLinBtdqwekl6a/wdFvrwe6xscVXWY/inEHaBpYSK/5FZbQs9FJ5iYCHsWRJ4
0lD49H3ThTF3pdh9iHG69MWgx3du142Fl4ieRtlRGr4zBmMTUYtOz4qLjXNZdxuRtGJHJVzvtMEA
oASVPnQAFuhMson2ZSGy/Jr2Q/wwCusJRoIafD6pjbPVs74YWv+wDEyMyFCNnZF4jDFJjBrvoyfE
aJCawyy7jRytftb6KjqpVpMdFWtBwVOFaRA62BlYWW3dcCeOLE+ODqnrxmAdaz2zH4qu6ndsKPof
exxvQlC7vaqPLlurkgZNqtQHsXTaLiXPZa85Az15rQPMc7t6K3twHUkjdKeZ8eTPCd17n3qj8+ps
UH81De9iCNfwpHkyrgBHLvGuzw6f9TUABkOcJNiI3IJz0lTdh64o3NB4oo3rmZQm03SkifT5y/6b
eXI2C7FbX6lZmANgVnO2iIvF6adMROaTMztBle/C7qvYSTZf8xuAHR0jowqy32tzDLec+Zet3dvO
N0kkiSIv0VRXFti7n4LGCOYWejOW/NvVrosuhCZamU/6UN20Tb4ZzfhEdjQwEEKqeLnF/8i3iMw0
Km2jV5e8GT+YdivD8/8Of7bZgD4MQ5owvOyAWzOaoSelvorMSzbA56QxBP64YkHsQT2IxyR8o7fP
uXSDIDxYM285iu8IsqbxyVof62xr5E26GdPsrnGTr5Oy0brspJqXzIHPTVtXh4H/nx23uqmZEKve
/oBsxC4XSDW60weuhdUgNF9XVFDFqn4qGjW/gX1ZHeI0M9fTWD8wd3rQXJZIhmGApe4HN4/8SIo/
S59aQYoFHKDiBBmsleOettilUJ1zyeXfX0xQMBSTlZZJ6+ztL1ZbmU3w1+O7rlesTTJpzUPSTnMg
0ctvJcf/7VxrJX4WpeOlse0GoTFua6BxtZa/knLILuxR53NlNTrhvs+7MzSDvNOzVWOkat7mRZ7c
j5FeHuox628cLbH8fKBhQVTYJQnm2UHIgmA8BH+MyB3KdM/mZqrX81INVQqD+5cA2xOXHH7ON5vz
Ac5ecEuCVlcmDNCGdC2dZ00+tHJzYa85X+DrIAZE5PU2qBKQcfbWqk6LW5gd0X0yzldZUt2airFz
FAB5vEnuJnrgmhUGYRKeHI02Yuk+f/4DPnpIhD+OTqTausecPWTfuwkogRrd5/EQRImx65y7ev76
+SAfTY1/B1k/5T93FgcGj6FBOrjXZyJgkxSSDoilco//9ecDffg0aIxQGeEni0/h24EGaxTg2yK+
B6D+ESfVL9uGxyDkhRPijPP3d+qx3lc3P4SG79jpWjmNVVIa8X2aJIU3xHLfDSBgifZY5yPVl/Gn
0S7tUB+NCSODizMeJesV9+2j8XkqJLBpfC/sH8Lap8lTkRwJd/Qa3GVH5z9KQtdHdOGWolVAUYn0
+OyTRVBfyjGSzIu83NFG+u602X+7yf6fISD/2SYJTGRUv30iqYayQLIZ3dvzvAMtu2rhiXw+Hwgz
W3/ovyco/pg8ClUxmlBGOhdRyxp4gpbqclKWPtl2pHHTgy+ciNJca0HHstYPifUqaN7eLlnZBEqa
50Flid7PuJTBMx2kP9Xd5PV2SG6XFLA4IrClpaSBCwhEJmmOUHsv6WN7uVEOj9FgAH8MebtPCt3d
RGNn3prziH3bNBhBD4Hqpppcuc+16MWou/FLYRrTr8wqxN6KEuUlm81figOJX5dt+mDHWbHppsYM
HNkB0FsEH5Iq8YMuGBCHoS51EQzVUBKsMBUhUWJ1sUXyXB2aZLL3kdlKrx/sJYARXVyJZJ43jQp1
wOmguphNasIHMDCpKiaLALLCoJM/G/sqruubYanEbuHM3nb54BxDCUipVWVN49syfTiVKpxNlUDv
Zq3pZE//TQ8VDk4tmh+cJE0eRgTZd8IEWDfN6E/lqqCdVpvf5ZPVE4UR236oYsQcZRVFBh2Vm8KA
DIUwRwSTYY1BA5a5Gdr+e2rQUjOtQgNXnbUAe8PKq2Jsyp3IVm8LvVQfusLEhs041CC+cznR9QmL
TULeOnSJNjrguTQDr2Y3XEO0LfJadtjU/WVZxRIkKbpxLIKiIE8TdZOqFq90TJWNGLrsK23A6nqy
SpX9kSLdM+3J0a77JHlAt29AP5lCTKTED6PKxv2cyVry6jEGxJ+yFHvFHGJ4KvGrmFva6hCpv2pL
4o5wQMxo8Nt2ecVy3ep8zNeKO8VVMNzFc+cHKqHODEZXF98SN1Jf9b7vNsrYKqmvzI7zrM96+SMk
QOeJnlZ1jfIZEboufrdq2X9ZDPgWvJpHJsa8CYv+N3ZgymOYhct1Ec3ZN7eoTPdgJPQLLGeY7MC0
EnqJ3ahDlKjSP7Fc7IexA39MIgF6787Rvixt6cOxs3ecGPFDqaYuZFLaCC8CP/cfSZ1IX1VitvhW
H7+HnSjuKT2UIBybOPJTJ4YPNOXOjdGMjw72dVdtIpfyjpZXtKOntfByugSCpowOU1G0t0ndmxut
T2c/XifJbMHOJNHgVJuV5D0nPzNjTr+VkTvcxQb5kiUv4znlfmkfwiovtkCw9uMc8u49W4+jeweW
xq2ildFT3tTfdKcuvnS1/pqFtkWiLIx2aS7AmSPEcZo2XxdlsrZ8pOmOdyu+GHOv+6WbaQFNoT4A
Zam2WVO4QZWpr9aiWBbUuk73qmTA/tmq+U9LYQmHQryYtEOBxosyUCOj2ziT2pGlYRLTJ5wiujGb
fuBBXZwzsFue5h9O+kPqsR+FJRyL31FuLTRIMqxQRqzyG73mf7RoKdqdk5K4nHa+OwoZLHZYBVYv
0m0PO8AvAaP9Qk20rSHb5mBUwgQLjp3nzkzVo0zgYObRHPllZ5j+zJzzxgWvbrj+qr80XYPJiwO/
YxgVWio27TT6mrQ5EgQqZmY0XzppKj/Ad6W3mMC5hVNLX09y5cqOk3G35G7hFwD0UCml6idWWvh6
N5SkLyVm9+jkEFP1MHF3UIorvx2c6Q90EvWqxUvtx1Al+QFyhEUjqIJMoWdQw+c2mvdsPKqPXnkM
clVqLzBXusoX+ThcF0kT/7AUSOZe0kbCN9J2WTnI8mikjbWrR8XBnFGTX/Qho6id3FrDaZ6ufDSP
7r7GrC9oqhQaP8woL83a7Ekv+mTXJtR70pbxlQQnuZ/CoWYbV+jWCFJeUm1Qb4cstba5onQP9BJw
fs+7IRh6F2CuxKB2cLPqJJXePiqaK/Y9YYIbKBzZVzrtxT6dZw2EGhZhn6uQ7JOqOtodqHeY9XRb
hmapfneQSjw4aGmgqJjIaXRp01DcR4oWBnra/cpDhA3JSLiemedfuE4SfhcpAIioTwIJ22KrKvCI
FFEut9lIAI/iQvPJmoaDgab5TdfQFIdjLj09x+ux6iE7t2ZYbuBson6K6Vse20ZfPWGz/lqm/bBN
+my4WXT6eGrlthujdooNrLDZN2elCmJrNvdRpGrbsIzEZjJE4TeRNnzj9M03c5wmm2Uqcs9RauD5
REk3dcaclpVpH1rTAoqwTVAYBQpYPGnippFD7tstsUGdMP/kwl4eWzdqH+q0LnadwbDO0Fpb4hxK
5GDZ9FL2uRM0I+yolfZ3CyEEbuCQqodMhP2uVrp6E7PrHUWfjJu8kPa2pY9D/oZqHdoMNq3SZvbB
BNt5HHCUIMiPpB0uyU3g1MydLnP0jRNLO1gKsBBlJl/CH2vgk8nooiDq4TzDFzKv89lV9kDYyt4K
HZrGMe1dUSEwLUY2jVnJ2iPcaG0DvzZ7II4j2hl0+x7aKq8PRbsMzw2JhoE2u+Z9C0Vgw0FGTJoi
++/ZsPKu3bnxhAaImVr9uCtJYmqDlJfl6SIqN1ZO0yJDUn3I9dAI4HY3V/XaETdmQeAak5glnfSP
5mQmP/FASgPiJORex10Ueo2CHeIy/KoQj3rAgKmna0yzKau0K5ZsiKuCpm9XqvXOoXXozb277EF8
WGShGwUpfUUfmvriGUtuHvpSkQQIUfgfKQTn0YtTiDNGZz9maYSvCb1iOvQqc9Ze4iAPq2pTD6p9
rCNDbpvCcjxX6sUNbZfIt7saDnRlFeB+3K5iBwTEmCDThlH5mpXq4oXmQvKjvnLDcfDZjq5JuIya
u95c2h2aJRTMc22JTT3BPykb+6e7yJ+tMzmvUiIVC4np8dNBV3etrFIPfhBBBkkd7vu2Nq9Iuo6g
oMfJDrJe9ZItSujr1tDvsrw0/KKD5dRExB+rRexsLbVqdyUY2zW3AubgLCtvGqBCtJUUG9CdNa9L
WJ7m6HDDYIXskrACriSZFS+09bBJeywP01VNACZlPkxmBcs6U9TW1wQNVlMmuY9r1YjULJs2Ydcl
+7KLh9NCG3xfdUN3WyzAVUrb27esoxmaURTdVV2m3rZlRTqX1JVtqinjrhoBD2YAQMcr4JYFuq7V
2zTrwz4YBmd4nPXod25VxLtbd83KRiM5ePxi4xsz+9WitN8MZ+5OWjNkv8y6z76KxY42VkonbFTj
n5mWQdpSRuQB4WLApBCG30musjrJI/vKkmILrVjdkEYS03RbfakXd9pAd538sGjbjYSUvE0Vu/eW
ZjT3QoONnivEWOcm5laarF7nCsOueBLFnWsuaWCUMSiuiXNKZNeuN6m6sYnMStnEEIQ2thXFKmSv
Wrd2Jok9ctuOSOpKOYWeGUdfosWMvajvW3r/dWxtzAJ5RGym8toC5syPqUhX5q1lKnAz+yFIzdY4
Wq3obkXk/BrbbPTqiklvQgDdIoLhUjpG7j4UI8cOuTp+QnLkZk5lf3BUfXgcKy3eOrgMvho6xDbg
//7J6ZX82HXVcrKVKLEh+hNPf9VGi4WldRk2fkobU/ORIqZ33cSGEOv4UA9YgHKkgJrlcwZjP7ey
UwfsjpS6hAkX1vk2xgnzupyk+wwrM6z9dKyH40QzOfX6UB0Rl5Ci+TuX5XAyFad4zCEkX/WNRFqc
yijxRjebsK23a6IUR2cXVr2Cw+3M9mDhs9wsMKUWXRv3edXE+0qMXWBmzreeuXAT1nV/k45h8TI1
dnotY1gBWRFa/jLL5DlOh3k7GTYyHKwPPaNp1CdXr5OTHimwu6wkphxqhp0xl+5Gj2T1LPOGTPMF
bo+os/XSA4crkpY4xv1SkhZdf1G6ttuUqV1cl3gXXOmJ3d9Q8USc+UZzZ+Xt9OjYTXRQ25SpQiMe
i8n0D38rDeLRwNxUZ21aWCTtBMylA+VWc2rqhpt9q7lglOYYbuIskifiHhVPGZ10Y+h9Ds2REqOI
o/HZCC19a7eWeidY2E+9alebOA6LoEzHOEjUQpJW28grPGXK7WzL+SExi/7BzDBZNhYTdvg4dNs2
C303dQ8weV+y0FSCIQWkjPQRdmRRylt9olbq2A591Sy7ra7n5nbtLvpGp4672JJaAKXld5i10HRs
2RyrNtFuKx0mQA5PdrJV6HzLKIGT3f4alVX/PS/p1kOdNG7g0dHMdlAPZ2Njc1RP2TFGuQKJIK6D
bFF38Wo0K0p4bIu+HEfTdjd9mDZH6IfR1rDgdUcLRlzCkLpPkxAact8WV4YbCkJoial24TZda3Wa
BXUqBABmwrHeVt2TqZW/0qR371SDbc4WNdeWEYlOohj5YY4S97veagXYWTgEet/2d3ZRmldaKfqj
M6i/badigx5a7ZhOxuR1aCQ8kPZ8u1ih3MZgDz4kGNOz2mre2APMOEzq7Y0yTdoO3jZ0u9xN/5j6
oPujEcHEtLP0mFRDsc2gUSLnt+JNN0K7YAtXNlARk11idTAB1J5LKG5XR1e4Lex1C+EYMjEvzmo3
wNgQdoyI8wNdSutqWgUE5IcShp5E9WvfpPMGX/QQVpUs/EXNl6PQ5+w7iL+9dVttusbX4c+cZvmz
aSi8Syt7GQXu0tUQ/hywsHhsjbQ+9XlIE23S9VOlO9LjOhptJF40Oy7ia/K4RqRTrY9wNyvDQxMU
HYYEorVuN8pxiDAE80BO1FtVGCH6IwRYOenFsTZqh5CIhk0kZuXOJAgSnY9ZXZVhXd1IMx3viwRh
CESlx6Uv6CDWaiEeQ2HeEcCqPCsC80jWapV4TSriU5yN0LDi6aYyROWnZvhHlNlwhefldNRlUx5M
jiw/gYXrVYDpuHK4Y35f6vC+K16OwvCD6hzslVaapSmUjRIDzjJRXQg1beSHiVVfGY2m7mSpun5T
u3JbxGHmN4b1gmDe3cOvK/9kEmXaMkP6kgaJ65mFb+40t80dBBYUSrpYLK+qteXBplFxsAct9bnx
qjuYVH/aPBN7qUMDniLSDKakM64IsSdiXdGu43osfDeq1VODiQ6vkCidXigiSIzse1FkyS6n+Nqm
bT4AKqC7QlGyavSgMoM6t9YR+HR6riabILlFpaKc0uJrpijtl3BK7CP6sn7X12j/qkbIO4X7FKFT
YRS4TQO8JQttX43hcsuR2ngyKez7JqGJQeUaXpHzrm+KelL2Zu9AryPhIuZ24cRbNWphh+Z5D9u0
EJuy45IZDc1vF06Tl7PEoe/XkKthGXnOhD/7Utf1PRfmxVNoS3iNyoyKhDVi3j5pN+4w5ddx0SYv
n+N7H4B7OKyTpuLgUATx5QylDNuxV1ppqyel1b/pVN8ADBd8Qj4Y4i82j98FgdqM8halrLikZHVX
W6dQLe7wYU09RCt/Pn+M9/i4EKqhw6vBywmF9/rn/+Djg1mZqa1W1mlgf+h059HKJfhk/s0hvtv7
fKz3ODJjYcPHgDZEhXMceQZkaZYaH/I+n/ZZIY9LONyjMn6CO/hTnQegmEtd23d8AjBYSAsmSDJu
K5Ayzt6hVQuRl9A/TqV04OnqoQWY2h6tECipihHAQIOby6fJUDZjCXH18yd+3ylDXY6aHb7ESlkS
52416aK3ao9E+LSA50bDrihPZTt6Tn1cajiqsOAUHJ7V0Nzhg7cjA9s3p9+f/4Z3s4ifoNHcdNew
xVWw/fYLt8oUtsrcmae6jQPStrmyXJinHz0l5tG6ga3lGiNzbn9oyQh4OKyXU5wPQUHBlsY7agZP
SY5lMyMCuU3mx1F9jaxNG+7D5gKa/76FS78AtTtdVAJOLf18oUjkxy1CoOWkWZDj9SBeL3XT1ULB
CXnirm0DeqPR4T+/V4MODAe2RrdHP3ddDsuRs8lUp1Ou/9KMBMnQhQ93TidiNaqMsEa/0dhkfa8t
p3/Wph7BvYyaceLLEQ7Vj/C0fLqNY3+nLCdE8K9Wam+sCWi3uxTS+a6btQ69Ooy4q9sOba23Q+M6
W6kktE4nYxAvci6/ZrP9CEgW/Pd3qFN8uzamLbSWzppmxazFGS5P86lrVBmEQ9Ie8iy/RFBc/5U3
fRgehnlhQo9iIDhYbx8mEYR+ylSZT3/56H11Zaq/VbBdSwUcmh8+f6T3O846Gjnva1fVIf/qbDSt
pXsnFGs+qeLRzWHu2/luaF5rbQScJth0pofSbdXuQhbHhw9JR8sh92315jvb6CQisgz+ynyKh46D
QtpPEzywzAacsIYdGYwXFt0H2wqsW0hTKh1k/KXOZkimNhalm5hPDqBgFhfXi9H9L0NgcUt6DUak
MHDefrea+oP62ZhPY1f/UdvwSKT57vOv9e74Wz/WP0OcTUAVfVuUY1BxyvrvWql5RXk3lahcre3n
43z0trjQYTNo4DlCW/Dto8RsJClagvn0F5yKzMKbAA4vnK8fTT2yMFd/NzYlriZn3wRJLhr4Aop6
2yEn9GYD1k4zoTErU9GRy07ALTqqKr+aJz15rtBObbFV//H5o34wEaFIrUGkMMZYCGc/olAwUkCe
wtZBVe7Yqefi9qDDbDa0zpfZJf7Oh8MxiobPFDbx55zLtANtW2UeJ+xwNkYFg77zclDlbvhiVhdC
R1cmztlGgiaOw9zCffv9ae60hu1o1TSepkl90a1oi8yvxZMACTvFXIreugwSO/+pLZesfz8cGQct
DnC64ur5pjKaRt2GmgalFCrUODh4bGBxUB5C41qT9x1WKxgDbz7/kO+uazBc4PY4zFk8XrhBnc1Z
SUSn1FwED3qF3cJc3NpF7cdVE1Rub3szN5hNoeuXGNEfDWuRa0XAEyxTptHbYc2uQwjRiulkkdCF
mIf4TCT8OpWWhh3frqovfNQPjjpCtFibdOvZDc7nKx0OVKmYaZ9KqjBXxPgXgDT2l66CH+wAJhzK
1bgQcgOc7rePxQylP69302kxnWBarDstaw+ff7CPh2B7gSZvcws632TwH3ayVk6nrK6G+9kFerS7
KXr8fJSPvo9DvePA+rc43s5GKUTYWpZSTSdmDD2zvYXko8mP9TD4g7Wf5Ovnw32wQ2PD+P+GW3/O
P5cgZFpyJj99OmkxPf/pt6s/4emzXS5ZV67v/3xtO7oOH4nCRHsXMTWotYgjq5xOYCEPVlizR874
25gvTqd5RLj7Qjq3BbQU//Pn+3DTZrpDscWIauXZvn3ACpUitOB0PiUVIqZQATpAmGx1QDu/GvFc
UaBExg/TuDBZPpr2+HsbgNzUfu/uzIoirL5LtOlkL8/oTQGh/tTKrwvPtu71Zy/VgjqKQRSTBSe3
s2ez1YSGFzaUp0i9s9gg9S7B2PtuCG3EyAjNcCMt98ivYv2PMh5gUHw+/gcLAqPsdb/Evo1nXP/8
n7ljjlWbG4mqn5qS4BBQwii5xBv/4DWSqqqzFFhz1Hpnm2QiTbD2RFtOoqW0aeZBe26gMmBlr1kX
NqqPyhyY8eulS4fkqP/9838eZ666ctEqdTn1NBW15JVUnEVJtnH1Ysa/cFUA2Mf8GfaNeaHA+2DJ
vxlYf/seUyszoskallObRo+K7Wxi4g3GU693wZLsh/zCve+jJcF4hNnAx8U17ZyZiPezwdWlW061
Hv2wM/VHrdcb4Hbw0Zhc87TcYe7wk9QnvKFpyv/nSUP0BVsBwfD4xIszvrsss2SO8dY+ccsH2Nr0
7p//YQCuaQADVCWgAm/fZtQlXeqOw3wqIuVlmPB+wbfLunAXXP+Rs5UHo/L/DnLuJNpLNVXF2FAO
hAxAMfdQZmgZFPFrigFNVfUVbwAUFu4lsc1HC2JFGkzsWCDknp9zlT33WR//vVFT0uVu/C3Xu1ut
vZQTfmEc6+wzuXgEmQtGPCeLu9ik97cR3RHPiv9j0NhahBMbwb0LAh/ehH8Z+/8sOhG1TtTgC31C
y+it8mwr3X0+Hz444ThzAGhM7pSrtubtfFDodVVdalODcACUI9ok9K9hfRz19n+Y2ivUByJkYt59
ftQ4UsFxv5sWLFjot6o9pjqu9fzfn4aKCl7lGrf77nrg5mGYRFqknjAD2Yi03achylihbdz0v9dU
K2GfA4aKR3Byv31vMIG4uioz1qCtK3darhcYGzjqBR3ER1+Hl6VZKgjae265XdCJCRdrOc0GLJWo
8XPH2QzV3u4vbO8fTei/4hKXK8h7X3+9Ky0zHsPpRP/Ak9n3knZiWew//zoXBjlfNZCdOmOo10Gq
yK+bL6hWPffSVffDQThyV+AKe8jzG2ImFmxA8NWhbm/9QvnDWF7TP37+JB+c7Q4vCsBvrarfIVQ6
pVgKIjidXBhJx26p9V0YDRe26g+KyzeDnE0xgs5w7iT47lTgpJM3ryUdjtp45cuI6n8Zim7CKv+h
sDq/SIymLMTiwDFM0Z95utpe/c3krpabOrWfWwhX/8P7I8eBmgdMmFjVt6unzluzzRoTmMoi3kw7
jLVxYbfRPpwHtBQ0U0Vfw1n6dghCQ+i4mzwSKT8dR8HNaGOklndfCF7or8KhoaEGhkS5XhCVNKBT
IcPd8Ars5nYDHoJVLFGPF5c0hh/dZtD3ka/OfY0N13j7s2SVa3jfgcXURfuj0JIbqx5iX3H6xO/h
WHmiUOWuKYsLuMhHE/bfYc/m0hzVI7eNeD611ujDTthchh4/HGLFivmioIx/71X/nFWOSEjFhG7L
k6H6Lnv61eWMhcgkO/tKnbXuSpGJuIUAB+MyoU02lUqxSYusOTSiqXGbqRpfGcz/j7Pz2o0bC9Lw
ExFgDrdkJ0W2ZMvphnBkzplPvx+92B2JTTQhAwPMAB64+hyeUKfqD9HX62ttbSHASqKSDLUThs5i
xpE/69CfZyFIIEVi5Eo94SWv+431tnZSQxnFjQ3iNhrViyilCdyrszjbkkHaZVNzywO7bgBFGhu5
1VagxZf0zSxrkIvjqTjS/hNzlCpLd0gHCCaW+vn61K0tVjhpZB5k/HS7F2lOH/oT5xw10EwQHuR+
ROBaOKohfoESpbSkjz6LYvjtesy1xgMX5Wy2jMkjFIlFUNEaI7kayRNiRPVyYLw1/VxrQKkr/mQk
d0pO6s8+iW67RLwpGnl3Pf7aMuZkx2ycC4Rq9uJDhvFQhnor0+OoZDSIkKMzR8AR14OsTSz3LMA/
hd6qbC7OPzMKjRyXKwBOKHYeFUGY7pXS9xxPaXhrxImxj9Q+/lCjZLMxvNXI3I7kEzD+zGUtT0nA
jTPnvKbq06xMUVHYmOSPIYLaln6WjI0EZmXzQRXiFqYxoPKkWXxMtdGRoUCH7wy8zpmqX+DtmuDT
9clceW3QXiTrUzl5EJ+ff8Org6cRu6T21E4+q0ls7FosljwEn4S+vVMG7VRpTezMwhQAsuMv1yOv
7EWIQlA4DQtniIsunBJ7UmQMgXhOxDa0IazeINzhOYE1vehK+v5MnbovGvAUTtR5St8OU+0tiJl0
k89trT9DT/0wI41tIY3c0dzqI62skjex5j9/NaVCDfJdHmLy6O5bknyTKoxbdlTt6cel0K6uz+Jl
njNbEM8S+xoF0AuFBElGGCeoIsPVQvAf/q1vfQnB56OiuRui8/VYK91iCvU0Q2YWFs/75SxaxagD
hkeEENRTUEGrmdzWR3cLI1ntpkCQU29+STOkXLiTwNtKw8frP+ByQ7yNv5hZC1IzqEKEQwTrpQTy
XYW3bSptzOhqEOrKcyWBIvqygdpZfVZOMYOUwueyBbWa2rHxdH0gf9EDbx/5c+MNyBpNAXRXluiC
fKKkGHGOurxfy0PVpYj7Dr6ifQjaMPrMLIMKztNna6ybT20hK5xmRRjYQiJ56LQW8BMaq74bZKN6
7CMqaEA0o/BzK7TmEV3k9k4NA/+MtVN6g3NeetT8Kj4WCn0WcaSuBn5ebrCobWtEGbJxuB2o5598
Ei+7pup3M3ZN8r0rQ/8plZUBaUZT+hxPg/DZHzXxgChHce4CSItthXaZpycBGnoTcp2RFDtGCv+9
j1spO7LfUFTOp+IxAgIKakNVXobI+tDkzZ+wF2RbCMQEIOEUNtOBjD24qcbRRznXnO6q0Wxv0JAN
qeh3pf5noKHxO5HRUL7+Jdb2D08Qkx69ZeHqszgY8pzfMbS+7opij47PaSp/FykmsN6tD7TxeqzL
23HO7/6LtVi+Q9moiV8Ra+zQB6STrcsbV+PlmaroUOIB686Fj0tHXVMVisC3dFdC7fsJmUbYLlop
fJwSpX/UOjHZaF3LMmfZ23WswqSe8Rs0t+g1Le5ir239bkqqjBpxWT71xXgjmQCK9+idTpD9TOTH
pOyrKRbxvp/i+tFooBwiRBLY+KeLIBrz+rY2a+tDztI196aelIexUjMKzKbhKGhPfNdoZzzNTAEn
R8P93SeKqvO+oSs4k3L15edHNlBQwSZGriGWzkQJv9ZRGdU2Ftnlh5+jkJdx/awc0lkV5HKEZ4Er
dHeSFTj9tLWMLw8tIlgGvkPUuS4BWoHvjwPW0LGroPimGWDYAaH2w5/3LmAUlWjnA6MkvbuYLd63
aNUMU+rKWfJggO0Fp3A9wuXdCanX4o6h8I9v+HI9hbgFhJaCtpAk19FDJ5rBR1HogttY06t71ev6
G0UQDXsI+i2I2+U3miODWNB1mfKutticyMpDb4iq2kWPxNGbm87y3739eUSKVMV56EAzX14sii+p
WPzltTtWjwLit8rmEOaE8O1u1GSdxFjEAh1j1mUyJyFNE/umjwAesfZ+1muOV8E2c8QkNayTP7Xh
x96gSapbmYpINVxlx2q6UgbBP4ZoyQ2a8D33rMppRK9y8lF7Ycol3Bt8YPxZoLcHgdLNU9zJ5g65
U/NQWokA2H1ELC6BLjYo8ge/b7RH09OEU4QYrm9De59eBoSyMGvJZf9UgzIoYMqiLyPicXDXy2X/
kiKCavc62q92VguIkdeVOO6yqjC2OhQrK4zOEkx/TkpKCEtoVpQ20JSzSnIrMU5vxUgFzNd23RO8
N2nf6YkCga5OcdrThlw8AeTUbyOEOw917sskNqN2r01Wc6giSeE5PlZ7iIX+R183wkNRNtiTXt8Q
lyc6eQLIdh4bokLRdPGiyqKx9DtkPl1N6cZdo5TKo6yG45Gdkd1jlFIqGwFX9gE9TcBBJCUqiJfF
gyAmE/D9iUZUEShP0tg8T0K2cUuttMN408wPOIln4gqJf9Ibr0QF2g0KWKqJqA4/EVrVjn2EGeWc
YN5piKidAL3AtFUx5tCwrNlRmCy3fsnl/UVhQ4UtxEKAeL08b8qkH6tCMjo3QLf/UCle+aIkDRLI
Vl7Ez0ocyB+nQv85jl5+6FLQ/UGBpym8kFSwc8vbck9dmxluUkrjBpkCH2Ex+2JjCDSRhd6N1Ljd
QWdL9pnZUXepIP+THrEpZAs0qBlY7QcwPPScm1qzfY+L9f0Lgd4Jml4KNyOn/eJqj/BSHKEkDe6Y
Pc6AIKH7cX1pX95ZM6r1/wMY87d59U7SR366HGeDa4rf0vCsB8csf74e4vJ1O+OvAf4Y1vyFl0du
4DWTJUGqcCvU/1V4jSnqB2krZr9K3fJ/6jX6rVVhTc6AJPiEONT4/tfELCHB7gVUNUMLF7OoTH0Q
hI2CKksP3saCRifNmnsTrZXrQ11ZOgB5sUCZc7+5kLa4wGjWN/mkhI1ryZ+kaa8Fd/XwImONFRzN
uN6V+jFsbpM03Yh7eV68DbsYoDDqbVprhI0UbbpJA127HVME366P7vIY1CU05ciIAS0ifjj/+au1
kvrVMFVwpN0xFkonLoTOCbssfRHSuD/EHoTP6/FWRkXCxlcDfI7Azd+891W8sCr6utbnm3T8kKqf
Ve379b//8tkxJ4T//f2LY73ppChLVUFy+yQUz33V1A8SzTC0QcROgVMRyCFKgGK5kV5dbrm5Igmq
3qRZwbG3CGsmmZArZTa5sYhORJbEN5mM1jgWCy/Xx7caCL1BygUqINMlajKWE8GK4nFyzaqAjyTf
dT5E4GjctLRemUieEbzcAE+R+y7vx1YjnfCqmhGFw96cXmpKSHKYPahwoxDSuj6qy9yBdi9iAbR6
eTGQLr5dhYEX1P1MODrrIOV95Y/mPQ3NF729CaGLIWjy7q31Jpwmvw03oPcL8NPLz4J205vIKA8/
ro/ncpW/DbBYDpEulY0s8Zofu+hYNwe48O/et+QsZC8AuOkkXawDmGiwvNI8BGvci6hxBFD8ld72
C+PgqYj3v3s8b6ItjkAVN5sa2YrwHOoIzJjRY6BtZvGXKxvk1fz4UTCWRVdxUTBoM1COJUqCZ9EQ
AcneVgXWeVuyaKtB5jcQhx4w56XKkYheHaa5XXjm1QoccHyUcuGR6mi5MWErC3pGLswgbUyNLyrM
WTjWgGKlEIjecYju/OQGdwC8qSi/7KqtcvZWsAVaIig7pTVqkZte/UoNT0QCH1MMSkeio2q/PYyk
rq+G9Un8b3CL7VPAIca1jcHFiC546MnRkUSZZqNIv7KHmELuXYXbl0fdYj2kyKn4nPXhOdGr+AWT
murWwC/o5fpY1qIgWGfRlBfxAF4C6ifFm13CwuicyuKTnH5tEvnT9QiXBymgLZA/swAaaobLq8Ho
wnJIO2araj422R1ioZCRZVvH0gpg7z+su9fB5k/36npFhs3okWgNz57wYcDVIhowgszstIh2OEfC
0t2oU60tBRJq8AY0jC5vCQPLLsRqkuA8oRGg0BfCesKelC080NockqeQf+kAHGgUvR1WP/q8vrsg
OEfm0bJuJfFZkfqjIKNqEf26/rlWNhOPV5hpFPtWtC/zaOgDTxn9c1ZoduD1B5SGbsWhfpEKzGYU
8SaNqy2d4stZnFHWswv9DN3Awv3t8OQhNAVdFdpzIek4YQ4l6u/dR19ON77WZbJHHPoZQEQkUb4g
Q2AvpPdUtrtzjgnRI93ZbseTCZ/KITfwJO36jXgrqMU5IA9B2oog35aqkNokdmI1wMYPKWp5WF8E
gJ6anyFeQYVb+cNeaCankd6dY5JCAJUXqUeAtlv2AJIWuquK0ds5M6ZTlWcudg3766tk5VEwx4BB
xRUMgWqJWMQtzgjHcEBnIOtsH/47ykdSccoRUMDfzGkRdwhxzhlwqlRTYeMA/ls9fVuPmsXl+YdH
Nh2qJQ/BMtWmxIi9OcM6eBjCYBdX5k7SswPOrbc64oS2BWO4VJT9mKHj4ldtY+upgP0pyMqi+F2E
+Hnp4q4su43ts7aUkR3ldTgXgy7oawJuk/mklQ3wZkVwUi3S7oLApP3hVe/0bKc4ziRwGkDkJHO8
KPtFppLU9NPqc6Ts8iC2Wyy3pF23JZd5eUPMYWbQ1lxVgcbzdnMGZpsgiiTX51QfbgDKPEtCsnHV
zent8nNShuKCEDmgLwyREZKSKJ3J7dnTkEUPfg94d0zh91w1jqX4JCVnBJY2Loq1Ub0OucjoUFW2
cJiR2rNSSOAlpI+p0v7DNnwVQl902QuvVT09YlR+9jtVfhbyv/z9QDZZaeC1SBXefpiGBVirYtyd
O/T7oiTeZVt6sJd3AUiwuQkDfgjt6eW1I9WVoQal0vIsCU+pKtpN1ZLRdfdp4r0ESvQ9lpTdxsFy
WWomJrBXHdIwWqbLykroq3qAuxox46M1fEmCR/B+mPGowJP8fdh8jcvqpFbH62HXti3MIhUoLO89
rofFXM76acrEcpCrT3i24G0z2MW4AedcvQ5eR1kkjqaptNIoiaxzc0y+4/mp3qSer30sy0p4zCcJ
FDbyjXY4BV9Dqw5cGT/Bjd+wdgXOxxJUXhrEMD3eDtTQ4lASrLE9owGJ3t4+NeOjLt8o1QZgaG3p
mIouIgw9y8MuQUoKehP/u3REM71t++RYy5arx/SJi/HR12Q3aLfOw/mnL04RehP0J4EpQZ65KHFO
uVclKLKcYwMtpe4pqm5a/H/F1kMddat8vrJgZk12qhAkEpyyi3msC5QZMRktz1au7vuiO4rycJ8V
6vuPKWq1QOcpD1BcWSYQpVm1XtGO5blD7gHPymg4XV/4a2uSRAHxBWtWI7jAedSBP3scFeVZip4T
8Mx0J/DkfMSuHN/ahzJIMCD4iu/rxj6X5xLA8mvhR89hDxZ0ziLeLkQvNkclsar6HHZUvOXM1gHL
lV60D4bPlXc3+UfJ+9Lp3zysMUW8jhEGkqIPZvcyYZMo8eBKasPp1T9DMuBeWtlF+aB2G7iUtY/8
6jculSKCREkLHaTkuU0+U2pQysiuxZfrH2ArxuJMMGhKB5XS1JBVn+T8W6o0eBZu3BQrm5HCAsR9
Ml8Vgsn8569eRQJE1K4to/qMDFz/iFWk4GK6p+CuhAIaznvKDruFlxElvX9ZXa8jL76yjCmXpjdh
fTZSFGrUk1o8om+0DxLZnm3gm0NcnKfgy/UpXTnjZmUPGgxg5jXqam+H2+Npx7UrF2fEL52w/FYr
uj0Ihy78dT3O2rTynJCMGSUFgWLx6QRQPlXtceCgp29r0rOJxzYyPdWnIL8Jt77h2un2OthiUOoY
4nbXEkwqnqz061ie/PpXjXqAqm1kY/PftNiZHJ48/zgQAB0uwViIW4kGqlcw9MLPJfLoGEFenzdp
Jd9TEMoh2QNcYJJhvP1ApoRKcVrrvMNwNjiEavWh9OrPSlA+Dp3hGGFn1211740CSnrhHc5Vv0be
T9gi2bR8T1FsOVgY3IZp9atQ9TMQoKfrP3BtBhDvnm8RHqW83N7+PuSH8I7GiPZsID84g5ObeGMK
Vr4mOh5wOgAHQS5dJtU4DuO4XAkdVEs080at/GC26anEP8lAkWs31sPu+pBW9sQsHEKFEUDf7FXw
dki1DLLC6sL+7FVQiep2+tGbpeGEVXwz1P2f9weDLAfiGmG1GTP0NpiiFI2Z4uN3Rk/WNYL0qY1A
oU3J85BvPUTXxkWuaCBtABGAtfQ2VFQLZq1PaXeO1OgLPum7Jko+moOJtK3yD4cZ7gh0dSH7kyMu
PS4syKPIE/U9rCxk8MS2fxjE8kFS/FMJNOmGm/PQSfGjFuEKmaQba3LlnoA8N4vTk23AzZhX1Ksz
HBCEWKX92J9rJIDz4Luoul60gWFYm0zuB9A+qMDxulwcaMUEC8UCFkMWHN2gloY0Rfy9j7uPFnW0
60tkrYDAAc0qmaWyLkUa0KYVAXiV4nkyyvRLb6XeLlEN/+gj8GdjJZ7teZWNt80U67se2sguzary
qRosaWNnrGz22SOLFj0AGrqAi4nNUBMBAQu0XBrJv63GTqv9xlhXLoo3IRbnXYB4mgH6eTp3fu00
42cxVQ4GWJbZajQ4wGAFEfOMIvxhFsIrFTTwawePa1vUjn43HLPknIv6xo9a+daA6TnhMVQwQYou
hm2YWa5iucbGkfP71MhPjf6lROK7HpJP14e/Mnpa1eAykB8A92HMH+DVygUAoEdDInD0+GjmNrCl
KkcJH8z8Dl+aXTxstCJXLhcax9CXUAy0NErbb8M16OrBUUAdwB8kAV0fxTjFAc7C8oS+M8AUAbTr
mPp3/oTk6RSXwcYmutyowBW5PCARAJoC+/E2vqBqTZ92eXdG6/p+6KC3sNKxQzA3hcwuVy7gA8Sm
aMoDzJKWHYIOtcuqtZTmHCFbNmpPhfYxqf9o/Zd0PImoDPtNiRJy7BToZrZjtRu9ap+8vwpBj5Ta
AG0Kts9FTZX0PhNmXQlXKHvbNEtH1zao5isTCusbooL+95Mu33VoudRD2zaGKxeIsLbVPsvlZy3J
3n0O8EzlJoagzMP4ouEr9q2lFklpuKmmOVIKq3NoNg69y52ALBI4XV6OED0gY79dGmjlY5njBZYL
sP5hVIUYU3KcGXRB/xma7amyhBugfBtBV1bJm6CL7UcpWMzrKrbcoQQSLYh4bR+vb/DLowS2IIVY
ee7yAHlaXPdmKIhehuyiG2RZZWe+tkvz7Fw3yiwBvJGcrsZCY/GvtdN8aL+dQkkPE1Wpe8HVrB91
+1VTPnTyVyHcKNyvzNksmfR/UZaEfxleTF+nRJkwY9HRyhaLm+tzthYBwgitHIpdZMHzon91KNZJ
U9RKV3huEuRYkYsPfi59vB5iPsHf5vHAEIF7mcDrae3piw+PcHMpZ4FluWVMvwFLTSfVpb2Gi4oh
+ygk1+lGWX7t2xhgaSyWFAZLy5MXOQhkSiXGJAmqU/dYnqMfqmTnMtj4PKsj+y/Q35rGq8mb0iFp
u4FAQvgs909BXu+gaKF2bLmCtwUqXAlG/xpoEOcCDarlRdl6eIkJyGO7ivkSlacSgF4QfInwANHy
92+kGWTPMYQvKaCu5aIoTcGP/nJuFIw90p9plt8itmQhfXt9aaxUfWYsNC0p66+e3zKVlY1GScyi
190BmSOkeKO7OMhuW13fBfHwY+h7EdKU8iLjetPr2f4fos/FRx7ps8jSUmFU6xEgMz24RZWc7ePh
qOHnJ57F8TYvC9y1C7trT94WYmTlO0If/C/ofDi/WjQ8eQcBMV3DHdrREePWabiVgwLLa0nlvzc2
38r+BmjO6xbVKsSXLh54euUFEpJ7LFFXF76V4RbCYm04gANmng8KnnRn3g4nywYzp7smgMrT7cJ7
0fze1rThICXZIY7Lw/VPNv9ti7OEBflftHnrv5q8OPJMlJVNwfVlCXa2j/WOH99V1vtpE1RSZORz
aHXLyKEsrpI0Q5skAeLtFtV00xb1fUhPPU62MvKVrwMIZu5v05+9xFaIU4kRUm6aLsjGmyov9mka
bGQtl2koAhSgAuA0zO2M5Q6bJJSHu6DxXEsVHEt9KfSnXD8o1tlLvnn1Yz1tdbRWFgR2lZz1GEfT
+12+hLl2MWpuJP88VFg/tI1pl8Fwwl1RUIq5oTFtrPCVJTGjU2bOxvzvJcp29FKkr/ATQFoMzwV9
LHah1+3FRq03rpUV7jEVdpYFsqfgRy4yennC1sGoQT/kg3+ojeIedvqpxYskNeX7JDMwa0m1HdV6
rALIhgMJhxcA9JtA2Dk9W2yC179jee1gVdEqU+f5Z7T0axdtfg1jEEV+sizE3gucDfZkscWdOnBZ
mI32JfH15m4CjGwX1Sj/Ektz4yBdW2OvJubvG/vVrixncpyB0foZSMxBRNq2ST4C8fZ9HArAPmG7
1E8bV+9K7W5ud/BoQ0EZ5N2y8ZGXKhaeehqcLbMRQE58o8dkG1L5YaBRbKtFVx+NPi8cySz9Qxtb
hS3nISzjtu3sskqHnVgX5S7023BHyqLuoihM7nipVAdLfX8heP6tsGKwJEWjcZlvN/igjQU46XNu
9k9a0j/DCHR9Ld5ZVrGRl67uhleh5hPn1aeQOl+PhSYKzqWhcDZ+D3jho+p+/RReSbDg38D8nwVu
Zg3Gt0F0LIHE1JQ8t9fv6mSEkek5cfSUqFsN+bWzhP4rcCmKImhiLEaTeXgZyabnuZr3IFg3vRTt
8FmGq+166pa442osBkQxlEcE+OG3gwqVQcy6ShUYVPBgBdR+i6eiGSFK4CG8xdJZncEZkTiXPcB8
L2awKBPRYqcKLjinfRGl+0L1Pge58Kv3y+M/fCyufhNkNLitZYYfdiUuiKrouSkKd4p/L9cjJiH3
CX2X64HWlt4sCg+AioL1RapRqE2vWl3vuZMQ3BRp9ACZ9lSP/kZdY6VihxbhqziLD9W31CY9q/Vc
Y7A+BnH4vQ8pjbeytVfS6UEIZSeHepXXyqERxWOjpF+uj3NtoTCfBuROZvVC+97XhCSDoMCNGiNi
UvS2UCB8KrwkeFdmH67HMi9hCAz2VbDFYHN9aHJ51D3XzyCnJRhGcsIbvzBpbG8VrwuPZdHojlKG
oiMoEuY7uDpiw1alEXaQ9WjLXYMbCwWivTHK+a8wMD4L+IKYns5BPdX3no4ZvDUm8r0mNcmu4pVx
aBIBf3SR3mZOvdsRuD5sbWqsXcq1Asck85/1OPZuirqy7lLsoxwLqxWbrp/lZHHtnSrRa7kLVe8x
QN7X8UbJurP89HsRD9Xd1DbNbmqm6NgPmMXFQ9zflJmaP+LxUu+9DENBM9W9hypO/gxteGjDtsWv
vk8rR4z07lFo6sKp4tGwaeV7KOTXzY3c8jSmhKmOmGUld9FkdegsjIqTe+gl+3rkY6Tpp6e4C7+M
QhPsoLLyg/XpBzdohacflh0e4laHaVItu6v74KhOaSE5ytD/wfml313/rBdbhaYTlTkwhhyflwUY
xWPS2oagpnDuu28gwdJ2Y+XMR+ObJGEOAfts7hTMF9jihGkiqHyK5QmuGAatPeEwKZjVRgzp4hj7
G2Tm/iBOylE2b5VXt83k1TIFhIhMZIB3BME9O/Bc9m5NhHoOk98H35m7xDabpnDyNBoPmShXR2io
kaNJRfhTLBppp4R4aWhTHI+2UFpbOu4Xu3XxE5fPrS6Ts6pO/HNnlT/pPTf7sh2fDEF6mMrKwfF7
4wJen/f/pmQx77o4eJMUh/7ZCIO9agZO2P+8vnhWR6TxNOfVrF1q0MgFfl9FIAiurn8eLdFp0jtN
8ndT8QxO6Xqo1cEgKDI37Gdi0mIwfq+GKcYy/tmLxpckVT/A3DtcD7G6Ff4LsSxTIwWpaK3Oc0EL
7q3sk6A7SfgvE/YqxOIxh0RvFfW5yBIwwXzXv1pMvQ0Qo+GXUDXeewnOy430AVkb8paL55bR6Ii8
NLWPtRFAkexWHv803p/rU7a6AF7FmL/aq11X0B7RlLxF/2IQdunY2VL/I68Ku+7u8Af+lwHNXUYe
PBwky5ewbCShaUABOMMM3vnytz6VD6Xo/UMUiYcVL0eQOLKpvB3ShPqtOh9ZbpVieiWqP+pw+C4O
wc31mVtbbKxiGCczL4iE6G2YjuxYLgaKFV3RRc4otCdpwMOn0LZmbe1gRCAW8SaOYICRi4Ox6LHk
C1v2aDdaj3iDnDCRv0W8dSf2qvMPY4Kmw4UyKxwtH/icEkCDPJ2DXvqqB78844Rr1D+EoLY+90dl
FdLO22krS0kdAAcJbl1Ewc0IV/GoYwl4zOpy62kxH8eLa0sGSsotwe3Ik22xEBITGmmT066X2vFD
bKWa3eb+lykLP3BO/K4m8vLBlLZ4VatRQcfTQQIFcvGyx8xOnLS4kVzk9va+eIyywdbKT5G3L6e7
CUzz9flc2cCQI5GepiROE335dtVMzxe63BJdL//jZ4ZdhZ7doyqoGHcluMvrweY1fTGjgDvmfhIE
8OWa98QRBmuUSW6c9d6dofAKGMMuOVQSMDIVm9kxM2YnRz201Qiz7+vRV3YcxdX5PcW8XpaSQVBX
fexHkttJjSPKX6rq2QuEjSFelpF5D5CNc+vywqbKtVigflQEVlhLkmvKT8Ek221/K+ei7XeHyNj5
Hk66Jyv+cX1kf1f9YmJBedJRJvOBD6PMQ391DDceuX+SlJqr5nG5h2ANZ0QRgn1YNuIpFWtlh3bT
SzylVWcb1VQfu6bJnGlq6t9mZQ47PcylR6sIKtsqjNaORb05ylVQfe2UuvmQ4YFuK+UYP/Rl49ux
KsjPcokVouSTz4ljykIth/CpGvWvw1imp8EYZEcU2+5A1p46BrihZJcnYb7XKzE4CBNOqHU5KkiR
WUjFD7w6XG8ScEOvELYopWKr77Oy8Oi9zHYf4H1Q8FpcU00ZTND7O9NNMI7n9SApv3GoHkq3KJA8
L78CU7v+RS4LdEgLvI64+CKJLAh5nWOK6CUWdkSmY0Q0mrxw31i57aV38nhQeLPJ0o8h3bf6+y8X
4BszO4pc+FJbdigNv5CFxHTL2buw1O+8sP7Ym+HGjlpb7CriXUDTATUDxVks9qAaMaMT6HTHJS7f
2NuWNUJTHFhCbuvBdzm+zVTNBtJwfXZXdvKbsIuTOZxCIWyn0nRTP/+pjPGPbgj3Q/oPCRRvIg5c
BohK8vK4MkKa08UoGy6YHbuQn7vwY2JuwZlXrme6ncBNwL2tyDiK7DIjGOjBqJ2yz0YsKSfZKdLv
dbi/PmnqaiTYQYBPuYgvFOW0XGmzSPQNlz5ucxgiRJ+KaepelNQCK6GH1RdDDYWDJyHG1Qxhf9Ag
cp4inICPIwKPvs0AgOYIgnLbh1l5g8xv4bQKdqqFFsS3+CNmtzom7xQgVNmZQOp/1fR8cPSywCix
YcO1Q60fotLUIt70febbuRZVz0036b8jrGjvBi0xcZfV4kONmfCZXE8Dl+eZ90EooJ5mhtUhyo3h
UZqi8Ga0cJ0c6jZ8bHA+5jkn5XZR68JDVLXmxoJbuZQ5VP+buvnPX52v6lQJkyDwkcr+BaKFWt9X
Oljh+raYnvr0cP1DrX4ntMtYdEBOKd+8DZbHQ69z7OpuF8EYS09p/p0B2r30fD3OfOgtLg3ACVT8
uIupkS3TaToYVRTVqu5OmEYH0jfr/XoVHIKz2x1VU/65EHzr5ZCtha+lW8Lz0+NHX9iSeVtJXyAS
QtVFeR4/r2Vy21U4n1Ot9VzYkU7Rdb84DG/y2rSVgNulKpqNb7MVb7EQmi4V2xpDYVdI2kelUo+Z
3558mQIS8tp502y1FuaTbPmNXo9v8UqoPMtXhGr0XK8pKmfibfzkBcZvXLLxiB0r6xBWCULBkp/v
RKP60wnZVxgY/mkyRpQjUaZ8ub5m1k5eg9Oe04NDkWXzdm1GYlRrw0ALT7PcXvjdtcC53p/hg8H7
L8S8bF/ttQAXOiMVCdFYD4r0nDTPubnB+Flb+XPFdK4l0LNZrho1Ck3dKkPPDYfyWyQgMGEa4en6
TK0VpNBdAiQB45+5WhIyIX7XU6ZbntshDQjjE6LryYEeH6DJF+FNnd/WCWs1jI4eUo7FaN3oQrNv
De9zkqjH6z9mdcDUaf6+aUHMLpZRnylip+QJlcVAQvUrSj7XuPJej7G2NGZkMxRYumAXMi5CU5W+
mslsDW2G42LcWbbqYE9YcP1DIIBCPNKpePM8WyyQZihM3IZZIEb60ErKQYqTR30KNrY6ytsrmw/u
5f8HWmQ3hipKfl9PVNc7JbwrUZg/yGaYHJPe+8zbfTqIlGUjoVIeMEYtD9OoeDdN2xX7ydP0QxbU
1R4ZLdxfpK602yKWbDjIPxUqz8cEqbHbbDLaXeNR9RZkL92Dg4E3lQ75EacTzNIAwxOr0K2vWp8b
sIqtdBfUOWVr8oljYojhvhixx6uapNqVclg7SSlB7E8ohWdW190l4RDeWI015HZlqqVteLm+M8ap
crpw1A5ZkWe3ja9YBzWccHUvhwQsoZbZwpCgwQb28BjnnNh+VPcnMYgMmybc9GKOBhc3prvHoQq1
UyQhk4o1uWH3dSM+qwbVjInyql7H8IrF8VH0fMh02vSS8n891p2V7Sdjmo51qn419OTHFKvGQR4E
HUmM6F4VU+yW424vlErqhplZHvt+SByl7DN7KBQIl5Pf3YdjJABXTUYnMeFBmq0/PosluUeB6qdT
FZG3042JP6AiskfYpd2h15e/aFlQ7VrcgXatnifHqs1VB5WewQFS0jwKoaIf4dzr+9aEXwV4fdiF
lWbhE1l8tGITdb6Jhb/PhyrFbLxp8WfyStoQdUH1xg/9ByMuwl0ZDpM9AByxE2X6XY7G5FStJO77
XC6BplSNncWkTzQa28cuy8W9OqDpN86m1nKqdnd1H0rg0tqOH+l9w1lBfvGiTrq1KqO3HESZuu9N
5kvaLsNgfafBO7WaGBVPEswDLNE/adcNNmj99I/fCt/lvsoepoT0rbGy8LkdBRhbbd879DINJ1cb
0QGfHH/B4TqQbnvvw5CZ1jkQMJGbtMbjt47GHXbE7c7H4cXxLZomu7ydtPs4C9OHNBAnp2sLC3vV
otnJWVq8BLJRnicTL/J5KWU3A7vGFvtB5OETkqRJUWEbGELT9cBu+CCGIlCFKv6qJs0fo6rSR7Nt
FYd6lvxHLX3zoKa+f8Q6q7+3IsXctZVaHAY1L3ZJg2MVEPnaTcomYhf5xSEr6+42RG4JsvtUZ3sd
o7ydQWpwV2voC1JEZKBDGu4SMfndV1577PogfBIizMvQm/FfZL2XZtn2jnq2jxbjjZHH4zEtqtJG
VjK4lSLBOslioznGFASwVSXzmNfSsMulvtuXRaXSgMZAeMr64CZU6uLYTX863OkD1m1N2XGnAKrd
KDus5SVUEZGyI9uB/LE44MW+M3o9zz031/NZ26Mt7ToLUEoX/+Rec48t+6/rh/Da2Ti3wQGUw8G4
YEQN4D4qH6rX/5B2Hk1yKzsW/kWMoDdblm/L7pZrbRiy9N7z189HTcy7VSxOMXTfpjeKECqTSCQS
ODjnueito1IAOMn66piVLlFBXoOZLF1f6FwBqwFOrZLmXUb8pgzlNAxo8idqs5NL6aVi+nJlBxds
/KGZArFNJxFlwEsbgiiNeWKOoRMkld0ZVEKGD7e3bOEbwY+nAYGC2YPu/ix3yr0S9euAoclcs+4C
6xOownDsN7VBTab+8S9s8aiEsmRivJh32ntTME19yEKnjQ3oNvf8RQ5hTx6+TfOVi3JxXWe2Jlc5
S9iCVNHzjtjtKEDGYNYOv4ytSHej1uMNnIOanYfq59vLW8g1JiZ7Sg5TonFVaBbEwVPqIQwdPw0O
ovswBNld4L7fNrLg4sz7gPngWE2UJbPrX7YCJSSBDJkPgwWX4F+LPyS327nWymD4mqGZ65ltYJpx
jusp0k/T/JIKqu2WH7RspR248J0u1jPzP4aFpDRIRTx8/JrRws7h5UmYxdC8l0r+9i/2jrI5kFpa
UFcADG1I9NRnZNJBI2IA9J6E/gfYEfzXogrgGFHyNaHlBY9AwFAn0f5DMaLMPpbYwFwMj27odLIL
bCp8Ck3xhPTWysthzcwURc58XVJZFGzw7CGDSnlBS1V9qKyVA7VUPGQxxHMAfhMv2SzDzSDGrmEu
DZ0hl2LuNaY95YBiWqyNw2OTKe2GazACsJ6oySZsEnGr9la4TbwoW8m1F30GUTciCfVMc64e1nWR
IIcd6+2rlyR6lJtXN3KU4ATp8YqlhfgLMPQfS7MoUiaCPnplHSIRycSEq6rRJuKev+2W00Uxe05j
hB7AxKhkUdi7/HxDKzRuBR+kk8RkXf3GF76PjbubgFyV19pN8rNa019b8JipI8D2Td+TTsulSbh2
a6mLBd/RXfUOpuW3vuO9qZVrX2rRDnz3jK5NLKzGbP9kJWaSRoXbVazKbWX+qkmS1yY01mxM3nLm
/UnYGukYc4PVfWmrLQQFQc6TdqXoMf3S2UeiVD8FDo1qDWoll1Y8w1e92FUCR9NGOia/o7rYo3JR
grW57Q1LhlCegDWJPt/Urrk0JJcGFVFoXIm739P4Lgt+lO3WqNfAugue/afjxU3FVXV174tN6SXq
CNtbJw9b1/LtLFlLkBZXAuvuNENlUtGY3SCjFJeiHg2+E4CIsnUxP5ph+lExhKOQ/zXNB0NAqIX/
x9bsGpGHIohK7g0nbtEdsiY1oHwQ3K2suePu9gdaCoSMz0361uSZMGtNDnnmcEIcerXmtz6ygubW
IqENsvGXWQl3cpptNd//LVfirqe2abuGtWtd8Vekun9fj7r4DbODldaUfqGF9J1WavVNmZq7Kkhf
eIms5fCLfnK22NnpGqsxNN1MJFKY+kNc8/wYK1NY2dJFI1SyKSpyPaOQcLmjktWUouyVvpMw4w5Q
LXjoPGuNjGzRHc+MTD/i7LM1jCVLXdf4jlg4ivLN15WDLCcbSX677R9L8YjOzEQFyUjJVX2Zx6Cc
ewNMjbke2okmMdq5S7Ivt40s3Bmo8PxjZBYlMjFmVB8S2ukK1CpHDO4E4UHIj1H8rSm+1+1K53Bt
TbO3Th0VlRd6mMvEDy78jIZ00JSVLGZlSfMImwhjaqKYzZI0aTsI/RHaumMhNjszbh4rNXktO3VP
SWUl3k47NQ/sZzs5J3rOC9AaVR9hVvjqKY0duo4lO2HaHfqqsMEg3P5wKzv5h27nzAutbmh0EU0v
xxuEQyaMPlB82YVkpVm5sNYMzdy9a9ye2IQhPfvp+i+6SdVkjZRo0cY0AsdQMffivINdGqlXh7rA
JaKqdtC/FMPn1P37B8IkTvYfG9NvONswD8LyujddGGqtbJO2v0btQ9XsxfE+9n7f/jQLaeWFpVlM
VYzK67TMI43udvUIUxEoX1lqNyElpMof97etLYWj83XNTjC4Bi2WBDNweukhdL+b4SfILhGP/fEv
zDCTTWIJjb+oz0Jr0TRmYYwogcmJ5XR+dp8h81EI4yaM1G+3TS3uHzPudCQnZYd5sSJrkyGuGytw
yi4ZuX7l+qGtKbQjZJDft6VHuQ2o3MrxXbo6KC0ZskLl/boKE2W1GoqU3h3TH6GEGITOVlNj5Swt
GmFemtSPYTHUzS99EOqqtBwiLXDU4nsI90Lafr+9dYsH6czAzBlAQmd6WEKHG3jGcZp3iyz9DVmR
3W0ziz436UIxLgIIY05EMGqtkTHswHNm/Clrw6ZHi6nUP6ejuGJocT2QHoDzgKoPt7vcMKtSvJy7
MXTo+yMKS3k1kjZatwYTX1oP/QdwcPRbAUPMrqW86Ts3SrrAqaAdohCSAOMftW1TyfbtjZOWFqQw
+iKiVQ1cZ66FoYQ5evb95Nt+e/Dd9INQgRNrhTChz0llPWNmP0LzNvUPXTwiozjYRWI8Rm5/YBLr
YKxNTC1dllSaQOPBbIfA9fR7z6Ki5et6FLim54yi8qw03bD13QGCeKW7y2t1azW547nNe9N2x9s7
sXTI//DtA5uXIUaaGe4EEQEgifkpjso+6fqtksn7XjaOsly/ld0a4f6auZkjjXLSm3mKOR+wQd71
+0gXtroib7RkeKbhtr29uiWHgiMD2p6JU4o5xsttjdqc2cgx8HkVhe+FEtFIjqhPCrbW/DWNBRsE
fTNPIyBKvCxnvltHWgI3Pc/WobiPqi++9en2UpY8lrI0Keg0P8Fj8nIpkO0mnqkFkZMWXGNqf69K
r7m51l9diowTJzn0bYAqeLNeWuH7kOWaUeRo7vfU+9IPh9urWMrOzv//2ff3mihMqOBGsFQ8dIzy
F+GvmEF4r7nnKZkLa7O5S9//3NwsDkMHMkhuPS1HreywevcRRBxpfUYrH2dt22YfXzcavwwqlmXm
v8sxBdz6fnvfpBUL8xnYVJx6PlkcQbJpHev2PrLuBfckuB+z4Gco9ps2fa3LH4p1aqS9Igl37dqX
u/a/ibp7GsCgjoG862yJ2RDyQjXG2Mnz93Z4LZU7WfvrRzB3PhxYU++Ci2YOuw69oLMKQYidIK7s
WkgZTEK3KV17Al/7ILrXQOIR8AFvffWg071CHyPNjykbvyTujm7hSxy89ODIk+pOrZ3bX25h34AN
ERXgnAMhP/9whiGMQa6GuWM0d6Vv2U3j28GwklQvGgFGDp8Vz1Ri3eWxzYwgEJAkzBwDrehjFMTt
uxqEzUe1K6zt7fVcHylqJZQA4QmmbcGY6qWpSII4BVr/3Mk8qHr10zA4GR3fNb6ZhRWppABcTSLS
R1f0qEB4DaPokbduBfq/BZVgTSrLrTVK9en2ghYtaZChkUVNpmYZtSaGiaZAxunIVHgipkThPtx0
YEtvm5n25fJdivramZnpgJ/d8K4RMMKuYCbKPxVlTwvLsmXt2RXvBcFRhHrTDStPheuQgUUoMhF+
m8aW1dnCoNkQs2RUUycof3rKuK3NX7eXtOAKk46YQboylZ3nGELmF3tDrlvhWbbe1JDZS/17bRT2
2O1u21lYyIWdmXcDOLGSpsKOqnd2Fr8X+YqB66yEFw6z+sQc6AyvarSph2xKh/AxlYKCD2NucqQB
q0raUAG0lXKtJLyAaMYenQ7o0qZXzjzQ1VmlioU8CfpKTNKWIFuSvcSAd51/7I0vRgw7W/rBzde4
/xb3kbrtdH4Js3/umDMXHOUmsQorYi4sgp9VnnAsf3+WuCDofdAgg5li3ocgCEVhHDDWFCcifPWW
f2K+pTpJ6bDGKrNwajmsIMJZDE2s+dMHIbvMV6OQ57bXvtd1tosU654dXwmsS1t2bmaWQNRJp9Zj
i5lCkN/bQH0bmrWvsuR8MqkjY2Bg+VnMZWCoGiXMMkXzUY2Y5lPkbRla2zC7y/zgJClvt4/S4rb9
Y+xKgV7McivNDIqmY7TzPe0zE9Z226m//t4MxD684KiqMxAxO7FyX6di1lNlVutXyygPQCE34MRW
QurSzjFLBtkPOT6tnNnOBWLQtlXGxzFk8C8lY6Fu8lqL/Sm0hJ0vhGuJw9LmTcIbXBUc3ytEp9aM
sdrIBT5nJqGtN/5RFvJHU1ubCVuKqxQPpj7LFLzn+NcxMENjMHs8ohS2YefajfrSdP4WJNDKDi5b
IugZTFZcMymPaoy8rIHojNeRQoqWXVDfzqrqYPafbnvENYsBrgA/jmFCvMvzft4Hy9xsqAFQec5A
bE15XivlXmdGyw72sCRW24AaVvYvsgiMMl0BiFMn6Zu+6FnEk3KBIb+MeV7LegyQW02Le99cY4Ra
cotzIzNnb8VBD+MaI2PxoTVQ2XVPxrCWPiwaQacD7ViJaKfMHmbQTcqZxSS/0yjBc9MPpybtnJZB
+pXPNP0/szQFUUsoyuDO4kac6zIKg1yYoMCxkwsVTJbIphfuXhEiZ9T6zTBMLw11k7UNxNsMZrjd
Vo/D3e0fsXSuz3/DLOj6qhZYpcJvQBgozN4FNd0bo75ljN5GC+O2raV95SaE1AWo33UhCNZIZDjC
EdklKXnpev1RgNiuokNx28zSPcKtS0xkXgr6welnnDliMXJvSJTqaGoP1T6C5/C3XGqQfN82s5Bk
aqDKJ/4rfXrBTzt7Zoax+B44HXdJqRJwM+mQ5icLURcPQLgPp5yWvTXa2gTTUhA5Nzr7XEItJ7WM
koxjTkjj1Kdo9l747sYX/83H4gU6LVCZUEazgF8lbuplfkU5x8wefYFXopUFm8Bq/j5zJqP9j505
DSXAgbFRWlqLEAJsobPd+mu0RYvh0NImIAX8SHysqy8l9K5cjb7Ti/p9PuZvbmI+p41gi63ngAz8
wIQFFVbdiZANFsJi5YgtuT01Y+rsEInJ0vw1L5rt4IqRO30z/4nntgO91sE1lTXCw0U7BkxsVFl5
Ac/DCZiznspxB1NWPmzq/ndf/zLyNfG5BSN4NZNMTCKC3pznAVnotSqqp7SUZNiMNOE0Voi0Rf3p
9uFa8HPM6FChcTFD9jb7ZB6A4USR2bOgNxg96IFl6RtPePGan7cNLa4HLA+wEQDcV4MUbe53QVaD
spnowL1WOdSStpErfaVBu2gG4BcawzDTX404yH4f1vJA+oRuvG0MNfMpP1r5r/WSSdBYyn+szIA2
adcVXhAF1PS1iqvRsgUdHHq6dgkvvangvWcOjBFzqlPzKVGhBB/e85JzwuazJcT7onU3sZpvof+2
W2ZFpOhNkgsUoV9uf6yFy+rC7uxi9hCl1LTaB0hEe9nPfPD0H93slI7A8/21+L5wjVAMJ1ebsAjX
Reah7UehaOHHpWLxNU7STRV0H/9+PQzT0f/lL5iUmZc3NVJ9ujoKz1L9pYT0WayeB+s77ZKtEK8w
hi8cKJSY+WKMSMHaPT9QhVFmZhsWnhN6pIEmrC7ubmyCYzGOm9uLWnD1KcrpFl0A4JvqbFGqp/K+
z1QAKUO1i0bp2FC/tAptd9vMH2K7WfZ0YWd2FaZ63eSZp/gOYKVHV9A2MO/te7E6BMUryO+DIsUb
1W02Le1nqjPHysw3fbbW3VrIAi5+xeyarEMIUxhu4PqCClqts00SUXPs76Pxs+V2DN4DRBxfby99
WtmNlWszNGlYSckohWQehl7ZQfPkoRvUN/VjU8oHLescvV55yS4cBYM0QAR9rk2IztkiuzQs6jQ3
fYK+so3yalutPVlWLMyXhHCP0iq1RbYRPNJFtPX61+09W/RKCsPM7zHTRo3uMlvLOwtiKAWeHnfY
ecq9Eb+pa1z1C9FpeoSzU5TUKfnMom8hlAJ8IgnprW54R3NwP+W9+jFo1druhlo9hYK39lJZMkme
q5KAMip7VQPqkI3JjZ4sxtJS78kcLG/rcy6mQbFiE7ajtbe6KPv991tJzLJEiRLKNdFNWalyBf8C
RqHUycvvFN6+u95KvFr6XhDiw2AyIWD5c/m9KgmuBcaoPNCv32tLQBTsI4MIKyn8ktfxqaBKA5TN
q27m10ZGvz8LUzIz8T0s7/xibZp5aRUTYeFEBjCNHMwM1ABDmxTG6+dCB1045HRDwZs/NJ27Nu2y
FN/PLM2LTdnoK7WXQck29dbH6qVN6g0sbXasrfRYlvYMoApanIBVAOHMlzSIrt4OHCTTyyJUUQfz
3kfVb+WmXwpxZ1bm8SDRYqtJpqeiYcbvstI+ZY12RMnpzYvMI7fpxop+3vbqpQ0EE8hDHCpBdH1m
DqePWURnhDqx3Iy2JD4lEtHbqGxT2v29oan8o04wn2sWolaIu7DPMORq+Z2bea7tq8KB+YCtl41r
ZbSFVVGzpbczcR0A9pj+/eyR6kGtWJstWuiZP8R2jW9kMupTXvurrL7dXtdSVkiTakoyYAKlFjnz
jGQMo8bVK3SpW/fBLLNfWtFsfEZgwVigXD86bRneWbm6q7N2LfOd/u/ZlXhue+7+etwHqpdhe6S0
pfQPCV2fTryvhW6Xau9FCTtpt+KiC2ebGSlYVuk0seL59FeVdlZvuSUgBEPbEHlttdO2sbVWoFw0
QyN4onMi5M6rGQzs9YEYjTy4FP1OaiRko92jr1orxfeFA0eImhQNpicKpa9LR0mKNq/4ppSeomSj
FQe3PQLwbXXTzrIcKO4a9mzh5jJ5PpIoklhIqIVc2lOSohKrVInIm7LNEEaUeIEoykfD946lsXLk
Fl1TVycFGYMC5dV4WVa7ZRFaReSImQelar7xY8v2W2mDMKQtM8JqNbAT/Eq0tZzgD/J27piUe6es
G7JV/lyuk+er4VdyGjl0g4x7qPtj2y9L9b6O+x5cv4j0hpKbFP6ybOPyEmU+vInsVuuGO1NP/gg+
P7hBGaLP5hvhK8jACoSSbu2KzPzlG0N+13QqNL/0oP7+yWpOjWdIsIEJXHF7pbLZaGaVRwTE6EOm
DrRlVLiisrWezFIif25oHuv1KMtR8OHjFLrV25kYnKoieDCiRzGDFK49Smr+UHbpFsrxLbwYe0GL
TxUEMbfD19I5w/O5Q6Hd5SjMni1KWSgxzpo4TTLeleirAVbz5JVi19IpgwhGVulv06mZh+OgUBU/
j9zEKfti38TNDrGzDhGe/jflq7uuFBN7SIQ1ZNbC1AXE06RhzMRAqmKps8PW0z0uzNCKGXzMNgqs
uZ4O5jj6pQWpXRt3UNFZLYyf8d4ofgZ9veJIix+YIVzmmHnlMjAzbf3ZJUTrEDXE0EscxapstUmP
kFmdXL8A/xfLp46kNZpq26p5N8rt53SQ780+fISE8tftT7x0GZrm1HjG3ybe0cvfUUOg1iRRyicu
gCipVpnvBK/OdwGYItv3lOzvXQqZrGlakh4WcXUWU4UUodPKQiao7tMNvbtNYLxK7Ye/XtRU9TGt
iS6OgDGriVhimvRDT+CuQppX9AHtelLAgZUPzaWVyvqC+2IGyOT0CLxmFlcaiCe1HjRPqLwGkrZz
84c6/l3Ej03yFW6nze2VXdPwT8yC/5ib3xFuU5al52LOlF+QOSuLkwTvmh8/aiKUdv1jMDAY+i03
G3sY3mrvdej7bQr/WvetdX+n+l6wft/+RSvr/3POzh1ZgQOhFKIYACd6F+NLbcJR8dJmr577KRa/
3ja2gJu9XP7MfYxUqlrdCrDGUN4wfim9+3z4Kgq/cvO+cmtbcO/jrLJdSK2z8DmuTxR47FRdSXMW
Dg0fAbgGxRxKvsa0J2drHgwdTrEqjp1Ia2BSFvaaGB8jS36mz3m8veKFEHxhanZXNjByaGKCKTG+
T8IKKslTXb/ftrGQd5Dda1MUhCAbMYPL5dCizINUIxblqF75+lerM7fDQ7ypvBVDS4uh00XIRRuH
x+Vs32KrGvMskyMQW+o29h6z6eZfJeRatMINTc+VnO0KuqU2VagVYscl7SUMEIubuH1Q9RUXWLo/
JgE8uHkYE2CycrZpoiS3Q+oZEXhE86GRglMmtvTiGVRgkJ4HzUYuBDjUPMkOi/St1NMN7Okrwz9L
fghSERXUidv8CmFVqAhudF0SwxDQiHt4PrQd8/zQrieQedR6u8aOLy0ddiq/dNFJfia19UtPmYAd
itUniRN2xkOX6LbpJU9x5O9S1bifwK2iH21THhm+Md4puXxqUyYW1fabVofvtRw/NUG+yxX9US/M
lZi/1NHCowAggmliYmQ+9Dc9tGRxcGMHTZEfelHX3KSg6RrIKO68SGyZhVER3hOH4JBK4YNeFQfm
6tYkhP+fn4FDTKA3tml2YH2iUK4UWuwoQ/gowGAmxtJB8YlNYZrDquQ/6b36WhrDc5SkH/WhPd0+
zEveTzuZk4yOM1iyWc4WZElR1GqUYr/YKPVTCqpQDPb/nZHZQa5UWHLEOEidVvue1keh/THKK/fq
UlCa5m+YKKcyf1XGK6rBMjxPTxyZ6qRYPAyCtRH1/ijEd0Wpr6xn8audW5tlDHVb9WqRGolj+F+p
5QBJQmDbEO1WAfMZ+huvZH4ruVPVRzCHK3f60qE6tz270/JCzcVExnbYQCOqvrWWv2E4yNZx1yr8
WEFUfPvrLT39aM7/s7dTPevs/jJIsEW/NBMHUrZ9XzFOI75JfbprmhcTeaWh2EnqaDPburLNS76p
6fCBczTEa4Xxtsw8I570heNe35jK3RB/k5o1OMCS41BowWd4tXDhzhbX5UaVDx4xqhjLt1FDMSOV
7mrIfm2vN06Bq25v7+bSoqYO458XDAWJmb1Yr616DGgwttprm52E6tUNV+L8kocQ3qd48ocwY5ak
u30gZ36LidTzGefStnkjvJDMg30ZHaVsd8mYvN5e1R9Az+yRzvD0PzZnJyKMWwOoGU1gZjL3cYqg
o24cvIlUrIp2EWNYHi/xJom3ALj2WQFnqh5sebbyWCVzMFF/jMcN83l7s0ZnuPYfAG2fUi3fspqN
X/s/QzXaBXJzX7v5RkgKhIZqSC2te8U1ToWq78RkXPlSi6d8UuSBGxvPuBJDlwGBeS3NYEfXTFtT
TkM52Fod73XhJTZ2VfVSCz/KuLZFc8304hc8szz7ggqEAuBJ6HU3ArOghV0aH7zeySvHzerN30va
8kg4X+fs2yVup8ueDCAhqdu3GiW9NorWiuuLqfi5kVnY0ntaYOjQUNrUo2Na6XZbanakl3YQqCc9
URGZGb9Qlv6oysU+TMyXWAO0pSkbv2dEpNM/3XbY6Zhd+evZDs+OYRtREDJjfo4RPGh1TeFojRNi
7Rvql1FTr5E6Mhp2Nczajat+GFD/8eLTELX7KPuBFs9/t6DZRV5FtZYjJRY4QnOvJB5p5MpjaqkO
h5tQ/2OsZhrsmhZ8dg14UHT6I3x5jgc7Y1t+ccMP5Oai+9RLL2n7ZGqvwlgh/vWxzT8ncWHH2U6F
801FyztuD1n8Rcq+1z1kdCt11wVW0cl///lhsxwqGIzEKwZ+WKQ/tRkaZAAnvNIRh5NcDdtcAdqQ
OY38fcx/ium3ttj77u+wOqXtynvl//Hx//shVxxFAJRTKYjzwIlHaVMI+lNPA84OpHSvoUE11iIT
ktC3qOVW6OsDTPMblZ87ROFRcsU7Tah+3vaJycWunNykBwjCndL3PLlrB+gz8gFkbjWgXlCfAJwc
O2hJqr/W3p4iyJmhmWuMiH6NUg9uSpWHu5SicJWW9w3ME7fXs3Sk6GaCZ4ZQFY346W4988A+FFzf
j7nYhj/a2y+V3m1yDXIX2IO6wDvE7hrieNG3zk3OTvE4+F45lkTiuGo3QbO3zK89tYTaeonQ9OpF
0DqRv+2rL32wB9S1kYV+p3dPVUbGYq1JuC1mYpCvTkTD9L+YlrncAMmC3TKfoGPp+HnIDxBc2Ul3
bPJnDZHaNv+m1l/6aKVbubjpZzZngSXNKlcaI2xqXY5ikrlJ83dLF+yxqreS+tZ4h9sfeSkhI3WZ
pFIoeF5N7tVVE/bGwEcu8+DQFv22czWKVN2jPmF7Ivl429xSPoYuqcnxoBPFpOrllqaRwAtc5MzK
YWVr7UEDKxyk+9tGlt3ozMrs9sMV1KahJu/kbW7Hw6uq36dJdGAQpC/f0vZVDZ9d+QFqPfhhP+QZ
j9Hqta/3SbLy3FsMUefLnXlQ1YgyXFv8EN//JsQvrfaTmBAEX6Ihh9/zU6E59XDQw69wzLZGbk+Y
X3imVnZjSl/mcQmxEX4HTXCgHrPdGOt0FDImbxwlfRHrj+JQbcL6GIaaDZnnxnJheDFUW9dfQn/l
ay8V0sn1JwgXOFYowWamzTEfA2+coFVxV+xqVTJf63b4Gmp5YiPr/UvXi3gn+pK713ToU+U4/B0M
cvnWBOn3LqzW3laLhwvXA08zUVLOR6uMrjeSaoLjlWq5KzzR8QNzK5AyB2W0j8to27RrqfrCbC7a
oGc2Zx5PZClRNAF6aIjaE52zXRvJuziFmFkc9kLdbtUkfK6S6lsfukcxC7ZS627zOnhoFXklxV5b
/uxr6GYrp92UeapwJUsG4Gj9FMEzqgfxrjOPYv75tuctHvazpc+yPkloU6GViS1iFRxzoO266f8e
jPjbbTNry5odMrP1OzFsplysPKaKtY2bT3lNWHGLjSeiIo6v3TY4ZThXB+psXbNbSkuLekim8bLA
S9/cIv2Z9P3JdzM7HWoYSXJ106TtjtrgynFatEvVSlQAGnMlz94ppqB0cc00r1P7zaMUVw+pmL8z
rL9L4uheFNJTEI1ouf0LJKYFAlhGs4inGc58GbMzQ88EKQXaLFvRMRizU0ETuKYJlmtrSmGLHnNm
avrUZylH5kuZq/ocFiUedq0kvEpjs23DZKXBt5SpMWs0DaeCYYXy/NJM0teBWoiYidLaroL7/9XA
Kdfad5N/X/nJmZmZn6RDI+eChRnZrb9Fgvob6ZCVlSy7xD8rmX8bxXOTbiSiMZj66Cv+g5wj+Iw6
HYq9ItDHuPw8RsMuG+Dxun0IlhZHnwApF4j4INyfBZO6E0KpHQGwgOB+CrzyBQ9ZuceXFnduYvaZ
PD1DNk5ruMZr995yrYlEG5q94TkZmo2kRr8I4c8CbOu3V7bkHdBbTZV0plWv9M8yDxbQ1AfA4gZU
IMZ6pyjNJzX2nkBqrKzw2pSMQiJ0z1TmJxal2YlOoZ/QeP1D2ATISQmDrxOJeOUaL1lm6ivRf6HA
gjEmmYHBw3Egz5siAuqVVjixucADgPLWTxjn7XGA3DU7VN1nUcptt+DtrAe7UFjL7BcXiiyfThJi
TSwolyfOaOpRViddel/v8k0OKGMjdrlyIDsoJVvPjXzN4nUoYbW0Qngp0WWW5zM0PRJAXi7zSCpQ
I4YtANa1iIfzSvFvcV0TdwN0p6Al5/wAbje6BdwXTGMOMJY1WrmLJfUubqwHeVjTNrw+DqzozNbs
OtV1YbS0kjgcGeFdqAn3USJvkVTc56W7DZJkJ9bFS5m0K8DWxSUS9yePmRivZ6dwjPRcZ34CvfZG
3ZZpD0LX62wrqO+iArKn22dv6auhdqFDJD8VAudv6NHtcy1LGReT858WzNA1Jx0O0dtGrkMXvLs8
5/6MBotXQDi5dKXCr3ioa8PYUyQoIoiU19hllozIExhpIi3BB2eR2ZCboVNrLuvMfAM2ZmvJGpJ/
aa/OLcwuy67TItdQiP0j02BpRkOJzCNwld3t3VqMG7AkAQnRISRgHu3y7MqB5onQIlMHyEK7t7ZV
+Skph62ObEzT2Z384tZPQ1/ZkvrhtuVpAZf3pwwC5x/Dsy1kolqKR4V8NVTKXZ6oti+++yCS8xFu
d64CHSnA2xaXt/Qfi7MtFWrJK1sNi3mgfWiS8lAgGxgy9rpiZ+GFerm06ayfJTq+UYHsGTCUJIfC
+yCG6cbKjpL82/e/l3G0LeL7Tv3EgKCtKncJzBZqA+V2czL8t9srXjrdZ3s8n2bMjJKJWolOgoEO
nC122qucNndRGe+bQj7dtrXyPa3ZJRCgpGF1ylTStJ6k4YFapgVLv0uBRx/fjTV89JrfWvLlHgdV
66mZxrtgtJ6j4Jcol0AXcdj8RwOXlJsy9pJOaK4f0hrSdtX0LDkKkHKT5W7a1WIrZp/7dh/kvzrL
aU2uW/ddGR+h67H1Ll45qyv+O2+vSYASI19gyRY0tO1LLp365uX2R5wO3Y1DOS+KFcH/HUpSlk+R
Kp+g8j2GvmT3TbxtDGHlpCyH0f+cSGsWfEarV1zVZCdb6TdsIfbQfrm9nqVb9fwAzIKM6QtaaJVQ
swmKbiMkDm7VlLZtUDMV499XgvnUqLXTNf8CozKFAF5W1GZY3xwS0ZdZKCQTLbti+ocIUaxRSg5V
2266NNuM+T6S72Iv2NbJPlTuzW6ljL/4GZkkQeGPRPeK4nyUJGTUEgKQJT71SBW50SYb3nThwwAo
5vYOLx57yAKYmp7Q2vMQoxqB2IcBNT+XMSbpU5619ihmaHI+yOpvI3u9bW2hasu+npmbRZlCS8JI
SyeuPestToEnwHWuAubI70TlZ2U8JuGxK1aeYYtR9MzmLNR4GTQkGVUOOIKMQ2E+yIVmV/WjZq3k
YmtbOZ2Ws2tDDXmMFTJ2yr7cNbmMJq6xM1prO1jCCdWbrV/S9/ovN3R2BNNCbcQgoYipjeNzioSr
l2ovlRLcMay9TXi85KJ4oId1lPphe9v24uFkAo4WGLn81SB8CshcZMadw5lWGyN98OhYp07kvyFH
tTfd79nfc6XhPNT8J/VrNADntVJQU7JPXx2GWU/aZ4n1rUvCLUWJX7fXtRjVKIxOaHXY0sTZ/ZBL
GYqjHnG6FpLPiG3aie59v21i0VXOTMxcxRRCRFZTTGjaYCvBqzmaBw8VuKx+kcJPar+W0iwegTN7
09V05pphZIxehcKyU8iUAj74nWB31n6dnXXpiuMNO90I0yiLOTtqqIc1fjSYRBOGdazGpOOZH6jp
3969pfAI7nvSazatCbB1uZqxyY2wTgXIrsXUlstmN3TvglfZo6psomolL1ryhnNjsyso44USyhXG
mJ/Yl8GzYDa728tZtMCTZ9JZpckzp96qi9wqY1PnFg0tO2kYsy9XosSSuzGljYQhpQyw8zOPHtVW
L/uBycQg+ZUn+aZDzIxpZzvCFRCEUMKVPtniB5r0dniRgFmdFxQQfegCo8PewFdxi6+5pG5C80sm
qQc0wG/v3pJrMwcwVbkg4YLg6dIZClcR4jjivah32k6o++2oGrDbBJui+3nb0tIuwuxAQoC8BS/U
uSV6H3IjEmrlVttUXYi242Oa3edlN5Wyn3w/Wvls8qJFXsJ/SJ6gxp9NWlhZ7LpJFkZOODQi4LKY
5oSHWijnjxJ2343bPGCMlQr7ZwmCwq9tysiHr7nFLh47nmFeO246rZYOSPR0O4EBVRsYeM7M0tA9
B8hy2aMXk21b0k81GzIgv3m+hX6jsivB6ukIKOI2Fhrzvc3dccVHlrye8jdadOhaw903C0l5WDea
Dr+EI/iwcYnQ9fEB/74OChkHyQ0dchKcq8qWklpNj2x9xBiOXt2JhZbb8DCEK028JRdUTcYiJ+I8
40oJTB1K1QNPwMiRGN6JsWAnbboDfGmP+Zoc+FKARQYOCJYBcRq8h5febpgTM76vhY6o5sOx1+MM
ggLXsEUjX1Oo/fMemT8m6PfDzwIthw6hxKUtJTb0KBZUMNI10EZtxHuS3lCeNTWFS8o3O9M2lbSn
7e42O3RQKTL0lfmFrf4f0r6tOVJc2foXEcEd9ArU1XbZVW7b3f1CuHu6EXckECD9+rPw2d8ZF1VR
hL8dMw8T4RiydEulMleu9UOXXRXqvV1HLXoBd57W28Fg9QqKIg3kvnTCD8T2eWTpGhrQOj58L9I6
v0s5l3uA6nmArHm+tisA4ohf000s9T5GSyS3H1nR/dB7Se/I2JcRngE2ZClS4Kdt4T/4yCmGivre
UwmnHULi7jv6acYT1ysFnQzxHc+Vd6nL/GQkwF5nqMneSd/NVx3AjWhLRNgk81+6ZMmmU9nULIYa
dSUVnoPm+NxTnm17S5j3o+fEoDlPnQDEcgfwpLhbaLA6QTfUReAVZRp0ffFDJ/InRY9WiFKUWtP8
tRy/+epYP0EztPM2aKSV65wLkKdVKqBxNkQDSr2gMm17tBPKsE6cMK7B8gc69E0D/e2ItcBeW7WF
HgAbT+TaKuqwNTt/73cMHg8p1XXW1GzpGF3bdWCpR94dsR5a2ma7rh1rXRQ90PKFGz8lXvLgSroS
xVKB6do5QgoVpSxAHXDnzq5akdWJIUgHAPgEZKmAj7YjWjtrTWxve/KP/N58a3+2NDneT/GQC+bY
2BkELLnJYyYGPRCauYtB6OnINLTNLMonAmMI21qeWg2kO1DTenPpGFqy2XZFGWmDGQ3Dkie5dnGi
K2ICq6JxHH1957+rsgwJHWFZgO3kvWufE/JoNus4PyVoML09BVeX9JOl2QwUiZ1Skw3Fk2PLgJS7
bpzg0uFtI9cXFKOZ3CLAcjMP0iroMRVVixYcPPDisQ+9JglSb4fE1oKlaQdeLui/lqbb5tOCaq7O
07iGJcCv9BDdMjzMUgWm6zhL17HFS3CqgTY1aXBgdIl03e2BXptNgtczNi2UIC/aPUVdKJH3eG0p
NMqZsKbst7pfuDGvbY7PRmZLVovCbIuEQrDG1EPwVb+aBVmpEtyIQ7KGS1zYIVfwMROtKWicTUCQ
HLRVn89p0WGsXQHJvczs+qBK4+GJUK3e1VAtv6vh/0ODynHlaSa5M4ROn1sG7xE2+jg8oIHEXVss
K/YjXqebLimWRIquTjl6UEFQhkTJxU3oWhCBkIRlTyNRYaHXUaoDZZ2/3F7Ya/sKei1wergEoZw3
/YpP+6qoYqiTcjxowBhWTMq5wzdEt78LX0E0u7Pdx6QU/cZAIHPvupWzsK2urDiwOZNmL5qy0JA1
Oz9lHDdgTJk490HZGJi9e6/ibBdXzpZlEAuxl9S/rvRIosUUL3q0Y6IjCS2g58ONLZIq0icjasag
+szHO5e+adBgztoDKmgaVMhb+p0RHnjs72APYarvG/7bt54R4QU4nVAXSR8Nf6mpe9pp56cb0QfI
2z7k6yaq7/OfBfkUjSZJLA+V8dbnzcpl32Vqodr8R7X2viGn24t+Oe2YbnuKe7C1JnKSc3Mjc3NN
s6FG3qSnofzFyh8FwdobeaQb77dNXe6vM1POLMIH0wuvXankIS9jlO3WJFvlgMT43otInpiM0Nh9
2+CV7DeK2aBmR84Hr6WLAnpROwxPd00exPhod6CPM3eafOP+Ie/Wrf1U2n+K4SidbsGbXF4FIEOZ
hAEnKlnrgvW5T52CNhnQVHnHQ5vdpekEh95o/HVhfB/ByGyznFmauS3XlQLBYwYUIaSCAgtp97Uz
6L+shPsvJWh7g1zV7nfue9muLBp7l9tuEwl0c/+sYsV/gbweTQYOfp4+eu26m6TdOmnJdam3rwi+
nQPqlypUae6uADPyXpI4+ScXniPCVDnxb0V0CZ6SsV37BRPfrdT7lonaDJvWrTaJY/ffSmPMxlWS
kfSR16b5Nx2Svt26uDbuAAZkL1rPWdiAlWHtD7F/n5bNeGJlyfFs07oj9bVX6uXkOJpauSJFrW8K
OeIVl1Q5PQyJyzfI6Dp5AGYla+WVaLIMoSDc7/o2B1eLSzVE7QIV/cJMkqAHdmRj9TmwZkIDqVRi
W+umjcVdScdmlxkODxLWqz3425MdVCzqMFMd3UA20gYZEHpNWvT3rPuCmVHSmfGTAe+P1BLAmqYt
4R27tg1NKwVjvnB0//tQldojzbhkgTM4/a/BH4q9rtY+F39jwt9tIGGGVNuqzIqghV2eaObyu1bv
j1Tr7E01MrHL3HpcQcnABofFJBbcMhn2jd2FHro4H+O+4QeBfOUPx0y1f2rACtfpmPXPNtG0O0WY
CqXVeT+Zm4lQS7vy0eGSb3JXZlhhQ8nQkA79yYXhH2tEFQf0k/2jHCdet6rQQ9+103XZsHZlEuqt
VerUIfHiYR/3HUharTLeDpQ0eA2k3gpVJtTia3MMDSPPdgBQuvjK0Id8NH+J2q/QsSNVpByfRog1
u1CrUKQJX/TUCHNtzE9655Uvqub+KTfr7IGibTaoQUp/V3mJ8djHhb9JY16i/AK6v8ZImjdWCrGR
fuGFBTiINl4ROw+GlQBNCFgaiIjwXJMmlFIFWMTRPeN1geEUHpSDK+tdl5b21+gQfZIMHURQH7Z3
vMzFqq/1apMKHZM9lCDP8odsJXxdW/my7taeZvSR6bRi58a1sdcswTdeUtTA+OFZo0mDhayN+9DM
MnPj2gyhWOk7C25tyb3MXLYda43HeZ49Ama7Nsl3lm5IMkJO9fdt9+JdcdjIZxlAXIAadWJCOr8b
PJ4mY16N6eNoUfedOR50p9LRafex5QqcAbz8hR37K0/v1BaxogtRBZNEjcv43jNyEoxlrkVt/xMp
j9ABF9nDyLMyNMWPxtbBru11K5GiAWdQnXqipT788lvsGNNN1203mCHo0swQPdr2Y0XdYuN3iMCy
AeB/6Dy3EeNF/dDFnXVCPpFtNFPF6z62WTSaanhKhaZFTVu8SdLybergianZmRf1EKeKXPDAbLKy
Eb9EV1Tr0iW/ZQXC14ShaOGplIQ1ia0HyfDO58Rfm45oT7qEZIRPfAZ8Q+72zxBqKrZofnZXPO/+
li2Y/W2OxiVL6mLTuyXHJadxGpYFNsTo+A7qJDoeV7EFkfs27f52qWEHetYPm7iFTC3NQVHNijZ9
LA3RhFVL2XGopL4QZ53noqCHjK5HZKFASTghoT139nrIG70RRhzrEJsENC/I0qUA5nx7wgAQoUhX
oyXAQ34Iz/XzXcOKMvN0Bva0im8M2UfDrhmLCImv27vzYhwIFO2JjcRFeggRq3luJjYqBMKpQZ6Y
tR+qNTEXEl2X3zd0pAF8hEUwhDbR8++bMUgx24xpT5oRVCpylrJb54HXNE1A9U3yiBB2BnZxTvbZ
gOLM0FReHy0jKrs1oWudbizkq5dY0+aGbBA3TfBIjAH5XMinnQ8ksWJVDxyejjYPRfHYi7UHxxiH
7RLHyXzGQAIMRlYsvoP1gJLLzBCthmbMXTt7YshJ/6kWoXvT//9vsANwJzYr1gNII3AYTCJ05wPJ
Y6n5DfMAZNK3hO1JfTCWml6uDGEiSnDh75HfRBb13ERRg9F9cCHGWd07WuguPZ0vP49sJkCqIP9D
ohYU5+efb8tspGRg4mmoVeB/8+qvgRSmKTo3MNu0SLZohTEZGPUAASEkRL926ED7gfOAGwHYSXdq
vjsfQE+Yjj4KiAgg88g3ZEnm73J+0FAGwiV0aUyA6HkthaYG04jTx48AISDPKpe4pOeuyUH9doJh
gsMEmQs4jfOfn3eKGlJW5gPndMUyZDUjPY2k+TXRZ7ycZ3ZmN7Twi1pLdNhpqiqgEOn5remBJpay
FrPhYBHwvnAh0oM8IgJxZ+YCwSERW1Qv4me0zIKuGgQE0tt0SzoHs2OHlhkTPSq4LnR03iEQmO2p
yqZarKP+ferMqIgjx4vkF10UTFjgeUFdHazHOpz6bFuZDAeexiM7xR3YtSx0f9M9H7cZ/mtwljr/
Z5tsMoYeM1Bvg5QHnTdzjQqLicL2G1GfzJ9gEOMvXzoh09enmhl4csHxipBp9nzXBnDxqlgvT6W+
01aV/rVbD58HeZSOYAwaJXCy/jS4TzkaxxltDSGYduoHEqTHqooX3q6Xqz2xaCDTgnANidl5Xpql
Q9HbseGc1jJ/1am1Q915Aap8sQCgLYSCPbqfYAQnfbbaLCttuy/S9uij42yV5asvrsDs87P92hLo
3mvT561+7W3oElL+8td7eOsBqIQ6EXAT8wp23thO2bKxPyXbWNtUX4MEI22MrAHcNNiCkLCAO59d
cobGaDdwpz+Zunp3Guc7ZV8LAD8sAJ2DqABlckQ2sx1aGC1LelAUnnJv3P7QQJbytflHjhJlY8wM
Eh9wHPPDDPphyJZmCGyaOgAoyI+/+Pvn35+tr2024H9I8f2iOCJRFzeb27///ASg/jxB9SEfCQky
A+wY8y4jXYtzX40jOTA8BIeVXqy7pS167rgnE2CBRmF9Cis/uOXPT3ElytiQXU8OCm+kf7iK4nYl
+vXtcSwZmbkKVRa1jbcGOdgyLFiUGpGVhk4W/XdWZocZqkVFBjFkckDfiBoOsRmaZpAvycrPxoKU
t2EC/2JP1SKUg+ftKY1emAJ0p9pR0fdcRiJH/+xTLr8U8vsgN8P3oUGIJZk6c+edRLmuWQw5LHbE
TZ1PMfKCbz13HZffn60Ia4vSYDphR/aza0J7qUtp6fOzpWhGVXulhp9vy5VXbOp4YannTbQX8zOt
0qfLx3Q0T09kzI5EPfmvxDgm/f2QolCOLFvY25usXrcksN+Udrq9yZZGNovbOsce60bY7Kg5O2OM
GrEwsqXvz8L+pikHimcNFkatoMdmL7UALX1/Fg8i5600XWFlKnWw7ZO+1C2w8P15Zt0jovPqDt9P
RI3uh0Ojfc0n/mflp6gGCnagy5wNoE26EUlajR19/5nVm9HeGO3v22s8c7tzEx+5/E+by7db2knk
LI8KaLp6Cz1G/kUOpgsTs3gZCAKC5AxMxF4IeTDTuBdLDD7XV+L/JmqOIzEynhgVgQk3gfwYEkD/
Xy7k3+9P9j/NUmyAayTv8P0h3/JyJZ7/u0WYuRBDs1MjR9fhURVgvYjKPhiWiiNLMzRzIkNeFmjz
9tEg9s0c4S+i2yO4+vmJbRNIcvSozdMqfqtB5svl/Ei8R82tAPpaCG8mX/NvFuI/ThyZJ2S2oOWE
NsLzFQDHcW9L3cJR2Pg0HNwQFHo7taQVcHHhTVcRNN0Qy4LsGA2g51acHnj/ysUs2QZIhu+sv6qL
3O9fn6oJdw/5YqShQF9zbqM0wX6IAIEfNe+h99dNsYTpu7YWnw3M3KprdR1XLgyQNhTsZ8qWsJ7X
ZglE8kioIClxCaIpHZ5gBlVzLN/bYVWPGwNiz/VCg8K1UUxUicD4goMGzZXn00Qb0bNEq5uj4/0O
TPLr9iJcHcKnr88WARR01lD2RXOUfuQmuziNiBN1YuHJddUKIDZoewDZKcrr52OooHOD8CBhR7mi
6aNPf9v5d2UuOI+rEwXhJ2TQHKB75y8jEH50ommM5ujm+2ZtuQvR2bULAtCE//v8zHsrv4V4hqY3
xyoRQWYe4Z9AZ3p7NeY9Gx9XhI2H+5QYn07ezAF6XanMTsT1kXvbrtlQsnP8dZsGaR+g7FT+MpYy
aldH9cngbHelKO5NpYL62JlBnz1SPSzrBY91bV2QTtMn4Ui0H1uzurvn9gP0U2lz9P+m9b1lL7SC
XBuBoyM0B43OhEuenXLdKUsD5PL4vLX23S1A3Ym1MIKrJoCwxzlB3gMFjPPt29qc9j4z6mOtQpb9
RohWLsr0Xjsi6Cn9fzbmz+KpYlzh/NdHZYW2/SbtiNmr2Fricrq6GJYPeC5eGnjKzM67z4tC8pTU
x3IA3i9y325v4MtRONDv9NC5jFQRBEUm85/iAxvIrJylY3U0IBaSQi/kgGYytTSIaUnP70AwceEZ
hstpygPPsTrCaLh0Uq06oifUKYMxXbXfJdkW5nYRiH45XzA1sTQBDWbgSp+djyRG74uAGNCx3Hv6
aqgWdtaV+Tr7/Gw5iNW03JJIJujNfcpQjdtoyb5xF9Bsl/v3fBCzI4KiIZLekJM6snKfQCHZ3gl7
AVwzZ5qG53JQ50G/Azi78LU5kCdLHGm3Vlwd83cv+NN7wB4++cW+zQD33NviMAKpQV5v77Zpdmb7
YLIIAhkCBl59Xi6plGeDfxD7wCSvbRmpIdJ6AvIBM/TVwj15sQ88Uwc7BQ6oBT8D1M75xp5EmTWN
EvNk1ceKPP29PZClr08L+OnY9BxVOprh69zoVkMeaYSsblu42Giz3z/9/ZMFHrsGJAZgwTPugRdI
UkBK7vLotpHLYUzKSDrSkjibU3ng3EhexyNQUA19FuTNdV+yhebCpc/PtrGt8i4fTHyeuyu3XC+R
Yl35PFRmccbBxmaiNDqLrFmeNhYdnfjkqq0YN8ANfXl2JhVbgnh3aiiYp7bTiid9rBnxKfUCSDz4
X32aeRClAkYT5TGwJiN8P598s2JG4+mtd+LtAwdmdCH8uTY7aAdEyhw7aYrXzz+f21aWGHKMTyLZ
yzUfv762iA3gZpHcBt/F/Io1mtppMq1Inl2rBv1ZHXz5hCH2AGUUkN7QxEH95fznW9Rux0LztFOq
JWFSf2Nfqz7jXYbp/2TgQqlFuIasuK+dEhlkyaaqvxrm4Pso2aM+icrLRMlzPoAxQdrQ6urkmQB0
ZEFsJpBLwpzXlhg1BZDEoLyDuZr+/slHAJmRgbiz1U5t8g95MBdJJS59EOIzaABM/TvIp84Rr47W
dZpsnBRkv5FM1jkLLLX9InDiYyHOrMzOgaFJ3nHLSp/TatXJkFVfP2dn35+9ZQoJvFXb4/sd33Xp
Thv+y+/PVgG/HPFAaqfP8tWjaxAi3vZCVxYBPCygsUHIDD0hf+ZEU8ePOzVaxXNdRQARF3egZNHS
8LaRi4sZWxQQagsauHgaw9D5TmqBjZIQzi2edQFOSf8lru5TyMAk62ZJCHJyO2chAJodDOjjoUsL
3fuIAc4tlSkaVL1MtM+lf0BbTq4FNll4vM4GYyG4cCdMPkYyMajPk/9tiZcfur7Tx8LyHuqYVmCu
MF+lBwhIVWwSGh9vT9412DDQMriGptI3hIFmF1E+srKqdI8+wqHX927ajfcMt+1qcIS5UpWT7RMA
y/EirE3yaHUuuROKant0bMZfnN7/HfunnzI7TLlwVGf0Ln2c2Gfrst0jYj0pa1y4XGab8j9mgB1B
o7EH7zNzboZwMq/PHfqIl0WI92jQui9MomVyON2e25mLuzA02/0sZ5osDZs+IkLJwHBegPLhtoXp
C5825IcF1E7B8PBRxp77aaJI3WY6dovSAPj0FbQSqoBrWoDuvwhKXaG5pFR3zSIURcDMDrIogN/m
R0AivZa2DSav8L07sJF498rR1cqoGDnQxvXzQC9a+qw601kY7LXpnDwu5EQBh7tAmhtpXWhOb2Cn
KllDVgVEnpX8YnXhY0bBywsILH46CvbTj/h0LcVppilgd+mj2T/GdhpU5dLbZTpQ8zWDpqGDnBFu
PvzHuYUKqJyathp9ZJY6UElfCjH0W5oNf1U6HGPqoAXTfADJ3n1Lhz8NG19u75mP4GD2A8CzgAEi
+Plg/Tr/ARACzmyRpfHBU7VMA+qWZNOCXvvFMUsrYNAcjdyuLbZ95sioFR6752XRroZmaJ/6kWU/
QFBtPHiWE68KiNWHym2Sl9rwyoj0WBhuJOMamEuy5bGv1oAn/wVgjz0wUrS7pEsaDioLo1jnDutP
VaHcIwXTYGi0hbwfqMmfEXdi86beGKFHFR2XiuTjD4lVOcay945QZEr+xtyvvyU6cPy3J+eaO/x4
3X2AZabenPPJKWSf636srINpMLnJBst8KS1HP3mmKneExYBxoFULWrZus04ybD/KUrI2lZH8vf1L
zClTNVsmQqDag2tgYoieU/5I3KmGLFP30HhFHoMuVvPAPJ9CKBgMsoPHVh6k6PAY9X25YWlXR2i5
bfZaDLaJlicn30gCIJGsdd579THTDH3Vo4HrPWeV/MFSnIDAZFNPpOEskVLMDirSrkD7IfcK7A4S
1hfAOb9C13RsC+Mg8jGqs/YecPy327MzHZJPkzOZcPBwAmwBjS6I42fLJK3akESW3sGnpghIp1Hg
d+IBcOpeLJi6MpoJEguPh0o5HuUzU2Bn1QZs0x4NAwkpg4La4leqoU3iyyPCxgPxpgNQILBUs1up
N9EHDKR3fxAgxivrNBT9GzWWANGzu2+at8lzIl32ITg2j2BShhYCp5LALozWqoAQhaArV7/vUEq9
PZyrhiCTCTg9YooLWSyDd/Ggq244GIaodk0jtRXlUMVoffrDwMaNbpubYrzZfiDwqGjomx518Kzn
x9YUlScAqhgO/cACO3U3vkTxeQiy7L1FkpbYHIwO+YKzuLIJETHh9Y5NYSEJNbvfPXBJjxUfYXTk
wWg+uZwB0Pe1dNrHinlTUwIoREAQMBeISzxPtAPN+wNtydqSMpCICW33z+35uzaUSXAUeEQTb/p5
KYCDpToZnVQcaPZiJm5U9D/L4vtXbUxdaYjU8Q9A2nOWn6bXcz/jrjiQrt43Xfvgtid07982Mi30
+UZASuVD5Qgu0wbs9XwjGIPMhQCPwcEGoXfv/hVo8qFqH9v9qrCLhTzCVWN4wwIiDGjZRQrKp8An
6kk5HohR7Ur5QEBrIPU00Dsn0NuFkc3LNdgJINNApmhSJUTO8yLnoqyqyLk2HtBx9WSZeOy0fhMC
4XUC5R7EUDh5sfP8WeuTfWcNL7fn9XKDIB2NxO70TMB2nKemGaCesVaKAe4pDSv9wO2ftlpC612e
YuTYgYkF3BDMKMhdnS+eD4Z6UWS1PGRca57QiTSGkusczAueOewpMFFvuW0nJ8st2Z0NgeYl1q0r
o8SdiH4ONHVMVYvZU3LseWILS4iDMMzXotG/gZDoj9XGC47j8kpBT8q/ZuZFKtvlCnxKgzgMpfdX
l2CLxgPr9npd+l+YQJ58quHjnrzIjhqs76D5KA6J+tlZ/loyAtbaNgJB74LrvWoJr1Y0jqAyBqjx
+aIlLWAIBjDGh9ySdx7rk7B3WEi5bUXF2C7Upz8c+ex8T73hAIKj+oaH/7SCn+NzEjfM8sb20NRD
vYalIdRLxo+DkXh3ZDDHlXD10M4fQU+SBdyvkn3mOg26Fnn+LKH3vqJmSoKmcdWqFq4dxH3f7W7P
/RW3cPYbpxn79BttVRtF1fftgRf6KqfQ5imGaq/Aw2wb1Zssm9Vte9dWAEhBvLzAMT3piZzbw6vZ
79Hs2B4SZiKfmWhbk/UrEJw9dMUin/XkQOcLgNoEXg7IXiM+nTlYLpwKAPmmPRjmHzX8SbXvnvXS
yycDYjgVWsH2eq7tHI53APtntBbyktdm9rPxmYPgpqYRKlh7aKsWzWfm8M684WXMdRKqyt1a/RJl
3LzSNDldw0PiCikSdMjo8zr/mE9avlbbHgq9aqc2PmML2KQT4eXDUZgV2V1TWNmjMEFumnInCQlH
h73DDRHiLlxKml7zT3gSTHB7dAVdhDkd+s2KnqruwAfQNLeN9pj3xZ+RLrFuXNtRn+3MIpsxnUhM
dDTwVezBEFmkFVqYFTTsqmrBe1xzhVOeGVSD03N4/hr2k6Lx45h3B0G15Be4jtsgzzP6z+0TcnXe
kFAD/Qraqi6qLW7fqtGVRncAmuxJVnLrNeMqbelC8u6qGXQ72XgogGNhfn3ADbd+PCQYjFtthSef
OfHCwY+XpDCuLo8DLj60uyH6mDtBDW2dHpGiOzBCG2Tm6jswOKwrvOcCnXsLqqNXLuUpIIR6izlh
ROb1b5LlpFRj1h280onQjfHAh+opGY0yjH1ke9BattYr/x+zXmosuhbwoGsTOAjEPAga59OZG7HT
SZO0B5s869oWvfs4YlUUa3kkq4hqb3xI4HEWAu5ZhuvjxCOYB6keKk94J828qchZ4SHl2R5Ko4nQ
ft6DXAaiV5XmJChjkg1wx3QzxkuU0NcOwpRTQ3AM5OlFbjknmRo0BrM9HAvN3WeESL9un4I58cv/
Dm0Sf0doDCaQeXzV8s6ihWlhQlWvVmSo1ArdL0iad5oVVG7nRwl63sPEaopvfVWUK2l7CmVuboB7
q3ECZhogba+abl8K/YucQtOPQ60AffZ4LKK9ax6xGNQeO5nm7aHyzACZ78BK9pq5752327NwZaJR
LvCnRxs6E5CgOL8tWwedzmkPO73+NpZ/DL5Us7m2b88smOcWJDhAs6EoQa0yrhtw8Xm1CPq0BO3U
MzfAsDa84ukI4jEV3h7ZldvxzO7sai5LNGIDYIXbsXlldhL6LRiGt21+yuLXr1uagIh4j8L/XEYc
cVWRdrqHnfwd+qd0PPTVn3Y46Op029C1xfpkaA5UInpLMzuGoRHt+Dbp0ZO+lKm4ulyfbcyWC9ns
srS0KahoDhKxoVfHIVj+12X3qswqwlKGuZGtpbcwtiu3BW6KqQCNm+9SD8d0Yk2AIaKFPlUpV6K2
u9XEMnyPJuZmYWdcMwWua2fy4UCUzWP0FE3ppDbgXAjJ7z1qb2l8z52F4GzJyGweq3IALCAZ2gNq
fpDCfWu99xSMf7c3xLU9/nkksz3uei3Rex+xNfV3yVQGcLe2+eJY3+wvgqs//NFnS9NwP0XxvaU0
k+oK90As7/TEOXm59ev2YK7c41Dc+HdZpr9/MjEWTgmWUwzGxUM+qX6llhGa4CxZ4le+dorAXYbU
zgQ2uaicmB3zKCuww/NMOvsE3drRqKl6dXs015YGXf5oqQRN6ZSdPh9NmSPQcdPpGVKU5NRzJJd5
rtcgq7D8qEsrtu96xRe8+bUp/Gx0tunokNExrrCzjeIeJRRqoSpwr1UvXx4aeoE9RCEomgCrMIsJ
OM39xAcj2CGVtTqaio1bvaj9nQ8W+6j3ZXfMiFgiCbv29phYAFAPBskp5nS213v0H9XSwPZQ2tFt
37nn3nE06UFhOgRx24a5feTQh5hmD3E8Rlztbg/6ynmGeiDyt0BnwMnP66S1IOBNyjp+aK0qGBIb
YuGvprVg5MqmgRH8i9sEqPN5vQW6mzorWckP1CD7NAGDSMPvBTr6+2Lf9ItX86z4Nh1qUBJ8UGSB
BQzlj/M9aqdDV+ZJxg+8zI5OEeuBmfFNT/N3p02KqM7zNEh6+6XsecBdGo4ly9a3p/XKYZxSSxPV
BgL4C367vqAxlyVhh6bIfhL2Ix3EEq3nlRD2s4l5ixTeneDGbz12yI1t43cPmXShlfxsqixo3O5k
2wuLeG2noElkWkLA8Yw5GYZVgLk0sW12SKvm3RXjSw+MhDYi7Lk9dVcOO84evo/wFW2r89UTo2Ny
1bnsYGQ2Ht8PpfgmuqOb/rht5spwACieQHOT5vKF9hLIhRtdouR5KAtn32ptqASUjPMliN6VVUIc
DpAYqhY44/NZA0lTXrEi0VE+GP801P4Rd+SfTvj3ZanFgUSmKzDwp4VQ4NLqVDIDcyceVt4l3iP1
OiLHRuoHBypkkRLKj5ipBW5iQwk0T0IZg60WVDYLS/cxmvO80WQXjYVIUwEWdxHJDRXupqbQDxDg
KQKoajWhpHEXibE4JDXyZKW9EUP320zr74hy3zlX60ZDXslQVagVbRwpw1mP0j8ooQWEmhBDsJ+y
2Npm/nhseoJ9YLYPhWJ9pFviBUJn38YkCc2k2dR+vzJM9pxXjQ4CXvCIJuMqRuqwA4WXJdxXDolA
pAfQ3ll3rxV3t/nghK5mhUZn3OV9v8GtsFA7mNd34YomGgu89JDNhBe4eFej4ylz80E/NA3NH1Xu
i/1Qt+ZDNRr9NqGmcUoBQOgDPpr1I8BVvzWt488yyYkbuGITuw/q50BFU0Ra6ucPJHaryG3837zh
SPN2Qq5unwrw9MA5ni+hq0/aCYgP4EMvmsU9lksq69Z5qHy3DFnqr5xMfm+FCi1jWEHuNg0MlkQs
dtduZa1BcLl3uAUxFVbtIO3yDhqyoB27LIKeGvqw/N1oZ9uq4jt8LqohzKrndQjOZ8QNsjNDcEu8
VH4uIjni1cT95FHvunwPJkto6Bb2H1P6d0lteoEy+ZNokvuyIEdW8+RurPmDoDUy0SlbuTU43bJ0
k1lS/E0sBrapOGsjLtI6aLzKDap42IyN/1ZlXYbS+nigYzUEudGuNKO4M6ebL0WvdDBQOw8EUe2O
pdAaLwcbXSx+MaxGklpRmueR6Wl//SYLR1Dn+WkFSr06pJ3GAq8HfzsI9dMgl2m3jpGDZkFMix+j
7973VfeWOiQaKn9nN+zRMdoHJ8siy6KnrqO7MdZ3dkfu4tQJ06zdQ7vrDZTOO2q7W3D7QbVKRKpV
UT4UayCmH8qx3WY1++bFHL16yb2ixbpGvkt1P+raiIbWWfWe9gAVXni2gaycoXmqErmtpffNcONT
Qft+OxCuR7ly7xOODt6UDe8g7X6rrSFCDvbgluaKDQTkc8Whyge6K7U+snp/XJkUO8E30Xnl/IKm
9l5POhFWJEvCSpEkGGVB17UBRDjR0oOyMmQxh+yUjm1kdfYvrXK8tQ2d5ggJJxoMQ/XTSjy+Z2m2
cQVE3ZGEcBsw81kyykFtsnGScmejETxqIW4TgkIR6SE/fs9SyvcFJ0bkMT1Ab8oQgVvLDkAJSUOR
ND/HDqIPbuwsQMv8GWgDh9o1EGIAWTbxoiDhdx5fAKLUxIBPOQ8u9yogvkAcBPaJ56plK4NaIQHb
mkVEHildDWtipObabNDtyHXtt9nKVWOJKM5puUoEGMj7HpUv4k6Hf9dr+Qktnt/FyCPw7w07NRYF
NmhC77MuB/fh2LFV04K4MVfsZawHa/c/pF1rb6S4tv1FSLxs4CtQj1SqQpLuTqf7i9VPwLzBGMOv
v4tI956EQoX63BmNdI5G07ts7G177/WgGg9apn3Tm/pp0HTItw7PxWQ9aWMJ/wb7nA5DdlGmLODH
PT5Tr9zJ3j6Y2D99bb+yLP/uFcnXPC6ID/k4IzDaFknRUz9KLr8TQ5xNvb6MthGmsr44eX0XD1OQ
JZ7lu9A/H0X6HVVSpGpCzin6LfsxjiuIU5pnkRh+1tmf9ZEgFTSBLa1Ab9u9nUi8HdGuT6Rxz2zz
mPLpk5FbxB+4d0Yx4tPtjHZ998THQosY5tzAfV1VnJLcRSkzlfRChIyRC5rar/vxuTfT50rXfEbp
xiH4VrFcZFAQdVFahMMJKnBvpYh3Dz68gXLRqZ5cdK/THzDEGHY3g/l11KpyDCD+icxPrNDQ9wwd
jTGMZGve6SnXd23xFzIbhxJuXxrc29SfpgkFMsKl6jt0062GPhR6C2FEGpbWKHdV0UwhbCmnl4wb
3TmDdfLh9uxdXyRmzCF6QARtIGj3Ll5eGYDDhcwm4+JNJRSUk8Rlp7FU4tOQeQ04HymD2H0yikvZ
jdXGHZrOf/jHicR+pWAI4KW5gpZxTdQfnZ4NlwTeF+fGapsvTiGKu140UGfAM/cA7cPkC3pm2iOs
SOnPHDiKk5H0sMmJdesEw8b2RLTOfYHOKjm3qcj2rqhz2ydOAjicatLah3IigNFlrnZZTH5WrRl/
6seqzgKz7uJHxXX5PBOVdiSPIUGOGqr+YtaW/qtjsGKxpUBKxqZ+NMgErA18Tr4xnUD8rnK8Ly4z
cX0dtRLv/WY4O1PHznZXy/vGTdKLpqVNiBKUOI4GVGVkzwSkkY30vu8UjC7MzHnsJBs/M0aHL7Ks
sQBwafljmB10bbHNghS6psxvEqoV0BcAPZ8z2e7AmLEOcOnaqslc3wuARiCQkAOLdFbtXjyqBplm
otENDMgbCr/JbM03+virTuH/envNXT8AEAm9eSjvvaGxFmsOj3OjHuapc6zUh4X8Ibe+ibkKRL78
cyCAasncAphlfZbGCLWh+klUhrxkxJG/00KfDhk8eqOUW+bOQHV5q6VznYtcwDpmJhDe22B+zSN/
lxl0Mtljgd1zkR0176Y+nQ5lXTe/i8RTnyyh88BRA9Cat4d5/RadWw7QR5olo+FyMv+qd1EtprK+
0XJ5IXbb7NpR1/fSGf9RUAOHIqIA7uq+NXGAo/sYhVhtD7OYWl4MSDM+NmrMcKGPjd3YW1vtxLfu
zCIxoMqJKtRcNgECYnEAZ7oRAxCZyUsySf4gCxsaIVD9jnradBCFnKxf2Simi+OQ+KGdJu0HT7L0
CB+lARCJovwmJjc9MWSCXc2SKehMYLaLzo2fPenhulcZDC8J+Gda5TT5tCBmH8SiyHc5LAd9lSfQ
R1YCDlxN1eyVzN1waKf4jCTSB7UndB+bcTgmqvslalsCKKQhzfRVsxsVlEZ0hduMrKGLaZXwUMHe
90eqdm0CP4DBzVJkNhX7wKgENSfx3lYEhZnc8e5SS2DjTYkZmg1kY/oSrqKU2/lXIHr/GEqQP56a
aNDVQuyEbfQn0xjYLk1Ec+Blk0V62aNJ2aMQ9GdisXbJXWHmvmVwaEzTthueBGdDufESXUkbsGKD
LzUeo5C7XC6LuojNSQcW8WILnV2Gquq+Z5D2PhuiGjceW/NXX66KGV1pQXcPkmNLcOXUMrDtZDZc
Oq0v9xMEvaKMQXqx0WDTDhF6a8dElZ8dM2d/cFIm/8VIZx3aWfkUemHLIlfWZRpAa+1wcY3xV9sD
ZU057HzjfEt7ZyU/4oU9m43jdYnS4Xxmv9vPKUt0wAWRiSmtg049dCkwMPUnN052txPHyoTigoua
JCLNglWLxJFxe0CFxpUXqxOvrQmBSSIDt7HCErfcgjT7aQD1sLDC22FX7hzgYYMZCP7NjF+fl9S7
8bmdo7mpmQ6XCvDBPv1bpV8ScZcnQCaA8FCRH7fDrU3nzPXHyvFQpFyOEnrkjafllrwM0xMqr/D2
uS/tr4b2+3aYtVGReXGisgxX+qXg0AgqoqscJi+0cgIW24VfjMWro7JfemaLWXX9ZYL29EbuXxvc
LHDqUkhYACy2+IRJPgDZzOV0EQn6XXE0ke+xkQVTsaWMchUIcDpcDx0sf9S5cM/++NGA9vRoMzQ8
sr0zLEGZeC3RXHO+3Z7EtSgQzAA2DFU7zOJiaRgMaPCMkjSS8lVlA4AQBshgDnrWW3yz1Ug2ngsY
DWCCy8/Fs9pGtY6lESfWyciTgy0rv8+rU07d4+1BXaVITJ0HfAcuPMDmAmL3cepGszZZAchT1Grl
vnGyzyMe3rSbNnArb4XTD/lxjjOrwM24B6C1F5OnPB1PRwUTRM8qQquGQRcqJZ/S7ML6Z4CpufhU
Q2BeK3Ofq2fo3m8sxavLz1t4oHZnDOE1pswVVVYIXaRRMzhzieZTrbTvvd6FnNWnCRju/2JWkZ3+
N9x8K3qXRQBmqfOEQHs8Mwm08rPAgPLkFhD56mq1GNNiSnVbDQUZZRqVQ+c71snrNhb8ytpArrAg
bQn9Poov93EUcYLekD1gFCBzBF5hBIX9UlR3t6dq5cugZ2wDUQ38OdCWiySBhaE3uN7wqNbxENFQ
Vb4vY1v+8GpKQ547/NmDl8VGll8dGRQjIQmK9zkA9h9HNhRuPA0GNhg4MIHpNsHo3SVJvnEor2xj
RwfWZAaRIrUve+KUNFqt4gkfyEr83n4q1QvvZl+RjSm8yu44PhBlRrXgnysuu10kZp4SJ4vEG4rA
Vfpe1MwL9cH+4iIz+gMcRAOb1+Rw+9stuUyAtiAywETQ99bxXF5eO7SmASBE8jyymmQHubMDuhF7
mEV+V2Z3J6v6T0vIJaNTaDfl2ez/3g5/vQFQBbMxAhT7Cf6eS2Xvdllp6oVd07SKUJsnz6Jpyh8q
M+XWZ1wLg9/99mwCcHzZE5K9lzdTW9aRzaG8xQe7DfV62ILYrszlrHMNgx2KCjiIQIs3jKVMnrVG
W0d6nj8w3YTxQrKrvBeLfym5fXYnI0wMClwa6rii2NgQV2OEOCua5PgLKLhrUto4UHdquDFFXSe9
u45r3d4r4Xt5+4PNCePDIbCIMv+Kdx9Mm136Cnd2m2aHdEQXaOJhMbq7prir8oM9CR8nw+2QV3sQ
IfGQByIFlaRZaP1jyAbmxaQwSz1ypGLnEo+qqFCMh2Y+wD7SavnTfxEPehIovoHkibrfx3ieV3YT
b9kUqbZIg6EmO6cszl7Nf/UAN96OdZXF5rG9i7WYTq8qLYt5iR7BUydyre4gWwW1jy058fUwyP+Q
vAJrdQln0+oYLRZs4ihvRtOfWhHkyi39ph02Ts2VbwX6GxCgEDxG13KpWGKrBrxb2BJElnme6q9Z
+2CJHx1PNqbtGvUA/pGOnAzFegBJAJD6+I2sRmQNGoFapFcQkLGUP2XAKk73JYGjfAH7P2mUYdsq
coZWe3eUaH/sXKltFbWu0vb8M5C1gc6BkNwVEV9TYwX2KVyNpt7w9XgXVzuZMrDxP5WZ9Ost+66V
z4hwOGaBNoem/pIS4jWpRmzWazhoH7Ts1aSH7p+79G8j+k+IRfHMTSss+BYTK7PKB14FtMncN4eX
28t+bd5wmgLagAc3SiGLRGnrVaEVmssiYf1K3DwwvMdB3BnavTfCBiLeshadd9Eiac2FJejQ46SB
pMviglLyxLRiz2TRMH1L4VXXtFs+Fsbawn8fYh7xu7w4arLuTY4QNep2Z1pYLxnoHAOHgoCW18Wx
G5XnZ6JqW59Y06PpxZmv+vGHpUgI96KAMeu5SilszN2+3tgta8sGxUIoubmzMcySltVavLZjxliU
T/cVqPgKzRxvq6qAsvrKLCNdzikaGppQv/o4BTKBRkiH/kNkKteIxhwVvFLCDq0e0NPrXNSKClX/
qrnj7aVrDa8VbapdpyznTqISEeIq/s3gPYzUePy7w10hNDpQW3WgVALSeDyUBZGnCiFOJlpNx0Y3
+7u4lBoKXhKlLGE68qDpXXUwCuyPGBzt3nf1nvo2yNh38HTjIXoAqT/OuJ0Mbgiwcq2bwLRT3Wck
/e5IauxUL0sU1QgNOzQFc4peZte7WminNkgzQWMAdaw/D+j6uKOsgrhViV9PXlDoOdzCeKz5Y1w5
vmhhac3lYD5Y8I70M9Po/Nqwaji8q/Y8cKM4m4MzHHWwKA7co9U5FV4RAE6lXbQyfW1Kp3P8ylXF
aycVSoIqzasQ9dARhL6x1Q7NVIudtDjZiSypH6GEZB1BOXG+FnFiHdCJscKxT8VpaFl6Kiuag6Kh
iZPmatzXi3S876DMFCWJg5adrIHogODFAezxlySFWScbHLYbTac82VPHj5lH2kNf6PXOSwAQTPBs
DjsLHp/Q38gjwGFZkDKSB7i+YT4LKsJSwxnDMmntWmqV+wF8oL1wNPizuzAXUyoezpVI7FNqoQYV
90Z2VCard6g0o64N5WkfZGMPDn3KDEfPho1HrVSowCvyE+WM53pse3ygfjgzN4Pcnj3Qgz7p/WdX
m2ul3GFR63C2H/DgjzrHSX2SQpc7R7EcxF90I21dc/c2YQ8WE/muYxmQXIARwNNU17/cznVrmQG1
L9wjZp2kK1htDlc7KRh1IzhZBE4C9MxgFCFAOy+8N7/ejrWWV+EAh4s83unXGM7UJTWO4JhFnipd
H5v03s6zi2YqdNbdCpjRLDRyb4NuN2fPZXZFHW+2OQIvHcKwH/c9Gpm5NxEFj5oiP8VWcsgbHpYe
eYRMRQUlH3q8Pci1PINLNt5kKJMC8ri4n7nOwCeJWnTkTcUfeBnuWp5u0FnWhoS+Dthrc70NeMCP
Qxrxhu2lNbAIvreBsPWzU8Er0/jdELFLNO9fMdE4c8GChyEVzkM8nxfHE6CpjBeV4cG+DkQKELcy
wvf5tIXNWTsG3odZHFGcDxLKFZMXTU6Umo2vDXc4MzeqNGsr8F2QN+zDu3Ow7vmkpIsgVn8YnKeh
eqYFbAsTy5/qvx3ZqEltDGn54Jqo0Nq0GxFNel8sjR8EHe8ZMsztFbe2hWFebM+KhSjQL8OAhFvb
7jRLG8UskDqDpPLJrXgA+NXtQCuvK3TBoIKKWjJ8HZZENwa1k7J2YPytAQAx/E1xMlnpqWU7L8Xp
CfwbIAj/v4jz0N99L5i68Z4liOh1zb6uQBWvnxT5DiN2f6iOiQm/IUhI3465ukbejXKx3umA078d
EbOxiyArCxxIL9QDbKou9l3eBIOy/7WMM+8wvIzBHZylLZaE/xFtLj1OEhbhzJrg5BsT4IbYN57+
uj2y1YXioYwxVzPgkrfYYqMUcYZSLIzbOxoqQNCa+nvsdXsmNjBE16UGjAjAULRXkF9RBlsmXWLn
VisVjUChjsrGPhQu/dwMCpNInjs+7tB+zv3ZMhFyMMnB49bv20Nd2Xqo66EhPLsi4T6xSJFaNsTE
SAsaGSMkZwoZV8E4cUCoGm3a3Q61ko0RCshh4KYAmVrWF7Os0/sKz9eIal8ndYwH3Iwyekxho/rv
9ChgVeZRzSQ7FGeXh1lOvaZL3ZZCXowECXNDmOwdNIedJQNsIc82uSqr84hZRE8fDRDU1z9uQMMQ
sRKToBFPXT/Xps+2pl+UR/7ensPVMHObAI0qtNmXKUyvR44CGaORaTearxnma29a4lCZpD7+F5Eg
gYuGH8DrEOD9OKBBb7KuGk0adVz4DrP23ujsh02l+7UBQYtkbi1CaAKtqY9h4NPV1ZWbAPjWd1Gn
m9K3AC/fSzuJD7cHZLxJcS5uONhqFrynABe49oGfwXh6SgYStS50yUfN6QO0/A0/jVtATh+IlAFc
mjWULZOm3TU0RRHcq3Jfa+s/hS6rr8B9qsY3RWscwYmDfhYpWuDuDPupyeLhHhc1tdeaKg0pL4Yg
zod68lHTFwGxKxLiV/0ZMwONaaOVn2JZqRAg2/JuaPr6Lk1y6ndeSw/Ujr1z0jBUQOCWEAD/AH4k
NKmbh1jzrEeTJQBZxsUYQDYLCotsIgdmiiRiFeycxkHEOyjZtiHpK7mLYeoQxAAuPUOKnd41QA75
rW7LsIbyl09JVQaT3U+XmA8/S/hXAM3nxKcBKLqgw3kMeJwOL2RbZSeQOpygNmZT27j1DnWjWxch
OzhbN/JzPOjqoCq0gGPC3XsXkIRDAoXrAMA0dR/nmaj9Mgb2jcfHyd5zdOwqo7kneE2nPjCT5S4F
NQrPFdc51aicH9EclQcOwMC9UU96NDr2+FS0g/cZeuzmfRcTfadpegm1/Ez3bWXpp4Iq50/JMKCs
taZTAqRDmMMm9wS34ze0nfc5a+GUDlBqd8hLVu9dQEACR9bGHf7X5FtZHwd9DfH93BIlMItW7CNh
xL7ldgD1xpAb52J2qbZnu0AHV3CHwdEFm6cMjIqL0AAa/W+vHHinsZQGupW6pwJM2otsiH2CcOXw
QBXgBjE0Lc5NC5oxs7l2zORgvGSJLrCwLKUgyO8aX8q8ZRtHzVr2RdUQUjzIjNft9IGzPk9pTlDU
rr7RgU0Bq9Tos1R/IW2HCwqPN65bK/cDNEMgCQXgAMB3yy7tQNzaLjoKO+9k2pX5F63/IxUsEDPw
ioefdbdJ+LkC5CLpvw+4uARZCbE1DdArICmjtvimrJ8le0iTI7GeUBDzO30K5BbaZOUVAxEqbMK5
qg0I0uISlPIetC7C4MliilAiJ/+rbRvYqoBd4jWBPwcFi6vefRbDCERhdUfS+m0wuMFPUOilW3Sb
N7HDZXIk1EC/Y8b7k+XXUmaPWwowLVFWEm0PB/bq2NYQntD66qfqe/sextHW19ymPBihYReQQW/D
vOWA2GROHWIE3RMvhPvvTwNcxMARR0UKDZllV7zOSF6qbP5ZjfMXEIf4DO8avrOgZLtxubTX1itu
l2i0ggqErsGiQRGjopUl0+RGMBVpwmQAahsOKV/1PjcDPXV+A9pahMwsYP0HiSQgYHh2ECWf+d6Q
Ypk8O36gPVwDUAmFUGJapfvWmLRziusdispQq5Fj5u2LIoOBpsst32laFPI4rVBI8VRQpYVxV9Wg
5qBmQu9j2tGDl6p4B/Bp+ZKClL+jmtbv7fioF4KAdotaU9iXFf4/XjEozmQK2C3AylDSUSiNKHuH
TAaUnw5ivw28PFKPRP7voGDmtuD53T5fN6ZvSUSjyrTGnBlu5AwERGr2dZAw56Nm7LvUObSjDIwS
Wq+3g65dH2adLJhO41Z0hdqprIoKkDYQVI7nsa5eaEM/xxxSHLfjrG7zd3Hmwb97X3mx3qhyApRs
wDN4TFPfhsPh7RArjw6Y+P5nKIvlZ3o5aCS43EVg9Jv5fUewyu1PCa4At+NsTNkbV+ndUByAhku7
xVDi5gXa4jgRv1Ty8XaMt2vbVTb5z2CWz4oGcpY57jtuVFegAKXl55xqvml3D32X/s5K+gmjbcBT
tI+ZlV44131SiXAk9captz5YJB806MBDW76vtK4c8Ybr3EhqeaCB2FCADgQJlN3GeNeOHsC6Zqgy
tIZRsvu4PohKyizXBjfSMxYy0J/zivjSsI/2aH1rif1bcJBupuHOmdK727HXhggFdxuLB+zdK/Uv
s62movJqN6Llgz4UGOFz2X2/HeNaTQSHEM4f0KJxEAH1vVj/RPPq1hUjKk7NA9e+FW4PdteROGc9
e3DZrkdhaPCOQw/taHLp64vKhN8PG2/Va/WGxa9YbJGmAFheTah76cWDrrjPEzfQ7F1WgYjqBmXy
x2Dg9248uda2/ruhL/X3M2UCC4AcGjlFFQ05felyd2NLrg8MaDacsHihXAEbmiKxpZlwJ+Iqi5pm
vHfrLAvsqo5An3slaf4DDyXowrNf3HQ3ZvWt8b7cq/N7ElJ4cx12uUcSR2cdMSpcYXqr0QMBCdrA
mVh35/Z2f6RNnQbUjcsveTqyCGaG2Q54+RJSoqDQmSyGanmt/epkjC+QSRmmMUuOhjSdPdxmhzAf
nWJXe+aPcWwpekEwIOk9yqGlq+svkhJ0W4GJ3Gejq3xWWm3hDyaAb7fXr7W6SVBOB0oFfWaQ+z/u
z9Lt0FJPHCcyM6SZ/i/ttPIsB2oeHbM29hUvsqCvQBhrpgrXK9HCNq4wK7yORg/rWSueICOuHYqk
l08DSI9oQkwO6FZZSna868EbHlnh+Sg3s2OMy0UAXVL9pBRrDwbehwHwhVqAjmFzwrPKPnvQ+vU5
lAAeGeurXa011rkhaIbkdGxevHZj+64uYZTNILczE+HNxejBr+umFodilEIIwiL9jv6jkdXbJRXl
iP+LMP+Cd4dKKuxyJAauwXqfhkXWhVoBPlu50aJYHQcUVODuDEk6rNaPUUiSQH0QTreRWzefzaI6
TY65EWJ9K/4nxrL9WQ+G2ZY9caIK9kJ5T1F9o9MfFxqmvspkZBt8p5R2KmW5m5ItNvraHQC2A/87
QG9RjbOF7RUcWydSEPmMrVeHPlWoMEDY8PZ+WJvIWR8GSD9cq690vqDVDQRvVrmR0TKwWz2IpWnZ
xtG7GgOa51hvc+9lid/W6iROqLQcFJBMn1agHmrS3CK1rL1q5/NorvbNN/fFitAbHTy7KvGiWD96
5k9AdOC7frLb6ZjFGytjLYW8C7Xk8yVgNGcoDHvRGF8Mp/S73hfWp//iu6CwDZTUvKWW1bDG0ysX
2sVe5OjjI7oUj6Nwnm6HWJ0xGPkAsAfM5VWbj9XGYNCCgRTRgGiU5R6W15DroVFUetC2vXlwTEhJ
3A66OncwO0ORGTVuQDc+blxJRFxa+czEgNiAJPeVvFfuxjn9dqdcnmPIDOgQYP5QsFyshVgIAp5w
hx5IiTJZ4/1sR+N1IkDKiurZERlKs+xJd0WEityTobUAhllQ851i2AJNqM5Zr4We3QmLS7+xm3Pi
/k1kCiS0tXXcr+0MwKtmtXT0iHAefZwN3KPGtraEF/Fqan56jcj3DXfNu9tzvvYeex9l/ibvUnJh
uxVwBZgOkth+Pzng6T1607HMoahBIaqwsXRXEyfATIDjG/NlYnmNGHBDaYBEwz2UmQ0OTkBTKIQT
w4Q4ID1ngOi7edfdlyDVHwyzce8w2+3n22NeW9zvf8OcX9+NGQWuzk1l70ZEyMDkU4Iv6c0eC2Aq
mk85acLb8dbWNTp9gONA1BLVmeW6rqDup9W5G9lNtys5JMEZC1sYNd0Osz63qFvj/gvvXDx2P45L
6CiQSIY4Ki4fYgIDd72t7oVn5b60kse+cn5UlfouGAnsrtiY1Hk5LveV+y74ohOgCxAnKy8F8mFy
L7zldx4vNs6jNSAguk/gzUFqAh2HZYLIGlsrM4geRUR/9MoqnNhpUBBfirIKFediZ/bDjpleYND4
IIw4uD2/a8cubr7mTIdARlxOr+eKDu97RAekaG9NxV/Ha/cTARswb7ZexmsvxfexFrOZUQDdKwmm
fzuhrozy6UHE9meznD4LAYWEWFV3dd3vHaUfJmF1GyvpesFCmQX7Ez5oGOdVjQsVJ1Rm1IDbTf27
FAM0j45E+/Ovs4kYuGY6wGnPeJnFW5GOZgXhEkkjK9G+laaAVHF11szuvqH1Ro673u+z0IxuAQeF
juIVp1XrBlCc7R4txQJ+Sdjt03dVW76s7y13a69fb4OPsRbDaqop5TJGh88sZyZ/F5ItK8XrjP0x
wuIAS6DZqRKK0fDuKXHCUoigw+sDRVja/9msWayNB8UKSGThIAJ6c5FTptwRiaM4jSQ3zg3zDtOw
kTgg+X+VOkAYhJQy8hM63FdlkVjDq07YY/xIK3BK9plrlcfCrPtQ4LjoAkV6chdb7rQrzKH9PDgy
CTmAT3d1Byyw9OLpUWkNudOhhfxYlnWyj93M/spTruAyJsYDttDwFbg+8ozrRXaUBsuPtUWlP00A
szV6x8M2BbAO+g4m2YEw3OwyFMA+QVIa35Al9oEpyCM2opHQes3lMS/NPHQp6ElWl7i7snP43gKZ
1J/0LDll0ORPQM7usxNspb61Lf3rIPp9Z+T6o6AtqG5m5u2Azfo2Nbo4tDmXYdJm9Vnr7WmvWGbf
gwBMpM8aaflCVmOUKxpHpOjAxgM6JGg829qThP9UYwesUpUYQVxDKcRumPbgjeVwzrw026EYI9Eb
y+q9N+h2CDchWO5CjPyTBSaw3+QQSKlUz3wzTZKdx7gFSUuzfmZ9UgQgxzovTKPVnnFRgA9NtEMF
RbT7uuEUOjbKvGsc+7VGUQuNS9f2oYMXP6FKIAMtRjPT6IBicVujuIeG7c94MJKw7DRUKvvpj7el
0n+dmrGCAKuaeU/QG1j2V3oJnGbSQoKBM+FXOvqpbhzAvczP/p1CA8lEVNGcWdUQhZAlWsyDZMKo
LBE/mtw4ehwdzYTd124dounka1wPu2J4aqn9IxPFheX6P3c6PoZfHAx93PepQr3/kY7ut4mYLyQR
h0GaGyfAWsoEx3VGxIHVe+WH6Qia2jYU9B+ZJHsvz+4BzgewFfyksTuUhvznVxPgHjOxETxllA6X
B7twOoMMBokfnSTZF2A2si6+z50tLNLauTZLVQG7D2TXFYI/FjqFfieNH21l9H5VJmfspmjo6f72
2baWNOFwCFgm3rTgni6SpuRJYUEzlkWVW/2yCZj4wmAbl6G1GDM3ErgjXCuvOKetMAu99zotMkfU
zC2wuvONp/nKfRKopv+EePv37+7JRl/Y7UjAQJC0ptC89qRfFdkxFt4Xs+mfaOuEfTfeUYXso20J
J61taRj4zMc1RJmvip0Zn1ySOjWLlJPvef6jRkUxH3/waWMeV+OgwAHriJmSvLycw93Q6vViAvO/
HNHP/wLHFr93nu3y9faaWAFxAbuiQ0bCgZk3SsWLVwAMojwXPX8twt4yMaWQOCo1KFqDqhZfeiuD
SB28HiGQI7ojMPVGWA7KPaJTn4a3f4m5coOA2BAKB7NDDfBPi19S2e1gKVCRolGgXWimdAoq4smA
lJCD5LmRv44DZP2h3QtvM+rUQSsZP9SpTpDkWfJb4JTbqywGfrBrOPAefX6w6umb28aAUKH7vCdZ
NkI5T4t3ed3/TT1yn0ryp896+zJ1Zh9KnhaodsJi8fbQVjY4RjZ3Vgy4c4Fs9fEFZDdoHnK4tUWa
kwO0YO3i3HnSy+p4O8y1Uh8eAThwZhtTkEUh7vUxzhDX+ZBriRYxaCOWcJJVNsrAleU8FhMJXFFC
l0fzW2hFQw7pYDv9oyTu/YjmR0zLO0r6QEvag6uGi+F2EDpMjwbYZ7d/5EoKh3cOTCrepKWg/vDx
N+YtGcZaN7Ro7J+ZDrBIHpp6gw402Rfj8+1YaysKLkto/oA5i1v9/FveZQqa2QD9p3n8mNbMr5pf
mkvDJDv06WHUzIBu2amszj9eDhSaprPpxfIQxvMdHrjmoEWDIgasDmDwkhALZM+aA+4zAftQCM98
mlAWPTPHFeAqOnkYC/aKJ0IMjUuL7YrZIJaynP1SOYgRdWFLf3A0sbca6dxD/Sb+dHuS1hYnmDnz
mQA9Dohuf5ykBueMOeQeEoD7JYYCkwWSDNTYdrejrOQzAw83qIrM5NQriq9wSUNVWYKU10FBEFfr
AkrLIGSztjAASYCW2+14a8sMDxLkErwV57P146imPB5w+6u0SEO7pkYtZfD+5tmDaECh1jeW2Xos
PP1nmXkcDItlBvnDwusqjE2bL6g97AyLPqwgY1Mbmg9FRf/20NZWNUDg/xdu/vfvVnVuV2ZNcgxt
4sSPjYMHPo7jvQjzKW1NUEj+fcMirQDhOz+957f3x3AE8mQtGJUsghHUUYvT75JZh0FLd22XHup8
2rhzGfOf97FiAzAxcDy4n+Aq6yyxPI7Qrc6YqRVjZ/82nRBafNOBSCT6HfZtkvnQIQ60ge70wvtk
8ua7XkifGDkSt/OihuHc1PWR6elG7WNl1meQM0QMkMNBfZwvPu9mnY7K1NMKp9PE9hImtnlz0mTv
Z0lyVHERAK678ZlXVtWHgPO+fRfQGLnMAFxkkatB9irzTmWJcXs4pcYxnDRj4zOvoB4QDiWkN8dK
/MGL7wwoICszqOFEoyQj2l/9xZrKvd59p3DF9pvAGoeDxeSxnuxDZhYcNy+6kSRW5xhsWgsGOLgI
LDfSqInEtWFrC6UI5tvaQ68Ost5TEXne17zcyHur6wx8ClQ5ga24usm1NQTiAP7CutbL0M7JzjXO
sfpdwUuXAZpfuAGjG5c6e/Wbzg5CIA3NZN1FpjAknBj7qmVRQp8rBSghhSilAC/FNnxHPDnqFR6p
mp34+G+hpuf5EkDDGvr0nVEFWtkF2RuRBTfC6ZI5eujFg48O7QN36aFSR9G2AYQzg46YvmJHbTAD
bsPq7D7VRyRA4OFEVOXgOrCDSx44bujx8JCmPwg7kuyOmj807+tI7qbmLkHz+3bWMtY+LpYXlJhQ
qcQELNYzPIJxcQMzOYrV907uijEqIU/mJJNvTL/oWPq9cTSpfNTIQzlwoOsTvFnHnekpIC7hQqJz
yBpt6daYa19k/knQen7TDF6cE8zOR2oU4D3RGBKjIlT9V89lPjD2YBJau3ECmdLY18C61d8tE4kW
grp2800DHJOQaWfzn3EHYVBgwyb1JGFMY5eQL5tVRf8yfvYqO2TN1it4BRCA30twqcGqnZH0i60q
WOP0nBMPHaneL3m9S7BkmvhvOUyhaZz+h7Tz3JEbWbb1ExGgN39Ztn1RUrek/kNopBa993z681H3
nr2rWEQRmgMMBgMIo6hkZkaGWbGW0L2lak3w/LXOnzIgf5Gya8n2ZP+giPtEDUmdFbtK3jU9tV33
QRLiA5Ojo/Elbw+t+lJlTmW9depx7N/bOr7T019JwdhkYB5z/27lWMjX7n5KfC3AvZQu4BW8dHOm
Oaa1X7kqXQ/Jbv1nobpPooehdEB1EDi91cWHGtxRtYxWSRqnEzd7aUDUE6tNeqwo7cxOpFpFLbTU
hfYS6uqT1fsHTadoAX3E7SUupMQTcB8Y11SduVJHMEBvWHlRai+mHEKF+lhLf61jzHt5bmH2NvVe
M7ZV1QCPVh1Pq+xQ+Xp7CQt3lzqWPCFsUQJAmuNyk6xmUFovLXQoUtQntW+A+pivYZ9/Ydp8Oxje
sdeqZOVBWtod8hhY6HRAylfpoNHJndSG7E4bVrjlyig/Zy2I0rRV1wYGr0xx9EBfT8knbw+1kcvl
hTo5U1A0sQPhapm+6e1+bFamOddMTNfg7DWX9Uxo27yIHT8d2jvmXiiDNn78ksnmWpvkyqWxGhCD
U8rD/N4VrGD0sjT0kFFxxA6O864+iGFo2Mx3M5/OCFbjpYfbp+Mqtp8MTrh8qjJUsOYRm9QVGgQi
eeREwVdfh7z2R1nFUHEfb5tZWhfDGxP/HBTYYPkuP6EHDWPSNFbk0IUqkWtP9rlZATbrfhINH7Xa
+H3b3tKWMd0DbJvw4LonXIxK57mWHjnVoNe26EdfKk99yWX1b2unfD5AICSMuEB6obPTFwPKlqxx
jJyY+cMS+pX8Z1F/vb2Wqws8szE7fqEX+GroipFDjP8LZdqvo6Lf0+eiVYOSgZc9M+e8xnixbBNu
DeZVKQfOX6mROt2Q9WqEJw/syv+sd/m2Vt4p3Kntg1mtFdsXtwvKh/9vbo59EpgrZmBFiZyu9bbJ
CNduW2y8tUOxdNZpPaLqCuoNfp7Zc9WZgyvBZZE7UWX4n1Rv1L6GhQ+J85fAxRfe3rVFY4CZaOtO
tHfzIuCgpV5M5sW4V1luM5UaZxbcTdTF8DGvPFJLppBLpu4Gb6VMm/7ycsVqrgSouudOU+Emurch
Y+Zk/EkUeXtJS4eCDq7CjcLlXuXKiZY1kaIImYOgiLQXItHbCKO2N0Pply6HnwloHsVarf/+Q+I5
mNSDbpd33po9kE3ZK2kTlqmDJCwojtoTHo2oHGwrk4WtN4Tyir0/LMgXocUEVZyah/pEeXdVedIG
KdCF1k8dZO5CGk59KGw6ehobOnumkZ9KX9iFWQe9sPVaJ8IOyciXOBo0WCaqqCtOskalMw+kEC05
ufmSjYyiNSbEDbbcevlnbrs02oMZK3fY6W09hyUnbxPxMVe0YJsXurjL06C0df6XOzdFYF6vmuDB
80N305dddKoKnb8rF8J0kwuIWDPkUYToxpY+2NFsg8rKNia/10emn8hUWjuO+5hw17OOviiOj2Xr
CXe0q90t3zB8QUkrlfZKx9yZ5IaeTZnJRaalSN47s5FexEJ6NzP3ex4IQ7Vn0oa+ehCJu04wGLEw
zAo2lMRQUwa5zN8S6rhviiDKttV70KEQYH/Rc9QBY+ZLHFHyrXgb6owxuKNf3oWSMti+5En3sNi7
P6xIlsFxM0WxEaJA3sRqqt0nMboKesXcrAQa9jnpB2XbZVGHuFJi8Hm6cmX/F3wRcBcaVJChUajR
p1tw9tojKxZPsh2pE5UfSf7uds9u/vce/cLEzBGZkQSfso6JPPihK8FdbB1MuPh7i3a0t2/8NZjJ
wsUFYwKfFi2CiYRg9oL4yWimshCkDsMIdj0CEq4ARSbttmxfcv+nEK4kBkufkJgT9ktee6pqs1ex
9BBLQ/0mdLqu2JlN50hNAYDfONz2R0tmNPCdlGxJyak9XO6U31hyb/kdj2875gczqyqKG6G7Y4RS
/BeH4tzUbMcKNw61vhgihxWfjM5novJubD/dXs/kyeaOR6OhQ7Vu+mp/KhBnJy/vIZSDZipymHP7
NQrwRLpSt/LNFt4KtCDpWEJwDJPTHOir1WaaRJqaOB6k5cH4LkVPQXffcn1vr2VhbyhHsSmAxii4
zbOOsBub0kWPz4mH3kYPkikOOnsrheIFI8znAWiE1A/57Hns3/q1khhDkjjJ6EG6lL4wXnR0e/n9
r9eCGXpsANiZ4py3Injf4DtXg8TxlcahfGZ3nXzMtWF/28x0hmbbT5o2Rf4TxdhVx9oDn5goolcy
IN7ZsgVYvgt3qgTJ/IvOKLzbdrYbr6Q2C8dhQv2KnDoSxCvCiUJtpDiM3dyx4uFzm++GIKR5LZjw
4e1ur27hcFMZxBdM5Bbwo8+CFLUpElWHDdWpgvK3UvEuyulKiW5hMbydk9gKcYLKTNKlP4Dtq/Fr
Zt+dzq/uIqF7JdZDfyc4Eqav7NXCasibVAUaPZpTV/giISgTH0h25qh6RrmTfoFgDWszhovrmVif
YK+HtHsehCdGI2S6m7EetdiNVfVeqeq+qZOdmyd/fw6gf0aiRuPwTa2Xy08nI0YQ+RnrKdI2eO4r
+UMI3OBURx6yUArM5LcPw8KDRIyFo+Mj0lCaH4asGtoetoXM6eJUehprw9/IUWtBSd4YG6mpfYa1
A/M9VgJ5rQOz4DMwTWCHNCKeY56xlVT/LMsNckeovgl9vTWyTzXD9rfXt3Q8zo3MDrsvjOCRNYzo
ClOI7adotcOwuAzZmEIUa1LunFkwUM+Gh27MnKbVH7Uhv4ffGjDdWqF9caPOzEwLPXuSopbIHO6J
jOoKapntYSQM7vsGkrpnVfoe+N//xXeD4o9xCZjOCMEuzaXQQ2eixKq6oN6A4rDl6vNtC4sLOrMw
+25uppFFVGLmSKl5tCDekyAaAXbQGyfVDO0g+Xbb3uI+AdoBVUP5HFaTyxXBGBF6ImpiziiHjHyN
v4euAKTuCish13RBZ48HT+1/7cxCrqAvslwrmswx5GxAAKvVd1I1FJu0b4ClGrWAKleX/P37y6s4
FaomgaSrtoDWgzipSxLCEBxk+4HcaLDGiby4rjMTk488O4B5MiYCHG25k2XofmlOAJehrv/yo19S
uL29VUumplIR2To0+PzHpanURQoK+ovUaXxrI2fxk5tkWwQ3KkbuEGRINHXFSyydDcJkKhKw9+B5
Z3umpIIYq4OROnImoZMSkFWiVBetTX2smZldqh5fJPkG6xLkX+SttlL81NZCpMVvd7aU2bWiZDMU
pWpiA7avCtYvLXaCtrBrSG31Nb32pXfx/LvNnJLgMXfsxSzIYm/U8g0G/G0rZzyLKwHFkhtHcpYZ
BOaHGPCbRf2inMBrAoGoI6faA8CqR8X3V0wsbQ6gCgUWD0Tur2o3hqcPFPg4A5GV2crwMgpvjbUS
rKzZmP787A5pg66mvqSxOQHTYyOk121rrzL/Lu3KNNwlI2ANbdMcAtZSmip0vU8cqZfpg76Udb5V
kp/Z2kjtkgfXJ2GMKUwGlzsdxbPVqH7v9UaeZY6AZqufH5vxXSnuW7/dGoq3Vau1t/xP7DN3rWzQ
pB9EK8OYLwwIVgzgOs6cPtTGB0PQxk0olMpW7CXhEJpQCeht++qKsNHmsjbsYOwJd23XiHaZoU4s
FfqwGRSlBBMtZJtAtrJ7l+HFFe+1tMlwPwK+mPLhK4Ao5LNdN9QWziR9i+TcHvVvcrPi7xc//ZmN
2S0fgYF7icV9qKz83pA7mLPH10xW7osw38rAhGw1jFYwJYvrgmCDgE1F1HBe3IQkjJHRgsiU+ehN
0d757T90Yf6FJ55Izf7XyMyj9DDSG8NAsRb6xI0qBHahlXYVfrn9wCwuxdJEEi4Gca7QOIYgTVIJ
Op8ve4Dl5TDKBLswQN22suSKeZBp109VLJKTy/sR5oXSdIOROVbLOFPwxc0OiVXaQ/HFj3/dNrW0
IO47kHXIWy06wJemjFSLjchVMqf24kfPlPdS590JvrkC35m+/vwCkjJOiRachda8R2W46CTq7Zg6
opoDLhCFk2Ca/9xeykLyPWVZTEXS0eWfmVexslBAX0KgQZX/7txjrVsbS4BqN70Lcn8LxqAYVg72
gr+8sDhdtjM/FkXEixEfzukh34qUp8IDuEIiqYP3uL22hW1ieG/iBbVA8V1dIfiDEzGIaL7VAlzH
4b5EFzgxVx6yxeVAGzw13CaE2+zYKUnijwYico7sfdOS/ADBYlhBTpZ1u3+xGlDcEEaAsEZN6PK7
NSUpatYYkaMKXw0dBIr5rS7eb9tYWswUsDP5MXH2zbMrPUN32izVqakM9hZKEYQnt2KU282wcu70
hcNNVxSCGGo/tKb+cAeeHQMhrNuxbMrYsdSgOhV6814kbprB2RCC00KY6QS970sQB3vBCSEoFGJt
n/FYbVw/F471KCHiJYnRzqrHyi5yBmkibUy/Je4QHLtRjn7Hil/sLdhnUWEplfu29YaDOQrlTsu1
amtAH3aEp6933CpP7bLr+kMkqOGWXW4d5oi6pxbAIOLBnfwri2vhQQcZCayvUqyfYt6o/UZOzWar
NI28Hcei+12rYblR8qH7KEcxePUSLfzpZZl1zNxAutdg7t+aTdwewFq/hm3KAIA3esdA0MeDmPnq
vobfY9MK6CLKGZpXkkvvLI6C9AMhx4kYkWFXT9ejPd3fNQ3J621nYoz/jyocLWq2/vJo6dSnUrXi
aLlD9jFq0q4u46+dLz0mCIDfPmHXg6fA9Ki3TOBdcuerI4ZI9ljEUhM5yaQRXvkVjw5t602ZgWDo
6nsv6x/6UnwfXPMxjsYDo7DfxDBaSRuXVjwVaaeSzyRuMEtBxCgtxYS5ewdMp9MH4VFsiam1rDqa
IMpvL/k6ephW/F9b8uXX1frMpcFFk7cZS+S5660+3kVjvc/LT2bJgO+ao7i+WdgjuaImKMPHOnfp
XVMaapPTN09ad5970mMr64fbS1o0QQLHsQFrcFWAlqLSqk2tBT0hcg+8jwpN3tsWljYIfBDj14yS
EKDM3KonlHKmtbRSYIB5iZHolMLItQMj/FKaxso7u2iLEiD1erB+XILLDepE2UJV2Q2dkGHdu6SE
VLQ0qn7bGn269a0iX6kCLn29iRSbXIFo6KrRqjeFHmYwoztq7xl7jznBXSO73UrQeh0PofHF2w3F
GTNaxMaXq8piSY2CJqVLlMrgjt+04h9z3EtU5DygIbd3a9GWARscbRzutTazVdWlXmu1H1EQSdov
OknxRiNozpimct0DbGPGPyOs9iuXeNqXy/iIFZ5ZnV0si/dCcpOQ993vj5Pj3+hKI21EU8lW1rdo
idkUkLdLRLYemhxRFXrAQrLvaQ9Yrfsk6yul6AUbHHPoHEwGGphrmp1CcchEJnyK0Mk71Mdr8Ws+
xE+y16yEX0sOmB4bZ4KWKJWdubPvh6QaZfQzHFBlw2MsC58tSUv2JQ8W8FHee6PP/ikFTXvS266l
k16nkLbH+mPO3PKafOXCVeDQgHCghkeVcJ5jpsJQmF2vBk4PqKHtURbu3NfbZ3PB/YLKpgY55YjX
5a2hK6ViEKzAiZU3Xfe3sage/OqxCK2thKZvvkYps7SPhNPWRB4Btmxe4/dzPW5TI8GbuOWnRCuf
kR86wpn47fayFpwWs+Qi7xMFmoUiGrOzTQ0Axind8ui14rufuXcWgN6gUb/fNrW4STBAIZwE1JAq
4aUnKWIDmrKcLwhzbrYdBIVgPYytlTu2ZmVa8FlAmNRtmVWmETijgUym2J+0zFtx9EsmJs5AolcK
j1eJKMljWPfovjjtKOxbiNGYW1oBxl3PJipAhUAA4HgZSwCpf7mMMq+GGPlL3/GlYpsl1iaqpI0A
sXwW9y+6LzDM1/QfMN4/eWr/mudrCd3S/abDw3gAGISFaVaualwPTeE5XiS/aO0pr/9JhQaGyy6y
awbeQ0U7pLW0Q4B6r3vS50j6Fzt5/gvmw669JrqFmvILKl09iZn72gbWiutfXuWknUksyeDgfGxQ
D6AeYlrBc4TESr/LBtSn/SC1R8GshUe4G72DqhFFZ4YLiMkicPchpgEJDwIoUspyd/uGLNx5ollq
olNfD/WT2fvX5Zlcir3mO7V0ipNvWvHhZSt55vUIsWIyr06GDlqQTvKczT+DEJ1HKA0c7sgvSnA/
faTKo/qjLpo9BFMP6JK/KpHc2H4Nf/nt9S1cHLjLmCBGbJ7kff5mmFGT1pXQBg685e4mUnq01uNk
rS+wZmX68zMPUIeqkuYdVmBks1Wq6M3qGMLCY8BCpuFKSs46ieelCVg7M8tAnpAEt6jg/h6E4DOq
OOXDOPrRccil4cWCOnirGP1a5rPgsAEaoN1GRYfAb16/LdQxtGB2DxyhaO71vr6PzfGL3LWv3qD+
rTDOdFTOTE1f4exDuj2t3rTCFA0w124bP3+W4ULdmGLo/32czqlgGIFm2DQmPPugbsDsstWMgTMo
hzjrn03lUYqbTVGtEQEsfb5zQ7NgTxFHtcxMDJXxqws7tlB9qtMeCNla3XvpLgNsppz8/0RBZx+P
qkguhUPuO40meVtj9PLX3tO6R70EQHb7Wi16MWC51gRBoA8yL/LmQ16FOWKnzlAJ6H6lNOD6CPFH
w637HGChZPuIkPR6sCWUb7daiOJYHon6h9I1a3JUi+ueXi3EQmitz69GlIYthJKm5+i9+SDFEG62
7taPVzLHxW00GPeWCSdIFazLo+kneeqjQuU7Ylb/NMPsMIzWR1RQ0amrlUh3cUGQ0zGIAc4HnP+l
qYkqTOvM0HckQOO7rhjyl0YrEBdkfHjFPy65lSlVnaC6E9J69ugPArzlQ8A+wibUv1QxXQGtOGmV
Pmy9XpKfSq9Qt0pZDGvRxnTqZykQE5Dgi6ai4FTAuVyjhUoYrIK9T48mPeW+BUG8ZtfxYA85wHXq
XLGBuoYBCewGzQpUZ8u9O6CscPscL20qXSKI6ICXwzw0a/bnbmm4shknTt8cso7JVh0xueFO6cKV
C7NoCC4Vuh84UIioLpdLIjmUiBIlTuy3h6r4BjeuLdVvUF7dXtDS0UEgZSIIlrif2swHeHIkDC0a
eI7CqJ9LXY7+vkAz4baVpdXAx8H9R/9tGuaZrabPSmRsu8RB1ckuNdj9+x8hpFqp8Ou2ocXlmKiG
Tk5t0gK+NORS0S31ooqdRmpQJi2T50yp3xstWolRluxggykD8kuCrNk1CINesXqDmaR0rIi9FK+w
FSs7jEn1entBi47z3NJsgyj/tqUl9bEjKcUevQIbqorHTkAqNNbugkDf6p64R1rg86hrdh4Hr2om
fb79G5ailSn74jRSBTPnVSOvCiuGEMfYgRThHXDeCVbU/W0Tf9Lf+fUGuyz/6WlNNb3LjZOghEqH
IE0cq9C+qMUIB0aw7QqWF2UbfBtwA7Wyja5/VOg5RL11n2ThHTC27e0fsrixxEsTBQ+1pLnXNsNR
Tiywf04mF/W2Egp4H0xmXf1/UWihZkl1eOqs8STOLniUREHQNFzwro/CL6kWeHt4N7zEdhsmXG8v
ajqNVx8XkO4EiKNiOse9lGGjt6nsAQnOx19Gfm8BZkzSe2XUdl1V724bW/yCJtUqQjPYTuYFZ8ny
6p6JqZTT8gLcxkZENDbWppeuWeP//O28rTxE8DrMGVkZl0CwPalSp1bh3rGy8UVzzYMZhIhYtHsV
HrPcHmyEclV5K4/CE2xnyBj5xwpN6BVXPfmU+dfVACdP/TdKPHNSQnj18g7MJqiiGDgRypv1xlfG
fC+Zqbk1jDaBZLmAHyi1XsHOrtFTLe3tNCHNIBJEoVfFtAQyGS+VitQx4/poDdL3IoNTYyC22/Xo
mjDFuEYWsrTBVHtI+GnWqlcpUih2beRWAL8H4THJK5QHv6nyj78/ROCkLYtwBu0bfXpQzuJ6BA4F
P0b8z4HO5VDUyaETpecxXmM1WopmGNNGVA0OMZO62aWZwJWImCwLeLn03YKi3fU+xKq1feNboyd2
I631aZc8KfzLJLWU+hlpnT1PSWJCz6makWMUzPwgNp4X48ppXDExL0lQ6xgjz6TNnfp1cjf0Rfws
+163YmUxR4fVnxIZBRgu+ewB5BYNpVjSVtKCxPg+uH1wFAIhgdWv7Y595EaHNvGlOwiIXRoagbpP
myFea50snUSDnII7JwFTnb/CXstUcK23vMLCCHdi+i1C/C+N+5XFLl1wypwTXJXK7ZV+UaxkDDkj
+OW06qMJTh+486al8o5L8YVHK0SxSFp5D5cCpnOTs/PvEeEEmUXPuOZFMLN+k5R3cmbZSnu8fdEW
H95zS7ONHNWaxllS0wgPjGNaRsdU1XdNEu6bQLvvGGGyY3TbTEZVLKH+mqb6NjWFL40brgT4S+eW
4jWhDtyBVA6Uy6toeAYCkR0RldrDpxZ3CJyNK2tdMgHEhBoa7+2CkkoBMWWe0JAF7eV/Md3EfTAN
VJZvf9Eln4KW/PTaAt0GsHW5kDaDPnwwGRjukUryvVc1pE7wlGmPNeSchvDptrUl9z9Js6jw1NLh
mOMYPHH0qj6hw6boyKTmrXVMYuvOj+InL1IerLhdC+WXyr7ggP5rcfrKZ67ZEipN00O6bUNYPbV5
4m9SsbxHNhjkSdI8wLG6F1rdHphBtE1DReCuXmMrWdxIxmBNBlooD85DDK1VGKaTCtyo90mOf44M
SN7+qkuOBazQfwzM3gWtjmohLPmqQQIhNlqGd40Y/1TUNfD90jUHCEg7EWGgaVzr8lvGPYVAX6Cv
54mCZGtj80lCUlCJ4h9qoG3/xZpon0BzxxW7SlnM1DcaESpshzTwyRjUL4GabA0l/XXbzOKBPDMz
XY+z4xH15pDoFZ9O013b92Q0IkH1ecIuilLkIPa3rS1u1Jm12YMqianQayqLmrh6/Nq3cx+mdH0F
LHTbCrKDl2tq8IBJDIulIzAaT5xevmTGSk900Wv8ZyHafIAzL5OyRgUI36Q0j70voYNUbMtEcxTJ
fTG87nMlryG6Fw8fvIdM3jLpfUVKizJPY2U+xBBtLlNccNs7T9SOfQN4qEzvbu/T4qk4szXz7oVv
0uNNsGW4VmgXfr+tS/WxHc27CC/cDuNapLW4OI22CcUNjX/PvHBi1vkglmDv/PY+BiCSD5vSEKg7
/ItCwDScMwEKmXeaE48ZkQ7IxyeiK60fovBJyX+24dvtb7fo7RhUB90Hvwt1y8vTl3lK3HrTUurE
+0BKY5cJ2s/bJhZOH6k9xO3w7VP2nSeI4CZcUeBNn8Z47/gdMjpFdWkXnfap6s0nIxXehhA1i9tW
F+KqC6vTHp65ioz+nW54YA1oYD2DHbvnrG5UrYFDe/wt98IPAbb6zF+DiyzcZgi66IwyFYms4/x7
prnWtbEZMelrPpR5ZMMarNMxvL22hfOnkt7/mZAGAzafjgUqi6ZASLsfXhsCOI+RCf84BLyRxRoc
eNEUOAeJKp4+TeRefsYg6fNCRvzNMSaeqdTbVvJvsffsXl5jMlo6JhNzpkn9lbh/TjboRmEppn4T
0DDIHCXWj2LNyM5gMaORCzs5DA5hV62c/qXdYt9ZGqWn6+LTGCstJYA8cOQwPvWW/NBV5Ws3rPmL
pbAGLCjoTBJBFF7mSOfE7AoDYfLeEbS7SNP2ufrcy5uqNOGLvG+tL175bYRuVVFXnuUFzwitDGk0
/VSy3Xncm6RW3oWR0oFhi22t+xkrD4lw16XH3FvxwQu7Z8jwe+JGSDKviKyNpFVS0fM6cPaO0DwM
IQx347tcnorhq5gVm9sXYGHfsEZTgjl3XPC8QKMkaLq1gtI6ieU/CaF+qlLtNajb3W0zC86RUwF8
lRgKVmJ5Fqn1hTZqQlu3Thy39uC/WWsoooWvdmFgWueZkwpdM/GMsQMpm30RO9g74pqT/qyL8c5M
H/J0jYdg4Txc2Js5xdqt/U7T+9axBMMeZNIv3kZ+wT6qT0zY3/56C5sE1mtCz4Hwhw5ltjjPQh3A
LLLWUbpnqU62xfjmyWsViQX/BNs4/SKYo5XrdpucMOOjlnLjuPq2zZi+UDV7qnEO5hr1wcIgD+TK
9IPhq6O4cjVgP0RxIkmJXDum2gJdQ/av+Ja6/7jyWxe/RqX95h9JTYyT/yGYG1/fA1jRvOPtb3q9
XN5qeGwmkkzqk9JsA/PK8il/+rWj8hti9S70d2ONhs5KwHi1dTyd0ByxVJrRkA9N5/bsXOp09xPZ
qpH5KzNxj4xBZsNvpz7mpNcrjuPqjmFqIsgDXsmEHNTxl6YGL/ZVr8iFU2A0/q6R2uwhToU1nrKl
BRGHQvMANJDq++wZa5MoajqyR8dsegdYy4PRKQepiv/2yLMYk8kC5vonBoa5mQC10aQLZPdE6Hay
2u6ZeqZtpdqK+7s6BZMZeNu1CZEnX/VMcjk3hEQR3JPSlziKbqPVwTPA9M0YpisHbml7mDb6w+5G
BHdFZ1PGqttGluekaSp+jkVPfdVca23GdNEKcJxpzJmS3/ztV+kq64VUek449ObOag19O3qpu/vL
y8Nns9CNQTZGp907fw0tKRii2tA8x5J/V8OPIX/Pxfc+/eevrUCHAWYcbAwsKXMsZow+QVibsQ/A
aBo/2NQ1KBwt29bhWmx29XpMkeaZpemrnt3SJhijXgSL4lRowQDHcVp5CG2tBammBftQNj4nufzr
9uquW4aTUYpPwOImyvl5Tzc3R6mSS8Nz6j4C4GPpExROz3eVKmifA0Hu7GrIw00gpcw5iggjZxMF
dxzDqNrEQRn/bSg8/RxmORmEgFjsCvphhVGa+GLlOZkF7jb9xFSnrajfFev37XUvOBBgM7SZwcqB
X56nfFI9yFKPHKAj6S5E6UEiHeBY8TZpHtT726auMpdpSWemZs63jk3davPBc8YBStxhSDfZGMOo
BQYpLsfNiF7rOCJQ25Yr7frF82RSeOdBhQ1gfnKTMB/kThWEU6TBNTwG+W8SnSnHeAF0/gZ98btJ
D3xlAxc/LIV+6lTobpHpXh7ivgjTpFNzzwmU4pB0ORj7YuuivXv7oy64zEl7QAVNCh/hFbQkz5RE
LXTfc2KQ25txqKTnaEBWqSmGAWrlwDzctre0iVPpgzQQSCP108tlZROTmT7ia1CXhNYWwgpQokP2
3DZPQr8Li10qMYxYFP1azX3pe8LE+YfuDmaAOUghZdBR9mPJc5TUPfhDENmFDlmx6v2LDzr1sCcg
MxoCc8gMgQA1hcjznQLp48L7WRlPlobI05fb33HhZWAx/zUzK7XUxHxCnwt8R19AyTaOfqBqtfKc
Ln6yqeg8fS7K9zN4QGyKndKaQLZqs96NxlNJ6zpp1iB+iys5szJLJooibpqBBrajZOVwisYyvktN
Wti3v9faWmbnrnKlMW8Hl7V4UIoO6Mq2GaFiTT5929Dycmhr4nqpgM1TMJVBQNKjaf97y+lE7SD5
1Yo/WloLs6B0bUADwxM9W0sRGeFYgZQ9mUQ8tlSlyc7vhhejl8WVE7C0GHqmpv5nLWSUl7cVRRnT
h0XBPcWe/xmiqdPgySsOYXExzGdMk1708eeL8RucgVBn7ikpB2tbqcOvThm8BwbA1kQpl1wdQa4x
YfMnduvZlYkm1Lic++6pqmK4++VSO2RITw44140em+bKc7W0MJ55Otz0nXmFZ7tU9nGrNCWetez3
dYI0pH5syf5vn7YlI+B2GBtCQgeqk9mbOBBtg5zzPKeJUnmTuFWxU3u9t7UmNXf/N1OzB8kYhEhz
s8BzRByNEQOA/xCzu9s2ls4br+wkhoJECSivy/OWt4qWjLnOcK4lbsIm2GRrqs9Lh+DcwuwQ6F4p
yV7PWz5G+76TNsGY71B52Cj9ih9Y2hnuJ7wEU6549bB2jdYiW62Ri+TC1h3l57h+zYI1SM5SaMLc
DIgmUl+ivelXnIe6LKEOgpTQJM3R/EDFTj94Bvo6wyBULNAfDnHQdmAeOjNZaR4vrpCsASJo4JJX
L2oUIv3alZFwyg0dbGYmuvdxmCnHpHLjlbu0tGsToc/EX0XoMGfER78xT9t8FE5ar2078Zuqt9sg
+s5x+fv7RBpsUrEjkWTYcPbkyaPUMxMC1cLA3LUwDht3VF6y7tftYz4dsgvwEoTx51ZmT14HeF4c
VMEA06e8JVayz5AJDKws3nhJB7d/t7KqRXvQVtArgVDiCgFTiAC+Sz0zT67m7q0GZvA2stMJrY9k
9p1cUxu6vcCFe0x8BwEPrIQAd+fDCJohKKnvl+bJCLsfg5VsxaH4etvEwunDszF4Os3o0FWYudeC
+1WbY2acDPdJ9j/D8dMWK3iopc/GEO30LFG8varxV243DmEaWiddyEI7jaVnwWeqo1GTr5rhtuRT
awyvf+pU85NxbnL6sGf3uZKVAlqOwDp1TXcQ4urgadnOT8znjkaQ5NPlD82DH9ZvTVu9iGO/6/L4
kz74j6Ec32lw/zJZsBIDXKOOOK2MN0ogROD34wDNflPvjwrsNHiyzvucC4HTJdEubJP72h23fZt/
SDAN0APptoqvrNyUBf8ma2Re+DeDF24etfeYchk3tU4KoKODqrv1ppbj/OCXHlPNCULEOdqqTAuu
UddctyamVfM3gxnDOroil6sO48g0dVewTggvqY8jOfqxrxLxKYC09LEttBB1mch/hEc7/5TAKLCr
6afcAer5uH3Or8ur0w9BaYJzSLEd73f5Q3rdCOqgjNyTHsCaUUaVantjjm5sOEjHwIja96SII1vv
3OalrPzyMS2ZPU3hDfviVnKGWBSE1m7eFweJbextvxSKJ8bnom+3f+jiVp39ztmFbKQcsHngWifq
0T4MUvlgZ7zlr/XATFde6/6hq0Rta/nZ2l4tuYLzLzS7NFIBvX3RBO6phsTa9O9j5iKEaHt7edNf
cnUz2XJiExh4QS9ebkNkIK/Z+Z51KhV1b6Er3gdrufjyOv5jYg5M6XKvSYkWzFM3Rm8J7V8JpYWu
Ww0aluzAlURcD9Mq9ezpz8+cTNqZgq7XvnVqvU/gzO2iV/de8/H33wvPzOA13dFrLalQbtR4lPBk
KUJ/SjTRcH+6bWHpwEEgxq0g2UIoZ/ZWG1aaamVsmcyAGvB75HZovUvNL7DkOw7Zxgh2t+0tfjYy
FHAiSA9cTWGGluq6YSdap9hUtR1j2DkRQgnuywjjNZ87XZb5aQMx9x9bs0uPNqWXl1JnnXrV/NB8
65GJtyfVGtAuymluaE5XwXHuynaXicdJPnBo5VNvyH8fd02TFvgfCQVH0pjLk9L6FeT0w8AmwhJT
2mqsaD8RCQCFmUfJz1EK1wTg/zzbVwtn8JwASZ9mcGaon9QL6iiEVelUNUZ3BzLibcxlaQPWNX5q
ozjbiVU0bMtC115RhFTuYpgsmaID5doy538K/DadVJnaoz8mzUFFZGhfKc2kmGp1G6vW1H0X+e42
awv5EWeZ2bTQ/OPtg7IUN0xtN7gNp9GpefQT1sJQl6PhniIlPCj6UdOOmljs0Bhg6G3FLS1ExrzL
/7U1XZKzuyx1iPTQ/XJPXmbkn0wpdo/N4Pm/TD+rN3lbrE01LNW5ZQMaE3PCB0xC85cGzaqXwB+q
7kkIvOGzntXR42BA8drxmG6U0v/Rjq7+JAyacTKN1Pxn+B/SvqxHTqUL8hchQZJA8grU1ivVi+32
C/KakJCQ7Muvn8Cj+W4XjQrZo/typZZ8itzOFidC03XuSd3ozmAt2Jp6XXsDEJ4BCwRCSbQ7F05n
YoVorDLWwlgrvpYRVL5UvmsKkGWCfcerpPqdRFvggVWbKHbbgDjNbmfhCZyO5I1qsOS9dhdXQUs/
q1L6WodI/lup/zWTJdw/Jnp1lIGRY4Eq8XK9FSo73IlwmMwpnMgP0QmPkX9xbgw9QBt6x5ByZgsP
irktBV8jojAezN8scR5Rhds4qGuv53sT89/fHdSy70UkOUyMxqNr3fD+QNvw+r3bMjHfy3cmeGsm
wnF4FKL7c8Pr6OuU6w+Ozjby3tXQkM1y65g/mR/HxQFosfmgHFBRWOX5Q0yVV4JnrhuGZ3iqxisZ
nF07yV/tNAS8rf1MGRueb+2BefcD7MUjOShLA1IMP0DmyEt4eTvk1l2fm88ZHwKIIG8VT9din3kA
FFyEwIp/YOhIXQAWCgg/QaPF2WdAVI/2lkLX2qUCwgkJxsy4g0z1cu8mkHhCOoXBRGJniGiF+YrK
GtnrTmPc8DZtjsg2RdCVgJBdPzXzbi09DgbCcMMQSgDbvLBsZo6QMUP0mHfiC8pDZyrMQA1A6KTF
zh0l8TVn8vJ6C3u/9nKjrIqyBubQ3A9TrXVjTqbTTqitpmN3zDQTjxb8GMaxNd2vorr6B1+OOAwj
Gyik2CgYXq6w0eDlFgnSuMR84cnv2H3I+EulXq+v5trRdKGKAqwTOh0QkLi04nSGyLKesBBNwZ2B
h7gvHvviVZTSM4wNCqrVi4hBFEQJGMFGGWyxddXgmHC1cwSo81ORGgFJmhvA9V7rQntibn9rUPlk
pJ0dFA35oudbY2BrR+e9/UWUVtVm1uBcsbBrlJexVzkd3Mrxuu5BQVQ57s/9+PP68v6h+lieVkxi
zyOFyAgRWl+ub4QNTJo8Y6GmlwkUgCvge3gxJU/QBaE/XSKjR0N0yAdVEsX3jTNOh7qKBEokaQt5
2vhLN/YpWOjM8tFG6rrrlJgeZRxhaiKLPxdgaTpAHaFCnNkPG+CZ1aMBkN8MSgKYYVl/70oXSt0O
Z6HVlntUwA59BJnX4kAxwAdYvHd9pdbeLLgy4O5BOw4C5YW/iQuzNLosZ2Hpmqeoql8xv/Djuom1
G/zexPz3d/6mJtAgK52EhTSCWFT2A+GgT6PbZni5bmfNr7mItSCTYttzBe/SDm9BYA5mAdjRHOFn
tqUdKpEPO+Vq2em6qdU9AoYBDA3YIMBbLk0Js2s0lA9YSFR9r1q5R4B102Xx0zRmp27YIvr7OAiF
6AZzgBjeAscHqKYW9iyt0q2kqfDst2P6a0RVzS8cSEV5g95rB6Nxyc2EnHhCJxWTDGUDXc08RSHY
KwXmBONaQa/XzPSNh2V1wdH2BI7Mwk+zFk9lphW13dko/E2E7sGVsbdVUG0NEa29XsDJY2gXdRcM
ky4bRKrISW1MLuJkY3i0RPzTxGyInYEjNNFAKowWqCPrHbiHnsrcvCumLZDlWmEPrQPwZCBJB+v3
Uk+KdOlQqsJGGdpmnmPem5nw6+YZU9JokHb70sJMbe74urPhcVfuzYXdxbM5kYErLQPPYuGM391i
/KIMdhwgHOg1ptjiFlrZS1TOANrAlC5wFMuZyamyR0wloKKvuHq2oOw8Wnrt1bo8Xr85qx+FvBXC
jjOzwzImA1RiKEYHNX1I9dmnWIyVN8VTFFCn/+QOwt64qGQlYALqRscc08xX8YGviZekdVpH4lEA
7vHFsmL+mJHWeHKkafxOJrcJZjr5z00JSvSpIKTyQJWV3KPIiO3taqM6qTZh9ywx+0AkDj+Vsd76
Sqt7T1W09XmpD15TpY4f11V/F1uTcR5oxb1ONrXvuJH7pcwRCiKzy7CcibG7vp5r+zaLZKJ/AHLl
DyhZ15y4tJuUhUkHhasSv36XOn//sEIHCJPBaKaj2bO8gQUcbVRiYDxk0Mfh7rCX5aNVsw1PtPKm
zmpDwGrMhewPbKaVHrUQJxEMGVzl9TE9Rpw+ACq5j9NE8wxH2ziJqw/LjLOb5RXQRl062okltAaz
41wY0752iflsJ+p2SOV5nAhUN2SMlz3y9ErbJYI+ZW6+4ehXXC9UCf6zPx/dd34xzaNUT8CNEw5N
e9Ol/LaxnI0JoLXbBhDhTL8DqPsHcoWeN1Nl4JSHUZ2TG80l1fNQtJhat1N2MuOBbqzp6icBhWkC
Jonh+OUrkpCuo0aMPoShP1gpEHx8S3B5JZZEZA7cCDAjKzyShE2kKUrEkpn+IKNPBIQcIJgroTk6
Fl/66Xu7tYRrDwhadJj3Rwd3hUhScwt9kHByuZB7JOZ3RJM3hWSDZ1ZQAmjSyNpp6Ldcv9ZrC/ne
6vz3d2fDrfJY1hrK6IM0XqBL9aVVKMJdt7G6lCD+BjsxsKbWki4vj6hIJDAgIZ1aP416yA8JT5ve
ZHNu6VNbi2AcNkLBtdeKgJoBdBCzZPGydF82dQ9Mqc5CLsR3tzWeK92dvDja4hJee0vgqjF1D6UW
0FvNf3+3fJZMqErRjA/7RP0wLXXKuzT2HdP+ZQj0wCJF9cP1xVw9JjMn3zyjNhe9Li0qpCE4mx16
x040AILcjIEbsWRnxkL6OohkdxxRRDDSqNzwACt3HNQcUFbH+MKc6yyyO0DETZANcCfsuuEAClJv
MKxdPgBgu/GYrGweQPoOIjEUuxGNLd6rCj3WfhLECqnVh6WZvvRa9dJkW8MDH+lTgOFG+QSTaehY
fHQ3GqQ2lOI9DY1J6g9DNLlvLM9qr6FlNxOTx4HT29Udy+H1TJnrAAsb7gEKTcmBtQyPQWXmh9K1
hzu33xyBWVsEhP1AcgCvNCPbL/cZLY1Sn5yGhrxnz1qpHy2wy4PHPtoC6a8cYYjMzMA1DEXNE+2X
hmSmCxXZOQ1NSOjCiGcBjVXByxvJwSFb6lNrhwj8EWjeo8aCJsbiEE0Z9APlKGlItJBUeWBiKpDR
14k8//U1QaKAYiLYtmbow+JiMpbXFArzVkjc59iRHtHvJ/01pXeFdttqb9eNre0VEhNohIFm8iMw
U8VpYZduZoUW7ztfm5HBVtKCtql0/gEBiNzsP1OLWJ1Fuk0whG2FYnim6gnyuhuP9epxmAmj58Lf
xxcNNbmO9ZVLwz5jAK+xMQkypY8n4RiQ++ks524Gkmw8aqtG3TkYw0wl3pbFGbRl1jKQieHG6ySI
Mr5L6S6h7K7Jn2Kx4RpWHlCQJcCnA8NtUoDIL8+7hUw6T2tmhTnJf9NY+bmTn7rK+ERZ823s85eo
JFvKxGsHBKEfZsxAMgnri9MI8YmxdyVOIwZ5/VKGBjmaTh5cP4Urrhy1NBTA4QIQ3i7BoXkkc96X
FsWQ4YPqEs/e0glb8eMwgHFGVNoxMP+BwM5IKmdC/TRswTUxSs3TEifo6t+d89Dl6DPxgzt8uf5N
ZC6dL+pryDeQLM54unnS63K3VNLWrQSRaghp5OZxGrr4JolT+0ANUCxaCgVN2waIYhKT7k+dXd9W
rK0fqmIkfpyKX8pRQ5hiGtiO9wV60ggUI+eg+hpwcwkOQw94asx4X//Rqxsxc6zMhTXjQ6mLdiJH
UxNvHC+FJyRKaRRKHhtG1q7M3AOe62mInZZDQkSHLrxTtjSc9M8jwU11XK8rv5MKfXej27ifa1+E
jj7ovQC7whzX4vzWWSy5RhIr1FTyWkGVPNO3QCNrjuG9iYXTj+NBb7Q6omFakclzO20f23gAEAjs
eCc3rspaqQUYBYy9Y17cBIBk4YZMU8sijiQ+5DW3/WLMAlNrbmOR7/rW/Kpl5n0iyx3Jk0/tlG/0
q1a/FE8BAjW4XNzUxZGepGb0lQ7bRVMFVTXUOw3jXmFBjX5vZWO58eCtPT7IcvW54gLBC7bYPGXR
psnU5KBEbUB23jz0IwE2Y9g4I2tQAbgMTHuiAgLaSbKwY0yQlKECa5pJK7OgWChkWE6j/QhlaSrm
Arh5KDW9heiPTr/UkS4C15aR1zux5pe6zA4QMI73Tur0fgrcZ0BBsvbFripxHtsBta8iSm+KERI7
vAS21gS781uRxdHp+u1d2x4g2xASIcYCc/OimSeA6IuNrGahW2rnOLKfI0sdOWCngmx1D7ZMLU6h
Y0ZanEoFWKYsMHpmBRNTUCtHgjR+/4ePQmiChwJByofqzZh3JZCMqKy0wropMfCnO7u2se4Hrm0E
72vuFUne/yzN3/wuIwJ5sakP0EoK6+Zbnhte5/5gdAgwg+GZ9U+R7a5/2NrL9N7c4tCxKC6SnKL/
ktkEJF3zA3+8bmH1+vz3QUu2W2AgOyeOYUG5r4P1VU+o52Rb3ZE1GAfIIv+3bMvarywrVtUjIMFm
PcBTqVdKpy+CVXcdmEx11jxTVv5SkXaAttAO4k33BdliEVj/ULzxcLMAGS2rbxkoFBtGBgeVWfdB
lM6Bu/xN9X+tTI2sCzMY/zMz7+i7A8LT2KSAMaEwC5qC1CU/qOHu0dzfOIerXwNBnD9VPvPDqK7h
DoowrXXChH8ukq+K/86SjbbE6vVF0faPbCq6JouzJ2Int+MODbRYu7cKTJRYwIKIF5K9XD+BawVE
jBL8Z2jhMVLVNhg9RC07GqugrAefscivu8cSEo5k/AxO06Z1vBoMXeOWsPPq/UKIYc19LpyKxRNl
ZhjV5tzBMkbOmxLdZ0j8bFzh9c9DS2C2YqFgb16eCKuOlWFmxA65/sZ5PHiaKhsf2geZZyc1gLzg
0HLGR1lopw5CWgPQmNcXeC2wRe6BgWswyAGPsfjISOm5AzE4J+yJDhlEvVPfG43mn4vG6Z80V2+/
5RPvd2KsGy8R0bQREKwWInAhZiAj5Kg+VDMzVPWJkMoJjcG+iYv0gLZ90EStb5DqxXWcwxiPPxQX
P82hPgF/fBZZd8Nkh0Hq7ka27Pf15ZjP7TLmBpLG/VNcnSFVl/vR93xquyKyw0lruSfiprvjRSJD
XdTjUx279MCJ+ofe/R8ZT0wZ4en5gBzDfHSeAedmhwSkR2AvUwC20NYTefc0dZO+G0mx50Z7jId/
QO9AZAMwGoADQQC+HKvkLkv0akJdq8m/NvQHGq02GuK2exytjTdpbZwApkDvjOxpHgdfZDN6lE1T
1hp26GRKKk9qCQuMsQIWManVtykuP8EFpB4p9XrXx3p2A2bB7K63anVu+647NSIej2ViKn/URntX
Zvb5+tavvZrvfuAy+LFjodmkxS6MprhpCoRqee0p++8HJrHBxtw7t5GsLpO6rKZ6FJt4m0Es87Wm
0U1kF18iUK9c/5i1c4w3Bd1zF0SXHyQOMnSRbM2GQ3NBayBrBRD8+FDZ0Q8j77+YldrCTK29le/t
kct74zSu1WiDgcB+0gOoqj9E5Vb1d3V/gPSEzwEYF/2wSxPdaCajBQn3UKXMs4tvtlH6hB6ur9ua
XwPzBI4n+Bihl7h4DmkKVlCe1EgY1KmAuMyQV8dSaOBd3YI3rH4OZjnwPRhq/TBUL6emH6XVo/Ns
Dj/UiHLg5DyjJLzxQRtmljTj4HoTQ1nBjEHHsKTJEUnuzrS3/PTq/mMg5E/LaBYSuNycJE+HKsGE
dmhEwy+eFXckoxutvNUjPfN1zGRgH2f8OBIFjowIcbwr/XQyPbDjqhjwDMZvKMZMrh+ElXWDVzRR
sILQHxpT8695F6qBJcYw1BzLy+w5y3uPdEjrtnB3W0YWwY3O07bLBErsJJYHOh3GDn1fdyOIX9ka
gF2RlKLGiIh9+fBKO2ekVsB2uHr3Cq42MOnHW0x+GzaWb2fEMaxYTYBRDHn0zJvxjqXT6/UNWQlU
MCntIIJGuARw5OKFKSEzrAyZ22Gnij1U5267un8achl0JjDebPoGKPIb5n02/NbKqcNLMGNSbLzb
H7ANiYFZ7Rqau6Hs9RMyP+phEuveGNu9GTdHc1IbwOE1Pzk/PeCEmyUS0XK6PHhlnOqtxgo7jCR5
ouSzin/wOzubgtKx46dI5/FNk8VAq7kt5pKlEUqZ7iPIbO5imunf2lSXJ6DQtnZ47aiiWYrbgEsO
MdvFBSdVWyqCZk1I7FstehugnG3GWxD61cWGUqMFpZAZAb6IEWJhghGnwWy/AXTMjKY6THr2OuXO
J+zCjdWYG1dj7UwB9Yqq+1xNxIjQ5VqPpaUJBFhWWGey8WqbBclUvwE2uMv/6EFqvwyWWsDTb0UB
K24GMe9/hher6fYucl0yohAPHp4+bf3OAi8a+dGzKLh+bdZuJgaVcfNxlDBktfhEuyZNN7a9GVKn
Yn6NLubBAsXShgDR2vcgs3XQd0af9MNCGqztjawrSKiQsAymc2KSgIBSqwO8bltHcX4VFzE6SjnA
m85yUrPHudw1gW7vAKwtCevR5IAkgCrcdD6XbfEGNk/Ty2wIZVXIGq4v5NpZmWm9UW4Gwvcj805K
+UDTwURbXd2Wer9jClgFU3wDy2HvQ+H5i+lqptdm4Le9bnltC9HLm+FcDqrlyxcB0K0UIHduhnrb
vsTSvU0nufHqrN1uZNmQ6p1JNqFWfrmkeQKZgJjFZpjXR9AZeZEWtPHb9c9Y27aZKRc10lkvYOmH
MKaACq1bUNRYkFJ5Ri9/SGgReyS3898EVFXHDEONQVSAEOW65dWvw7OF8wJ89gdfnhe1ZSpdM0Oj
HrqvilXDJwbt0kCRfovrcNXUn04RWgWYBV+8YNlkj8TRShpGaXGfMHlMjfgmKsRG+WXdDPYJKB3o
8iyvgCGcuhjsCh2Q6r4cb9roGzNe/2HRwGSIaBtwC2AFLo8E0/KkLoRrhl1RfbJof3ST6GfZsv8/
M3+6Fe/irAmV2aivbDOUkF4NCgJloRFa0kgN4y3Z4TXvglbZ//uiP3XId6ZqI20TfeTAPCR2STyk
E9pROgXdjXWb+rpEM6I3h63kfm2rgNICkQiqWIg/5r+/s6raMaGD1NH1n7IvfVQ+mJncWWCX+vvt
em9mkR3ZBpexVZg0HDVZvqQJTQJLSu2tn4x2y9ScBC0fYCA9kb/iqYAQ6CJJGgxdmmbMrRBVDep1
Ce32tUhqv3SsrPUSLoo7OY3jvsjLImB1ZPtKaYNfg6UQUc0ImEDapMcGBIm7gRtW6/W6nh3qdih8
Uuj1DQPrlyfspvcmp01u7KI8C4CDH3VRpeCvsaIjB0Ror2OmMRiL1pOpgh+wDTxblf3DTljP0UZo
9Cd4P2gD9X3r9zG02zVJiJcU+ldL07UvCPjITovH+q4eBzQqUewGwpoCPYqCmOGllm4+WxE3PJHE
SUDzrjlVVpHs9S7aytbX3CfuMuoi6GBbH9rXRZkMNW0APHB1NzBNzKdAGkYbAShPtxRr1y4BEnV0
qv5oEi5f4Uy4k8gcvBxF19wBhBSqIuIgoLIe845BpcXaGlFb815IcFHfBMAcStyL89/ShtetRs0Q
udY3xxn3yD7+vnIzE0P9z8Ti7LsJj7ouM+G9DCMYDevJHYxjBcnM61dszYHNk+rI1kFPCnDW5U2e
inTQ8tYxQ1BBfGoMdTNV08GWFHCDGBKEmAzzsnQLeLCyfGC0RU8RlhF5LAuSoKqE/K+tzHC0md+z
xKuiZCO+WDl9CC7m8jPIgSA5uLjOxRC1WjEwM7SZ+4OTRn9uTal2Uml0R3vD3ogVV78I1V40KBDD
fWDZ6pu6G9oO6C7HFLuIWEHZbUQzqx/0zsL8C949uT206tw+g4U2jp5yyz22WnxbtZAIavO/VgqB
Z0TMBBQkIFc4FYuWaWqPCOEJYotRRN+4jebv0KvPbMAFvn765nuyeHTRxMbZA+kvdGWWoAeQLvVV
FkVm2DfqlxYZsccmM/Ykqf7JEvYalxV3FhOQl8sHTtSWQgyWhrRuPlGR7pjM0ThnG8nXH2mE5RfN
lDboroBa+AMYnZKpahK7J2EzQMJt1OV4i9kra8dY3YZJY1lBXrS659aT+WQmdfti6cPomfDWkGCq
BMidbadEItxo7A4aKslRJDP5SBJ1e2I1w5eMDbY/iJrdmapC84BpYPA2SeobPFLPWM/0Vk54MWhS
W/5olvGx6SJMEEANU+5JRPPbKEUJ1XMUJk+cmNpHaHRUjxgUym5dHsXBmB6npj1VwE0yHrAsAMD3
wIcsGEDmpfkDj4LcZreCl/QeXgOZrFRVoGMq4ykGXZtfaHp1a7DOOgPpz3/DUbKd5Yp6X4l+2lcj
S/Z5V9SAP+q9r3q4x9YuEx9IIef3WDgJZO8E8YhqtYDSetiZEcv2qCElT06q8WNmNNmu6fQtGaW1
64UK3zwFDvoyIHwvz4fk1EwUMs4QBLJeZTwxdi/zr2n6cv3Ab5lZBKDRWE6DOcJMZ1SeRZ5M52HA
E2vweONmrbhEF3DMmUQAmDikP5ffg3nM3IkTRUIBerSxlIeiNY6KYe6kmEpPRdbh+oetPYDQCQQ7
OPTzoFu/8IhQ8U1KKzcJRqabYLCSh1qIjVrpWltt1usEqTskXeHpFzYwKFY3bVkb4ZjY1ks0uHzn
FIX+mg1VHxTKTj9B4M8OdEXVS6eN/JQrMvqCtFEgJUKgKk6q17zU3XtM9ySv1xdgbcExluuivI4g
C57ncsGrqTN5LyYjjM30kLiSBTpp70lUDZ5Q8rapNksGa0sOIjUwNwFQN085X1pkErg+rUJ+a+do
Fjvf45T4f/9NGKGDAiO04wGxXDhR6bgNTaANHGpDKIqvBme+Qst0ojdtv0WGugbhguLMf8YWkUjV
58OIti2BIABUt7QR5PJaSSJ8mUWAix/1vdXk+bEQo0JVC2guw4SO2/UPXltS9LHm6TkD0MulP+ps
qiQnhQmwS/m7NbvHttjiaVg7JwAhgcsZ849g9F/s2lRKY4BEOUGeER1HFijdORb561idNX0LmrG+
pujHIZtGdRMMHpdHpOhGEOpk0gwVaXYIkl8wurPH4OUBPcOj0XaPAvy81JbcR6d646lbmz2FWTTh
wTWJlN5abOjQ1KmdFIhgzTKtIDpCb5uYHQicvADd8lSnlmekCshTpr2RwbK92OUHJFqDJ+dphOs7
u74UwLOh84Fx5Q+yiiRu23iCaw3t9KZCtzuy8Azy70ChBhF41oiRBrG6T/Tv1+2uPfgUJWTM4GKA
HtQLlztgFKlLNWCZQlu0ttcnkh6a0QBfjq5hyJY1W1QS8/FZxh/IGUDkSFGQwnW6tFdKZ6ryiRAU
vawghsqG5LrfpbvrX7VmBah1sHSh4/txAm7kSpIhklbYxN+hp+SD7iowpg2XMruo5adAx3S+JATA
7uXSOariMWCOVhiL11jt4noHLtFU9H4ygJVXNQEDmuH6d63tFrqHOiYa8IR/8JrwYMkwuB2+S0f2
nZSomcfmcerFm0azDXe29ta8s7VsYgKTIEZk6laY6gbYlJIdoOrXv+bPDVuuIBgw5joruDyQ5V0e
hnpwykyyCcWhPrcfm9zpvQG4XMsj2tQqCPO0P3in8uMU6ZMnR5v7SS9uUuu+Nym4A3poMPh2Ka0H
KNdispF0EfWRh1SlV4yGCK1Omo816pA7zAaiHpKM9S7tzKrxIgORNlyu/WPUnfg0xR1O4jimyX4c
bPuL0jEJzaU7+hYdi11nluRJdaLzOFFV7zlF9ODidVCt8jk/aM0hc/T2Vwx+/zOZkp/EqvinODfy
ndUNYKlXkC1l2ZjdImhIvX4q+j0Zps5z4buOeiSyjTu9dvoxuA5oPoIRFM4Xd0yK1u1LMqAsNXHL
y8iQAUU0BroZb9yAteMIJ2SjhD3LzC99haYQrFmo0IcuBs+ezAzqCl0fiW8T5/ylrKZ/mDhAVwWu
Av9hJG2ZNGN02RoNCgkRUFxAb7ph1a7vq2IjR1r7KnA+zu0OzCh9KDkghgItPSAeocYxsKvR+B5T
AAedt3eo1gfXr8CqLVQoEdrDFeH9vbwB5jCCbQY1zFDrWOWjGCFvEiOqDlPWoRJHQKh5vm5w7WwA
+gUKbAOf8KEQIDqjH3I6WID2saCqNcAS7JMAYfB1M/PNvbzZBor+gHQhCp4J7xffZWhD02cZRhIy
kzsnt0WTJkb7dpyAv84aNtwmQ98Gleqt3XXDK+A+WEbbAZUV/IAPT6RlZyVQ8MJCwbk7FDr1+1Lz
osqBN6ubOwl5G9wM3QOnhOsbXf5dm/6eNA+WcUJQNnDmot/Speqm1orepqFeqZMJ7+pBgm5f5fI5
Kv9a9x1z6zMrMkGLBxidJT8qRpJjKmP0dwaz92fpc8GNvTttaT5/dHUXZtxFwSWROiaYJkWBPM0a
51BakQQbrJF/GuKchDwhKWrBWZOcpkKNv518iF83tvXjucUvQCSNSAXzaB8jXynK/zvyFpGXtvmE
0SbAAjEC5Nlc+nIcfaj/egkKBwLOtzP2rR17D2KL13jlWAOtjMkGiwG1aS1HG4rSAl2UA86mBJ4n
M79PR+0rOByhOAWGkm4rR175ZsxiAkaCQwTCpuVzp1W5lZG0dDHXEwUqOuRM7ftI27iq83FcXFU4
C4jTzbkxBkAXV5U1OaZSWSvPLOlOmFj2qREm2RnRla9P+41tnP+xa8YWMbfR91Qzmkae2+IHVtqr
ATkwy/tk5Dc2Gnc8Q3WtG9VcQfLqzt0aNlx7HYD9wmKCTAf13aVKz0CFLFQDSSC93FvRK2F3Vgks
9XGmnGnik6I7K7mnW6Tzq0s8F68JCm/wy/NGv6uNQmDJbAn0XM5Cu+/syY/yF5DbH3XQygx8Azuz
cmhwPYCgAi07/Yg8qiqUm5OBYQMBbDYaiHY08GFv1/dxzQjKoXPUBlo4tLAvP0glVjUKTN2cAaUK
RP/KMAeHsO26kbVVe29k9p3vVq1kEpL2I83AotX6RfqzHlwEYD8ScbDZxvesnov3thZvtj66kFpL
YItNJRpd+k5DjRKz594Ifuu4HfcNa78RXgbcHUMtQ4Pq/+9bF5GwA9ytS4Wdncc68VPIRFTNnaoO
vDxSsXEHP4YcoGWnlDnQdME1WLqMLAHqgPRmBjYXlFDNh8rxe2Nv2RtmPqYPF2aWLkNmRmHA7eOI
xMRzRek1ZCNBWT2EkHoDVT+a8h9SyYRosYxLgjUbvjYmOIvYd6Jv9E1WbGCkEpOIc59wNnN5Bs26
LDANmGXnLle+A/atfHpx478GFswymv8ZWdwm4FV1HVCM7FwUD2nycyA3xVZ3Zu2AwwZKHaCjg0zX
EnReZeDvTUuF7UD6Y7Vfiuim4bc5MpPW/m47b41+1PRAj3fXz/WKw4S7RCCG/gnC2yWrQMNUUkcj
aKyRe5Dx5NBT3X+rXBUkwPfW00bisxKmwNocSM9KMtCXutwtVFJrmTlYSLC6H438KxWfXIwOq+6n
lX/OxE0e/cvxeGdwsXPDyDo0yUV2BgX1TqlvdX3KoWx4fQ3XziCqmxY6uXMgYC/ewdRVczuyS8/W
8LmL37TiF2s2mndbJhbPj11jYhOMf+l5qnfcNcDXfWqSfwhnZh4RJFYzcRVan5e7Y9qjIZGVlOec
1Xtj1APFbkvSbKzWyvOGpw2UWOB1mkdrFmeg0yIFEHFdQcq1C0x6TNGPqZKfEEK5viurdlxwL6OG
iDHlZZQfa305FDnKotStvGZ0PZa0Qc5Hr9a+XLe0sjkYFsIDB6Qf5imXIFzTaqSIWr06l3kaKPEt
QSmyycnGuq0UICHz9c7MYuHKIScsbnp8kKGCWAgUzQqgCTufm7t0bI8gSfX60vTGv1fyuDS8uERj
pUFnA0zq52xK/d5+kJR4OTn9wyJSaPGAbnCOwuan410w4ZQWt4sJ21V1w02X9IdpeI2qjYd8xedB
axFTvKjQzQoviygCksmmOzg4e306nlwrC9Dg3AjvtkwsbipeU7NNXJiA4u4PoCN/ElSu/nqpUPmY
K6cE0JgP43FTQlrJVFyeR5Edq1o+kLHcU7YVFP9Jlha5wIWdxb5nGUGtDh4cKtLpeINW4c+qcxww
tEjzLnUS4zSBhtw3m8TZjVYfeWnksPuGOr/MTrfOJdetI9ixu9eJp4UntBzELiUVu952fmlKtBjY
Hq2g0lV3SyeZnSrKf4kWucVEtRe7LKlfm1DGqAf2Kek6vEYOfZ50YR600nGP4NaMXqZCJ/eMx9kn
auSJb9cuCPetERX5kUCVvC1z3ymjyDMqPfGF0bp+7k7FMbbzal/G0J+tOaPHUZYTesrW4KO2yY8E
wJKgza0Co8pJ/FKItD5NEtJtcW/QTy6F1DXQZM5L1jr1AQI77eeuzFs/su12x+PKxV9d/THGzOIt
MxTmMpnBP7s6t9GPBrerR9EXQoNv/l8uaLYrkl1c3IB2Ir0Byt8CSteFUEhB85s0K4Hjwqy+NzhC
96yBaIdWt+qdWWmtP+YEcPCsBCywpVtiYiux/cXez2/eu+to81xMbo69L8WvnO+gXuPpGC1S/Sl2
t/zOSgyCXOgPvwxu5oeKEHdqQy9FpM6kJr49nkvtszkJD9ilk3DvjC2Y6MoNRWENjTMwKa0gpZVL
oT9AaXEWlRMII3kQzRbucN0ESpSAvjhAKC9WT04ZSEicVJ37cur2CRXavskFC66/AyseDrTUoK4B
dyaqS8vCQJwYWqu3GAXkdWMFiVNAz7KBCkQRaXdIITasrZ0IkH0AlwKUHJjAF99EcWMTCKzAGrSW
JnJMQTXZ6OdICh/ygBtP3Lox4K5RxMHA2RKgT5PcrLMqU+e8PGXZq4UohLto6paVV7PNWfs5sFk+
dKgF/s/avJ3vDrvGBg7FFVjrASSJo8njWtCwN1aeuf1cyjcOQtJOfru+e2unHg02IEaAmwdV3KKs
Y8Q9IDu9W5xpDhKG7lS10ouo5jfDMRkO0q786/ZWohTU5qABP/u/mfr78iPHiDiTMUb5uZ74Thvv
BtDwk63m9IaRJfCr4VXTagOMxLV+S7k49ZpxX0bT36PzAJL472OW7AhG2QwFKLyLs1O8deljPQ1e
iexoizWQzjHV8mQgY0Fsjzr5TBy4WLSYcw3upThLOjnHiEJZ8f9w9qW9cSLf158IqdgKeAu92W7b
2LHjOG9QnOTHXgUUxVKf/n+wnmemm0aNPBplFMmKL7Xf5dxzauT8A1aD2N82B22v7FTbGGBaRXWr
Tn3wJZT+kFL9tqVN+5S1ZXowW5keS7C3BTIh6m4Aa+pWgX/juS3NLBgq0wrSkSDbDjnKjRG3RcCh
4vE6tLa3Z2mvfKOu8QTU1a+qTf92kmX7fvDkViNuuYlrNw4az643xAblUTUitYvkpwsaUYMFOmIx
Xzf6JytqR5+xxvVF2SUr/eoLpEwTyA9kjgDeI2sxv++qPC5jvXDYExB4wHyVabKvxhRU0SkFXneI
xv5Bz7m7rSV5z7q8BAs3fSJJVmwmAVtfZ0y7AS4n2ZTM/UYsK9+YMs42GvpB77pYvjoFX0voLBBs
nH/zLGrTjVLYemmzJ6B99kxqb16b3EW1/uZp6a4xu4A1o+9ZwwE4mWMWAWam1nzepWfidNrmu8uL
cgFFDPZE1Lum3ZoQ6P76mUdQAm5GxFuX4FzquWVbwTV64jXb2Oq+Kp+l/fX+NPzqEyOzieRydF2g
RNhT2f/M5A2IuLayPloJ3wFdtDKgBUzIubHZlLleSQwPNItP1vhTaHeg4gly7TsbJj/plXuPxOY7
Yf2vA3svmo+yeHd9QhdXDJhsvLlgYETn0/l9oBR3LelS3G/Oa969e85KgLL07qFygQoqOo5RH549
Cl5SxOAvwe+v3MdO3UUgnsv4d+hADF25MpVL7w+Q86hPwXMH89RsJi1pmMzK8f44U9qWx5uBvMT9
rRh/8/ZQ2j9XJm6hsIAOJ3A8gqIUvYLzm7RWaQ70LBauiNrOp31ldEEGfbADvg3aDAMABImNjhPF
WLIbTFds4Cr2EFYfKDoYtOLgaa7ug44g3bl9mdxSCA7uctstAuDSi0BLKivxJamrF1HZ/Ted4pXL
Ms95EGDmfyaifkF7SQ6mnPbDHgv5Uhap88IoJEsQVg83g546QWoLVoPS1+UbGXv97ybN2oCROtqP
NIKId9txv6kUeymNXnwdOgIfAP3I0OWAW4os2fnWQg2atoYm6yeYCtC9O7JX4b1GFl9Z98stjL0L
aA+azbAWoCA8t8NTvF+cFumTVfwvLkvfi78cyZ8bmO3hwRlp48UsfRrTN1r9r2uagKwBCxcagicj
oHFANzDgUXNkw5iNSaXVWgIHoENkgoJUfqjpfcZuZPRaIixtoZvq/ZTJX0n/aN5flh4SucsbsXIh
TF7TuYMwYcEh1oLD6sKDnJ2i3i2YasH689QnbFe3xM+heODav6S1lc4TJWHBn6+fpOk6vbCIqiMq
jmCBRdb2fP0kBwhb9CYskltXoe7idz2IoH582QqqjRbBf+gaQoPiuRViRSRH3AEfsTcB6b7zsm9O
fyhlveLoX95C0O88sTNzvXVTczs2qZUV2k+kZwLNezI8vqFeCofnp8FXPJXL+/Xc3CyIMdx4MLwY
5oj5o8zCKNmP5TtIYDNzXDlml57w1FeMeJ0Cj3KJZ9bbJtUYG4A1julO5vYzWG4PGl8jYrwcEMyg
MoxOZqC1cY2fr1OV2USpvNUhEcEOUdnutab6o4PquQfPXi3kynZfHBVoH1FfB2j4IrBV1TCWI3SK
wlLrbu008l1GfEJ+X998l5sC8TeYYNA3jQvq4nDbZg1SjQSHp0mGu6zun4XTFHgZ1O8+su+YUt/c
ZO3lvTxWsAl66WmtJgD6bMMnSeehwaAgISmrxFd5CVlk549Z94fGzNfCl8s7GMYm5kVkIUCjMT9d
UCUa47GRJGTD96h8L4ECuz6DS+t0amB2rHiqu5VKYcAd9/2kxa2BCnxNlG7ZCLxLxwJXF6r153vP
cLNS0dYj4WixTa3aQGnPltj8h5GgXgCFBmRuL3AltmPUJsh5SZikKfVB70f3QA2gKRYMFyube3FV
Ju8LmFGorcxbOFCzMGJVu9h2pPqWZPybrRdrr/ynitf59Y2lBxgPWSGgOi7KHybp+xzsnhgPzWKQ
p+CSS8ixrsWrBv4KR1dWEDfiL5osKj9J0kNH+QEVE1+gHkfrant9dpeGPGGZgRTAVY9FPF9CMo5O
JyNbDzMzKQ/uYJebunLWeJAWYq2Jux1XIVIdqMjMcw+JZmdxYqYkTKHMrX9jNN8ngOUaD0bKjxMA
wm6jTVcMAVePXb9Shl66IgFJgowuWFLA9zK7IpF85lWhKxXmAwRWfFSrm8DWcvl9wPW86wzCbmxz
7FZemqX7BIyy+tTHRcAhN0u3MGSbhdRxAnsG5gW0Aah7W8Dn5a0tb+HiyxUKrSV74GEgiBqAjYTP
e76S6QgaxSYWJBQ63ZetexDspqC7LDp8fcec2pkd+hEdaTYf62lc0Q+VNwdQK3+/bmJpwQAixdG2
JnaCuW9X5xFVnj4qQCD53k6ye5tEoEzuhvvCsO/QFZ2vvNWLc3dicPr5Sf6vSPQscQkMMvHD7m7B
3b6pxpfO+nqhGBcVUn0osU7g2HmbcVqlaWyraU/0VYCmxQrd2Vn+cX32Fm7lUyNz1iGg/BonS2CE
9/qA/m1rW5WORK/YGoxy2dCkWOgAyAQQ3PmsZXSI8nJ6xLz2ILQ/UXvX9C/Xx7KwMHCfQKECNwpU
xfNNzXWoyGiaodA8dN+IH6BpyRMbaMLn62YWRgKA5pTiA5xvug3PRyIgMDEKaqnQhOBeWvb37RBt
62ZNgH3JDLS88Ix9SnvP2bOo5uVx4maICapkpzVdWIJBFtD5lRO6aAaXDgW9FeZt3rk39g4S2rLH
pHXGftS6XV61P8CRvgKtWLrUqYXmWyAfwF6CjMj5rIE5J28oi3FqPC/yI0MbA7NIbxBh73Jhtj64
CQ8s1m9opSB5z383hid8mcXfri/ewm2Bz8DqoXCE3sv5RTvQZEQ6JVNhAZ6wvkgeNLv8LjP6ZkYJ
YrDxx3VzC0AdNNWDJRzPONgrLrivOoCTI4C/VWj3mbFTlZ79kY3XHVJU/TZJPXTb0VNFAJXQ4kcj
0U7II6tHUcZBk9T1T1k6HfD8US/HhQIy1tkCxGAIJtr0JRNFagOCmjHy0BWRB04WXre0gD3AoKEV
/4mbnlp2ztd6tFEGFoWtQoNyeZ/E+VuuDZAGUblM9gUFLgr6qPSWNJYIWnTsbqTmrAkwLfgqKF3A
OQN2EvS/8946qIlXTil1FQ4i2Zpu9dSaa5JLizN6YmL6hJOHgPUZY8KEkDOcS58OEHTXNk2cg0N6
LZG5EOJM2Hc0CgEGMxEAnVvyMnhdnZGOoV5USIH9TAuyrfVvZRyjQ/pZ756uL+CCOSwgFg7NyQTP
w/Tz04GZAv3ZrIXPVYt9YzRo4O02nvti2B3YRuqgM+LNdYsLqwVXGkhwfeKggFN1bjHvKogv2OCM
ZOpPjrRBaq7lnRctTOyK8F4RKc6BRDoD5aHLuBOq4l1of73q6x7VpM3xz++fbYaqljpNPAaSZbcL
erIV4GiBhGs1fhkxgoB6UncEHEqfEDDnM1VH0mCWCwpP0rpvSWkcnEj+ur4YC0/CmYnZbstGg0BG
UANPnee8112+i1k3oi4zHL5sB5cRKDPwByXGeU6ZojWaic7GNquQ3c3qIGmOZvfyVSMg5gWalKIW
jet3fu0pCk0ikMrroQDcEymqLTfyfZzQlWW5fFdgBrRIkP8EVA14xfNlcZEM5o2OduJxgLKTtqPO
U6kf23xvkNfrA7q8dc4tzTZa0lKS8waWtOGbV9+WBvpa0ydefD3Xdm5ndolXNNNKXnhGqNM+sMxH
WRd+1aIzhUF0Asoa268PC+7OdL0BgXcB63A9AHoKEFmHkHyHfkcCLan7ztF9Q624b5cXAaol/xqa
4xb5WBUumQxFrrEd5M8GadjrQ1naC0inTO23Ewfl3NXpARhCNxV6WiooOSkrz3wj6z+qNt+lXf5h
qP7HdXsLI5pwD58wFRMtNbOXXavB3SP1YQid3vlT0PJGOmtkCJdXwkSEAM8d4T9e9rmJyBqFLk2O
FFT84SYM2dZNl++vD2PBbQCJCcJ9MMFMbu/8aisKMypkh8Cqqu5He9zlqKIQRqHFfBPL+5jfFl15
U/EvX9wTdQq49NCZA25Od7bPUQ11k8FA1CByL0hU97uvrS1h1k+0E644RkuzCIY+tBwhDXbJKAEF
nFKHgAl8be/Aur+9/qAl369P4sJewAr9a2K6PU6e7gw0XkhW1HCzW22T9+O9EPlKxWbRBFJRyH+i
nnBBeF5rpV7nWgqXNuugH8vbB4P0Kzam9/4874VFAUsPtBEQLmDTnQ8DYDtTDQLD0HoPdL7FY1m7
AS27nwV6p0Aw0/mpqFcuhul3zmwiIz7xAaJQYkBs9dxmhVKx0dhaG0KdG8qZEOrIdO6zdnyoM+PB
jWvq57rlg2xjpYy7MKFovAGKGhElOnwvip1D0vBEMomrDxjDJArAV3B9VyyEIaD5NFFSRacIQMFz
b5gTDUktLZGhCUye5Dsi6D3RDk2LPi110NtkAwL9feyqnTes1XKXphUXIUXCELHfHO88msB4ek4h
Q0WBX5mwnUX99dgGy4YBgiwPjAsXlONQSoYGdY4YuS7dXYtdqUt6Y8buRhUrm2ThbkeBC1EUyHVR
0J/HjzFgqn1Zsi7sxfMk6pBXv2IN3n8U79Lq/fqqLVwXoLFAJhL57AkuPrvXLaukFmuxaEbiHOjQ
8qDM+B/wdqxcvEt20EQHQA4O3CRneb7x+zwtOyaEDOVYhEOcPkV18+y4azWupfMFFn3DBuGhjtB7
PhyeFnqfRjIkLOTZ/6zuLTZvdHms7MDNfjpsd332puM6P85YI2RQ4PED8Tj3yDSzYYAiS2gKZz5L
QGz7u1RIKaz5Ywsgk4nU+l9D0/E+uXK9fqIjFJOh8sGEGq3FhqNS0cGk1WttSp/E7aOV810J7E5g
FX8yYHuxCMH14S4kWPAZYOeZVO4mXMC0c08+Q5DKVS3BLcIM9EC27X2fMsT3JGhsinJOu2nL8o2Q
/Cg6Bq03Ig6pa75c/4jFOcchRCQHlOmF51P1utdwmWHHSssvi4PbPTkOmpPWsKyfW/9icUEThNMB
OvsLf6QDSdygRTgadu+g6ZLd8XF4qaCeKXIwOpCRbsrM2qTszW3jjwFkZ9wuHfiSLGiI+xsdBRuD
Dw/SjR8cPd9XZvHolPpWkDX4xNLRmrh6p9IdWp3n75hkMZIxKSakoAdeH3MgKNx8LVG88H6AbgDp
JRtbHY/y9BEnK69AzBnZLB9DnqdBDYcdJYTr67pwdCdZdTwgaFiZyMXPLaBfPK5I3Q/olTQDB5Da
sX5qx9+m/ZKQj2i8c+tv1w0uDunE4OwtjivuQUYCLm2tHTVh+O6aMNHCPQ4vCc2uwKLB8ZtT88ZG
63KnJl1oNtkPTXm7VrUggwPmP+cCTct2shLsLhyNU4Ofzu/JIllWmrdpo3fQbkGD+bAD/BMUJt/I
13u/Jvfvn4F9egIndgaeo2OlgJ3c9e7J6N42CRivvWZ3fYHWhmOc74hG7w3GetVBXzj3pfFAmxfW
vQ/O9rqZhfODKi4FfmVK6AMgf26GgwsHwF05hBY0zIUx+AUyXmLlnV3abEh/25Mgik1BN3FuhFrj
/9tsDMhjkT9z/vXkAJo0UTMF0+8C9J65ra25Ce9DaoMmxkqDmI5+7jwTBekNuTKapSkD2Rf8E2Dn
wLQ6neWTDdCDEdGi4OMIpXqvcnA0HkH0cH1Vlq6DExPzZmCURNG87XZ9qES6B7BxaIG5CBp+V1RH
SlP0la1sg6Xddmpw5jo0zNJFrmCQdr/K4q5Pj7x+L/QVP3x55lAXAJEVEmtzmVKIyllMoeQeamge
GBmKiMnU1brW0rg4eyjxIsYANvSiW6GsUgh9xE0f1g3p79CsVN/jSBdBBEHrO2cAUUMpSXdwxOgd
kny0Vy6ipVHCT4BiN4T0ALCc5vpkfwgOXBBKMCTU+fsIbVvd++ahhHl9hyzF8hNdAbgLJvTPBROO
G/VjVCmpIw49xHbtgwaVyeNY/B6hcsfpL8tlvpOuJXmXxoY2eAKuH/z/IpLiZjLSwlAkbAHIDHCw
i4eBWt2jqjRtZYSfccvMBZmQGWg5AVwaYL7pW07nUUPVhwxIibjduBPiMSVPCL13HBzDdrNpdRWg
JcU3e+E3aIHRyM4ht1QDu9eWgTXH0j+qHgLVv4lE2T2/qes1PUZ9aZ+h4wfzMalpXsR8buWNrDFR
41fWPmqdgEf6owniLPinQKsfrXRPxQZVTgBmf9nWTV4/5VERWANuWPMJamG0TjZVscZ8vqDz6oEr
DscLEekCNa5wWJS7BSGTu2yVRy91fXSrE61/KvmHxrInNMbVaKcrneMAKhH+oZIS1ZXOr1Szj0zv
VoJLTGvirZs99jJ7coUexKJfuQuWlxfTNyV00cQ0D75EzqKO6VjeGl3nbuKP6oG0z6qudzq8yMpF
MBZtG+smEr8tdizN24qFyQAy4YKB3a/ZNgUNbGcAIDvylYZRZU/Xj9jCXkc5CP7YlCJBQWN61U72
X9S4PTjxXFSfBHT1Rm7Ex5iZ9ZaycS03u5CNQWCBmj8idaQQ5qFFFnea3QgsWaWJ6piLctwNWTfe
2mMnAhAJiRc3l9Vzo3nazfVBLlr+RJwj/EUqddrjJ4O0jdzWM5Sowt41NpISaBo8iPGBNfGuB/xT
NSun+uKhmZqdQMGEnYnedWz+c3uj0qye5DpyQNxG+6fMEx+FMBnYKkoPAMCvdc1eLOLM3vwyBpuV
6L2+DfuJ7BhteD4jyX2BQHVlYBf+7mRoym4hMMPxm+PFC9cA7rMfZKjXHQ0Ejd07JJJN39XSV6ND
Oz2gvWs1kYXBmQgFIZqDwARzOls8Qc0CzfuqCR2VQAi7Lp5ZpfTA9CL9x/VtsrBsE2sWZEngJkKf
eOYmuiVFNSxlsBTRX0zQRzTV3kR9se0KuUbaujAqC3AJFKzwUKI+OhsVS5XuxLVdh6X1xCW6nW+I
83J9OCsm5rECEEYOiI1gQtduRRz7tf7QryHAFm2A6BK8msjh4hk73+klUplJWkdVKFLwNHZ22W0r
vSgeykg5X997yBUDaYZOUMzafHXKqELwSLMm9LrSLn3e6gPo5GsDjdbw4XibFAcqVbqS179MiHxe
i1N/BNK53oUkKCjIZWrGVQOox207hlV0VzmPjv4q+KOFXFf7I08fo/qmXGMfsjBzZ47BZNeAWwDI
FnbjPGZRsuhHzeBNiM69/CbTHBWA4kJbCckvPSxbR0PDp+ArTthFR07tlMPQU8XDWLYvhW68dYYe
gBV6ExX5BtUOEMzKaqPX9hh4CVmJAC53j/HJKYycK6r1OHjnu0ePOicfSF9Cyanb5CQGCpX4rVzZ
OJczeWZlfg4ss+TgBYBSk8fIa48oM1JrnevTh54v1rmJ2TFIbIo2jF4vQ1qCD/5ZgoceeOG9Je9l
/LNKQufLBRosFUACcE8Rm4GgbZaWbDJuUVPLy3DQN43h+CpZiy8ur/pzC9OsnryZpdF1KNWVZQhN
5N1QYFOUyaHKnL1Oo+M4ls/XL6uFRQJl4dRXgKo3fN7Z3ZukkkIcaizDloNRxMyDXF9LbU5zMlsk
QIHh60AoB81I88eLRNzts2HAiPLobvDSH7Eqj5EtN3lJ7rQWXdC02Fu6vE10baurIRhqKEfRdsXj
unBGsHSnnzGbWNNhwuPQBgyV3eVBmg6PMR+3grd7B40oQBr8TRv1fn12L1uXPo3aeN4cMC5dIHV5
YglXE10J+ltIQ3rFIRHpEU14u8bI7kDAubU7MJomo6+DhskUKsiHDJndDJQSJCBNvq2BL1u5exZO
vw6aJNAugecUzUWz0y+lJ6gySBFCfNi36hBNbhsoEq9YWTiasDLx8YAVDDR/s43VOlzrR8cpQpYe
RxfdjY9J9pwwMP82ud/2z82XdbynqYZzBE6/CTc2L1AA9KKpssvKsGGPTidAcboDd4ifJvfNxG1Y
EYQd+eH6+i5OJc4NQcst8HJz+KWmcdVlLa4Dsz7IYjvqYN6MVmKZFRtzxEPMC1m2FONKJoV5CJeO
6c9UrfFyLFhBgXSSlQX0YYruzq8dVyHhQUuHhTF7G+q3vHzNjdcvT9aZiekTTm62duKbJQ1MJMYR
tPIHy/6lZXLltrn0JQGSPBnHzCXnnZHpaCliYau/taTcmyVInpMxiPOVToPPq352rZ1Zmu6bk+FY
KTVVzmwWUiWDPP/jFKVf2YkfJTvoS26d4sOpEaQzK3D7es8o9OzLPeujQPFHcPAGBd58ciSl8ql2
rBWoG/k7SA2DvnN8z8sPYw6FRaP2B/G3YDcGBFnS9gWsDjvlbdHm6nvGX+ij+Cx/K8SIxlaG2HFT
O/omBpsXFLv2rv2HdN9zUPHk2fNIPgbEJy03UGN49ZJ7oq+9XAtPCY4CzuCUlketYba+aTcYUVGy
asr6U4NvhZ2tHLdlC1P3mwEf/qKkym1IDVE7r0JDHyAFBVSbt72+RxceiSks/8fCbAyE2nKwDFgA
a98dwi4/jvZ4Hn0o0mtav/Xkx3+wh95cqC0gIIEg1Pkm0nNSaMQwONAYZVDFBejMQ0J3VR9tDO0u
/jJQE+zVuPqBz0E2HvqyM3/JRmBitX3Ew0GZd5Z4L8o1FvLFJUIaHh1cIJEHgOp8QO1IWvBrcGwC
+4dVfPB8xV9ZON82us+mYAS8Xhf5T7OQCmreBhYIPWhcPqfG96JGMmmtY37NzmxhrB4+SxrpsIOD
lTpyX8u7yH1Q2UqcM22o2S2C8YAYHsuB1/hTIurkFtHL1PRijvGAAnxXlWoDbsGbTrgrr/Gamdm+
Zqoq3RRkV6EW7d0KEl1s02bqPxjBGCZPEk8h9sD52k99WURYXhW6rNl0Htrp23bfZOnu+pmZpn4+
ZaiQo3HPgA4YqGHOzYDkMXKtPK3DiFZ+Lh/dBLR/t80IsuS1UH5pF9iwgv49ZM8uetkcGpl5ZBd1
OLoQ2jXAxMhQVMg67wbkDSv+6dLJQU8KHGUbrAkXkPeRZnVnxXkduu0rwf1um/9h3k4NTB9wstVU
ApU2FWU1MPXaxu3u9Ozdgk5O/bcy919fIRtdwxMedGrWmG2EOurGMh6TOoxNJNHbnhzSItqAZwzJ
bOPOU8nLdXuLy+RA/gMpP/gv82yvRpOC8I7VkFP6zchvnXBEsx96/Pu6mYvHAQ1DkxSBoSOJCtjz
7BDVLaBFNmhbQ6W7R4fpPoTFRFR86yO5TwrtLjPdFW8Gdb/5ZodN+GRISIDBF9WAmV9WuHJUFcYX
GhkaGPWG6gEXYNLk1Cn3dRfTrVawOEhkxG6i0QGd0NjwN7eMurs+60GrI5V3C621dGeVsdp0cFsC
lqNzw/SKbAe+whaYig4/9bqADszZWKJ4y+MeCkAJ1dAM4XaQ/9RMCFZkxreucuKtUKJFc27Tb9E1
V98WNFPB0OqdL4dRB3tGR33VJuyIdKy2NdJUPrRZ6bwXeOq2GWQ2x7Y1ggQbsMp3AnQewm39pvjG
h6Pe588Nd27ekq1K6I3r1EHxrN1oRf9ENeMm7YxiC811ta1UByiGTirfAZ4rkIZdBimpCl/hJtnk
Cb53GEAqlAKxFLgFFFIHIUFHX43ENwwE1UnJhY/eKXOfock96FT/ampau9FqE+ATT1Q70SmJEcVG
kLaNHdTA5u2NLH7JmaK7VFMuujsFFJlk1AdEj/86bTFs6pEVW423zK9KU0MlMIn8No2andaBW90Y
8ANbatlGJCP3R7Mx/aoCzdlAgbbhxPsLDiXm1+Vo7dCdBjUr10pu+gzORxNH1sbMTcNHCwEUZgt9
3Fd90eyINSZ+YqRGMNhJGpAO6hhandpo1lfFoZIq8k0bI8woPL+cFsWG4ZN/2I6d3Mqyg5qm9OQu
NU3tEbAvRBeRq4AzSrPE11I67IXXNlsy0O7OE0mFo0VNP8uUdcjGRmyRmwRahRdZGora/D0ONnlH
uby9qTNI7yQ9xCYHRIkrbuAlZguHAhelgzQ/zvtFjq6roYVkDDQPnbG+cds7A/WE+JjyNAD1B+Fs
J5ofdvPaZ8dS3tFhLfl6cVNPiD4TBXqg4SDzMC+oIJ3Bhk4YZRg5oTRTv0Mz9/Wb5uJCO7fwycF1
clUPLm+L1kSuIjZuE/Bc1knip8TccAhQXbd04RjMLM2uajGa3WCmGEuiKTRX0K1lc4QmayCnxQGh
oQvM3UjlXiisEoSwEGRENiADwMDgv5rhmZM/cq25c3FlUJ7EJe3SCUlz/sRZUSyEAn97KONvGXvA
2FcW5pPj5cz5wL/RwUSD5jhcykBonFtQaEyLOkiVhIlojvZQ+9Drfqq6d2HTo23bfsa1p4qad072
UDl7UKru26h9Hus9IdANQ00DDp9f0gyXT3RfNt4mE6CZQ9jIEog9V6mvxnzTgy0gp8R3h3dZ/ul1
4vfWECi8bOy26uKtdAsfXHtx/hD3Nt7Wwreilxg16Kh+NBLbt8Q+BYlnZdnP+iBWTt+F+zXNwIS0
cYF2huiqcT4DbCyQJ8sGForqj9m2AdCn20h9xGjGXJXYW9qdp7Zm6+m0cY1bqUdWQh4NSfwRt/GY
ra3p5RN7NqDZs55oFlSfOIwI+80pvglnJQm4tClPBzGdjZPDTFo9xQuL34++Sl+mv7zh5etn+NTA
zCEu2EAbOWJPSicKqrZCFZJshPZx3cqloub5wn8iFk7GUXulRIM+4L9ZQ6xtbmng68VxwKvqmluX
is5HXgB6fA4pkcbUbOi84oHmgPFugU/+Veflbz1xf4CUeW0FF7fJRPcARAJYDucQ/NKq3MrxMAFx
9KDKp8p8b4yvZuGmwePqQpIRfG0X3nnJVSItMF2hjx8JpajyLa/1db4G1VzcKyAMwKuC8BnF+vO9
0taWzB0tY2HqJttquDEpW3EpjaWrGBmOf0zMzq+QMUIQmbIQ4QzdiIaON66wLL8xUAEChXOyN0FH
1jMtC1pV9fdQAC4P9tiLjZE10FweM9dXevLTyQFEVjaa/2qRgIyyiEHbk4Kda6yHdAu3lW6dHojM
wY3GjdNb0vdc3GuR7uT/5QCfjGjmIw+QXUphHbh0pJZ78SjFWq5v6YZAhz2yvJ+J/NkBc7q8GHIA
Z8PM/tWOUFjmN8QoVhZmeen/MTIvl3XgDBWokKE+oec6coJQ/ImtbsXIZVl12sfgRQdQclIunHcL
sJz39Si0MswjfpeW0Sa31FaZ2XNZ6xt7KLZQcL3NI+IEhhq2CUUcYPHt9Ztk8biefMNskzumbGVU
QbWqqB9pkiFl/tqjsnzdyOJ0emjLmfTCTbS+nZ+kKAa8ZKSMhXaE6AavoWl/WSZ8mssTE7OL3Spy
Q8u7hoUEzv0AWsrIucXhXRnI4mydWJllosDv0bVVh4FARzCAcFnQpR40tnfXp2vxVjixMtvinmpa
qG9zBpaqt9wD9MK69fhLnqy8hStm5sUM5pa4UiAnHoId42Hghq/izLeMj8FcyautLP8cIIGdr9W9
hfE0ZoTZSpFh135fn7KVhbFnF2kaAZchKoyl0attl9uHrEnRuOCucG8sm4EgLFBNSEzPO2FKmJko
KBkQn/dKxZCQfEHH8PWhLC/Lvzam2Tx52mnet2akahZ2BvWz9l7TnCAuxq3Vr9WZltflX0uzY5m2
NK7GBKOJ1HtGtLdWIea8Ppg1E9NgTwYTO14zahIm+Kh6FP2q55Y7K07wdBwuwgDv32HMwgCmj15h
UdiAhu5r3ISm028H6x1Zjy61Ai9LArNfgaEvrRHohCz0cTgLLdYRAwdHbmBH5/o+4oVvpA8e28bF
Gp3csh1UI9Alh6LfPLqtvD72KHPhDiPNI2WJ8nwHCddjla6gUJbWaWKu+f+GZnNYW1or7YrihibH
xhEBG9caC5eOzomFeRgdNQR9DgYstM5vYryZ9V3TrWyE6SPnG+HUxOwtM1K9rJDdwn7mu66EC1x7
R4EYV2rv4DMIavnn65t7Qrgj2zmBd9zZ5laISDsHyb6w695siERbbKXhcym8g6ODdk80SKIXbPbc
eF2rgd2m5CHTQWRj77vkV9LlG+l9MGgOXB/M4uSBNGQKqEG8ME+oIlStlcdpGUKdfROZcVBUIWMf
Ixpptf6w2l29uB2g3wiEF+oT6JY8vxgsCaG11PbKkKejz+NnojGfr/GjrxmZ7WojdT0Nna6AIYzN
a9eJh2K0Ax0i3tenbukCgg8PVlwLLS8XvGmRwSHRYZYsLMZslyNLyP8AagXEA4cyehkIm23HPFox
ung1nBidbT6wGDaN0eUoeXthMpabMd5UIJSwzTW86+IkgoMRzYFoHLno/mw8r4u6aWO0+oMtkFjY
p3Ll9lkcC5gDkIzyQJw1v+YGq+VtRQAdY4hZI+/Y1K2flo+u+3J9oRZvOYBxAcBGRsqZV8VJPEZo
VJRlWNX6cbDGF80dV3ydxdkCtBsFMbA7XNCZgi8itbgGkFHnfZDsew/Fmfbt+iiWthuAmCBqBWoR
rHYzX0dLSEHdGO/d2JIbKnoA6r2Np38f7f/x/jWpH2yZ/YfNdmrSPD+tyONpbYammjCN62MHQlOq
oNDp6rfNkL1eH93SBOJhRZkFmwG9mNPoTz0GcM91UJKFi50iLV//MoXpa1+GQyJaABoK1XwIh+HU
zoy4phip4JhCN+JPpKI3sYsmpesDuWAchXAhnmzcpMD6Awo/zx8Mmjd6Zp+293WvPxpVvBuj+EU3
2b7If5UxqHSzsPCmSFy/1bTvtvmOKgeo1MEjtvIh04Y4fRenDwEOBOkS0GWDuGya8pMpLVLB9cFx
5X1Ue08l8X61LJJ+nkaWL/NsDzaem8GyDmUW752afJgJsPq2onLFsZ3v28/PQAHSxLsInc059tAV
Xo30IT5Dj7sdUMb7TljJph3716FKkDbNkclyQXjmm8pdA1t8xhjnc4CWRAuMv6B68iYhgfM5iEGI
ArU62dwrlLP3YHkpbx3BIAKL5nwnjfYa1b5Dtd29r0ZxG2X2z8bs/lpx80cf5GsXI5uaetE34qYQ
izFK8hCBaHrXoDSwhcjGM9D5xgY9+QwFKrUBA/VNYoNXfxh23FG3pqcecFMEjog2hUyRdxnYXtJ2
+kvro2fyrlac+2nl/IWg3tHu9GwDLbMscON0pyp7n6K+2OVgQxZ1vCMZufEMnHLyf6Rd13LcurL9
IlYxh1cOJ8hZpGTZfkFt23szR5Bg+Pq7oHPu8RDDGhS19TqlbiI1Gt2rVw9RqTvJQQG8KdaGPLi/
bQRj+doLDnOB5Api62DyEC6YCi1TVPQk7qJTO33Ld/bue5UOIgucQWRvAXoVTmCChN2oNIRGxnzq
7I/AvvQynsytAYBVBTyJqN5EikjY9nGpeEtrVH00T4E6HHoZrZNMvjBBbjaPaQxaicgwDgX4CAbJ
I+NWPnCqiO0jXvLaL0vwXrIeo5ozk0baSTFYgERQcH+FBVOLNeAKeJUfGHpvXb7FidEnr2VQML30
BPxanc9k8cBNHcDUwIGAHQR34/rcmSOidXoS02iszmgDUejnUQZqFryH/wwD7aNBRoX65hv3y4sn
wkwFKmo3sPtAjYNFOeYyjOHmalxpEVa71CejG0yli0rzW2Z89srj/sVAVyqAGdDJdKPYOK/LBZlW
Gs1jEyjGCcl0n8o81a3VuFIilhtrzJjoXDg0SprPi3X2WEC18P44hHfE62qgbBTUBq+ceuKbhYB9
bmIZTkU6Bkp/tLoDMAhmFoxJkDaSE7I9nD+6hBOiTm5SdF3ZRx2A4zoIwk57e72JwxHvjYy0E/5q
HHLtAxpega7R9M7S8gzJQGzBv2p6PR0APeujRHnneQGwK8Bh3F+Xrf17tS62cBAnu0U1BkiKI9c8
IaVMZW3qZPL5EK+cjG6Y+oXQFkOYXiZyQInjG76fl03iOQzON7EWSMkS1JO3Bo3K7CU5Zc3XN4hH
6hHNPUAAd1NK3k1qNrBRo5E5+UZ70CWnYnN2rsQLs2/qi+EuE8SrunJMH5ShPO3/fiTFUG3P6/Zu
aqgNuHi5QcshWtzM/0KQxL4vf8vIwmMGdQTwFrdFvOqMXgBoJTpEMME+Omt480HXfZoOEj0bE4Vs
GygewLoAZKkn+AVKNoGnouznyI5/Aw5V/bV7GMC4AJqGZDnuVtEH7TJ7BiGJM0VqEbDxtJQP/XJm
imQQG5PFodd4yqIpMe5vdX0WalMFlXmfztFQnuvlCJoaQt5lkuDQ5kxdKRE8WjU3mTaq2Ry1eLo8
18sbbu7VIPT1IFJGstyKqznK6MMYH1CUYhTnN6zG1RAEszc3cW8xo8QQsl/c3f2gWIeU7YxBcxO+
Gohw9rJJmZfWxmok9DIBtEAl7xrZaguWz+wnLUbZFCYKZVOInbGPi/fBk/G3bC83di1/9oP7XdBS
64zMalLPEYBuGjKCMiSvTD4f5ZX9Rt2QlgJMNUfagjZgl6yQ2O+NKw6r8Of7hYAfKdzScLRujuLl
SLRTCxaC5nR/O22qQEsoYLjBEAXo83oIhhuXBcCXUwROGKM5jqlva8f7KjZn6UqFMEut0U0lBZ42
KrtPIHNd2vDfyRdmKemM3EpGDMEbDg4LcB72y+dMDA4w4R5vX7ueIo02QFuOvRpp43uqKgcKOuL7
Gjb8P0CxAMzAyw4bVdynvWUBKJRkWuTR41hd3OydHr8rzJNHjjqR6NpaDTwice+BJg2Ej8KCl+k4
o2d1rEeDqQKsf7S7LLg/mq2zfa1BWG9Q1jACnK0ejWMQf8pOE1q3SZZka9c64MkEPyHYm2+upBH0
OItdm1qklgEwQ1V+yeLL/VFszROoYPE+ApML4PPCPDmEmNNiJUtU64pf5pUPDpM3aMB2em2xg5rt
m2tbaZIFwJwI5AF+0mf+7/3y8YbnFAi4UZF5W+9bVH/g6dQ3cwQMLTGAG37Dub6WL8xQX8xL1npw
O4z43KvA70r20cYKgElQRcMEvFHB0S3MT1bQZbC0gUUj8MelnyyS7+ffdxXe4nccuCHwmEccCXUY
4qlTjRkF3mY7RWkZoPMtNUPNiO4vgUyFcBS6Ls2deIAKtK1MwRiiAV8hOc8yFYL1A6odPc4WqDCU
05y+n6ivNRIVWwvB8ZJIqMJw4B2x3khJudSzBy2Rec7UwFX2nwP4lv8TLwKHEt2pGtWA+PGra37q
8/2X6Eq84POZdl9OZIB4qz9myvvKOVSjxFZsWLyVCn09QWodM1XFqzeKv3a9v9RIO6Ou8Q3H4Xqa
jLWSBa0bAWHvpmhwALBFW/Ps7/ubVbLMIqVPqiWUOfw8mNMP5WdR/fMG8Y6GY4d4Mm8kvv7+BM19
XVpPY4SsZTFQPyNvcFoBaP+jgQ/wyh3TTdA10Aoa0uagPxj58S0D4Fc0yGT4U2stvpx1ELQldIya
pT2oaXmQvUf5Ub0xSCC1/q8CRzhnrVsw10RdSuQ6nwp0ZUEAE1QDgTL5tSvp+LWx1vD1eIgaWQ7c
oMKhSJFX8CZVa6JK9+fftcTsyaQLC2F1EzhxJkhvhsMAv/UNFmP19dwmXi20QmlbLi3kt8uhL/1Y
9qDesKno0INONbBKWAzRRyJJyXqmETTVc7+n7QcdNJb5z92bCSpAzQvwBYj6xc5XBRJ2aG5bNFHx
QVkAXNxvU1fihfVVncxIQbbRROrsM/aNDbKX7tYS4wggJYz7gHcXWi/BMKqaqShGHc3mJ49+IZ0t
uXQ2DgMqY5DdRjoTNLtiDV41U4NZhd5FaV2/n9Ls1GfUz63Gj6l71BsZ49qGCQc/Jo6eA/oFnAfh
GsVDC8WeydRFzA2VmhzQfCIY1MjZB4bjPgcIa+DxcZ4vzp22nrYiVZq4QePmKP0n7nz6y5Cty8a0
AYuC6nVOqgSkiLAu5eiCAbkt2yjvQCGRngZ0HO7OtPYd++X+Dt44JJwwHtzTIPhDlaRgrcAL4kwj
idvImiIXCVviD9b5voqNTYaSG/h/KNVANZyY8EJNpJ0vjt5EphsQ9ywtHpLIF0P7aa/jiKAYOyrc
j6YR0Onv+9+/samuv98TTmHCQLlrxyYadPb8/a67QZ5/KJnEwZFpEe6lOGH1GKcGtAA3kzyYekD6
A5HRqcnmiv9+ZXMREWr/M5YmATMCcrYSiyUbhXAyUsWmZm1gFAt9l7Kj0r6LFX+RbVrZKITjQQjp
1VaFFic+l8VBb4L7K755/P7sWLG8qqPNYrMS8nP0qVI/6EqYqqcsQ8tSydG4P12I7gvLUWuEZBWu
wLo8JtWhpx/y773sbbE9Wwh9gGMUfIRiXkpLbK8dW6+JUAEKCnkppGR7tv4n3xYGUSXGaFsdwZqb
X5fkPeguq+RSx++laedNW4Vh/HcgorvjOaQbBmY3EdODHHSwqY+62Psrv70gf1TwsV6dD4fGrEAn
tiai2hldBVXvuSLHfGdP69f7A2l5xDJRx4NOw8L+BQE62I5Q1hKZAJymj9kwHCQ7mJttwQlFVOWP
BmEcLrH0rIxhE63uwRsuZn2wmqdcObXJMdbez7LSlM0tdqVOSEcarPMG2xlxYGx/bny2H3DAg0R/
hiPcUk0B7vgUyKuozc8v/Sw5hZLJEr04BNNyddYwWYkWmLbfAev1N9r2OvWH+PCWyN31UAzhNimc
lAEnhKFYeuJP6PacPN7fwpun5M9cGcJF0haaSe1hbiKlOKEA1VI/T+zhvgrJcou5pBx9L5NswITV
3eyHLJskXuO2fNNAdyQU6MBmrU+hNdUeGpbzW6S7zNkXVJe+5fv/yBduKaaVdKhqyJ+tk5U+lDJc
xvYS/JEvnD7Hw6PPzfn3x8fMAuuSH++kUvmvCQFRFiBKnIBTmKLK0ZLRAStmRONvdn1Q7Pd5fro/
S9uj+KNCsFJzW6F+69U19Hyw24wl4NBvWGjQelp4u3Kst0iZMTll3QzZhMOAxqnTWXUkMIktc34t
31hvpBYsHVPqsiayrVNV+SQ/6c6x7F7uTxRfTtHYXmsR1gLN2JJcG2D9dOWlnc9ZiUzYKdWCRYbr
4mb0niJhRRxnsMq6hyJQWyf5geTvUB2nT8GofnFlPGmyqRP2sDbFCEgy2kTA980pUj6XZfqYT294
SV1PnXBxVINKjbnABqAgnQL34IwXzhuudEBqX6GPyOGLz4N6IPGkcYPbPcQXFZBalPpJynK37NW1
CsGmK9W86OgT20Ruedb6T675Bnt1LV/YxsvUT0OWQL4TGYuvfb+/fWVfL2zfAclLxNtwYZQ12NyP
lcyab9mR668Xdq2V2EMGmvsmiusvZf5VTUNFxlMvG4KwWVNQPFbdjG00zafYOIzRv5shwf2oKbBr
TowtNIABowcQtZMo2D5s/79HEZxf26m4aQYj5ne2rj1OJho7n6bks5Z9/TfDQMptrYXgvljqElrA
FuIYF2NnW9nXO+nPQoPAcS1fs1NwwTRwC/QW6dUHNPJ4w/cbBu/Nzpk1xDtvcfuxZxNMUjkF2oLi
prdYCk4mgVIMTuty4xZkID8CCDHSykPW+YV9BhUsWH/uj2LzOMAQoUUx0noIvK1nCeSvRUoWHAfV
g8PpL+Sl2wny/89CXKkQFrp0GCkQYcc98Wsp/f7v+wPYPGxX0oVlJrzZ+zQjHtLHYetnueQsyMQb
6/nplM5s9QrOk+KcK+MidcA3z9rV5wvmjvSG3qUODnNln91T/f3RkD24ZSss7KO4YWVr84CUVRzm
7BPiOLXMYGxPEqDL6IEHpjHxyaLOPcLRFgaBmFQ+HnLZO3hzCBYPCfIetAifrxfBGPu2oKyBh0xQ
bHOy6bf5DRAGYOCBgeIdr3mp31pFlZG+sthYIlarXTx0vDCpZKNuDeJag7BRa7KUkzewMlqMf+L6
k9k+GKqMyf9mIQAMRIQWZJCWATTGK13JVcAALaVaSwHd6HOfg33ixa3oXqMkKBBuT73MdE3J6uZZ
z4ifj+8whNM0gnx197kD8BBkDOheC1JOhIKFJUe7FIfVyVg/G0v1AMawfFAl3vjGXIE6DikF+GLI
moiVj67ixklGkua5UsAChnJ7mWm9Odpo+YzKCsAOUeCEpJhgOvqc9TUQH/WzhQtUffQDLd17hUID
Dhyv3QSaAW/T9aZVhrxSPOJlz4n1MAd1/bDTtCJXBR5WABkAUwIWVPBjqF0Oix3T+nlGFTJ4UOJU
sptulwA9m1DwgFvURXJBTPhMY9r0XeM0z6Xto0FVK8u53a4AKCpBfA2AgYvzIBIFKkmVoTavH57R
DVZtTnZ3QSsgt9s9CnTj5DF5nDrVU8WIowXTtHSkBdtU11uBd9Q6agZ7V2KtQlhoV02UUQOk7slK
wnKKZPRVt+uwFi+YJqLkc9vHEN98yMzSL3IZvfqGAtTPeGhAgxCjibY3641qVmjGMfWt+0RYe5w/
xdQ87p6glQLBLqEP78DQgcx9WkADRt3YnyT1pLdbCSfsagTCWegMgBHtHCOYahogoOX/8krUyC71
7pXmxgIAK5AFg79K5OiYp7GeUQBcPuvnNpkCU92NgHIR4UWiEC4lqEhxoa6Xwph1delGL38GmsJ3
L0yVRVFu7rlXBXAm8XBAeafYjc22CMmNQcmfreIz0sSZ9iMdovurfbsYnEUZN51t8ySeaPcqqtVl
7rL8uZr7wLIOtXnoQQ3lySo2b7ftWo9wLjKNFLMXQw+xPL/5K808//5AZAqExXDR2bKhMxQ0EznO
k3nQ0r3BANQIoP0GjJPmcPYs4WDkcWvMGrPHJwBxh7oN3EUGxb1Zb2gAWTe2C7exqO1cb6jS9erJ
LcbpyRyCPg5i5zh2553TtFYhMuTAGcgqO4MK7WRYnz0ZmutmOwniBeua9cSJ3RHiifZu+AfEd77b
vKtlabybteZaYPpwZauo9xPRAIWVg+Jwhpb0naIW/gi40v1Z2hoG95Tw6IUJucEBTODKoqmxsKf5
kdkPjDyT+WVIdu8nHUAr+DUoCkfyXAy2t4vWqUk765H1go6OqiVhFbudpLV4/vuVA7uMGioVG4g3
xunYqeekb3fvJWgAlMFQgbgC8low5IAxtEOd6HqUUp85h3wJ9q4C4DdYAlgnxBzgoK1HANQeiRt4
JdFcHvv2Uryn7QXFwfeVbEwTYoi8sRuQMsijioPol6ryKsOK6jQ5dPrj1H65r+B2L+HrTR3BB3ho
gCsJkdClc7qpJYkd0eRxZItf/+gQbm+sp/tqNsaBC4LXAZkAqmuvzKJXy20Zi+PUhWJFzDvpysGQ
jEImXhhFrnstXisQT9VHS+39fNkbAwLhDIhLeAoNVVI3rWy61ks7lRArsrva/+3kpeRI39pWgA8R
lOFtdtHhVFzn3COgUhsKO8qn5w60zYOmBZ6z/0hbKM7GrkU3Qr4S6x3rlUveKPVkRyBK9j0w3ca/
d68y6B3ghCPOwVl6+DJdrfKsV+gPO7ZOZGqnIQlMWfnSxjLj9YDZV0H4AfCYcOQqXR2NZGycqER6
HI/7Y3bcOwDUwYH4CcktKLlpaWMPXltMKLKIDBLQ6tAWu63eSv7N/UZg8QrH9iJVe9//XdSn+59/
e5gNj0cR+TnW0d9MmP/KG6nT2xqJxjL10TzpkzfRTw774Zi7t+takbCTzM5NmK1DURYf63fKdJTx
/m2NBD3iDF23wfR0A6+fQLPA4raIn0yvOoCr3zafY+ZrVN1tXwEShA54TkAJ3vB99YAlaZnZxE+L
eajI+8SUOLC3O5bL5z1j0b0SfN3CRBXNpLd06OMnPKlzdslk4PFb+cglwsFHi1OcB/ji6xPnlZmn
VJ7mRn2AzFwvW+dN8S4nIeJwSjS+XYvv47RpmZ56UVy5J7v3ThKLxP9/lVnEswRX5//k821wZTBs
9PeiFTpaRPOCIuCADB/V/ZZ7rUK4Qa25KA0thwp0lFN6v9H3xk4wBBBRIbQEbDqIRfX1EKY0L7pp
zpXIpSGiD16VSs7axhogSoliE1Ri824IgtNKHOZ4jWKRyP2aoVRTTXZXaACCq8EBAJgYL180rliP
gBOtOpbTk4i+q00PfKg7e/CiydpaAR/h1Sp35dTSjlASaVl+jgfnXc1OVhl0emDr/YUYrsQMbs2Y
CSguyHdQgA+c8VrfMLVVl5bQlxWPRv3BlkQINsV7OHSImRkoAxJuIXQRShEbbQjKW79X3gmQqjes
OBqvcHYzDZ02xBUfU422tluRqGOIUp9afbczY6JOWkXKiVPP3TzkUnOYB5t6VmSgU412QFuE+9fQ
1gShPzyPa4AkHf2q1vM/JV09DiCcijoaqL9UGQZlU7zN6b5MhNlvopWs6QenHXM70lh/oPVpLBzJ
ADbMEuwdyvd4HAtt4IUN1DRa2gCejAlalqBtWpTMHNGh6A2zdKVEMEymWhbmyKAEZDqIZD2W6d4y
DRy761EITnGTVW4ex1AwzOgXAt7x/a/1tQLhIKi0brOUTxMQ5YH30fH2u2Mch67jkCEsjbe0cP2o
6K1hJsQxIqNeHtBm+rg0kofDxkqvNAgrrZtsIJwdISLKy0zR+fwi2UobmxWVsiYeD2grCDShsMo6
TVGhoBI7apIP5meT7bdFFt7oKMcFwh3RGSGrW9qUTEyv7GjMvrqfFeNl9x7Fcw1UQjpe0tyKr09y
Umt1NQ5YYVA8Gz/S+ed98Xx2hevfQWtUvM0d+Kw3N09seGWxNIoS2T9six009J1v0PO39mSR+41l
Rq9PzvrugT8WEdH1OBa9U5U2X7xojF9a2zqaTXMp4t2+nrlSIkxWbKhLFnMllfW5PhUyKmS+U4TJ
Qo0JCkA4uZ0Nbqf1GPKxy5d0IF7Eqcsc76dth6R4ML5m2u4sLLhvsdrAbKPxkgGm1rUm1UbTH1hF
uDRsPnfw+rTOOJVUP99f/dujgScvbge4p2ANu3nNoUmCtdSs7J8q43d5tppf+8WjepnH4MBUharB
9SiGOnamqXLpkzd9cZODVv9L+YL1I81SGx2F/Ng9OM+76XE8GzXqIJbh3w+vTzBMo7dMy0S8+HlW
HzrrRHffDahZxtTj7YBe3HD+1pPjlQTpOCftntjFscsjSKOPe2f/1X+BG2NqiDaIkXtFnwnCQGX7
5Ojo4X1Uye6X9Fq+4GP0amwTE83pgC7PP5Z+WrUSBbe2CYlpxLrBK4rpgZuxnqEEpBdqxQr6RMfv
uWkcZgXdTRG4L1tZIPH2HEATb2avAYuK5CX//co99rouGa2m758Sdm49v5UVx8jkC7doSpmSGj3k
o8H65Pjp770rvf58YadOljs4xUj7J6WPD9aP2ZIB+Ta+H7lpTiYJ4AbvqryeH3ukTUtctX8qq8Tv
HjTwtO0eAYoE8WJAzhJbVYSE1BUawy0zLZ6y8lt/rNj33eIdHAOPh92wwIYw/4vtznbZNNnT4AYU
ZeQSM3p7t4H19Eq8MP9prOBmrSE+KKwf7UM1/MvPF26DoqQGUUbI1wH1/qtxk9P96dn6fsvD3Wxz
ogxES9bLO8+avixKnj0VydGczxo5TrL+NRs7yDXwhLbRxgSUEGLhpMnqAryjSfakjip6TT107On+
GG4VoCEngoYIuiFdCTdvPYaREuDuFKt6Yvkj8c1+t5e6Fs/VX1mIOc0zAJogHq2nTtYE/m4NfM1o
lfvvRiFsVBxAWiOEVT21fp0Fi6zbGt+IawdmPQphoy4kH+GvQnxhzr5lflWO8/ANvW53n2bESVzQ
ssHPQwmrWPuLlDhAy2kxPXU1OiQWaPK3lwcMVBaIEQP/htDCbfqtLmzHGvRpeLJBQfpY6NHuVQBT
BkLo4DGDuyo+eqgC5jpWqiMaXXyoS++QxNX+deaeKhJjaOiDNIBwotMq6eaZevNTmr6Lz4m3O7wA
goMr8YLjlWRTnMQM4nX7ZSif7OO++UFcXgcoACgMkNnDIxZcF7OAn122xvLUag9fCu2yVzokgzL5
NYOB/KHgxA+us4DcOR3D5FvtHuNWgkUTzwCu+JV4wdglQCll6JQyhsYMUpf+m24GWn1K9gYlRTWC
PcrVpNNiC2qYeWjQsUrWKVy0d6J8wSDBdY09mkJ+5SHRML+nhcQ/FS8FKADmA7sT8JWNfh8ayROV
TSMLtfZJ8wJXxTF43L3S1yrEXExsJEreIQITarrftYedvcDRpgIjgCVCE2BwXCIjs7bZmWcMbW6U
LBzUs1t98PaG5rl8ZIoQH+SpGMAB1vIHpdPqPk1YiCAM6qQyf//0IAf2ipgEfyM807V8PU4L1wAP
QJihRUDq5X756/78cytzfR1gAIig4tnHiYqR4hYmqE8ZRT+KiYZW86AQAEzRffUBt0GuPN1XtLFZ
0a6YF3vB/bqlQQeipMCJRiPK1PZJHGiSy1kmXjgLaI0GfqMG4sfiRRl/mHsx16/zdPX5wq2czymr
xhHyVfW71oVZeH92Nk4a8B0ITiFIh0DMaw/mK9+iNEoDQcgSzeTbk8Z+o19hPci4dTas3kqHsJdq
C+0s0F95CLUkIGjLXBy9Fh12JY7wxkKACwVb1gbUFGkl4URkWT95s44p0h8d7bibNwbrgAYWLkfg
IqPkia+EJe0te+r0LuxPCnnyGsk6bH29y4tOETFHkYTooya6VrYmbbuwYAerCKzxcH+dt+Qjog1z
CosBt0i49MuROWrLchqa6fvsMpQP/068cOmTjFq1QSF+tp6s8qWVJAo3vp5D6nn4CwkR2L21NZrL
VOlTRaVhZwRudowdyWtfIl8MELZUqdKEQP6YBybxR4kx3TgASCQgTQugOLiCxTiq4U5FWjZKFebT
Zcgf4gadsh5nGTv3xiB4uoKT3uAt4ohA98WtmnhEO6awST9o7imXoYc3TMVKvrDGLVPgD9eQn7WP
uvexzT65uWSiZEMQ1tlo0UbdSKFCRTP1z3YX3N+lt3cO+JpxmwFDD5N300AKTVz1pLeNKUxNXze/
I7Sp6sc4+bn8vq/ndhjQg6sNdsIw+LNwvV37JS0dC8zKYZ1d0mPe7XZSUX4NRloA3kH+BAdpLZ7q
bYqupXQJp+Gf5NLthfGAHwKwQg0mDuAF7CXBVEzMYrkaeyyk4AkwXqrdKe3/KEDlCjLm8OJvLDVj
gLFaxRiO9Lfu/N7ZTJR3CMMaY2qAhgXYSRTfgaO0bJUZPnxMDvkZdewSW3p7EKAAs49nIJrEIX+x
nv/RyWNk5dsptHLLj7vQVSNS7oUMYxSgjeXZKdBKweIJOYsC+MLMQTP7sAeDGHqc9JJn7K1NAu0S
ZxbHQeA0mcIeXYYiASCvtEPrA1W/uk1xzL36aGkv94/CKwPj2s+DHrSfQRAVXgbunvVkLcQkfdKm
TtglofYLpcqKeer+YfNvlOJc4lrycNg4edDG63yQc7tNKoxVgtfnDG1DgqLusEab3vvj2VCAwSAw
j4Ckg7i2sPZL7Lm1OlV9WGi2/xEddt4kH+EqRMPQc1m8pxn4Obok6fsQcJCDfgT7jGTzcuMgrAdP
pyLipgNRD/zCej2mWnVSwKD70E7QfD393Kefaf3efUY7nlzGkro5WVe6hD1WlUriDQS6lBpvrPSg
tHvBADglqNcAzADVJmDcFSnLpq4o4fJ1eAb91dvn2DnvX224kzAnHiCHqNhYT1Y89okSZzn3XP3B
Odp0t1+Dz7+SL0xQrSWLNZBsCKvlPXpOF44kP/ya5RJXG+gdxLfhGdy2nLGYMi5gER5CDyyylXlU
swt9nFGP2KsvdnHwioeqeNf8bNtDMx9GEmRl1C0f4YICb3x/KjV+0O99CjdIVy+Nuva8QVeMIZyd
xm+VT0z5Mac/MuVTXnCWDKsPl+Sznj7dV7thq7HTUT4CEAH8L0e4K2OjMboyT3Bev9EfSH8gSXFf
wdYeR34RLw9g/vleXw9rnLKq1ZulC9FaTGnOyl4QBHY4ekTCs0K4C76LiMGjGknLZHb6kNTEn5wg
6fYizKCB3/N4OAFHwFFN6xF0U0+Y0eBlk37Vfi5/7Z0enkEGdxZMGeA0IgAiLwF7XgjLQyc/0fgS
y+zx7fqu5IutH6ZytmNrpnk4u4eufpj0syMLXN+uMFSgQIhj/JCNFb332JgcrezmPGS/M/fkaRIb
sDmCK/GCjaGoufGKZcQMaT6r/BEVSHuJHVEYiTIRLC1CLshbiikoU2emnpktRtAEMQlA6EnIJSd+
w3a/o9aKhDM+6FZbmQ0Umdqj23ykD/s3ExrGAIuKChtEgQWfaBo71up98bqZhvwk4/HkR3VtofD1
Nnp/IQuFyKO4V7uxByLM6vJQQYMx66x8Mv4CbUslo4bZWnCYIziooBtGrF9wIezUbJvCdLIQfdIc
L9DRYZid7k/U5kj+qBBpsbNaK3Vm21kYV0esdq0/uumBkWMhNR63biTm7EqT4N5lZCYjqP6y0NP8
PjsV7DSDVGmQ3GNbR/Bai3BGuoa2bsXcLOxTfxx9dAe8P1+bo0AZOsp6EbNFL8S1CcxVd1RUO8lD
shwMzaeTX5UPVh3e17I1CtQLcZJYNOK7aZxmavlgzFZThY6BAsAT2x+Wx/7k1Fw4G4B4ihWZaWHm
rp3h9ayTY+ecXFlX0o3v5zl4B7eQAcizGNPWS4rEQkbLUE9+/WVlP3fPzko6137lH6RL1wHy0pVh
on/JnXB/3gjffPXxwi1nTAghdfAFQm958Y528Xz/6zcONepGULkDAl0EzkUC9BHcHvHc0yy0Bljx
J8V62gsJghFfaRAGsCD1rtOWazCPpXkcX+4PYGtxsXd0CzF5AF/EHHY256U1LUkWdtmJ+IiL3Bd/
Oz+8vAlPQI5nQhBVOGE2pZVdxTB6RndJmoelfq/KCi83PEzoQJIfThLQweB3W+8gXD4Dip5hi/pv
2YD+pkHVnqf+5J5G50Bf0tTX90e21xoFu2RM49KPEzQyXr0QNPPFQWNVGXHn7dKYSAYjkfRKCAxM
3npcitnVQ5IqBe6lxNfIF5IE9xdnUwEaqhtAs6OnmViMvpDRc00wP4dK8454SuBWw/m+htsLCUMA
1BU7CwFQtOldD2FyZh0NUewiHPqgMIuDm31o+ndLlh68dP9gACzEC53nlwC7FVR58YKue8oYh/Wn
zjg2juRq3Zgr4FTQsQ7RBQQCRG9ZydpsbpiahBV9qA9NvtvFQXcAFD0htcdrbsQivcpcUk0Ft3vY
jn8VqFiRGNmNY7gSzy/CKyMLGqImoQ3E5+mBZN4hs8fA3kseAywyiraAPbcQxEAshm+GKyVINTHi
UlZHqhnUVRPMVRJY2aXXd3sFaz3C286c8qZUBuhxumhs/Hn8fX/T3i61C8Q2v+jAtIMQgDAOzy4L
RIzzNOp/2fb7pZe4A7dOB15GPIyErcoxnsJGHTJnVBlyoIgSu99tdT5lX5SkO9tG+/3+OG4XHYrg
bqAKDTsWfG/r9Yjb3J3TciAhVb5UwyleTvZ+1wAPDFS4OYjmIr4ujkWvDQ9NpZU4iqdj87OW4SY2
VmIlXrCzZmW2te5BvNK+uD+bXhI1vLVOKKBDvNAFjB5veDG3V3W00judFhEodgwDXOjfvCKy04Ds
Nx7AOgMOwKP3OBumMA4LaTJntPoyatCUyLIV39nbtg5nD4UA8ENgzhH1sYQDzkwjtQfTraLPqLf2
JxD63N9LGyuxki+cicZD69+iIVVkLkdzvFSjZClk8oUzjTTiCGQ6vl+fLvl0ciVuyIZ4pH7ghRgA
VwF2KLgIYJysulJrikjx/PrXXoZ4TP5KunCic5O6dWlXRQSoJzhSqbn7coB8gP95WZKOPLEw+awd
MfNeWkQLYDdZMMugyBuGYiVfmHxDI31eWEkROeaxY6dlOZQyqhWZCsEPnBZl7NFqvYh0tKhDi2L3
rO1lm0J5OOgSuP/Hm1PD8K3N3TAkhaE3LWape7Tbh3bc7QGs5fMhXl1vljXF9TzVRUSWC0jLpEHn
2ylayxeOcB1n7TJ42KNxGTRGwLxPxV6qRkwRjAO/fNC+DBB3YSNVxBqNGbCQEI9dxF5rWY+922MG
+XhLo2AF/EZwZNZT5CRxXcZlbId696m52DJ42O3NCV8YCEzUh6OAASd5Lb5oi2HSBjKHRZD8bJIT
qw6zF+w1dABuIfAHqnw8eIEHXOsoUdjrUYupYd58maaj4e02pGv5wqXcgg1SLxTIT4yw6b/ohkT+
zRwBKImqKh3pUKCf0CJy/f2JxtCGNdGHUEV3wNr0rS7xVedrzH7fn6dNPYh7Ax4MHihbbDjfGcOk
uCrAPSlAPZQFZRs0ZiODo92cCYwCJbc69y9QECi6xWQanLbM6iHMqzOCmIkTGLJupjd7FirAtYK4
DOcDQC30esIy5ha2O5rIFJBz2V++3p+mDelA9YAAD1xfgGaIVcMuRQWAMpdzOL9DjCxuj/9KvMjM
qTDGaLFA/Oh+0M5DtvdW5nDDP18vJnGzihh2xyC+V07x0TJPb/l6BPhQUc2RDcLUF0WDLKGtzyH7
oNUXFj/cF7+xefD1f8QL13Kh24QRB+Ln/OiiW0/2MZWR+G4sL146vKga7jU3G+vNYyvpnGZ1q4Yp
JX75bvZk6bONMUAByv5w0tAoRAzP9PWkN+OcqGFlET9WDH8q0SVmlD3dtsYBLXAw+NsWMfD1OCwP
7ymcNTUs7aCZAleW3t4axrV8rv/q7pyY6jXJBPlU/VymX6r6tKSX3avN4Ss8W2vAJonwdl1v4lbN
yYJY8TEdH2LDb0tJmmNzFCiMRa0QgPqu+DBMrCoxtXZZwrQ66/GB5ZfdfdmRq+X0XrweyYEVF/nc
OmKjw3huL6HWBfbvRcYhtrHOqGkzUA0BqCRi0sKRSGv0eEuVDgiJ9rAUgb23pgqfv5Iv3J7t5PZY
aOqEeXlEk1m0HDEl99vtGiB7AjWIMGC3gpJuvZO6pTD7hqVmaJiJX5GTmR6J/ev+VrqdpbUOcbeO
Q9t1yNeEWhp4n5J2t9mDeP5gxoMNJZ5ijaGL3HRdT44R2pPyjh7qNpekFje/HxEwODKobMPTZD1H
ill3VR/bZhjjRnb1cMjeMAKkRYEsQG4X0WPBcNNaHXt1GLXQaJ8m5Qs735//rTUG7QxKqhAK4+wk
6+9f6OAasQfxafalXfy5RI/ux/sqtqaIg4UAgILBA1B8raKwp6zMxk4H4vCizu+XL3vFA8WFAmSY
Ck4bK4ZeHHtxbYp4yaOadQc/l3LS2vi8VcoSPBjX8oUd2mgszWgG+XP7z2g4R1Pvj3Px4PZMctxu
52mtSJynlhhmM0KRgYbTDETK6eLvnyoYOhclXzyRIrp4uTeOJkmJ9dg6oCfre199iwKk+DitCnKW
Ii+Mokzzkv8faVfaGzeubH+RAFG7vkrqxW0nLbntJJMvQiaTaKf29de/Q1/cNy1KaEG545lJAAMs
kcUii1WnTqGOzjOr0BYtAbwbu2eAURlhCBj2AabgjiSTxKFKOk30ygBXtGWSDWtbmgP837vxOWWH
QTNo5YDxhdaWTUdJ7Ojr4xmsbKeZBE7LepSYUdBAAtpmE/Qv7azgZ7wFeFjZSrh64GdLeJlIqLaa
m1yHq0002l70dP2ahlfxD1aJJRs0VmmFKDq3SpAYa0EZEU83zoHkFJNlvj1epTU93EvgVgnEtwr6
HYfEa/TIMum59pH5+fFYxtoi3ctgmrpzlED7OKFPPWQkiqWPTraFPFudA65PQDMRKVyc3MEINwy0
t8SblB9K+mICC9ZtOGKrU0DFAfMwcL/xDAxZ0OdmF1LiFWlndWdD2e/EIM99J4B74kpUTNSsqYnX
q1/bY1NvIGRXvx93A9pCw0MCOf1cBWM/RZVamMTrwoMROFn4B8cFMqL/HZ9H+AZ0Kkc/0YgXkVMc
PZX7fXksD+KEMi4IYK35JyceCWnQ+ejt0mnvRvP2/niDrh0VIJxh/HOINQNyO1+dRqSTHJay6I2q
lbUg67XA9NRtVbevSiGIl0uILLCODZwURMy1NJlErxmPtHeL3snL82brjDVNozgfWHG0fkPmivMz
jKSNtH4URa+qD8klFg6Pl4otBXdJs3JkVAQgBYrHIWfLSdKZtWDGohehq2N+FH8Xw2mUjyp5C7Zi
kytmjbAexCCmB5+Y593Qij6s/CwUvS44abGjhvbuVuaMEeNeBFvMu5MppULfSyNm4ye3Gv1Wt/jo
VlTOuBhxMOn4Q+b5MARagqvRlCfP0AtLyBsLTREH8pJEG1pZW6p7Oez3s3n0NDYTZfIE5RDWtpmd
8i3KbLZveMWjQhOcHghG41HNOQQDvJy8UczJC8jTOFxQz9J96beolFfngVw03Ev2Elo8RqtGC/VO
nLyRnKrqVNFTsT80xgrewKKMondUPfBvLdHsBEMBwbin2XGa2MqU7/cuUcwC/KwGEALArpwu/Doo
Ovh/ozc1Npy/xHlsgCtbCnilD9pbg1kgp4fWlxJcFaLs1dqxMX7qRYiYwHGLhXhF24h6ozMOyPWQ
9Obhgx2CTFOZENmL05esqZxqjIAk+01z0+6DjZfd2owQKMP7EW+vlbO9kpQwTQfFM+L6oKgXNOmW
WyvdzYwPY0eRw//L4eOKNeOrRYtoxeuNz3pUWu3uii9OAOcMFkKDV6oMAWJyAWYjjTdUv2Id2FQE
m4pVt8IlnFt5pvpyjqYaqpc3L6V0LukLaXYSHnysESJzHw8XgGe4zdsnQTg1YqF6kVIfiNE7wx84
OpjEvxK4CySLjCbStFz10vhtOAxblBMr9xNyEcA6gAqXwWu54SMyhREtiOJp6LLgPyvRxdSOcfKM
svvNB+uqPu5kcVftWA9Kh4yU4tFWslLJNgqn1f/gKTmbEKf0tq3GuP4Q0ti/xP2xXhyyYIZCSQi8
EnBRzLeUPhaDYBaF4gnluYjP58dn1YovgqIyZDsAlAJ3Fh+QSGQtzTISwCBSS/iRbSFd19b/fnhO
1zRvtTEqI8XrFDRzspvqxVA2kgXML+ZuvdkMOBUbQeb3XYYZBPSEAHJOnVA+U+EA4EZuDdp+LxqG
DdgfFMF+uLM9N+u+SIZE8QbG83aI2o2TdlUfoD5kkCxkJvjXap4MwBqqk+Kp4alILXOLHXdNIUAe
Y0eBmR05Lu70QBOD0kiLQvLk/tjSo1xayRbt+NplcS+C03ka9n2KHIvkhSjsmZxBuuShnewuxcJJ
DpeTQTwBZ1rQyvZ+IGg5CSRPzezwa7d1h6/pAR60LCN1baCUh1unfhJyosi1hAfri158Vrcox9du
b3jNeAIA6YXAMjd+o6panLX4/Fb9KzTe0+zooy6pe5fNb48NfE0brBKGeTrs1OWeNKWEWPjUCYhP
VE+ReSimJ6V+IltsCGtGeC+FMwtCayPOckwnMu1pOAbP4I3u9VPkW/Jv3/+DS5ZBUhBFxYNwUVcd
lEhYjUIK1VeH6h8anzcB+mvaZ0lmNALCq8Dkic4zNZ1yk22uTn2N0Bd4qwXaqlIATPzgXIIRcmdW
1o1y0SHOjRk4wSdBtKtPwxboYs3SGc/Gf2Vwt5IOzkVBMFX2Hv8eDseGnNvu9+O9tbpMwL0goMN+
NE7rcVtGmaz6xJMEV48vaLWxd3w0e0KwHM40XClU0c+vPr8W0Xa9V+FI56lV/ejFLStcTgCgXTDl
4cAF9AJtq+YCJlHCe1+ADz08T4Vm0WY3UJGVQKHKh0HQGcKWC+r4ZBwqIVFxnMfiwRgSO5w2rr/l
QYKafIAIAYaEZ7go/g98cFMnbaZ4ZeNMyV+o3Ua2WQy+y7KzXxks9SKhnAQMlfyJWFdjiLYkjeL5
nwbt4tOnPxke0UFUNwIbyUezh0aqOzXGxScmzx0oNuvbH4wPnxl5TtZWlwdSVxS8M0KEjEI92ml3
aiTv8fhLc8O64OnN2IsY1pJz00I9HYzYDFXkE/BqPYP9J9lyplZ2K2PaYC9L1DQsegABYlMEqiKI
3tFXxFMe7aXIxdOOeYHg/QcJOPKEnDmrxVQJOcWJodTj4XNbDofHS7Ty/YzFDgcSGtughSV3FRGF
xnnUJ7InGH91Xlvu1zDcFx1aACgVLiFna4ARZKwrp+yBf7fovyj74/CIR/w7/uJxGqRU1ypD9vrw
95i/xENumcNp/xLhQGIksEDVAnQ2P5AqFcQwKullL8EGir7Xypb/utymCBUgtgLnCUaAvToXIDYD
yFmLuPOE9JihVC+yomDjoFgTAVIY3JqgepAX0ZVabRLUtwqNV07nUPfS5CxvEQqvitDR5wS8wiiJ
4dFydRuhw7SiNB5JbQXtDImlGhuzWF7ROOM+aogBu1hCbKowkQa/1HsvGL6jem6IL8VkG/uThKB1
QEIE5zcS5oCqzNUhjbkaiqPWeyYY88MissLdWQUIYCyzGjx+eJqczZmZHCOpHQxe8S3235UtyMLS
75sPz+1XNPmWjC7H8GIBrH/o6AHAcpLVa5LVVFZmdo4obKBhloph8X8cICxPvzxF5CqMiCYEuYcW
uGYvWUp8iALZLvZ2wYVPjrsIxTGMcBgvAU41QCbRtlMI9XJLA67d3MS2L29uDA7XXwLEEPVj/FMP
aEk6xNNIvRBV3gfttzlaEjlsdbFamgqT8pF1A2f/oskUsjLhFHWQkgCRacllaG2999hCzB/gMwl8
HVyedKkK7nbqgQUKFD7xFv/N6vjgEAFsBSgrkBLMbSSs5botkJ/0UC2Y2XKw++LGKYV2x0BxsegK
79cMaOghq2FCPaG/6bGn08MmDG1tBuzO/mC8YwWD8xko6I2RteCZ8vKJWk9juOUYrOmY9TZCmzUU
ihE+ooam2bFRj0HthalN9erckPFc7gff4FC/E8K9WaY2aetogBAqOkJp+a97bz71o30lEhfQBtyo
+RrVo9x2fpNVnmpFw0ERnD8YHmwKiKsgyrXwXkMTnMw+HQvEuQLghr/mf/3B+KzeF54rsgo8QWYl
+PEQVxjfL75kJzF+3z883kLIJQCYipwI9xIa86KMKbp7eVHrjG+0t3YPjygofDMcQ2gEwCOfFM0n
6IAmNZ74fagvA90NS2KVmP8Oz339VGK9wgjDt5oTupO422nC8HDNAOYFw9TiFYcC+LjRwdTgBd+V
9i8Z1PmPV2fFvMBehGwUoOCAa/O6jQtDKMMxbT1RqCwRj9A0d/StCMrKGQEhgPEgToOoE48H1yNR
QMFN1nqZWtjJwY+28vMr9+YHfSsQbmhWiMqeuYHlOYhdWtVvvFF7HopLNDyPrIfbhp2trRUwEnDN
wKVrIIg5l2I2dRnEAtZqnDIroL9q6ZckbBGMrK3VnRCD8zo6xDVyrcNa1eq30m7phi2vzIFBYNk7
AuhnkLjO5zAghVO1Iqk9wT/Fkl1N+2+c2fhM/l0qmBSikeUqxkdNsmC+9bI9bfF7rvgWcPpQs4Ug
GWuLxalBCjOTDEbSeDU0XJHRUaRvNX0d6GvQfn1sHSvKYHUM4EDD9YODlbsXxLoi7UCLyvtGTC8d
N9ZqOTorf2bIIVQyooM5915p0TiskSJR8aqjXJ/9ZoMhe2V43DYI9SGzKbPyWE4Vk6QWIR1kLygC
q6piazcPBHs7AHsGTj2UKC1zwaKgD7E6IjwT/Lp04T97114DzQQGNwEnWWKG0q5sCIk71Rs/pfVn
v9h4US+PDJTWIgqKOhIIWfSWjqlaRwolkldXVqjalen41VltNxz6FR2AEpAB6OC74ALlDibDCEAN
6NeCp1u0+hr6Xx6v0dKakWTEG0gERynIqxfY8z40SlIWhhd1zXsLGiJayQBLCu+PxazN4l4M5+NF
qaqMmV6is5qUW2SyumH3Sw6KYJknQPWxm/gO0K3WoBSTQNdK9VNCe4yN72erPPfiGWwbwR/maeNR
wh1KvhxLGs0l1cvSn0FzLL6J+csgHcXpGA2/dy8V9M3gNuClAQCUE0UMNBRPShmhsoMYXHZ3KUVr
DNgaKBNQjqmhcwKHEp9UOZw6UdA8KllxcW62XlQrmp6Nzx1JRiTGo0gi3SO3yk8sI2g3/I0VAQju
wZkBUhsvXImbQJwIWT0WpejVl7hz/XE3gECbDc99fyehj56Q1KKXWLpvASi+W7uz4TlDKGT0rs4G
DB+pThza0RaUdOVQQnNYA6cqnrNYIm73oBDJj/0EgDCR/s6lFz988oWjWW2Yw4oOZlLYV9zd0eKo
gwalBLJNVn/lopv4x8ertJyFjqcs4pGYCZpL8ObWJoKopAC2eX0KlMuhbAFDsqatpzNbi7lRQwpC
nmg4zCIl/JkR9XE7oQnK6OnmKZuuwnhtt4omlgvFMuFgJESoBFRv/NtzSqSU1HGdv16NSrFwruw2
BtTp4dtZ4J4dFpx7ASgjEuVmmL+qPrUMklj7UzSIJoH7FHxH8FjB4DLXtFSpcZYZEX1tU1CHHMPd
G2k2PO/XJ36Jy1XH8KH0zqgwwrfHG2lt/VVkixHkwwMRre3mnx8NVURig2SvoAaypJZY+W5EAvol
aupHCgsOGE+lJAVZWo1Blr0mVu1/y/Pd1xpiOsATokEc2gLjATf//kmkhW4MYvkqUTDQ1hZqe53H
K7S82SCB8c/Cj8HVyTuoVBlIQ3JSgivLDkUrN59jYonZC43R5XN3Ng6Re+RzkeNAtBUu03w2bSPQ
Scym8tWpzc+m6bStrVlk2G0TkAJzYBU+uEZ5YoYMnLp10KMpgJKJjj+Zdr2/oG4ugfPJBiPFo3qA
hLSldh+JTl+eHmtleQBCAhIcDE4It15i+/rugDVBWZ7kpli8lsklyxHCPdftpdmCuyytA+4SlP/B
xIYEHXeMB2OtFRNs5LVuCpSYWChn3TjI1yQgK/QB+PuotZ7PQw/jcDADo3yVo3eau7s5KMGwB3Yj
ZGyQBcerkTv+BD+fSBpF2evou0Ns0/3WjfER8tGxoeB+83igAtkg3Uz9FN3EwSmmylYjnHcrGu3E
4c2g8INpgnusEzWatLFhXFzKsRA+adUFgNu03PA6VrYTi3yilhgFmoxtf64GXyNpavQdfRWspPr1
KzF/VhtGt3KMIAKEti4Mt4/DltuwCYLHg9rgIBfU5CXuVUfoFacEqf8gWvFglfW3x+u2srFm8rgZ
pWHpd1UMeV04HjSlOYhbyaeld4CwNywQjiZc5UUryE6MpyEZQODol0fDDy3FsEplw8zXZsHS+Tp4
KBkUhfMGA3BOU+qT/LUdv0vSr2kLwbE2BwRc0ckSPiEL2Mz1TlJdb1NDAsnlTW4ss3qOUu+xHtZ2
FjujgAXDRY0Vm0soE+B9KxDNvubZQaGuEN+QbiQb23d1mUDwjnMEwW/kU+ZCUPVdGFmT0NfS/JXd
2nhjL62tEku8Y/+uodmMNATp1KRmr8X0SzbfSflFGn8/XqY1EYg2/adkkCxKQfI47NKx9LPXsnsx
9FM3OJK/4Ymws27uzSJDg1ATjhKGquHLf82ykUG9TNNXM/NETCF+LyTZGvGf6L89ns2KPoBrQh8k
aAQFKAtjHzJc5J2KQ0v/qqEAdUMfq8Oj0QIqjBC2QXxrrm5/nPyqicCAmL5Frb3ZAWmxUBJqcZCA
R1Acf0NsaD58kBldOPlieeuHKwJI1kiOVXVQwpMY7HbPIUBnzEe4zVmwkc307hqXh6Jvq6otbnKW
2aci2CJwWpsK7ib21AOX3IItXBuFUQqNBuMT8AqPDgi1nPpnXf4I8793qpwtFfIHeFHCUjCp+UzS
JG7kgSrVTQOC8ZBtNR5dqBwVAegpizQ/q85elGtIrdBXspZXN1qdBfFC9qZYGEcu8sjAJbP+HXwy
uc4Sv1PSsLpV8u/gINMN6177etRKA4anwq/Fe3K+OFNPNSPRpOpmSs7PZjc5ET7+fnS2Ce42UdFm
WqtHcnUrsx+2Jm+8MBYnEzc6u9jvRlfiJujQsKC6fY/HV+F7337Zu3EAQUF8FJWJKIVD9mY+PkJB
Zt4FbXUj0SGPDls04culnw/PWdggimlNUwzf1i9R8Z5uEZisjA+EJXJbKLrCLc333+mnIEmGLB5u
vd47al450tfd64N+bPABUEsOYigelxX4dRpqUdvfQtOqw0+hsH98pPhY/0ZcO0veTI1o5Wig4OrW
HGuzQOx1Kx7HNvfs3gFBE85SJNcR4gAcmFPwlCXpKOmhejOT72p8i1DLJR63IMHLXYqQJchXYMSr
9JyqP6LOK1Ju9assD05TZ4dwiwp+RdUzGZyX0TV6AxcdMqJIcqL+SylvvRuZLfFLhQyygpAQexPx
718lb9ssIpBQhE4mf8ZpckzpL3F8QtVjInZPj3fWyprBCwD9AfL6DJTKfn9n2SLIWFMKGq+bMYnn
RHTAU4i24Kf9QkBnAopL1mUWcuZCikIhftCP8k3vvk76oZPP+W4ybORj8abApY3K4yU+BE0dfT3I
Ehkm6JD4HDTW4yms6B05KGRjgffDP/wjT0WYWg5rKt8y4VCrNtnN0smSBkhCsQc9eo/yFp4lom8m
tWncGvXv/kdYpxvfv6Ln+/H5iL5W6+h7glDqLS061ktCAQ2itkWuvbJIMyGc00SqYDRCCiHohFxq
Z2FjG60Nj3sTxDLw+xBuZL+/26tSXE/AXmo6Xg+XX4GxYQnL0QFfxysLdLug9kHuej46moLKghy1
8q2pnoUnIzs/3kDLE3A+PLc2uZIoUh1ieLF4MfWnbnrqx5Oe7M7ro5zxfhbc+ZRmU1+kQiPf6PRz
Gt6ivx/PYmuRuHNcKuoiwO0g34rmnH2i8oaGVxcJ5xHC7Tj7EC+d6wCABKpFhYqvF49GYo2FpfzK
zb0JaywR3oeA7qK9OR7U3JHnFyRMihiXXTYoljnmFi03jG1tlYARRgNMhBbxXGTTvNuoIPihWRSb
6g0dXKwI5P+7m6axKdwJ0OcCtDif4gJ5/Vsrd1ZvOL7Y7H1Ns7JY0AbgzY7MCmTNJQhlJyO+KCm3
LwU6Rmv+VtBhbYmQlWBIfASuF1Fe0NcnkVy02q3PU7tqLL0XNpTA1mB+j8IPQDtHPBARe0drtvkM
2kQJcU83+q3rP0+BY2ZP/al6Nel+i5iJ4VxjIYuTwDQgpogcxQl2t0aEy4QEF1DaiGgAbM7pwZj8
EWXAjXIL60PdHZqtQuWPu3e+TAj6oK4NFgHuHeyq+TLJBjUpNUT/Rq61rloSDSxf/Vko72aU20Jh
k9Yq9jacxw2N2gikiwDoBJSTjzj5rZYb+lD4tzAITr4gHL29pxTDi7AaCaQtAIrg7C/PGrMGKiV6
a0eraQ6CthFFWW5ejA8fk/maQNTw7COJqoVZKyfRW4xmQ6Dj228cGB+9I8Abyf7kQ1lmW7RiCpzF
jUiVpWcn4PL+YIHuBHC7qvYHpRhLCCjEY/0mSrsPD/gxeJ8jKvpRmckNL3YNaviLQLgh3pcUwENu
pIiW64/xoQEg/ZhHyQdnEhIITd77wi3Tnyk59VuFsUtnCa1CP4yCQdgWR4ckNIiiETV5M6Ynar7F
2pGOuy+huQju2KBDqYptAxGq4CD6lgV7EQpwt1nEGERIuOoW3GwB8JaJSo3kTRGfsku+xWaxogFA
RBREe1BGgEcV5810fZj22STEb/Rn2NjZbu46fD0uZ9w+KLEB3RK3OkmZSVk5mskb2qegPiH/unf7
z4fnIt5SV2mN3mH4jD4b7adK39j/y6tnNr7BuTGg9DOSTsH4pLULPQNrgpXkVhJVdmSkG37lyl7F
gwpBE2QBcWXzoZMh1rQwNTP6pmvvedtZw3Ai08Z8lm4ZA8f9K4Pthjt/psxqJPcLyBAORQ8ywQMJ
Yss/7FbKTAjnlhlg4fdTH0JyVNRP8fNE95sEgrm4eNDMBhlfvtS2r32N+n5K377U46ch3gvBQwAX
YyIWTNCTYgH0S9KuGgIa6rcs+bvJbXl36xSMD3Qoqs6gC6SDOB2keZeiXM7XboPoRE+b3Z5WDHo2
PLf6iYBmlui+rN26aDim0S1Pxo1NtCoB8Dik23HlK7w/lkqRNnVTjwWqdCsCy4Tab0hYMQVkG3Dp
oNqIkQJwh1Lso/WmWBr6DVyIXXnQkqO/1aZvxRJQ+gC/GE/1D5ObW0IeqYqU151xA17SVuLPufBc
BJWd7q4mkJB6QFwG/Nog9UdyfC6nyKI0ko3WuAVx8exfsk0XZuWImgngTthQCsNq7Abjlvyuaic0
j2pk66mjb1VjcgsG6DQDpOJJjQwEUuQ82UcgmV0Gsiv5LVKfv51y+pJ823Vs/EcAal2QOEESZXET
pXXdgOa+ld/ELnB0dC3uJOd/kyDNdVFnDaAXIaaAygjh5P/BBCQUFOBBB1cG/gx3GYUUD628Jhhe
EU5RHJ73OatsgRCcZhyqeGhhiXjLjpFKCbVBeZOl3+aPQP7yeHV4BaN3N0LTIDODw8QsjzM6U6zb
rAry2AtDpyBWpXly4vTyRnCGM21UfeGliMIaFkQEDo9HLNa5XBtBX4YoHH4i1VtcfRnknev0IYLd
DlgxA+RjnMklpC/hlRmB51dHg9xo7D5eKO78Y1PQcfiBDQNlvcy259uIonP0aE6B75ZxYBHlTdrZ
cvNDAFxuoMyRJAOhIDeBlNJWkGrFdLP+IB717rD/++GzoqAX+HJGgD3/fmIU+kgC1XTT7vNLp+7r
DPbx8chLI3TFerkuwJyDKFMi5rqJhlq4Gb722caLZ2Wbgl4eAVy2RWFo8vzrY02I5THsA69WLT/+
KWu2ZFpVsOHVr0tB92o4rYhr8K/1LABGahrEwAuki4yufKod0lOz9XxeMQYG90L8B+lvJI55k5O7
ouyQJnXTSrVGGdiTp51EAEwdeMABvotTCXuJJ7Mnht9MFVKxbtPYSnXebKu1slCoRkGYFU4HXHw+
2JqJkZGMjYi9moPuq7dE81KAo7rfic/BPKB1wI0A8NOwUAa3aYfUUAOpCkx3+tkk1/RL2+3etxDA
6HhlMOYAKsCdroFq0EoNDMOlwQsYYbV9XuXH9wM0g6Vizfnwt/m2JUKNMEYqGa4uHMdParxxrC7P
JKZoFM2j/AjRHz7KVw29pk6mMbktedKklyk/7j0zoAAwzbJm62juIHN3G62DWjPpMLlN+3mIn8It
Hry1778bn+8l3vu6YJAI45vX1LeHnQ4lVh8/yFqCsJ1VEfAu66AbiEUP/uQiSGnJ4gU5yzHeYk9d
m8O9EG6L1mqm9hqIKN0EFF+CtTOWtJgDpwJzirQa/eInV1dsJUcN1V/7VYx8FWpqDdRbIMM736Gj
Xo5aUgiTm9Xf3Vr+8Xj05VGHqiMGImJUqQg3c1+Pp4QpR7RVXWJeSe1W9HmM3h6LWFl/xlGA+jIk
D1Eox5mYWAhgnVFK1UUbLyu9hME/j8dnn3gXYGUKQEUt8rg4gvA64YFKqZRMwN37uivRf6bmlEWj
BY4KC+3ILJE48I434t5r82Fb1sCscHjzWbLRbxqG99dcnK/22F9ibasz8JYETuVdlSZhj1onN8Bl
nRlWrb89XrLl7QAoPoJLODlAUbZoRpYbJjUKRMfcPFMPmnnslchCysYK2p30WDIuITSew3IBuQGq
Cp19yV1kY0T/PNrrrezW1LTD0RLqrQD+YgczCUDmoy4MT6FFYndQBcNPo1Jy2/xZ+SX1z2Rnh8SP
OQCViH9xnzIU53wOgtYZaPJNFDdLrS57yoy9hzhyQFgZBJc+uj3x0daeCHim+tLgavRAheekuT3W
9soKyYjLANyM+vBl6r5NY0HJ2mJ0xRQtmT8p9UUI9/remALKFhBNhwCGEZgvkRbkqUKLYHLRSvcs
Zw7S7X+wSPBcGcpOR9szkTvFxSgxjNyXRpdmIDopIjtW9to185eQTMRRwpip+aRiag65Vuny4MpB
ZmU0t/5gHwFaBBQizkL04+ZZPIymJGajTpJrZDWaVZ2ELX4vLubANupMAKeFSpHTFlw9kotqG4vI
x7B96ovAjuO/WmlfVu4/ogDLBtiYRQX4foPihHhBnFLZ1bWfmv8j2a9tZmn/HV7iArxDYk7GSFMM
bxVSbE3p7lsbOCYEThipEQo8wMU137BoJqmC70QcXRSD+YWVbFzaKybHcgPo3MLq2xd9jKpqiBAr
iyeX1N+03tKak7yT/IlpYCaCXSJ3J6tSa9rQ1dnkRrqj/KjIIavO9RaT+uIm+hACGmRUzuNJzTPG
1SST5HqCEHly1NGme6NX/5nEv+NzoR9/FMASHRRwAItjZ54CcuybszRsBKbXtfGvFO4ArxtjbGkH
KTKqeWUr+iZvzWNVAqoYASsD0+ECoOjTGgTCrT66av6JdvZQu9HWPbemCuxWRKcRssQxyBl30hjR
OAoK3FjVaqx8C4+wNoP74fnghtFoZtZh+LDVHelX53UoHXl8D7EvnDlq2ExoTwqDQICAFUDPd+xY
A/4zxqhURRlPVNjB0zTY2s62jx9moaBmGwyB4M5f1BqKuoAm0pGIHVUfhcMwHfbPAdEfljkDPmqB
wE7g7NQI4oyuqZ9iwZnST4Fx9rfMbk0ZzB0ANypcJwDW5iulTn4eUiUa3bh/Dr+1pSOGfzAP1ukO
dSmIGwO2PpcQlF3oG9U0ual/zRXPSEWrj21hC3XHbmVe5XdieGqMDNUWviBBG5Q4ILWspq95fSGq
k0novHp+rJqV2w+uICLgBrJPbIfNp1QZUW+2Ph5iquDhLMnGY1E9IwilbcU8ViyRhboQpUPLcsS7
OEusRTImo96Kbj69+dNR7Z8eT2R1fOQk2C6GwfN+QpEHGemGkri1aQ+jVW5l37fG575frKaAtnJK
XMmM7QSVn+XuJzfyygzzing4EnbYwHNViE0oZekoi64YJpbkTOZOICSzcoBqGAsrgPNozMlt38Ko
+yxDNsQ1Po2xbKGR2YYzuHJWMR5WpKDghix5TFuaiFRgr/opt/re1r4I5gGVe48VvWLmKNtBzB2B
Ppa94e4lWaeGXul42nclfFoJfISKaHXhVqPUNX3D40T4AOSv4GblnCkp8RXdn2oYodzYplnbdG8Q
DdrAA49FAFHgDUDNXN1VoKhULDS4IiBdU5/jYQvdvj6DfwVwO1bWJgSSGnlylfKo9Zfm1349MHQ+
mqMiC4/g9fz7h6rXm9Enkxv/NYoXQ3b9LWKr1QmwxuKowETAhfejTL0Pp9hsJ7j+/xTUUkHw9ngK
SwEyKuwB62Rc1IBcchaXgzZOJdGoXXNyiZ4jf7eG58Nzry8w4mpkohievhi5bW71p18aAsoWsSwf
iQkklzlz1mms5GKmqldSov/dUY/O1e7sCjjL7kTwyFe59isaFhBhHtvkuLd0CgcSw0Gi+hJeJpji
+Dc8yQMql7D1K+mOxUENNu625XGEc5QVV0MEDgyeIlUPAEYlATGuZLi1uNBKtUYRyVnZcgtWthGj
4YBrAxwHS0/MLaGOo6AUSGdcI/F790yNb4936VLPLEaD7rasXIhlAefDBylpOiGbsmuXW6LaWXot
W9VGimg5BTCJMCooQLPYNcEbcz6qSiLn6XWM7NwbI+fxFNgnzj2a+fBM/N2zKyZNH/YqhvfVv6bo
IDQvh973yuYUNyeyE+eMXYUkl86oGhBfgTfLuTSg+tNjo8nrayE5tXDK841ttVwrBg5mjwmUjCNF
zp0aoVJIddqU9bX5p0utnYSQH18PB4klG4GyXKQczSQty3hK6utgCf1oxSiPfKyLpceHMkjQteDd
tRa8DlHvnoJunFzHvLKb0KrM1smDQ41GoOLhsaiVlYIoBhbF/9nM5mqvEVupJ1khV1l7SjWP7MSj
sBHhKrEAI2tdtaCWn8xImErUTlwltJ4WJXQy3Wq5t7Q97KMPrwzuMSJcnO359VjLlS/LV0U9TsVl
nI5jdNy9SBABnxU2jlOcT+dMERYwrTX5GnenPHTGrcj7yhTY3Qkd4ChfZvjVJMgkNDIfrlP1JJjH
QH6Rt2J0y4P2g68EhHvwlRAg4nylZIoDIlKIQCWdD3/srE+22e83O0aK8v9COLOWVBTaDqhovAom
uK2seKtGZblOyKVp6LmLAmtAePlysHGaJjXxpfYqEIcUzpgeh60yvaXpYRciIcugfivgf1VBbUcP
8sYrDLtLbJrZiOCg8UK7sy4MhoFma8gNMhpqBGZ531IkYaR0pGyvvpIDtfg126KCXx7ouJLgGePd
CKQ5UDZzyzYMgSRJ0kDAu/9OMtsYT+jnR22Znqp+txuFClwQc8AVB5vjomMPI0ISJj2Rrmi9Fpen
0Ny4nJa7l1X4ItgPLhPQ1vFY1aJPslzHoX7t65c4PgJCR+rj+PdeK2dCsLmwZKxHE7dgktCFGs1C
6RpKTilb7X4rZ+y+4NNCwSHYJnheUDQ1CiYK+7+OIhiinzPJ0begQisGci+Ct/I6EPNaBaHwNUGO
MLAjCXihjbtpSwS3SiNQbdTMIEIenpPvXfxUbbV/WkrAVaTC4UfWCAc779F2bTTlWWnmbjt919Kn
PO+2WZy2ZHCzAPP7kKqSkLtU+JTSs4ICafnr4+3EXMq5Q4UNCwg9I8uAS8jfS13bRVEQ6aE7Zk5u
uF2NPjR2Cxe39sbg/bGs5S2uI0GI/AuOFDgmfIhI6cK2Vqouchv56ab6u491NPFmPDXAQwJpxZew
RkUrhYrqR64KJ32wTf3b469fUcZsfM5bE3N5QMgD4wfZkxifC/EU5bsPKDYF9BJD5IbVwrMFvPNu
DVXA7ReJkStqvTPmhj3+fDyHNQ0AuqUis4OwDa6OuQDJHwnFzRS6/mX8K93vL7N6t39HZ+fj3edL
YpNHAIqHriwo1uei3DLq5a03H5/TQDNlY09MfH3UsmT5Qcq/J+KPLrjuv8HngpjR3E1kUmhmFEzQ
tRd+Gkch/fG/qYFzBmOB6lGsYHwqW2VnbzEKr+xU1sUGpY1wWRE/47RMfCqWpWkGrhA4wt9Gfdp8
EK/sI9Qm4eTAq5iZM3cwJZnRCNFUpS5Rg/dMfiKIMe9eIhZ/R7Uv3l2oOOD2kiwLvRApeeD60SW4
mMOGpS2XCL440tkIVSMDiZTOXMOAbFciqtwaV1APBI1VujoBZ/th7xzmQrhVMkK9wi2UNq6ZvnTS
p9b+g+HZCxIJeTRl4mkpmyTzc4DnWlecPhH1QnfStML3w+djXDgCsOkFpjRNRbXUEGl348ozbX9n
ke/H8IyKBtAInf1wkYJe00MixmLrquk1/DHspAVfDM+dpeGokrg1p9b1UydufiT1XmQkVgepDmAL
cVQjQsDZsEJBG9hMWusmSmelRxUoz8fqXduidwJMbosanZ7rQaq0bq45seRIxkmpTo9FLM14Ngce
aSvoQSQOg9y6ShMdpFpwil//mwBpbma466MwKTGHRv9b/duX/2R49CpgIAKka3jcC7jvGmFSh9YN
zkRKrNbYIitZXSBE5BD9YXEOvnhB64FYKVuYgOh/ji5isa/Q82OPMhJqHX2EgAYTORWbwLRXhP4f
aVeyJCmubL8IM+ZhCzHlFEFmzbXBqruqmUGAGMTXv6O8dm8HCixk5Ftk1iKt5Ghyd7kfP+71oXdK
QdDZz9vj0nDrMDgANSjAgLZbrr/aJHrPKGvgpD442We3kUT7Vs4ouLR5jlSDJwzfbjl+59YDtXva
haTbE2VXOyea7zcfId6vBnVCXFHfuCxJ0bQVGCK70KwQYnrSyO/7498+2pDK4mBzwFCgQ8VGnhRh
3THWDBKa5kG1/dJ+Tr2jlkqqL9YWChYZ1EAup9cTX20EPTDLphlJ2PYBJQ/FvI+2p94xEcDYUErP
M+9iGiXK1EKdXQ8TYT7RglxW9by2UHjTmgD6AfkP87/ca6/FyzZCPUxoJL/ALhtUeChk1s5oN/uo
qF60QPaFEDI/t4Li1sk0uePUdWFEFR/M17Kk+MqdRmoROwGWMrx6xErDvFRNtG7NWDh817WnVMbS
tDo8sFO6zfGWYA1bLhPnggQVWs3C4jmxfzrmt/vHdXV4KCPOO4jKbZFpakL6w9VmoBXB5RYogFh0
Mi97VQLeUHiFwDajk/VyAkmsaogxGENoGkgTEOLLwiRrAlAKi4wliDd4CfdSQKyTJO9tpQe6rGXP
Xr0ZbgQMIfpuoxUVZzQSz48RWSQzO7cPZ7KvssOo7Mz+sH0TACAEvgwRGK77hBl0rIyYOg9hhwbc
e4Jf28dHogkhaQuPcpzS5fh5XYx4KPZTaOqvtvW2kc+cmx0UFCK2wxnycc8EqzC0XcWaVhnCmNq7
v5RWho1b22DkQXkCCPVgCFIuP78mfRHPczYCCvJryE96InFbVpQp2n/xlByOKFJ+wgFKI21S3c4b
QtY/6+2TkV767nX7DlyJEC+BkrStx3KIqLzMN5PSdyXO+4o2NTjlMS93BmZXDLPVTNGUidqArEUH
tzwz/Tz2J1USEllbKFQkIxaJuMhtUXWc2/000Z6Fvf6KzmBdemy3R12QegWZARIPoPnEU3C511rL
GlQNdyxU0i9K0E+f7u8D38pleArQBh4v8ni/WcR1lsNPfTe69qTPYdMeujYA50akPefQSb1f5s+j
ursvbuXkmmDsQRwM+gmcfkKEweiQOC3NCP5qi870YPNNZViKlS0xofUAOgFzxS00NfEM5MwcaKdY
cYNGfymUs9rW26cB/BovV+FdYG5qPUejg3rs8gF84L8Kvx6+b16lxfDCpmRT5WROkaLxCBBr3bEu
PqCgQHwCzmboKcBCxKKbdhomK609GgK0lh20jaX6XP8thud38yq842TMSBuC4WOURKiXwdpIeXsj
QDhGBbFThxQRDdPZ9dmPWdpBZeUUIfSMBwkCqdCwYjGvasInHqdkDO0kmFw/q57otN21f6dKx+MW
2QZLDCIx9DgbWW4PYUvSY4VMwzzu6w884Cw8HnDFAQC6fT+wNHVSK42nsEEpqV9VEiW7cp0XwwuG
LqZmwWZPGUMt3tVV8JFrhiASUCGcd+MGT1EMQCGOeg4zTclOw4/ECK3tMi/NA70NVxWix+0k9Yww
pDWFwDRT9KQsg9nY7mng6ckrzwGcgcfNP+HqKgzJFOXOOE8h8vj+Hu/I7eODsAKGAYBgOMPio2Rw
Y7MfbDqF+hT0qP5LJKd0xYzywkX+tHXQB8ERvh8vxnnqomjETQv+Un91g09k/bBXDhGSrWh+wKmN
UdErHCIQnwwqIMFjSIvDXB43dn+BrsA7Aa4YApEcIiW6q7mnGNHE3e0x/aNq/mRtj8ovBQhLVPaU
WkABw59/ZfpTMj1sNQYYHoXt/P3M2SuF5ak0bTK6HM6eM0b+bH7TLckW396CpQDBm+wHFJBGQBeH
ZnuYhn2bXaaNbe3/swcIH/HXOY8kCfp6TJPGpa07hHlzjpWLJTHHKzMAhQbCSECsc9IwYYnaFnRx
Vtv1YanWe6dMjyp+JlbuN+8EqAxRQQWvGFdCLPbzWJdWZqLRkF7sydvr6vZnDxh6rgQIy0QzXa3M
woAAsNCObuQnhmSvb+8a3FQU5iNQgpJVvA2X6siM3C6JvMy9lDbx69IIClUSiFmTAHQdzioI3JC2
FSQYqTeqCvi4OXKC5woHSWJBNr5wWh2ljixvyLyLyQJa7Lpvm/cY/tC/n28sFyhVnWFkFMOPJJjK
CoRb82aNDfJ2B0hKDi9Aizw+wSuL0MQUDKuomr+0oOtH2yu/l/WiXl2iKwmCQmpbVo+NDglJ9Tp/
dWRUGyu3De1weD4blpO/z5cToLneMs/KvctcHOIM3eUe0u1WDbybPF3OC2vBhSEcoinJ8q5DSPEC
kL1vqbXvfd2+zRzYA6imxntRCx6qZ9SwFX3kXMagnj7TWPKqurWaWJ+r4YWLTKxxtvQBw1csRWea
U2IdSPOQu9uPEuqxgOsBvSfWSYTNprFhFKNZRhe1DvT0bFW/Nq/SYnzhMqBVuqr1QHlcZiPwmoOx
3X2Ew8NrXt8BszdQG7OalWac2+jiTG+ZX2av9z9/5aAuhhdURRbjkVMNGB5Qt7733XknoxVauWkL
CcICFWhPYs49JDSB2+8L7XB/AqvDO0gwoPkMj8MI78ABD+mscmh0KS3VfzDz7ZU+qPECwwa6qyDL
dqOKJrNUUqMfo8vOLvvABVfL9u+/Hl/QFIwklpq4Q3TJwMMYPxnzBzSdaXHXCJVeOEpiYzzkZJR8
AEPMpVJ+uckvGRh67QBdDX/Dw9iZXTTmUEPa9FRYf8XWX7oiMcgrmoJTLYC16B3kK85At5WamRqW
yKB7ez+civmJOb+3bwPMMeKc4PBCFacQQmqiuAc8FvYAdcbwsH0yywj6Vw6qhSQ5+N/fmXLEPGHd
527cVoN96V9c/ZPV/7g/gZVFAp0DMIVgj0I6TMyyxRWaP6Q0cS7DVD0m5ik5e/UhLjcSe3MvFaWC
eG1ydXr7HEQm0mz7GmJ67Rjv+/54fxYrp2kxvGAU5s6us6jF8MrF9r66vjt+vS+AD7CM5eGhCXgT
v8rgvRBhf41noJNI6yoXPS38KHTpBd7XSH0kn7cbHuTyEJjHgwRugFjZpdhjXnQmaBaY2fgxDXJP
suMra8XpYPi1hqMEjMTSx+i9wklrs/QucbGzPL9ie41JtmPlzC5E8EN35Yc5VaNbKangSL4m9nHM
Dvc3Y2V4BC7w5AeYG/lI0c1L63mC8oXupt87sHrjtEr2YGWJPKTkedYZhVE38aMYLgZRaZWEYBQy
lRN61yqGxI1ZmwOiFyj4QQAAhHA8eHy1RMOYjdVoGMAIPc7Ooa9O25fovV8Pkv9AIYnPtkabumn0
yiQc3acpyPTtD2dkwFDxhvw8h3ILTiSiR+lk9m0SOs6fiWa+9/n+569twPX4gvGvK2C0mhLjExMv
kaAsgm4jjzHXSMg2YuHhoyJKK7KDOWxW47Gbo0tX6YFVnOpKdorWtvhagnALlGiyIoLoy2Xow4Ht
M1eik2TjC0qPtnmWFDbGV/+U2c4aPnCErj9f8JCYagOH3GL4KoIXH5hku3nGHsDzQpgf8QuRlWC0
AN41ZjVC3cpjqld+QR9qiwaTI3k182UWVDcSFqCp4qx58OWFZWp6tcoyMP1chsE359dDMOg/75/W
m41Axpn3YoDCANLmJqWquHi2ddqsXIoiqGef5Ft3Qhhf0NgmgwuZWhhf+TQ91eH9j7+5ahxyjJw8
8PKIZuO9s1REBkvd0s1N5eJqyjGeHqz8iEIjiUGQCeEreKXtlHSYidpYyoW4X1iO6vdzSbaqJD4P
dE6E8eTheDHvYhp4kjhmCwfgOFlfK02yx6szQIESqgKRj7xJSyXwJVGa3sahmR8jtJPQ9zHZ39+J
m4OKrgso3QcZGSwCnDJBX8TUUJPOpNYl04xdpx2SOrDLLNBk/ehWpoJHDwcNodUkB2IsN6PoTa+e
WlSEWu6p1p7q6uDK2gGuTGUhQtAdBKi3sqghQtF8AyDh6TFBk6zfm9cLeSTQNrzTU2FPlvPIZpLn
Y4qKUzdH26FT1gR17ntkc1EJLxzj9GDgD+dxPeGClCjsavOxdS9O/Xloj1kSeIkk8La2XNcihOvR
l13taDFxUfHxrS5OTe/5qnocDckBW9FTJuBPiLEC1wDSM3EmVp9lrI/dSxK0qL3xwLBwf0fWTha4
hsEkhVIGPK3536+ueRn11AT/iHtpCt/Md1l+UmWMZ2tLdS1CuCSGB0JDk4votNc89h01iLLn+Pv9
eawuFDI+YNIAf9GNLrGKjJlzpjqX1npTojD7wD54NlBiSDvgtos4qJoZbo2YU3RJ0PtGDQjZiiIC
YR5CoCgT4zV2N9UkTpW7rdelNmqUjioSoNlekRGNrOz0QoSwDUPTg5aeQURfH9xK9/VY8avNHggu
N3pYAM3AWZ8B51oep8KJas1I0iz0kBl7bDOJY7Cyy5xhVcPFRm08GDuWww86YcDJWFlYuoG9sze7
fzz1A3p4NO9DidLNK6XUlMROmJaGXRy0CYJYh82HdDG+cNkmjdAOvdjS0PmWmYdJ2W5P8da18NAC
YJL7yMvV0Uswc3hzl4bTgZmfVPVt+9cD5Gag4heHFEKWw0eOwdRh8rLQ9M4W2nDIvL6VAwp4AVhe
UEcC38wVPl9xAdTLNT0LexIa0XEgYTpud2qgIkAQj3sMdiqRddtMEmrqBFPI0+/U3GfoY65+27xK
SGzjrY7nLkr1xPCSMztRq89dFrbmfvZHU6KI+AlfuMZIVl0PLxiEKBk6OsY0C7vZd6OfJD0k5BBF
Em0qkyLY6ZSBQt+LmiyclUeLoFfm57rDUgUfWSq04sJCrZT1eG2txHWiZaET7Qy2VzazSL6v1b/j
C2tFkwSPCEfNQh37vGPt7gOfD5iBiXQ9d52E24x4vdbNzYD7oPxhgz9vzjfwz8d1QCYA73XcieV9
I3pixV5Z5qCI9w3rtTIlz4gVZcrdSXT1QkgJry3h+8t6Tqo59/LQPKLies4lFStrZ4gHWXlvD2yv
WOpJuqTxplgvwtb6ZdbBePD0gy1ri67xsIV4H+B48+ZViIYiK7BcpCIfI71hkMJjb+2nKdvZ2VMR
79Rup8CTHensMyWghqxcZnXxAOeGTI9n54RwCiAu6Gg1zpDbPUefx3a7KgcdPTCtCHlwomNhb9BX
x0Zj8bEIsxioukOa/rX57IIJGhBHbDy+VTxbLLbo7BppGkb9m/mjabZWmgDtfj28sDp5zqox8zB8
QvzMTHfJ1G+/fJxjGEgo2CLcPuFuk9ZOR03L0rBpoGWVz+pmthRMAQUBsKYAvoEqSjhYVVeUdKZm
wksouoDKALkr52cxPP/7ld/t2GyK0SAIxaXuToOrIdlffj6EawErjfoSng1C0ZgwfJ2w0upGlHyi
OSqjx6HXfS9z/O2HCJhPLA7yZnhwCUKcFMzStMl5gfU/ybiLVYkGWZsEGtHweCvM6U1twwje1q7I
XKxRta+LnVfvUcjygSlciRB2OanKuaAFRHjNPkbHm91HhucsYFAR3C9b7nJVT+BGbrMsLOyH3Dkq
kuFXVKyHzMb/hhe0hBPrWttqCXyNeJ+mp4a8eA0YBA8fmAQSuyi+BVTjphIni9PUdqY6CxXgiKI8
21FZQIsfFPG0AnrwPwl8nleXQVOMqiQ9esQ4NfHHH225uTANl/lagBA/sVkLQmklz0K0rahOgwzg
sP79wG9zlkJcOmF4L6O2EXdKGirOyQaoTsaYtjo++MxQXA3IG4zqcn3Somg7FuPzs/Ggej6rtlsb
XLJ/x+fyr9a/TWezZhGOaf4VyFhnM+qTrz7AK/Z7S6kbQFqXODRtuzILWf7NpEdGP3KJr8YXbMEE
nzunCsHnz0E8vGIeH7gAV+MLy69PHbHdBN6wO6Lx7f4jpgCVZ9yc4eUJc7Zc/TgmY1y58CPZePpB
N9MPYfGvRxcWx6iadhiiCUf/u8F2hqwv8JqOvh5eWBuTKaSNc5ahTO9QdTtWIXX/4/7yr2k5ONlo
OozQC2eFX64PuMHLcWyAnvNy0yefnae+DKaWSYwZj2+KOgiwcFxezjZ1k3PIa3WiFDwJYRSjtNc6
U+eU5KexfiOeB0ryzaW+fFuuxAnh1tZuJ4ZkUBZq6Rc78zX6dn/R1vYFoQyOpgCzH4Kuy0VLlXa0
6NAlYW7vhuY4Z8deZn0kIsRaHJWAQI06PONX/dDqr1389+T9vj+LNcXHGVZQKQvY200HqIoomVUy
PIEAxsWDN2+3R3FRGPPv+ILiK4AgjwwL43fepywC8fI/qvq3nUuCe7JZ8IW8Uq8I3bsxTaocLNUX
9mzR/+ckBOujMDI4OsUkpj4Yc7+O3ix2lHoBa7fwaqneH2JXk9CcdKZFVuRhRAI27eLkFM8HLf6A
JUJqEeFuBIF4N/PlUiWFoyujXuehYR3NS2lKhudLIV7y6+EFVVt2XtvoDoYv61+Zdcj/tPk+0o5p
8mPruQW90TszK2KhyG0Jty9hXlEOMyIbeQ3Aie+pg0Rb3e4GWFAA4gdmE1WJsNzLdcKpnZzEpUWY
6vCY0u8d3bfq41TICNlu7zhcDnBO2TwGAedPuCCmQ+iocg4l8CP7NapzN9NygIT3WoBwN0aTVUZd
QQDajPt2gWr1zQhjPBIt3hsNQV00XxOXKtPcgc5JWYZPjHxpx8+bdxpeGTJNyFODbkqsGFQqu7Va
NynC/GSdU1ki61ZzIDWDuly8Q1GYCBaz5TZPuldOTZySUEGPj+nNpdvDGEsBghmqh9EZbQoBbrbr
2t3U7+8vz8o5XUxAuAiVMjnqTDB+Rb5P1uNYBqgcy6xP26UACsf7QSLfh9j3cpnSbKKgRsuaEFqc
nAbjoY1POTndF7K2F3DOkHLnhfA3pMuk1SLNQ6FdaP3deF9N/cv94fk3LlUT6uquhhd2oh9TtZ40
m4SkGIK6C8p+50ay1tNrc+AAadSGAE4OFO1yoUrSWFaW5iSs86dQVyTZmbUpXI/OD8OViSjtubCt
HKNT67FNCXq8Eb8dJRiUlSkg1ICPx2ua1wELFsJSWOQ4yL6GpvpKqlDGsycbXrAQCipR0bUKw0fY
aBLK7tvKEsFbfieA5xgmMZ/bdFVFYxB+hflU+pMB1rWLUm6/Ddyx1ACB520OxTo+V7GrvAD2MdTJ
8zy/KVV/TPv6pI6dxAitrdW1IGG/nTJzFRQiAWARpDn1q0lm5VZWC4g1lPUDcIQotSFsxgDCX3Sx
YwC66D9U5wAeP1MWKFtRUMi7IgyKADX0uFjcXyP7nVckUi55/q21Xrxo3yXHStYMZWWlYD6hwTmC
A7UigrnOszjrDHRnCns7KH9Msv5GXDcIumMxvHCtO0vNPa8F0gVJGjAK10cl/aYmfk/2UXBfS61O
BHWDuH38MSaGXQ2nVqai5dCj9mDkQUEkKmR1fGw2eu2hQzsSE0sVYkyu1lsjgt7t3+p0TMlu++dz
KDD6LyBoBtDOcvjIsbq2ryhIFesn1p5kjYHWvh5ZaaDXURyKLp3C8AAnanXhgN1yoI9/MlXivK6P
DvgPGKMRahLzNW5MjE6bEJFm9q4bXhRZSH3ttvFqxP+OL6x9he6rDWiXErQ1+nxQkm/29ngxT9CA
/Q41ZYiIesIxHSuPGE6E1Yf68s99Ikvf33r3fHwUY+Hk8NJHwdlQS7Uw04bnv+mjPby42s4w/cjb
pb+3nyIIQgktojXQsnyjruycYiRGOzWYB3nOB9dP+801wNhhcODhhwfNQNW1FFCjyzsj2oR6wTbZ
uyiEyEzJPV5Te7wBKDwZrlrF9FXcaW7nUhaHnhYYTukPfg7gtJQ4mq+4qJhA24ggBJxwlPkJEyGg
CNenmUIM2p0YJ2s8mNpzkYV2D3hIELUf0B7X4sQDYDdJljhdHBpFQIqdsrnTDfYF/h/i4ACyI3km
jI+ODdOYOzB4tf2DDm/MPG0/WAg5wLkE2wxCvcJy2XpqZbXVJCH4zl31iQ3b4+B4SKDqBW3f33uf
CAa1n4hD0OYX6pWe5vzBedj8/bgN4DIByBzc8CJFZKmZALgA/hMq7ilOjrK34oqZg8mBcQCkE7Fk
kcKR5QYZYZbiUKsuRQPG+X2s7bz8czMeR1lTrhVdAlnQ4ki+AhYnluFPupLkiWfF4Yweo9mhyF9U
cjIvzgc8g4UcwTNQei02I+5DGd7rTAJS/nV/S2TzEHRVkRo1p2zBjqd7Rz+1dtBVwfDH2449wpnC
qeXMORxSLczDqsAuhKYDoPrN0O7SIr6sOm9tInDPOFQExRHourfUiWie1ClDVyRh7TvTU+o9mc0u
q79JXhdrRwxkT8CF483NSW2XUsjomeOsoghjsH+nzj4uAyPfeZWvF8Ekq9NfsefQiHgGoPIFARYR
rtWjaMjraYwMs/Ko7F1XchlXzDlazXO6U9C24EIKO9LotGmZbcahgzbJCfVjPTC2Q0i4o8PpSNBY
BA1KBIsee/YQF6WH6I2mB7GfO5rETq2s0UKA8MTwEHS0BtVNw9FSg3ja1cMHdgESQAAApkFHBRp9
ueMziSOljs00bLPKV9TK/33/Aq7NAMcW7hoywLfIzgIK04uLCkCFNPZrdpzUzfRFHuL8HEYPhwRY
IXETgO21a4WjCg3n1IF5RsYhtTYDuMqwfDzJj9DscoXsqokHolgl8lP0OCbKKdmOruWgy38l6EsJ
zkT6uXcgoaj9Tn3qzeP2PQBmF89tQGpAxCwcUwK21tJwoxL8C7rfKLtC5hGu3DXYCgStQa32zn+6
nEBfDJVlRQ7CseQ5ar19acQHt9vu3aAIEG96XnEAPgDhQs/5ZJVR5OahVh5Mz5cybq7sM4bmBABA
ayHgK+yz0RvzgJByEU7DYX7Vhu36aDE8F3/lNTcaSlZrNS1CpfvUEx9N0ebNPAa80wbnPkGqCK6a
mEnNJ9S4UdcrQlT2El/aGnzFaV4MLxzTxKS01dEvOmyyU1rsVPelQ62b7BG5cpbAe8Ib1KFoBTaI
G8KrdeI16tSgeh6SZKcWD2OL4oIPnCReG4FHJLoug0l3KUIFz7Y5ak4OlHbqPMeFJCG1dpDgp6Ec
k9NVwzQsh1fcrEeQEUVDDen96ZwDLHz/Pq9tBMfc8Vp9QIPEooXB9CqzJUUZpsOzyfaVdRyS73Bt
PiAF5hNaD6Rn6G+5nIamRrNOsginiaFq4esM4o1Z6fzO/PIRObDVaMUGkJPIalwkDDmp2CpCb/pk
TG+x4attoOeS2awgJWEaULaKZA6vYRDNRFdoSj0CaBP27SFtfGAlZtQsucc0R/mbP+ivhX2iHwgR
IqOO5AvvowYaPOEooJdjPxpzDYiYEuTHWt/fX7q1k4ZgKvDceI6jYZCgsrzCjDvdxkMZ5Bx+SV6a
bvuLjDd4BhaT53aQ0F6eAVrTKXMNQNz06qkcvjmbiZqhsbAycA5gu2+ZV9yBzfHk8ZDI8NCDrak+
ltvBPRABmwe9gW1HwGI5hUEpMstNCWJe/Q5mQ9nc/oFP4d/xRRh0PUWD6sxlGmrd6LPoNNM3YzOp
GGQABMhL7HmwwhO2wdaTAqwQ2AbLS0/ET+bkA/uMywdEBugO0Ixe8AINfch6UwecVKEo7jmZg8QD
WXlX8KprF17Ie8mjoEsQ99KViDZpOMzP5Vd04h06XzX2rftsO4ftdwKvMBBOo3OkDcd/ud8xov/D
2AGRY7V5MCElGTWSyazdOrDI4yjBrQUAVHBERtJn2mDyMpbqgZ5J9v8cXlgrr1WyNOXDK+VPlv6K
ZP7ymoGFZeXZYFSHQjUtF2hUq8LotRZ3zt2lVlAOQSKbwq0IrD1nDAZpA9pziSmYWI+skfVQe3P0
2CgPle1Po0SfczdgGVqDCKS1ATcEvAc83MtZVHFGhoH0eBnZT0QPaI1miMfE3lnb0XsLQeLLnhmJ
mgBFhvtt7Uf3azP9vn9eV9fq34mIdilmnluB1gd32z4lwDeCO8DY3RfBd/RmrVCXhtJAUO7dMENN
GTUHtypS+IUkGL1fRFa6tCoAVwK8iuAvvYkWJdGAHPoEFEPWB0rtR67kSqyu0dX4gsOmqDRjAJGk
Ye8G8fiGzOT2yCCKxuAN4sjiKYxnwPI4dUmJtWMOZpDa+zraERRQbN8EHjMHVTcvNxVTRyQtaNmA
gyr87M1fMufr/dG5BRC3GLobaBjoWBCxC9chcgaSxHRG6Z5fKyc2Bo4VTLInzNo2oxQX73hQ71jo
IrhcpBq+jDVVUxI22nf61LPf9+ewNjyShEh5wiWHmybMoWfu0DQRQgV1tUOTF1m51dohApAOhZkA
OMLbEIxoPRVKA84j1PIrpybPfBctO8fNHGCol7gWwtXW1euFOW2aRyWEoLjUPUyyx9HaEgGgCaQ4
kI28vdtyeFKA94BSG52g2Dd4lNGX+ztwa6Z11K/+b3jRDSi0xLTmBMOz9LGZHiPr4FiHgeyN9O8q
lYQa17YDeU6AMTjwGtu+nEqiq6DTilDi0zp/m+ZPr/9jbe6Hg53mfjeuBN4wsNRLEVqh6ElmJaBu
MA7ZsJOx4d5uBoYHOgn8SrBBN34AKZjBmFXM5xa8RLX2jxF9ur8dqwJQsMn7QfGunYJXRgBLt0ie
zed6CmzvLVG246tQm4ZEC8KkvExN1Hqs8Yhdu316Aa2sr4BWLpG1t7g10xgWve8Qe0JGBJwEyy3Q
o5jkNZuTiz7uwLqbW/sZxC/ojyzL3q6sFSdA4k3SAPpAp6ulIM1lxhj3zDiTAuQsZf3Yb3aRwckC
PxW4RkQmcGKXAvSmyvOYxc65etasS1VIin3Wvv96eOE6lKMypZ2h2Gc6PBbFqZok/tLtdVt+vqj9
0MBEc2Z8vk4O1fBb8f7pNrfEgQTOAIqQLgwceK6XKxTZA/Cxc26fHectf2hbyQoJMwCRCQJCCFMj
soU3EEpxlsM3tUNn3abjGY22fbBs7aY53pvW70137l0KWo3CBeAs6eCZWUox0VbR6Gwyns3U8eev
UadLgjdr07gWINwImzW9OegQoH5NgIQxkRKWNTQRLt3NHISjikAsK4oZIuKTCiZN5XcwRwi+/3V/
pQSX4z9SkLjx8CDF81TMdlYqdaO6h5R58BXvOPnUPtiy1XrXcVeOzbsUZFgQfACDDSIQwq7b1G2b
XCuHc9WdOveQopJ1OI1J4jvFU24dJ+8r28hfeCOSW8krG54qpCRGXA9n9mLU+3Ej0dnN8IINH80+
a3Q3H85d/ErnS75Rqb+PjwgqDzshWY/So+XnEzB1aElf9mfiUj8hu97YGNX6jwRuV7mng90XjvCc
Owwogbw/d37hOuDZUrYpq/8I4HlOmFaYPxHqQ8eoK3VHHc6l/hgND7l3oNXx/ukV9O2NCEFZ9S0g
RlmvDWfaPQ7stJHsFMMDTYeIHywFHKobtOxUKalW0Wk6E/qYpQd3Pmz9fODGoQQBfkey2bDETQaU
wcMNZ+f4FzFO7saaR/75aDsGvB6Io1fqo3sdOfmC9d251Z+j9DmVfP2tgkL0AVAlXhCHmKwtKKiG
WQMlxdid52SXOgHOT2cFcfeS0W2F2HweiLpy3CGqpKHShV0evDYF3KNtztErtV5cWaSf//elckJL
yvfwKOaA+gDhIrCqH/U5a5pzquzH5mkYfnWOb437rXsNpwMXDbXYcDtumDyLaR4bpSrUM9F25pdB
23wTeA4WiECoDNw30QlUzB5t1IvSfmHu99b9Lms5f3vReE97sI0g24IwuAgaKqtaG9Ecx3oxFe+n
VtffkkGyPre7gDov3AGUEIKe5SbalOqdO7g9Yy/lDJ7Wy1A+ZMaTSSXux+08IAXJQRghiFDF90rj
DA2J3Yq9ZM0ryvxkhm5tEgDbwLdEIhuoBeFtbWR66UyxMb1o0ydXP1StD1rBcbtixdP9SopwYJUm
yVmt6tOLWv+TgWepflJlBDC3/s1ShHC3J92drFyHiNwDYoGnCJVRkmC7VR9cBGpZEJl79wuWFo7m
ZqTREiKcjvh2vuuTXw0NutZHgfb9q7eyK3jaccwyEpLAMPAvuXIFirpuzZ4ATBmDU6NDdzUTUqqk
DaJJxnG3MilccXicOAE6SqYEUb1WJIYFFtSXJPIjRCfinTu8suwyVIf7c1rZoIUgwf8Aj5flUGOe
cF1OtfIHtVnJxqYAULucWeW/c4G7vlw2QJgHcIljLikL5uwzaQ6N7DrenwWCUUsRBCzQEwEe+CUv
9/NwrJWfqky739x4zUQGFyRGiEfhBStufj9Y82g3dnZh5ZNzILPkFK8Mj5HRRweFKMi9iFhvJXeS
3lBcPL6LH5H9VcaGfrNAHMmAQCAKgkCeAyu7XCCVGYXbq2l9UV+7KUBlXCwjNV6VgGuBmB1eZQgL
LiW0WRwZiRbXl2k6VL+n/o/tvm48qvD7AccAmQxwYrfp09yyFbzQqHJJi8fMfdSjL72swu9mF5Yi
xBqLAo6yZbYjZ0I9jNUhl+WdbzQIxgccG3oKASioEmGR8rYwWcdUNK+IL/PD5+jJkL2L12bAwUM4
qbykWkR9kCLt86EAt7T+0yV+tb+/BbLRBUezNby5VmqMbtdFoGcI3vSSe3Cj+LBCHGHKPSiEo0Re
aVoaI6w3COm18lKPDyUKp6ZnMu50GYDo5rxyQYgucy4S+AtiLArE21R3ism7sDkAnQfSLMpGGChc
ZrSXBGIW2TXEZ2GellcCrVxzxVAj70Ja1dfdfdo3W59GQLiZyHihiAZzQDerpQSlL5Qs7gbrEjf/
DPEupjuv+bN5yxciRNVKCmpMHkRYz51b+Om0kXSTrxKgBDALKD1CtFks64zKOXZ7xbIusEDxsGst
37K3GjkOBLTROxmtDuCviZ65NeZ6MUXouWK5fq0OQeOgE7Sst/HKgeJk5XDMQTGACLNwt6laGQPC
jS72IlDUwEx98237VkCBwzdHRJPTfC13W42oOjjRDFpPtH8aDlRWb76inQBY5oyegDbi+gnndW5Y
xLTCci6NGwyIqdBz3ex02Wty5YbzhqLoxcyDBjfkpE6XKMi9VO6l/1rPZGfbgdOA0q3aZR9ZritB
fLpX7lpGLHvox9K9zGaAqMfkbleGi4kI25G0djekFON/71nts7j272/32oECCBcMjeCNgzIUbp5m
ojVdnPNOQd1OLd/i77T6wArxtxhSLrzrt+g2dU3fwYpozqUbqtNs0INn7+7PYcVgcNpyUExyrwlK
fbkHep6kepl77oXE9cHofkWxK1mlVQnv1aN4r6I/hyDB62wWaxZYlJGZ95XWn4Es/sAcriToyzkg
5eIUbTxiDmXQpX7zAeWE+8xNBJzLm06WCUBheRnN7iVXH6bhT5ue9I0YlXcVy8sUoWcRN0fj7OUM
bJv2mWXB1insoJohk3lm7+mORegDCpbTDQOBASjMDSeTSkDmqiedd6nKoNWCEfTJ5kPDgtz8hNB8
80OtD8TwaRqo+n7eHNaBcEhHgaSOGBj+Wc4uSaKI6pliX5Lpqfti0G2EJe+Ldz28sP1qVLRzlmB4
s8n9g4VfW4/XexaJU1qruImiVm+ZRZnjoEFO7mfWg76xjAqfj+HRvwkLhLbpN2iMzJh1vYmZfZk9
6mdF4ue/t38/YiFASaB9M+fXWS5/FsEDYRaq5xwfHU19AMo+sEDv7fDeWxQgdbsUQFhBOnRUji5R
sTfyl3xjHSxfIQ4yeA8KQgmKPABAsKQD6l+iS1++uX5Vvm1eHwDDeM9DKHKAP4XjOc5z11d6rlyG
bue8WLJU3q3+w9fjJcFbmSJILuKLUQShzwAMKRdg+n3eDrqRpDpvzRAE4GEHzfSOYhb8GrQ+arJY
Q+uggbzYLlLbsd+wzXcMCHsEBrE+CKvchE6zvmo6lBIol4mds+zUSI7orWOD4WF9EElDGAJadnmC
LKaAiCFF+wZVu7A+yH7245OUGE2AS7wfI1BWADME/4mjipdCjFHzso50aLFUHZvkRXP93POPppX4
6sbmx1wUziwsNwLaQK+I82lHpLQTd4rwdvFneu7L75uP7GJ8YSqF05UOszH+XPtIrpWyEv2VM4uS
doB6OHLoFhPftWxsh9g1L3YEfusX8rr58xFBQYwG1e0oHBYR8Z1pV9NE8aLQh9L3nU6WUV37fM59
D6pmnCpHLCYzKvRq6aASL2Xn01P59we+/mp0Lv3KbW3bzjN6itFJ87nSzy7o1+8LuLnQwC3AuUdy
HirjNtQ0KHmc90VbvBbA1VeT82oxlFuOG3kaEeZALScywmD/RlLn/0j7siY7caXbX0QE8/AK7KEG
l8Fuu939QthuNyAh5vnXf0u+ce7ZaBNbQZ2wyy8VVqIhU6nMlStBFbKdR6aQTnWIUsW9/qopr170
eBZ3myAML3j3Nc2HMm/SOm78iYROHz4efm+Rbr9edJlI1Sk6Yh2x+3fV6AEZAbo5mo4SZiBklonV
FoPNZ7DmJ6U7G//jAgl2eyJmy0AeWseDelXeNFnfZv7fNy4fvh4wdPgWiPfB4xMWSJ20bETtVB33
ynqp2PM8nWv2jVSfyvlq6RfQUF8e78idEccNiowIThLiW2iWI8xnbtcqaYa5jEvvTD7jov5Vyl50
O5uOVoKgWoPRgJEVQQwdoyUBx1QZLyZDkPTaFqjcZhL12zm4Bo83IVcLVPRdCmwBhYthj1kdL5YP
zyZ0lur0eKV2JaAMAe9GHWzjokOsJO5kG1lTxVZyTpVfkyMB68nGFxwyUpu0L+eqik1q+Pr8i64S
5dsTgO6BANShSAZOpWA6BnS7rgZVIbFjBIgHFTKXe2+f+SHiLZaBUhbvz5yqmlJ2K4mRlQKiQFFO
jXHUa8JpRQ9WMJUBrALtENQjr+1cddD8Mu7Tk4dgMsqOD9JWcAMLZwP5IY5UBhWXYAGb0fXWdlRp
3JUnYlxX20epVPLj+FlCbg1tzVGGx2351oqDsEIrLY0UsW4hC4X6AIlW7201zARuCh6HQHvK7fjE
GefCwBWNS2h4/cU67ahnaXAEOk9kcxGYwnb8TDOSSa1bFrPsKfnsLMdVARRo/NmOfeaAw+3w1WKt
ndYoReykXyaa+EZ9sOkR32XAZ0DCCgDGjq/k1bWaK1lZxnkTWMNXezn6PNmOL5JM1ixfWDJifNM7
eeBXOb6/t58vtutOPZpY6oLhnRfE4HoisRRcjYRbiCdkUUnE0cN3nCrdUqRtRusiXm0w09fDk2F8
hEa0Vv6kKoefWliqW2HCWXWnAuyoXlXEi/bilr6hf36sazs3HCALfCrgn8aLURjfpGy2QWxUcJtR
0c4fSOUzLazOj8XsqBwXwGkggV64Q9YTs8SKaVUbg1qFlae2esf9gzw5gu1Ag+HYio1lmENa16mq
Jjbqj6rpW6VknXY2HXAhXiEPKAmMoPA8ySvPoLTX69jSQ/bp0/y1nUNZXdTeIsFqIEANDwfhS0Gx
nVIzGzJDxszqYMDP0TcKniaocwRjEmoR74tklg4LV6qkjZesCJZwXt4zAd79iFeyuOCgEQ6TqsBq
WHPWxh+o04QFfo6fImRtcPNAJe7LPwqt8pyJtVggMKkMfXY2tKfHEnbUAa+3/0oQTHfvNFrrgm0h
XtPCTx09RHr5pIw/qsMhZOwFb7MN2KoNULoYwcrydWmX2Wzi9HuTXb36HfoGpxJ3JwjDwFXAj/PN
g85RxlRdbLuJu+rr0gS6I3Nn9s7qrQBhq8lE6yEzIMBkF029JEexTvBeEAKyUCMPI4tc4/b73aJe
9UmZ6tgYgtrxZ1lVwM7nb8YXVM2YuyXRMoy/tL46+dqXx8dox9nbDM/F3yx/Nax61So4Rk57VVw/
QbzhMCaPrxD6LQOQjnIoJNC2IjTQD9u57tYxoa/rdZBRZu/O4GZ4YX9ttcn0wbYxfAeaKvXUaaep
pRJt292FGyHC80qz2TijzKiOS3Z24bBeH++CZHiRqRQ+zNQUxKljuwxoJS+83hsfjyqkR2Gwrbsg
8dxmLqKUpI69/tRUvn4YK4ctxtAIY+D5CeSAsMU5YyNjqVvFDD2U/qo7n0oc7b1NxjvBRu8pBBFB
TbA9Q9ZImzG15yqeJuY3lyF5TgeJsyoTIZyjvKm0WukhwssV335O/yD1QbI+7q0iFcCJX/AH16ag
bK02KYkxWmXM5rBu/VTzjx8jaBlv/45KMTAdbFepS/Ic/BSUxYnyKbeeEhk/9s6dg0sAAQ3Ex5DJ
d4VdMNjUeXlns1hdL31R+0NW+W1x+efxLPY2AtgWHX0c8G7AJb2dhT3UqqKpShmreqw06NIJhZDd
OjIZwk4wTR+LCT2J4vYbc95aFo7N8acVemVxT49zQCP7sJ0FAQWQZg8Ikc3z12l8M44vEh7oGBhv
H7xuxfrStkrLRDEcGtP+Z0FOjXamzjtEoOcdcHf8sX7X1irV7Tpds7SI0QF0VUIj+6hOvx5vNT8w
wgMFaGqUu/EWYPfpmUJnZedRncbL8gcZgTrxS1SbPpaxc2jhu3B2Y6R2XRA2bDeiIyYt8qxHrKG5
qIr/Niv+UR4CrthIsiJgwhtUg5BWUIxqLRyjKSCD1d3pTS3b0+M58OO4XSfkZn43tgIgi3OYbOdg
VSgYH9EQOU4uyYCIzOHbjVNJgjIDtpW36xR8mDFTyryfDBKvwDg8t7IwwL2yIb0KiwQsFjIyd/lv
Oi6J502ExqZ+oS6c1JMtq/HYEYGBOb8BojAQJmzyNLvG0mZeHuf6WVtH8PDpoSlr4b2zCxsh/Pc3
vlLKA4cEvepi9t10QSlIDudawfeMokDwQABMi8iJ4GUgzjF0eaFDwFe9+6Lknw+fIqTFAAfgGAQ8
bYVT5OpjbyNcn+N6oIF91ZGBeyxgbxc4PIozzGG/RVVzu7y0qtzNY7ynHDV0qrepCx6L2NuDWxH8
E272oJ3bVE0bBxtNr7rxZh33xOC/8OILhA4t0LYKW9BZxpg0LMEWlCfWhkTysL03eC7AdrhDeUTm
noojNTodTCOuAvKYq26/6O5nD/zb84tjHH5WQRC/IbjXDeSEsE4AYvQet3tx9kcF6q4fx3fhdnTh
cis8NIdGr7cM/mRQla9wuR+Pv3OQELeFA8CfDLwlx3aXU9tspqnV01j1XmflA0MgwJPsxL4I3pEQ
BQu43QRlzly7cQrDTuPcOnfseTWelUQyi52zCsAm4ts8kASlEG6F3s0INaibxe6YB/Ofa55JlGF3
DjcCBIVW2mU10eMgi+v1VaOveQ1n6fDzFjEeREgQ20NKAF7fdicGdUo0tathM9bmNPWaz5o/Hu/1
7iqhGhrYKERy7wL1q1UZCilNGI3hUn6m/fX48ABP8FQrR4CIEVy0M+tJWSlZnBSXVr8ux/jxcPMj
zY2XDzQMb1tcQNv1WdKCsrXG8J33Nn1JmnecUrBhOzyJAWyGWJlAssqtV9DXwaLWPjUyP/2reYdJ
5Q2oVf5qQHBVxMjo7jBptNSLWKVXxwycg00mfi8RJyjk1eggRRRvBTAKlwh0jyxul/OqB7n7BO44
8yDR3/+TwsvnQMAGYh1Rn0fVLEuWqkVMjNBpg97zk+r70s+SK27vtKJElXO5w9e46zpA1zbt7b5k
sdZdvLe+eMdxuh1e0GiWOIk1zNjvUbP9CXDQ4c/H6nDvDQP5gdwhWt+Ap+4Ob1Xba9qPMytjw73o
9KRlZ927GAfZb35vBu+4C4PBzauY+DGNkWRg0sUqFUFh/YsSt3dsA7/cwNCK3NV9ZmlEMKaxaBEP
2lOevliH0QE8KGwjJYbQMBxuQaudNcu1lVlFnCdJsNRpMMnSk3vn6FYC//2NHwNG51wxc0iojQCF
AzN9h9lD3BbINGQAUFUjjG8lnQsOVaTeVvdDEQ7zO64FQBuQfkahDiDMwrWgs2Vd85Uhu4riSyPM
2OFgDPg6UaptGTB6gH4KLxIwc6WsqDA+wpL6dOn+0d9jL3iLFdzNvI5UxDXaWVG7xJuRDfP8OrvQ
6pzZfnc8wYd5IALAmZrA+S8eJEAeJ8VtkHPzlG80cqt3aDN/ccLucZC0WEMzl73L7KXDMhmBPl/N
yZ+sU7MeDmVgEqDLwlrx1mWiD5AaVW/rDStid37S8msh8WL2TBKMNurzsVLoKCIoW1LX3VDkGL5n
wWo9kcIf2XUt3yOF09giG41TJUaVlCT3cuogVU+XoEIF/eqj/W4ms0s7Hhl4AtH1AZXugJTb+lat
0xk6zVwENBrjsq5viveWy+psdyyHqcJ0cE5eDaXcwnLV/VCU6GlO46JAt/FxkayTbHjBcIBgr6Z6
guHXHFUbz81xeAyCeqi9w/XgomBRzPf0Y7YUpclI3AO9sgSlpEJu7/Nvhxcu0AEQ0262MXzKTgX5
MjsHG3vwqw2YGxDAa9A31AMJy6/pVe2aOcnjFRmx9c04vvycisTgzxJANMV00riiS2M56HOst2f3
r/xg/2P+9VAzvKsQaOChQ+HrPa/Xl2Ycxrit/KE6mzJs0s7534wvnJ4OQTDL5OO77EeqhLN6ctJ/
HnswOzsMLx6hKtQyICYmEq/l3jAVCNWjeXP72bpo4x+Ph+cHRAi1bYYXbp5hUM2EORh+KXxGLwRF
gyBvsQL0+moOI4mxG2B55Q1KEDO8o6hTXEp0tU6HOMtKPzd/rl8fz2VvqW7GF5eqLpXRnNNiiPuo
00IqA1rvbfbt8MJSTUbNaNrj8w3rKScv6/zcNRI/YOduAJgRbzd05IRPLwZWu25WewfFqHGuPbM8
KIxrBYq64y8gUM8AxY+yQfh7d29Ez0DBrpJ6Hfbc8Zuq8fPDpdPIm99KEJYKUInKa7iErPZJDxbt
8OhOc0I0HlTSwWOEi3p77yil01Qq0bs4/wqegrn6/nj4+53G8BwHgDIWnqUXPl9vinasVdLHOrma
eYDy5uNQN4SpUIaAJxU4/HCrCcGSkfQLnj6NEtkXb8x9hhLLx3O4UwYuAPyJnKMA71DR4auTVEXT
L5pExWuVBvphDgFheH6Sbxz6pinZMloYHgSHCOP6RPkntY7G6QUZwhp1Q27RPiFJlAyGD85mf9KP
Xj+QgEAMKlDhtnIase0sPKNLFSMdvKhavifuiWWy6oC7kwQBPBTDQ9w8GS2cpNJQZlB6VV5kah80
tQoavBCnw0EZCAFXOvqAo/4DgQ1BG4xVQx/4Mcvi0Ox+Gt3Pxwfpzibh4kHolgOheW2UmOyecmLr
yGik8aKnQQ53Fdxq6vIhd2Q1AjtrhQmg5gostcARiTQ66N8xQScgSLfO1vjWDj/6UfJM3BNhYKnw
EtIRDRAz0qup9MbSZGlcoEuI/Yau6XQ8P16uPREAmQIcwIlBkKzcHiljrqi9aDlmkZzs7wk9W7/e
IQAVWIgCgMrtjh2VTaWlV42iRJn2RosXGMFOpnj8wGycAmw5UgL/X4TgVa7u+rtOMI2ZF1T0uR7f
vOK5M3wTLf1Q9S97Ee2YKojjT0be/BBso9slKw131jEhJWJ+1aD0ey6OXheYDyrMuWrAgcIrfitA
T5QW9ewdBFT/aPXP5bipRbibHyk8SkESLXiZFlWLXrMLJTJ56wit8i0iObd7KwQfFmacY4pAK7Cd
QNdXq9sQTMDITg7oag+2esIlhwW6GV/YgW5cM1SH9Erkpa9O5zvNl8dnVvb9olLUltJXaFMWsSn0
RhBPun89FvC7m7h4ZG9nIBzZNum8vuMScjfQmK/lPvmq/DRi5af2+2dUQsX023+N2l9yPzGuMkZe
vgV3HwD0BnqkwU2/QygoOWhm82RUcFmdgOIECZQmo2fascTAzyIEhegHQrHilT5nU2IXc55ErPAd
/ZS552oMVkcS/tiTgoSpwauneSqH7+XNzW6vnaqjoQTuxPVau9fG/sF+GjLq/F0hQPpjy4CDgOJs
hRDSmqtnrRDyZTUKvzK/56ovK1bdOXW8rpCjFXlHWzHSr1SjRsA4kEQoR9L+runR4DUymvwVA6XH
1WuJTqil1EVZdXBPXPpiRxo9GpTlw6PTJVJpyAyCOWa7RH2alGtDpgQ6H6pWQJXwscrsrs7vlpfI
waLJmBC7UStbyTvLTSK1p36VMf8wEpVnfFXELj3YXe7/bCdQkqk3hhzHdTlpxpNbSd5Ke99/O7xg
sxyPZmutYfjuTR0/t5lk+Xf0efP1gkHJkrJDHXuaRHl5SYwwGQJpc+pdEby9Hgi8gf8SXQWvK40y
HR0PHAyhq1xHN+zM4y40gir/FSHMouz7tu86iMiyy2QEuQyCt6fHcHOgXahUAM+U4N8yapN5Hsck
mgA1TuEjnNv170ZGt7YrBekbpGZ54bYIXzcI80pHbZJIGYLsIzP97jOT0bLubgbnlLVB0wRR/Pc3
Zo/QbqbAAnpRn/vDclHWwFAkfgI3asIVgQbY3PEELPG+lQ5ydhpRiOHiivhRoERI9+skqFFTPTWS
63BPN24lCduip+pkjxMkjXqouUF7/Nm0mYhgOujU2koPEHRE3O9T8+1wUBCGw/v9cIViABYkHFqF
FrhnE9uNJuqnaMB1GKEtjM/d35utHnsFPBgKxtfKb0nJ/JzI/Km9w/TfGSDhspUAhoR0mmrXjezq
zbAvVnJSk3do9m8KFxe1YPDf+BG4mUTbVYgWrcSNrOF5AjY1OR+/HlAHwXuGIF6H8Ox2/Dwx4TWP
1I0oeyb0icoCCLtHFDg8JK/BEwgA1Xb8VFGMIgOCIZqdp5YcZ1nme4waDt55hsc/BA1QnJR0pCu8
yHEH/62vD7b+5B4ztpU74zbgU3dNhpjZj43aQsPUv1FuyWSB5R2Lh89GIQpnlEXwWlh95g6mvSSm
E7lT0Fbs7VThH0fWKWlnDxCO5fEJJNRARCgskroQQxszzYmmQE2/ucXfh48Q8pm8CR0PUIAeYbvF
RT2aSoNtioz5rNsn9bj/haZCWCFAEwDWEbsQZvM8e2WG2MrIQDO/DP6/jz//d25DsNdIbPGiLDTO
5L2bt9+/KEpbTe7sRVN5sdPn4V+nfNHMU+767XKafiTLqa6CwgkVifXesR7otYYEJB6toMETcZGT
k49Ok1lu5JYvJr3Y7VNRnB7PbecqQi4NISngnBA4EiOcSdEkiz6bgAmtT60ezFnYWxeUkYA6/7Gg
vSMGAhTcd2j9gISw4OivY68mY91mse4GE7iXLclrZXd8VBmYsFMGcOeCGSldq2uLBdA8s3pRitCT
1TDsKCJ4WAEFQ00VXlwicQXuilZrxsmOEjSWqjTypM7r02C+Fu+IUSCiDVcQawRkkjiR3GpMtVJ7
KxqI7de974HO5fBWIA6J0mfsOmyLGESYTTr0Kyo2IjK9tMaTfpjLAHlaXq6K0B3C2vh3qy55owHe
PudWNBohXS5V//nx93NzIajjZnxhq0lKa91aMb46naq/WUdPXUtOrgtyZ2/wjzYV5hYeSA+8vvBE
BcOsiOPqdZuugEyYkQnP9lrSy+PZ7Cg53o286Ronur+DiQ1AwRlz6phRrYdgRGt0P/ckV/iOkoNJ
DoFb9L1Baaaoe6Y1Gq0zTWbkzkCh+71x9Zwgc/zRDB/PZUcJORUv1AOEkcDJCPeIXjiDo06rGanr
R9d5mmUwg73xebtZABtBEIo2xsLJqkpDA+uXE9lNlCgfivj453OKIJAzgIQD/vl2+LkxnKwAN1Fk
LpcmLGVMmnvnliNKgEBHnOAu7amnne7lWeNG3XRiZag+sW8KeGq6AGCrd0zkv5JEfgOt1GelIq0b
LVaY174ii9rsnVnAlFD6yUvSkXfbLpSlJmzxFviEFb0u9lmf/ixki7W71TciBN88JQtp0RTARaTw
k9P/MGUNz3enwGlQfrfdvevMZWcaHeo8d6My+bCyp9wMyOESVhgO3kvxPyKE06pTzc6rHiIAFrPG
S9ZIwGh7VxKwJHDcAEe7h/iiYMKF20WcaGj8xgrtbwW8kEpylPZsB1jkUI2OvwD6CpNQFvCizCqF
A4qeWcYL6j9oFpjmdS2ux88sXDhAJ5ErQdpbuDXImjR2syg23hkXI0E4M3zP+HDRf/cRBhRqe2Yz
qlEFBbu4wBmupNCQRbn2tJuXOKBDBqKyd7kFOJA9qgddG85aQJKwa86TfUJRq96+SKOme5uCahac
WhBII9HAD/fNm6/pSwQWQPUSaaOvW4FLT4ry2s5BrUuu2r0jxslycfUh/X0fcNGJ2nbp4kZ1dTXR
R+klB+eLjBVnRwjid8Bs8hghvFzBmti5lQ5mC1Uvsi96+bV3Pvfl18NFQHhaotMO8qM8bQJK0u2S
KXY7EOScnGjGkgE1KNHFHXPlglgOGg/cqYOyh+3wadqoqzu2drTMfrmElS0Jcu6tEbw1F1rIq0NE
Tm+gx+apdQc7sgnwaYpvdGcN5Y+yRuvcqgquFdB7GmdX4nzxYryibtxqJTUOcUqfXRa64NKvaUCc
YHGJn49Bux6PXuBNALIIzigM0jxh7xk2Le+dGVrvhKCCOcxljCW7HV64ReaeOqWqYnhr+DY/q86n
wzYFFzpvOWbAQwSX+HbX3bIaWzDK2BFzXrzqTQru3z1VN+NzO3Cj51Pe1UuXYPziSdfOjazH0t7w
wDBzFideCCHmRWg5mXYxuBZM1leixt7l+OrcDC+WoEwNKye9wfBEpUGbg4lK8ubbUwrUDQLGjDIL
noPZLk+fpe2a1ooR6exSrOepuerd9ThnCs4Qx+mCrxoIVyjFVkq1VHNbZ63JL44GPAUyZOWOJ8Lh
cJzqGS/wu4RhZqvDmpWuEdV9kIEYNLdz37El1/ieENzisOWc+w3e53YSa5cU/M0Ez5ydFPOapR8I
lZjAXREgsEMdKl4yMCNbEVmamY03ZVaUekFhf2irU6afj58oPGHggnugPkcQfitiVVKdjvlsRDb7
hOytNRx/AKBBFCixeaMrDTzu2/E9BbwgaGRoRM7oN45ySixNMgM+gmBgUUzmYgt4d17gH7cSarz8
V33BZivfenIyv3YEgoKBhHV5WmUFyDv6jXcY6iFh0kFypgnToWnFNK+e9WjWA8B3fJNax0MJtxJ0
QTdYqzjoqqXqkTV+nvsvlqyIfW8GqIME1B9PDbzEhRkoTKcL3ELMwHpuzv3Bhq38aQ+XAOgZFOP/
JlPb7sbCnK621RTnKQuQ57sW7HA9ym8JCBtBBoBlovFQ6moZx44Y0aI/6+2vtKwlir23Qjyw/R8B
guNRTMzoaQ0B6hQmz/YiOa87Ss0Lm5FggNJx+7RdIaViltZoix4x90Vfn9L+uRslrs3eDG5FCHaj
HrV6tSacUrX60n9AC/rDNmMzA+EOXYeybgxv0qNs+GY4346HNTejC/6L1dTaiPiNHulfrbkP7dQI
/7fPFzTAMIdiQTkfNmC+gvPHhwl8xwlCA0ROrQnyN2RKhC2mekpTB+G0WjstYSpjD+DbJ1o85O6A
I4GfdN/dqJ3qIiPlbEVN96pmcVW9dO01Z+47LBFsHIdwgtbxjoqH1k3hkNSwosII7Nmv1evjfdhT
BAtBIU7OAhY28XYbm47QZuqsiNVvTv9lXdG4QOIv7a4U7+GC/DmCKqZwlswGfSLtFCtVoTDuU5OG
JTlJTtOuCITPgGfmMWZN0LUuaTMT6CQrspOTwwD4xi3KyM+x/v6O1bqRI0wFhY9GVQHqF3nTOTd9
8F6k78BXohgVaTeUW4KUV4Sj6lreoIR6hYg19c3qE48cAO31eB57tgluPWeHh19wB9vV1aXX1xrB
Wds8183n5B3POvgx/x1f3+qeU00zNZ3EjLLlFX8VxJf1s5dLdl02C8H5y8zVNHo+C2YH5afBkSzS
nmrAPUZylRPNICSxncSMB9aqWpjE2vuz/UdffskaiYjdGbh4TKBFKLZCfEpUnT33bGmtyEr+sD4Y
01/v2Oab4YVL1LB6dXRnDK9pvvaiy/hBdr8esR/YWGw2QFbbBTLXxasss7IAjnky2yuRhZ72x0dk
C7SILlJTwv7qdlnD1YThWJ4rJfXb9Nc7lgd5z/+Mz+XfPEM7fSlVUIRh9dFS+4NXSZ5xu+fnZnj+
+5vhe7XXp9bE8OOf7uJb6qWYJZZ1T4KDV6KKCjPUvooow3zpumRdcUJr96nWLkZNL0NdS4Ts7cKt
EGGXSbJYqWVAiF2+NAGdJZ7G7hyQtnM5HBM5VGH4unQSkHfUVmS4H/XqtdODxTwd32d+gYIABj3b
IWu7EeC7QN5ucq2odZ/soK7eMwMkohDHAhQTvUm2wyfa2tHFru1ILcMl/5JXb+thMl4OiwaOAQlm
RGLvkmlGMTh9VVM7Iv2z6z0fbwXJx0feFHWK8LgRtNpOAfymRp9buHTUJhjMcDzMzyaML6jCqrc0
LXWMb+mv4/hm6fEga/1zf4548gx3P8BnSESJeJvCml2NMrh7q+onFmDkNjl1h+u+kL++FSKs01ow
gEEKCCHthbEglbWLu9e17fjCOrl5zYyEj6/+O7afaff5qCIAcAbmMTxLUISP8N52m6ecGgVZeyPq
u6fcvR6/jzE83v+g3wEY+Y6quGNK1hKGuFXihmo5B2W3hO+YwI0E4UoelTEbjdQxouyPBZXr+tP/
Nrxw4ST9fyZAVuLPdVCUMowCX+Htq2G7RMIBqmqNOOpqGwhdZEHRnLXuNCMF8d0Zjz9/IIlH9xCX
wX6LL/R6qWhWjsyMLO+H+5Rph7FPGJ43f+SpUpwm4SgxNMFq2myEuv0sTThGn47vBJJlHGwBygtV
zAukXpOzZCitaFYjhfypyYKTe4rGE8mgNwV6C2nrrSbQqXNIB4seTelT6XfV8YOEYTl5Ki4ETh+w
HV5dalNxVyCcDH9sGr+ejqMLkX3Fgw33GSekFuNtDaj+66FSwPTffP25yDicdmwpj3fywlNe8yOi
8/oc7Y1puYBVJvH1MSyNv73xj8MbvBEhXJoVYyS1JoiwzgqLjFbSbmZHzxAQ5rFU7DLca8FQ8CqS
HM1PWaxkJ3AIKixQvjvZh944blGRGcWVzK9m5BtENZiXRWFpB0IntDDynUEyjZ1jCgAguPdQ5IG3
s0hfB9fPnW2LsTibnuuTc5jUFMlPG88ONIKz8A4U6UzaSmtqtHfHKZoDdVB9KxuCx9u8c5J4OTze
s/AtOMxwqwiF2o7TmBtFnI0B0QKah6tMle/f/sAv3YgQ7kzaqCVrGEQkRYiWt4g5W+gvJIOS7koB
n5mFjC6PrQoRBoN5PWp1NbCnZmHuBCQ/o7eaJttvjQeWhfsBpU/IvXHlgCRhMiVea7VZIxtd9xfb
eVU9HyrYaecsDxzvxXX+6ojkiHFFu5cI8ihkg5Dvu8MnoKmyk/A+DF1f+KvueyhDngN98afh1Ovn
xJQVbu+sJDo/wrjwexwHQzgS1PKoBmgmjfUi7PIgmS5kDezDlIPIuwJqiCQasq8oGhYsMLo1tU1F
FAq223819YsG7kpZgc7O2d6IEGxMOVXoH1xBRNWeh/wnYSd1/nlYfRzVxD0EY49sh5gJVLQRZKvu
jCYc1kuZXEZT9UtZPdzuNG5kCC4JK7qO9sOKk10EZe33VViqx60AENicJRvZWN6NbWsFSo3mbga0
TTxnn4oSqffPkyxstneqgLLhMGzeGldkFO+nRQc+Ey2IPCUY8ie9uVbjx2Q+3B4XxwoZFfglcKF5
B9jtTNBNbkTwbqSxhcba45WpEr9nbzNuxxfuE1TzTdZEFhrbTkiGN5aHUljKjghAReCacEw8Qr+C
ZjB7sNPE6ppY658b7Wo2T0t2OPLBoYZ4EXNANBKbwn6bfQ9SHbtv4+qrquJajBPEZB9rxs7NiJo7
AHjAV8ZBPMJCkTavcn1Mqrh9Iukr8SQzkA0vRCWWLkvrOQfdd2t9f/XKH48/fuewYlHAvsELK+Fg
CZZjrnO7piyt4rU7MeZn9EO2BORw6xvg2jhJCR72eAXg4tqeVWuEymUM9PTDVws8KFSi1HtL5ACc
gLQ4FyTW0bbELfpc1cqYsGCxg0z21ts5p97t+IKq5VVddYWJ8U03IGu4sECXtY3Z24dbEcIKzXpl
FmpilPGECKBxLchzQcN1kiQCd6WgphkVOwBb37UUAb1R0oCdvozXIiB6oNUXOviWc3p8pnaXCxB+
YLRAlYGSmu1u2wkyaPOA3e7YCaAarzlXnSTQtTcRF9qGsg3TQJJFUGs0Uurw8OjQai//aM4XI1jn
S0skcIv7Y4XG1rwyCAkpcJiKmVlV77NRaXMSV26AuP4ySo7t/Tptx+eTvInKIuvRZ3OJ8XXLX92z
N5+88rDxgAg8CrBUyOMYYuZxtkhJFQ+k01nvhB2oS7PjIUfsMh4FQJTCcUcGezsJZtcqUCllHjfu
S04uZRlSJmFe21unWxGCboypQvEmYXk8DoFeBdQ6pccfsdtZCOdpAYatNzLMwu7OPTsxGf+6ZAqu
YGbdpkbepcD4QxOoy6Uwns3jRopPAYcVZa8mbzm/3QjPGLuk1JIsXvVw0M9uFtoyz2ZvFg6qyEBV
gBsDZQ5bEUoyTkvdg6HOnULUWo7J55ZcjtoOeE03IrhO3uiE046jQ2mWxxUWKn0a+qty/JW2FcFn
eSMiycyuVVqIyJ1vGrBa5dVpAtuSTGTPeNxORNgO3gshxXsca5WcuunaqOd3LBSos3g5ODxysWYG
IfIFZToG0v3qU0NOdXmRcqXvTuFGhLAXBnH7sSv0LHZ6H7A8t7w+nsLu+LygDE8KILXEF3mnaLTp
czuLU9tX1KCTuQV8ibfvSWz0zfjC93s8LjVmGH/w3lLmk/LNBbJXBvHcVYobKcJxKhEazFuE+WOr
OOvkhcJGufHjhZJNRDhL09LbbcvAxu58c4FFdwOPPJeTRIhsNwQri551Wob0cBbPyzlxTkRmn2Tj
CyZ2NAD/smc+PniJgQejkltCMr6YwFby0nNzB+ODgLL7VcjC5bLhhbeK0ROnbQkOEwITzTdb4obL
RhfuB532hgvLl8V9/2w151HWe3z3BHEKPMTwgB8Qb+l+6lxnMZYsBm2S1VxY/pYPfmn8+fic7s7i
RopwhOYpcya9hU2ibmCxa+KFj8ffVbWb8YUj1IFmrEodQJy69WmMCHuaZXwFOxLwCEKOAq8V7jgJ
u9z0FGj0OU3jvvIbVHvUl7mXRLl2Fgl1oaB4RwkAbJ4IVVjGPjfrbACpWJL4nvNPo87no8sEABUe
vUBTIwjhigGnpGnYutBEjSz7aqeBU771g2Qn7ifBRcDDN1HZfO9/22lmVJNRalGpB05qnvpM5ghI
JIhJo9UtSMd+S8j/8uxgkr0g9sYH1y5/DKH3OHzjrRdADaO1SJVpkdc99evHWsZAsju+jYwUEHM7
sFTLHi0NgQEtoubnPP9Z4On4eJd3BYBSFIlyVM7fqTTamAAYqWACpt2FfbIElqwG8d5o8CpKeJII
AvMkraAMej6M6jCPgB4bQfNV0UD1GjWy/kp700DoBxkk3KH3TC3Um9JR7VQtygHaSf8YQRJyfJ1u
BQizcOtkHAH40CKHvObzy3FGOizSzfcLlrs1rZSiW4oWrYk/ZaGMh122PMIxbdbRGisVwyvOdayf
KlVisnf3GJwRgMoDpI1OIFs1GOq5pGwwtag2A7Qx67yPnvaqH3eGsUg3UoRFQt8j1CSisjjyGgIO
0zz89/geg1UDXZyBoAI3geCDVf0K3oPGXSPXLcM8LcPDniqyIGDWAnQXnWQMVdwFXUmaCai5SLfQ
ldgL1FXGeLy3z6g3hEVCbAZcLfz3N48SY13qXHMXNSpQTWzVl0yTRRt2JEDB8HBDtA8cC2IMjgKR
kjsKNSJmfku9X4XMxbi/OgELQmU3b7TDj5OwRkguaxV4PNYoR5PO/qP9DUCqx7u8JwEkKrASnP0R
bMTbNaq11nQXN1ejVfmgrl3grCRoa0lkaWeZeAE/CKJ423rAnLdCqrlcjR60nFFSvanLW/Hr8Rz2
hue6hhQEJ9IQr7Vs9eZk0Io18owgnf1Clt/YG5/XjePiR3nhXZUknVZUGazLAp6ZMX1zVInzsmMu
QNqFLuZIN3H+W2e7OvrqZF6ZtEv0ojt/ngMlPW6OwGEHpAK/DYCgElZ/aMy1L2m/RP01BdY/e1v1
tzw7H94Dzm2GbUZbeRtM+9tJILAxO824ANcMVrA/SPvlPcMDyckVAdwf4hqZ6WArFPQiJfu7BH+5
dxwyzevk4MajmJO79II1zag7LWpeAEQIREF6YRIN4Gu8fTaj8TrKrG0Qi8Dc3fVRmMa27NreiarU
z3GM4pKEj1dIJkHw44c81TuIQFl9ctK0k9qGneQc7UtADg4ZOPwRQSlGYlgVZ2KKsu4ZDlhFX3UZ
A8SOKvwfe1/WHDeuZvlXbtQ7q7kvE337gWSmFktWWpYt2y8M2ZZIkCABYiEA/vo5dN1FSimsUXfM
w0SMo8IVcioBEuu3nO8cDNO/u9ge4dGJ7U2z76Rz2WGyRTl621aOh2/Tp98P1Qv7+Ukv21M86iWh
ebiKFS9C/NOMnoSvRS+2xfhsssEfh7QVEmQgnn7afpGyyaqFZoeku0vZeW5POLmLv4r1tQjoyx3h
6IBrhSPoeGcraUOyLAwEWAGSx6dNV8fDvvle6N3vB+zFacH5tEmObWRnR5s7LBLPwS1KD17ynXqV
zK8GEE/8N2YFxxSSu8BtwRE6uussa2kuHdgBPFa6uW6bt28QsMGiFv0Xd+Gzorx5LUhg3QKq0+Ik
Gc/0z6x9u0UD0TS4oMgDbXJIx8MUy0UZyEkfNOimfxDyyiw8X7bQ54Jvsil0gSzquPnU4PKIbR8e
pK1cVBZvlgEDKCXBNQowEmKH0MV5umyDiMWyp7E99Ml1t4+7698vou3rT3fFpigHLlVcczgEo6Pm
FZc87Fo0n90O+kJ0l/TtBQVPezjad0mmRzs2kT00w1Bq9dG9djy9MAMBiFEAyC/wv2dl/36XZyQK
J3foiau4Ssuljc7ePkqPuzg6xiHLDt30GV1EOPvUWoNnJ6OvoZ1+6U0fzwXgJngZIJ4x40dz0TIX
hYu29rDIM7CWTFE5zeCIO2m9KgvKxO10WqevhY5fGD14Ej6sWByJoO07usPbRYyDUMo/FKGpcqlr
89rgvdQDAigpDAQkbZ691uD1uGInth4i1ZZJpZqfb54cGLEwoTY1Jxx4R7E4lkIaNOWNOzBy6c9D
aVlfLuTNMVcA0BAZwD0IxnRctE+3oWlsPoC8xB0oZLx7sVbja8f5C8P0pIejNebk6vVLgB7mvMq/
6teI1J7fFnAZccwBmrmhwI5tnahJXaxdp6Gaa8pEXjjvxJoyKna/n4wXu8HNh92yFX0cH4dg90Rh
fTTow0Q+eetQUX3uNCI2VJa/7+il4QIjEf4gtoh5PxouENqRrOfUgLf81hvKLHhlwrcJPdqMcC5w
b4CKBXQQx2DWVS6B0XGvD+QhbeWl+BF9U4Zdzj+qt78HrJEM/jAgiM/orxTrRxpxqw7DUqsynl+Z
j5eGadNhxMbAtOMif7puU3jCoQH86LAOXX3fBm8WzYF+IXBZaDvZltZxuB2YsCKZ0sEdYv9yCk6C
uzePDup8YdtuzKsA5R5tO9aFoPPhoT0QJkt+m7i3x8xQSAwGQPBWIjf3jMsCLgfwxa1vD0m8E0Vt
X6O82s7so2UUw27a9HhC+NjZ0e1H5yS2a5EuB26b8n0efpqbV5yYF2YYzw1E08ZWiSDs0a0RpoCH
aCmWAxR/1uSikTdvnwJcSsgvAoIH+OjRBVF0XPjUCHPQHVY/JLz+Z80fzbDII92zVZrDbOs1q4bX
NsBza3xj1Pn34x+dEz6RCHIYtJ/He6PKZjoJgnPOd+btZv+Tjo6rJ4xgadDH6CiStaAlzT8UDsKt
uMPfXAWCjjZEJ6AgqAM9Ji6fl6GhCBmhI1avCfYc0We/n5OXFi0q33FnI7wFENvRkkrcAKPAIq3C
mo+Bfx7Zenl70qBAJhzBoe2/5zG01M5TOsrQP0yAV9faf+u5gasHBWnwLDYdCOhbPD32AH7tY96P
Csod70L37uH34/PsktsAhBv4BJSnuEuPOTBZQfUIqII6BPZCxkHpQbiNfZKvYZ2f7eyjbo62RmYz
tYQW3URTUvvxAKnNr29+EZxN2YaJxN2A4venwxS2sytQ4yhgc+zW/CxZT+Vyaun33/fy/D0gUoUl
ixMQQRYIuT7tpeMRiNFpOB66qAIDTOkFbwamYhnhCkKWbkMEgZLoaQ9rwWeZK/TAHsQ7+lZw3FHj
R4/fq3zKB4fGh/CdC+qluf798DxfTU8f/uiKBhjSDpIE48HLz+cbl56OEIjjp7/v5NmW/vUS+QZB
LvD3MW12mxZem8hoPPTZeSsuXPcuTV6xmF6Y5u0WQsxjK0gEL9HTSZBTMUG5oRsPPjAV5dLvfv8G
LzS/pXpRGBVvNDvH5bJkjbMhMMl00P7pPQS3f9/6C5PwpPWjW24WQli82XRIdNlFdeudgrh6fI2d
8IVZ2CLtgK+BzXiDaj8dotZiw7GM8AMLbpbmhNjbxHv7MD3p4mg1aQXtj1xQfgjy72F4Iab6zQP1
pP1tmh6F6RYlfO4PaN/4l9SctPmZAyHHa8IZL0w2jG84EUhYQy7gOHngwqjtl5bzg1YXfVaq/JW3
2I7OJ2bZJoudIi4Ohw7IhOMUjtfLIfablB+GtNRpJdfTKSh5f+uxan0tAPVSXxgyEDagTh124NHS
wr93nMwTWIaTMuC1GXeAaEWAvoDXmLyStXhm7eC9EAEBKcvGxIeb7+nszE3D/MZHX8nHwdR8qVq2
b/TZam9+vwqezc/mFaHQB7kjXB/gyHnajx5s16zLOoIhp4YzrN58oB+1f3QxrZw18eTQvt8v9bp6
ZcDeuuF/9YC4IwjSUV5ybNb2fj4nS4oDUcv9vHxok9O+KelrVHkvjhNKFMHWunFgHicwgLY1ahgL
eli/eH21vMZh/ew8wUvAB0ZhF1A28IGPlpYfm0AUjZoOXXFi8p2TyDC8Mk4vvQFiNyiwQRoJNYtH
XaTdKJvQWHSBmpK15K/ha54dvNsrPGr/aCUl8RC32WKmgxV1vlwzcA+LG5mc/n69vjhQ/+7lVwng
o1OLT6tJRw+9DHMl5+tl/tzEr2y9V17kV3TvUReRSkyarehifgjycmAXnq7D17gKXuvk6ALJs4El
1GE2aFOSaB+QKyqq1P/+PxutoztkBeV+Vxg9bdJISV/FrPReC3a+PCHYFeCO+gWHeXqAIGEZNlMX
TAfTVTmrPFsyv/79W7y4clHGBy0bxAafxYWt8p03LAtWLqkHUrZB+d9o/xfVMEqCcawf7YxJaBVa
1k0415fyykdY7fftb99/ckdtO+NR+0c7o28a1XM5TAeOh59ObL5vaqPPg1d8gBeH6VE3R0etHzWG
6RavocfvTX+RFA+/f40X20fwFMF5XLUQ9Xo602HrkibsOCyrtQYbqXmtnujFlYTIB84m+MOwb5+2
7/TKQ9limEBDhmoAspy8hmR4rYejTdf6K5EumKYDqnzsz07s1ZupZjDVMAhRMwZiRxCWH82BdanV
hqXToUjOrcM19EpxzDbGx0tpE5FEThIeMWqVno6RMQFk0hPstjB718s6IaV3155Ed2H4CnDlpcl+
3NH2+eNDkPTc9CE6goBGBzqPdff2xYQMAiLLsD0QBtmm6lH7CIYMAZuKzZUsefspoz9/3/5Le+5x
+9v5+6j9YUzBaDc1sGsQTPOqaaxssR/mKz78d14E2A9kDFFS+cwfK9K+pY658cC96nZ4LRb10ord
QKsg/0sxSseumCHZGsydGmF2hN3HBDZ0+spEv9bD0eHnL25OVo4eBgj6gm1LX+RvDmxumwL7GrHN
Tf70uKILbKSs8QIzIo9+Pox3fHmrv4r2AfPfCB6RbkNB19O5TlutB4oqwcNQhutJEu1/v5Re2goI
w4FdeKuPfsZ2qsYlJArmE7hgbhJ99WaSeDz9dqIiaLPBq45jdMsIFL0G18xB0nK05fAaJPalx3/c
/tFO8CynPW2xQFHskU9l+tY6NCQ7UpQb4qyDmBpCy0eH6hSIQHapUZedB+HZ/DvqV17ZYtsTPj70
jns4OvSiHvRjATIrl4M59fn7tPgkLiAz/rZZxvAjALht5BjwKqzXp4uo0M0a5SsVl/Lz2J5H7V9l
rP/xw/6v9p4d/npc+V//iZ9/MO4EaTt19ON/XZIfgkn2oP5z+9q/fu3pl/7r2/0kyHT8K0++gYb/
0XF9p+6e/LCbFFHug74X7vpeaqp+tY5H3H7z//TDv93/auXG8fu///GD6UltrbWETX/846Ozn3//
A8GuR0O8tf+PD9/fjfjeNRvvJoJw71+N/esb93dS4cvFn5uoA5AWgMAi67FVcZv7X5/4f4KqDcWf
YNTANQeh4T/+NjGhur//Eef4CMFBaP0gQQJXD4eZZPrXR9GfAH+hPhgINqCCUO73xz/f/Mnk/Huy
/jZphBHJpOTf/4CG25M1B2MTz7Bl7jffe7toj4CbOZgpIIflhxVv2nV+l61Es5rzOIhOU89L18MS
iMGh8Fmu7XjNycLoe2rjPgxLAVleo+pVsyH42Q3DPJ4p2hRQMQyWoKhmFozjrmhJo2rT9l1TU8gF
xDuWy6S4s44C/JDSNpivsjXqggsHIk3vVPWjpX2pW9F2NzjttHfJAIIu2jIaKWMXCbwvUU0kC06X
nrepLBfGguwsNJ289mfm3rFcg5JIExSiED3Etxhyj9d25Em7d60Zr7JGznmt28zODsVzARu/J2oN
9ARtqMk0F002COPXHbCI/iffRbR5P+cgazrpIMCa7hwIFVFn1DQd4AeZTOK68Lvpa9yNDcSA6LLY
0wlkmEWp+oI2O5cqUNuvGkTV9WpnsZa9t0KNcQqQhaxyL/fa/Zia1tu3bcZ4PUlp2kuqiuJyjOz4
kQ9kXfZiluYCWS0WlgNZOl3iFcg3pVZ17VJDQ9TOSRtU3jJFe4daqHw3Gk/E+7gfSFdHNA9c6Uft
okmJGNZCL+OQmS+8ByFhGRGRkR1tBXRxE+1BiAIXTXxPnHKfhy4HhKpwYy2IjNFtm36gVrCLNR0z
KIkrsERUMwnan9MYD/2J13jXI/UTV9NYyruGNrQqWDtWIBaMLzoVr7cu98tsnisg0Vp+jixtAg93
mcU745M4rEm4Np/U1PRnnOf0Esex/pCNod2ni3+Tz6l/S4d+/N4Cll0XxNJqAavPDz+ZgraE5gI4
ioahL66yIQls2TgzqDoIdPLO723/jUqB1ZP1tkEB0bhyvJax+UM0cRT/LsGa3ejOiaGcSGIxxZOP
4RaZDWvBKPs4LqzzkXRd+AmivQbk9UM0YbSwci9Xzy5B2a6d35bdMq9xyRNfe/u5DRNaJuFgSNUC
j7FbZ96FpR8rb66Q9VGnItGRrpBtUNdWMU9DtT1nt1rNq8FcD+un2FCxgMI+IMCixMsQlDZLp/eM
eKFf+jbXKyqKF3EzzYT8zEOSqGqI+uXWdNDbqhWP3I2WaUbLTjRpAJndWXmnjqhkLEGJ3P4siq77
JPDyXR02YDs4aWwHfiSLguKHWQJOV4+N6D9MXhGpsuXS+zBPEF7a9TZuMijOpRRcim6hX82yDLIs
eoapCD0WvBtVL7tyaj3ys2GhcheqG6D3W5Ao/RD0Q/sJpcyxqJa0b068pMvvkoUWRS2kzD8TNckZ
EpOku/bz1lt2vjf3V7TNGlEuQkzfx85rRelpfFZKmlmMOMIyFxCTi24I7dm10JkGQCGTIXRbi8ZU
yRLLWw/YZnWRzdqdLiyOEaibmuKSjCDpqaice1v7oxb+Lp6HZajiMfWvco83xb5XwwD1HGe4Pg/n
2ALCoT35kxvP3LNIrPRsUkPRHhI+j0O5Br5rdoXC+fZ9bZJQVDIJp28tnmEtp1RH64W3jl5TWQdt
xaqLxuFH3o6x3YuA8xTsNF72SdllzKownDJd9gsT425eguFTkHquqdWox1uL2vIAwjR9/kOAig1C
qTToS5rMbbvbvFu2HzVEvCtksDx03sSydAXlN0jUQXHZN7lP9x683Ycws9O8G0bOvqRtq+S5yhc1
VnNkm4upZfDleRKsa8XTRnY76Ro/36t06GQpZbQBgHrjmjJNbf4JybOiKOEtjHKfBMv4vouGpdh3
yRKeNgAexohs2P4w8yxyOHxoA04ubxRVHCEMPKu5/ZKGinUV/KmiPUWnC4CKftw0Z7KLQkBzMG2q
XqLCkd0cRgxw1bmhd6NvoqwSBudePWNzxxCVznu6h/ZfgyJynye2jtpZfkjXoG9LsMKkorYdqqyq
uEc2EKFu6p3zmHFbYVuvP0B4lX9ioVb365ivl3TDpVSyaIdvsl9igghvypoKA45nT423trUY2+Gj
BO+lrkUYc1FDT2PJymjg7qPRQ9KfmAS6zmWPMKuoe3/suwoAJJKUIaD74z5i+dhDYqyYPmPWFlEl
LWt+5kuP04gmK0pPRYTDtsrwlJ8A7xPvNMmdhDm9AmeiTN53JwjA+NftCo6wXT5GYqp4H+szZ7KQ
1Wnoluu1kEaUtunlWjqxtLfU1+1V5oShFXfh0pUilyKvfMvWK8ADCr/Oo9bg0g3M+pO2rTkHkAml
/9rJwFYAwypdIfKtPsBeCFGDA07vL/Nko69BqtqoSlQhXdmZXBRlvhbxLTj9g2sP1J84JZBG7Mts
4dmpCSbdIaORRHPth6xN9x1ysHNlCi8mlT9F/h18IhGUMjYThC6nMT1MDuGDckVpAuBhLeVRGU2x
O3gDHqcSSGvpmgHP/lnHXfhhxT94e9xqPirNIxJ8wtXFhvNk0SHuPcDAdqQjkbcrxNDwcholqO4k
bmS+Z61wXQ3VR41fBIDoC8Su9Ljjaey9L8ZiHUsz5lg148yNq7MxzR+WljJTdjNDJiBatWrKxJP6
B9po6A68Z+HXNu7IgWufRDtqOOKuvFuD89EO3VzlvMuauskT8rFYVddgyWNGdjGMCFGH6yTfNY1L
o7KVBYeWpcOhWerAH76vie3fzzYMN1L4OVa4LzCLNe8n9SGYYubOxyFYTnoq87lyNp3jkuXAZJdZ
E/aszPsQOmpd2wxfgqixpPaCZL6g2umibLJVkWpUHg5wlxTZbQK5mAU3lIw+saEI1hNwo69Ajyhv
1XtpLCAlAgxJ8S5eiXEgSkVP1dD1TJU6dtN6ykDcPVYpNo2sYUwlNylZWVTOHca/sn1XHKBZRpZd
xjWJL2wIdYDdlrHQu0R44Mo2KWzmElmd8Lv27BTAxmjyOzm07TdldTCfD0kmM9zzVI3lkEvvGgzG
Yqi7vEvbsleO6P0Gu8jLcF70h67zRHu+zqOXnY2xTpcLsebbVnLIgXFcCf1F4OLYlposiV+xXECJ
DEjz4No4F12jfnL4ZrIRhAwhk/1JovXY7/mYU1kRzrBaIa45wODwJzntR1Cdwcw1qlXJJSxWYH2i
1A7pxUqWyV1FMaqFdl5Pw+x7ZjuCy2YNvFx/BPo8XFlJLAIEF20rl+4zDOaenjR+M5mL0K1RcR6v
HmPXUnAJ/QHtm+BsNnkj910fBM0PUCIM3T6xOs9vIjcV8wV4u118HbkmCisV+Gv4SqLhqWe+8dJt
STckleADoW4o3T5/FKNqeqApeC/aesTHlxC7I3XBsvHHI6/rH77NY1/miBXxVzcIjEAhDg4b0Pnh
Udy2ECDw9tQ81Dy2boKVQe3HIFM4O2Fy9lFJg5BfpJz1PXDvMBF9Yea6yYi4+fUg/xdc4Ct+P31U
4v5eXd7x/wc8YeQ4Hs3JM0/4gny/F0894V/f+MsT9rI/I4AhcDSAiygvAIrABP3lCntB8CfgYRHq
4YF+Qgp9own7hy+c/wnBP5RFooQTaU9UVeFb//SF/9zgOb9g7vASQC9WvMUXBoT1iS+MFYrYF9qD
JhzcW5SIHcXXckdjHai1EjLK2D7z0kJWA81Tr2pmYlWpQl9D0tJMuNM9nJhwOPpwQAi84EkZd7NK
93lkBNy5Bpd5o1cfcsMTwMWlWRvp18PKO1tn6+DDpOqyoUxZpq+7cEyH0iGD1e4L3SKI68EjA4MP
Q3WdBAkcsrzewIp62SQWSxgl3r1tmqyouG7Hd6wTTJSagpDMN9r6SNRnCnULNMAVnUmojlcjDLJ3
JgmjWxop73ZUAGACsNP2N3lDx/t0YtlZ7m1G5uj5cBx5f2ojah04r1Aan8LLJLXjTf8RSIrpxhC4
ACWClOarGmh4vgycwPLrNacla7LlW0ti3VbYg4M+aQgwvrvGTQKEjpIVD42Mlk8285LkHZtNvNcG
FdolW1OSVoSFEIsViWtJqXyZf8wkI3CnJtuEtQdj5toNfnQ34dY7kwhI++eJc+xusKEHePtAvYsJ
PgvgMKhSvbVUk+mESIpknUP9rigjsCFkYH6NlnftLKDlqnSov/Zha94Ns5hSGMldvtbAo/DDCuGe
qWTjajTEWHV/0vPM5BWXQR31ibluVpW/a9dMfZ3BsTxX/ZIHtJQ5IWHZ5CqHJi1ZEYKMQC51mQxt
8H4uSAZjCMrBvIwdFVdptHZJbfpIvYsgz/olCycBblqqMnYOj8j/qOIRqZVZRWMHW4sDgxF0FJla
WJYSAEcj7RVFE2mZJzK+T21xN+FcgxM69GqqwDxmcMtNNL0yvABFZBMIeWPzYv25+M5+aHDn6JOR
JcX4jrRc8ROYt+0uzdu5ivgWC4hHQqPrJiHTPTja2c8OQPzmbEF15QkK97uxVqnrr7yUtXonXCi6
SvaxDU/pQKPTZqJ9h/XXpJfRyvV05rgnwp2mLewWZxJ3W+Aa5WXOiZsqH6LpCAy0oBALZy9U+xA4
6k9SdULsW2C4bkZlcwYXxIqo4tZzX4MV5gdoqAawQwy+4O+jkBGDGWOYbx9BnatkbDhoC6Z5lLuk
W/Nvzpd+UWGdD2Y3oMhyuXTBEoHOlGQiLPUQwJJeZo3YUCoG2u233Di4fIxe9nmPhsGsXICcr+Np
D+pbWPlDBXLJrigd5Hvj0tcZofU8wAAp/TFrbmzkj2CV7cNoD0C3m0u/1RC+U8XoVcaykZazVKiT
UToJ2d55pvjCwmGMy85NGnqRgQFzgZnlNRMuuBRTkX1tQgVIxlQUCKv4g/D0vmm4fRAQYJX1uFJo
0CTh6B3k7INEBkTEGhYgYHQVn6ZZlgxOeVoj1rW2VaA8767voria5lAZNIdakmpNIF6Yz7nt6gaF
msUpHwZvqtymDF7OsT5dO7PCiIlTxveeWdlNAUM02blYcnkeiaB/SKVornqUycYwiGGnVkVhqX9d
hG13lzcIc8wlNCQkK7vch87xRl9HS77AkLxe1KDJXrGc64Pqwvj97HBOf8jTgYiqEA4GZIZzJd/B
kW/2ao1RODNkYoahDmtqqmY4Ll/GsRXnqYRRVs5sMldOz/57IiYhdrnXJVO5gozoe6O5+rrYAqG8
RmP6MWvM1MPGggR8lfF/5Ivzsp2xrpivSRgO8Nc6f/1M6eJ/GXuKw3VpdME+zmDKIgobDTp0V8ao
yF2NnqJuT81MSd2G2ahrMBQF615SOJKVVbS4Eo2X9UkFzhwud1Obg34u8ljLysJJBOxWEM9ThCOW
3l2sSeNQIwRz7pLLKc0rFL+F3yTDWNWe6hN2nnk+/8xdN81VOyd82UcI4mFk2JzrrooWhXiMg/sD
bszEG716lFnjykDazD/LWhSN7JmgspaZU8MZLwb2VRSdD6/cEf/dRGBa150kApu1ycMb1y/peNrj
3Lp0TrbrYVpzI04KtgwnwAtOednzCXeejzKtdi/YYK9Tay3kbX2Ag7fj3DT5OxDXhPYqU6rxz6De
Q4ql0nLiV8m6CrPv6BT7tUYF08HDRNIqXXCkOd5DW7ojUusTL2DL6f+325Tb8hEbfdt//DNN8Mxs
u77n+jslP/7GHv6muvu/VQwBncfpjO3rf9lwQf4nSi5R2Yk/+BvFqf804WDBIauXAf34i8Qd2Yl/
WXDRn2B238rcwFeDtBmQMv+y4LzkTx+FMkipoRoVyqPJmyy4v1CWjzJogLXATkTJNIxIKGrj4Hnq
acDPCNJe8H2aui3Yw1x7WYQuii7svM7TxSI8f0AQQg50Z4q1s+c2tOJLFyNbUIH8HMSGhfbyuFqd
cX1tGo04aIszEYTaC6I9te6dK6qhYONHN6LQq7Sun9lukI58Dqk20H5tcWnvGNIRI1TWu+ZhSnA9
7V2g4xuZ+QwGSJdpSAywBshNP1qjU42Khugkg3e+7GKrsrDss7U1tS1a+3kmWYEq40UG7jbHUefO
A6cQ4VpwWqQ1gkHxaRgwMIYsiU0Jgj1g7kN2WDTfYkVQKW46XLnYkSO2L7YWxPV8wtqltMnYgVMY
BHmXhedwKsKv5gJepkPEYtHe8H0EJ+43P11Cv7JRAqulF3nxeSU9+TILPbl9awv1fsgn3pR5QYMH
hs0clC4TzFRFzNIzY+HflowweuhYkLNdxEPwtUa8DclujT3mdq0JlF+CjAkB+WTN+Q3prRB4JeLi
Oo1mLy9jNawfDSGpX01T0uxXkzC2MwIvg8g+9dJdZInOT3z46CdkitQ3SRY6lkU6ZYDYpOI9btOQ
1DPqFcfSalHwkkoDMsDYhwAHFIdpfycKIa5Z2hJXSiTBWSWoWRDLWbPoYoqWVZ/4CL/FlQ7IFNaw
E/UWJCxEsBd+No8n4ZyiRmDO076/tmJR6fU6zoacksVHbazTXgaTVfczIihxOHS7FsEksBVPNIDB
XYgGoTC+IISBW3RANFF4CcLiOC6RaUhJ7HZJq1YPMXLiq4uBFgAZk7T3xn2XptzWQSr8vEb+fZrP
5RB6XyAH6fXfc9eHctfhOeZaewXvS6Qj52CHK2vpTts+AuPPaOM2hwkQrWxH1RyoaowiX184xF/C
SpJoLsC2Rh3fzVxYceqNhrl9tvRIQyx8gWFdrgjZejeMmTSBscYHWkHuQvbnYjDeLRlnZSFMAPqe
UgBDQi4Ih593TfQs9aeEhn1XW66c+TqSfuRVR0HCdkO9zvSXw9TIc2uyBRYqUeHyvrW0MFdCFcog
pGElgmbrFjVc9BA1X1RYDPEDnttjJ4gN50GNyLSX7MEEEZA6YyHjHxKzTFPV+g5sDd3sLNlZGKO6
5l2ryFnQ53wsBeswN2PqZvo+EWOWX9FJQPISfogXnUdrC1/Ma1BTcNIVLnkABl8ZMCaQaUDIffQ3
y6yX0U4gp8CA1E27AOamGTs4VcrvT4qIdqzK19GKy7ZZ/KlClpOP73E34uRq2kCFPxk0Q3k5+o1W
hwJ5H79ClfWEqM3s9+0OjGJZWs4+ZVPVSeqrM+YBuAGi0e1TRMQHcop08zxehtTI/tT4QrL3YYCT
59TisOjOkGOk/JQq5LnAl+2NzTlUepb8ZFq5CapeJnNcZToQDXCIASyGJOq6oGYytqKkjJL4IwpN
B7h0BMp1tYRJ9jmG3YBg80DxpSmT+Xljp2VGsI31X4cwEw+za5IHN1hE0zZ34tY3W++jjPAPHvJX
CBECCR5hi40irvK44Q3ONx+fLimK5bGG1ICZgMz2bm5ySvexBwLAMEG2uSxWnr3vltX/yeOEzaej
GxB9N03fiZKZjNwH4Zy9HxzGtaShZrddysSD8le/OZVxLB6c9ZKHDQdWlAMUIRDGDCTCzmNH2W0e
yDzcQrBsy2Jh+dCEY5NOkw+jRjdc9AjxJgji89V9LYw/LaByTn1XYf8iK9Xbtqc1SGH5loJF1O0s
REwuLiHgJciZyPNe79epsZ+NjxjCRTCS4YYj/zEgWSCMd7YIYlmFCwNZbAjsRV9Q/jZE3imcJWA8
S3hqAGqPk2YXGu5xiIiDhWcUwz7zq84fl09jkEf3xMSDX6eFdtdLJmdRNtZvTdU22r/puiQ5S5sQ
7JYt85riNA7+N3tnshy5cmzbf7lzyNA3UyCRSbJIVrErNpOwYlPoIgAE2gC+/q0sHZn0ZPbufXcu
HdkZnGpIZiIj3Pdevn0UNwuQ0+cwy1Wmm0Onlw7ONOKRi9psB+HPXZd2npyu3S4M2szBI26P5Rh3
t/P6R1EPNu+RMI6hyhbPJd66Pcd1ZH6rhmvVs3cnmz213Q3kn/inqUqQmCMtSKdsN+NFB8d4HpsE
RVI2qTS2+6j58igmqg3K4z5v7jdRmGXFSktYDzIXDfybban9sXeq8S6WJnyurcotGRgfGCASlWKU
0lvKl6alYc/1YIo3l7Oc9xulumb5kg7pLhKNmh96k3zc7aG5ZudwXB+toR5eJy8ubtYEm+IIEdDQ
muj2GZ5sfW6l5b5YtknaVPhMXc0hrmkWdonDdaNnAlsXUSw6d6tBPTmTRor0nMbjjolZwX1ohFVe
DnXdaevkbxaIROYvtS1TN9IhZ1vvbkXe76yipj2p3TDTAMqfwMidfTRruNwtUTs+YpywloMCiO4z
LJkkTOt4jb9TBEzDhT2WbA6jFeZ662MGq0nEcYSdOe4c3c6mY3uLMtVwP7mie2/m2GsPJU4eF7Pn
sREgWXTNKwTdBlpdR8akk1M5z/gww4dsz2+lP/jVD4gWixZg6kaVLV1l7iPPt9/BaasnSdJSdWjj
Sp/b96pfcnQI1zsRoNjddtLjlSU0fjz09L9jKnQwvBEmlrzvcyAf3aILvjml8X6e5xibg29k9xlE
rrJTJSv6774znuYCNZU+honsCPwZAv9Zcw7rQ9wW5zeZNvOiG+yBvR+xO6qzi0JvVDsLCStRNJYZ
ZHRy9pn6BK+tpnu98GNfb/kU+rJLI3syD1YlezfzpGLEw/Lr5Yd2iS/MeZ6KryCYi+1Kbkv52tJS
KQRC212Q6Cw0f28jG+0QTOFYpbMdlx/joroKP97yf0yrYX9PVNCqpomlm+a4eyauU2fx6wmBQ451
bpod0X/nMrrqestqU7P2e3xw7K7JWc4kyOyRSf2j69klepSsEeAOOl+nqd0G+FIIUetrRWf/bUaM
WNMhsSqDabzV8QkN3O8zK+pqc2zUwsy3JwodHYNBus3BC3p5YxVt1xwdv1vv/aSNZL41jSDFIClH
FMK98NO4C0dNFVL5NWdFVbxYRCr8HuzSqIMNeKF4MGu+HUPs9hOF3/qdZUwTtj1xYjcJlJmfTlhy
/DbWLODOldrDel72Vp4FUKaQSrUVVtoPa/urkjOgEVYY4v2Cj7WmOomjt14Y/2fd1bN1sNm4jcfK
KzofDMEYeVK2nTyoQjZrNk5jEnOUme2rnub1VtXzLDIZVhuTHHL88GTSTunWmeUl6kauD4INFdtG
Ue9owtGUTFbRuWr8LMbAD9EYqh/DaFUfsa+CVyeG4UtHagb/0HDAUmcXdt3nhhDqMeXx991vHbXm
XaFUs2MbagHrhC7uZ9LT4V0xltErJu1C0WWH5Sf5/VFy0PWyPzl22T3tY7H6B0E8KuZ9OdpBaouh
/2yqaJY5RRSXULJ0OMxGFrGHzzx7S1oxDPpWKzLukVwwAbnbEJXzIGjVfTFzraWFbS8+Zqfd3AIU
hIAtdqnxgcOSrOZ4UxT0oij8j95g+qVF0C0vkx7ZObXVTv+xTgNMxqobXLVhcrs9H86mEzjyzPz6
qOO4xGvsVZuRTseJRt6H9dz5kwjvx2As34dELW/bvhY/4mlr9rsgHNWSMgCzhmkpOt7R2U5myvVg
au8Y/xXdQVZtDzRhD4mdwV2Laxa9kD7jzqF9NQZs3jmJ1gwWL+0+zAc2/BV3ZzY1SNeik3XmrGv9
UfXG/irdjaAPFKqwOMi9MNeTNXOujA3CD1CLt95MZO7JY+ixZrMOt+qjajHi0k3I9WfYD/OzcWr9
7i7GstKa2/lnh5pEPv48QQJ0UuxZ0nJVoMovzXO9tzREVs2jk80Uqnd+m7i3G67Hq0J6GrNzXFNw
cmEvXlEMm5VoGC2LAwkllT5rk92z1rtpAAC88j3p6BlSq5rJgC22JGCENfCnX2qsqner9Or3cUym
FyJQ9woH4SxXzlGAiTmwzA2ReGjvVdz0b7Q3csnaeJ2/B4M/viQ1tqN9gFmv55d5qYqJa4D2jX2p
agC48VXz1JgkfLLbznq3k8XrieGpgpfdhdOhAXZ57DcT7/URj3u+RwFaq7Sl3LnZVqV+76sxz2Yp
dpzNEUCOjn78mstAr0ceLHUVtcSepVou9YQhzc52bG4/qokZtpcXqZPujbGKIIIfm2AHKqec42Ps
qGXBOZCSqtlw3eZ704ZPk+sN621SR2GfEb2SxFezmqrxsK2UoqtlSiCZynI+K2frZbZ7hV/flTvk
DbssluB8gKnlWLY79aCqQv5Du8YFracrnVtTtiybiZhGf/aDmWq9d0RS5COU3cfYQE2e/LFsvlMU
u+4tAACvsZgr28tFM3X7g7/STaVJMWl0vnAaeEJcuMKDy7HdZkO188EtCQkiRIS0vPkbl2qYC73H
ZQqhGfWHWFMo5go3WNwkIAEY583kx/fOuVzlN5nSfjXuVFNLQR6wIywrJin3bB3iTuTevhfuM5Rb
9aPo440tJ0PQTOrvUxz/cUL/i2CR/05Sgwyu3v9vJ/TPn/iLCQ7Ae/EybQQxm/yA8xTk341QVDSW
60UY2DjZJByclbe/fFDLCf/GpkqbDI1z7hkCG3NDfxmhlhvza+TCxH8ybchGCP43Tui/jUqQSHb+
h7WeDHMRRhv9GyLeu3zTm8tJFS6DczcaFBUn6PKQAPb/YeQgdM988b8odtAAEaarw2ADYXFMFvOy
/isbQCfibMP5dLPlEEPzrfq42nzpWipjZXCgJkgDutgM8yG8tRdJmxua9SFSov3VA+zedjY+l55L
dRmroLlYmLpPa1cxlFS6X4lFIdf35rnqEu9qnEfrRzW70wE23v0BXuy/elsRP2Aa3ZaOlaSBCZJ8
DJYvyKguXTFvPzggnCwWxYvA/anTsPd4YTgEi3SqBCc7O1zxLsUSLt9H8jsWV09fwhPNkJJl/x5z
8Z+qBO6uGq0xJXjvSi6bl4lOLwiAkUqyYR78XLCs4nOLVUj3QROslqH3DttW6YdBR2iRPfkqZT5v
Ihppgqbiay+aHY3TFAgZ7tgdGi+Y6P4q5RXWMD0oK2E1Tx6pwpL2Q1KGINbxRaeqToQHbw58qa/s
xHL36biYbovWq8jE1vqyuZJ+FvWFQzxZWQ33fSBE8AfU6fwhTYFHzAVJZywhsn6NRjsmL+zZv7Rj
H5jN76YtTLtxsl4TCKW7XYnucw676t6ZN+wl+r6FxeHOuEwZwGDwNu06TC5lr9BSk9LlNXfWLimu
gtKLXrauTazUTDWcUbva5mq2hrA4OkMoLnaxjASYrKid64B5DPQygn44CCQbXvyw94COU3zuXe3q
+UzkTFcWG9htwMSFx63QKkqopm0/ZJgjIelvkPPM+iLVgPYlfGE2HA4Ba3kn5QVYj7oor6K5x2m2
tlqA5u5D+zMIu2068jNMj7UdrAnV4jbSNtlz+DvGsdwOu1wkX21aG1C5uPTOPaJaxxTcFmPft0dw
SG+zyyLrmsh7hixEHELyiagLVWt9LWIckKQq6X7GfWPtpyQak+fJi6wibVwq29Q7K17ZksRwsMAA
ydW+VoKGLvLFnHrAhWMmrfOT2yFws3/Skd9JEtD4WWNsNHhkxNq9gTWV59896c+dXom2MxJNxwIe
etDD2sgZ7mzw9XJchmSbiruRVYqcCxxKWz9+NUPslwd7KtdXn2a4hZ6zzFXvymbPvbBM9JkSdhGr
LOnovLXmtrzSwTZ0FxhA6ldYe83LNpTY39JzzIRavvDiKGY0dX5OsQMcFI29plZYGXEYREQ5F4C8
8kxU/mU/CpsXVy4Np0hUx2T2AS+8D6UFfDa5DeVb7TOLktPZcprw+KjXZretB7eOmviw0ud93x1/
q/iIQsrT4prdxc/imUlXJgbuFHF9UYoCreASGGKgyfG9iW5jnp/GtnWjy6kjVJiuEyeeMtraqPvX
oLpow7Ur085Q4LShw1TsVlVz3raoMBeMW4U6tTo/0LmHM1b/sBezfkbeeEbwMNMmVKRWkKFjWdYP
MOLqxSafungBXfI+jRNAE8pJ3g+iVN6hW30StyNrqZh4tyN0+GZRhX/UKHcWMlVEJe+qOtdbOP4Q
/bqH6djPpc6dQFWgeMxb3J9jBGnzHfLg0ybpi9+Nx5KkvFaW31/tg0ZonkW9NPkwSa/MbWW6+bvt
b5SXicK3SJdWQLLEXjWXR5Y4DV3urrpEhRJL5F4l3R70lxrpY88XSEvnIpnQ6g5OXbsvM2G6Xra6
yYKH6G92Zun2/EFyfbu43jQARxol6xbmO9vATLq7trYeqe6Kj6kREIkhTUacwkAs3xqkHpF3hbe+
0HC58sJphiVOKUjF2bC3ioK+S43x89iQzpYx5BpeB3PHOUDPYw98eOXys6VIRjGxMVtuZBKo4q0z
RTB9xYPTqt96aXfz3sFMqkPjah24wGXOOtwnMPHx3dgF1o6wGrQSE7pc4rNBLnt7fUistahut7Zy
Fp6tSOzFGTR1qXQDwR52CunQi0j40GNnead52Or1O6+zY12q2IIHSvFjeoBi/n5xUVZWM38rys3n
RzI+znSUAiUJ7zcbbXt1MXlh2DCyMS1WjFYXBVt07LRHqACNYduiblqzsxORO1mCEwkfY3yC9sWA
zkCUVPwz2rZ65HAuan3fa3/1DlSKLskjGwj2CZIHLWClseEomQQii68Jsr8qKqcPL1D2/YjoxppA
uXR1O+5QLtr5RTll051sxEDvJGZcBCTIP7KBjoAzQhp4BADVokrcNyOfjou2geO/tKRCKkrRdZ36
01sdnTxvYzjZeTskASud+27Q9ce+TO702MNuujebioy6CYLe0Qej/I3WxaxdVF73I2/oSSy9Ek92
4+4L8zv+Up5crHTFdz8Oe95gc2DmQx/kZYzGdMP5u65f0w6yfViaQgV3KyjStSk5X7+tu16Xw9hA
p/MKhaa9b5LEmq7KUoQfveMX28HqknrOoZHaCP5iJNVy3jz3PXDWYv49bFqUv4DS1Hzjz1IX111Y
R0wtsLO6tskZSKYyWzlG7QhObNPhiUfF1EveD/6wBVnpF7t/Ze/bJwKFnxoD95LUlbplgotygSpF
McGy9UnNmboHF7NkyU1WKxZnHrqtqjPXYyYTNJ+KQwTFBQmAjwiN7evaaF2kQgV9Xu2yygtRyltq
BvM76Gx0INK+GJl2rPHot/bOJxkqVw2m/T40qjy6swYH7xfablg0P1+WVV8S6SpPxob8b5H5DtG0
9ZdkT+8/26YunXSGJD3EAGqZOyL3bsFUtWnhBxZZjQa1yjU4lVWyHgiuuWVMLoUhji683luvHQfc
dRmjz35rlotymsIssjlJmkL0R7CeggkO87nPFjuzXSamZtGUMiVK4JmhDwbZDepQHUHGDaFfv7Rr
KV5NoxgG4mctQ+i7NuFNlm6Cdr4zk8EoCEWmJYM1LaII5bEOLny63xw2ddoOo5pdHuge2DsdZrxa
4SfyaEe79ZGI8J3HZPxhfMfKvCnSeKv+fDN485oBs7kjp5Uc8tKb9x9bx7ZRTr7+Soc6ODnBZH0U
vn/NquTpoM/qoto967sI3TLrtW6ualD+hyWcuyJDFmJ5W2GzCjAey99z688HqrmOe7L1cbaTKrid
0Eky15c/m4GIjtUgbhA+aN/3wloO5xDQSz3ApdRlyyyaMNuNcGJ9M031cNnKgOJH2eGh3gr7WNoJ
GFFI+TR1or/aRp4YcnAHL2VCqLrG13owEy2y05U4GUUZZMLq21yPNL+NaQsMPPD2qJinVzaS2Fll
GffGDEH/u+02hkS2MUp7z3dTQjHJj2mfXAwvhvYtCydL/PY39lqtUGVoG/uBv7ka0njo5lNU2dtP
Kcyuj2XivwWUuDiGoblsW+ZBqMEk/l3MeGNwmKw4/DUnIvrhGa71KBmDm5CL89Q768/IDOp1WwLu
j2b2rqSJCOlQuvvUCUqvN07dlbtLxoBK+ZBoZ8vKlW+c/T+oiLta27xmP3yEp4oAylBP+JRU7NhL
2TjVfZERENa5V4fDb3d0q8vOd8XBnQOsxrjAUkKRYgTS+B7odG+xM4rtA0jFflv/mU6ZDy3sM9NB
lKekJL7UoO/0ODI4WE0TXDKCYWqmG1c7d6dt/l3r8h9rzP7T6//XOYzg/03PPELMnH6pf+v2z3/m
L+zZgX8hJcPj/7TuIdGF/+j2zy09yVc0dIyD8mt/iOi/2n3+FO0wUigxRsRE/2u3zy/ZsMoMmkBT
uyE9//+m2SebgBb7ny14QBqk7ZNDQo6Hg4AQ/vsCVGBSZzNS3rmmWvuU7iZ+w6QL7jwk4yrVQS3g
snynmpLHaElGRtZGnTzaQ7B+7r0EmizsuL7a+1ghfctYPtPPxIZPYE1nN3be8yIq1z552mZUtqx2
OIu9ofDq/ZU2YLAi61pHysan3ubqaZ5s/TY4a7ycdheABCeCed2byiptejclwVOHII6nM052FzZi
dg9G6/gtYWqyJUa7WDXnXs+oYsyKSYe5OUZVM79aFYiP8rY1dUFnaZ5K4edhwtx0FrNz1Ms2tE4q
e1AWgd3WDtORv5ICrdcen79Bx2efwxYf486wISVNEyXpXvtoiAW4qTjUHhZmssXAdgklLPfUppEP
qVKANQWeUJUGzbjozHLXqM+mZanb3GrM8tjbk88euIihUeRdtnB38+In2U7HP6HLDcB0ytG4rpiH
Vn3p+eWWW3a8TakHTPoM7hsZUtp8/bziv3t4sdqqcqC7FgNqqCsnJ3FGtgfPW7jOo3iIbitr93AY
RR/3TAHSP11sUd3gc6wl+UlFPDTmwpJduSFswIEwtOh+Bg6FxjHxeyMPRTVsTMiCGpxbxa62gfNW
C9BWNu6axsqOikwDc8pDbKz9cdrqzXZ+ji51fzr34CfpsiM4XjiD7+4YDQvc8oqJcS3XmgYwEugr
2WxHvcql0uZ+qeziSsFc0CLaGL+pKpM9zqEgufaaGhE4nbsVIv8/SOBfSOB/q18evlT3MfyagAL/
ZzqQv+nvR53n/M2zEfTIOnDcOLHDf9KB7t+YzuAYhEgICdo87/X566AL/nZOMWD1ZcAAxjnX7p/z
HRYn3XkTo0dUEufkH9zwHxTj/0fYAUkXZ+Xyn0ddfI7Y/RN74fA/1uadScR/VRup4RbLMgny+GZW
cUiKrWEIeq62vvvd2SMo0YgTAPhP2IBGQFodcbAH133tQ8Sj1GFOv8B0Ts4Nm+01zOjhkV0uU8IY
uEqUHA5C7Xt1Shg1+eEja/4K57l4KBuLwQqvwVnICeafyQAYZFmlg7AdL8VAsS+DoKmjrIphB1Ie
5y7M9s6OyfUM1+raL2qo6SWZl4JJAOM+W+gZHqCSlE8j1nGRdx7HaRaKgnFqbyFIAZ58H8rLeV0m
5u1KfIKsCPfwg57EvPKiM77QNWGDvIY3+imGqEEI7LryZrZrZi6mJpQlWE00XHVejZiGcwf7PsTQ
X3mLxrUgu2nxVHlV+0Em/T5fLEF8Pj8RWp3UHiEoUOeEhV8EnId5Y7Vvs79v4cGMjnuyqfV26Mm+
PQ5IBzghwbQ+cBoCyUDIUxG30aqfNfRGn7dTDeLtYHfybyTfMwHlrIDlaEjbiSENmCt3wpBNNYDG
y4oi06SkEXBMxHsl32K/U8TgugNfJ5KL/3uzm/27crczwUSexL1BIPMvgFD63xGBDHAFhCyYS93v
bKC2hF3tx2TTRQuwOXPzkJ/eGQYIh4D0rtGSvCJuPT/YprU5TUPLhsZogrcqWrCj6maKfwZLOS4n
t6vxB8U4fjRsv5rouI39bYc++ULIWH4uHhwVT4bYsYrBo+9KBp0/o3nRDuITKmtqEkRWboTFmQ5z
7211vjMVDtY3z3EIMUCtwTZ5QUWd+q1viUu1xrBKWVOtFakyoGLnqY4CS1l12gajF7F9DJXde6dF
BdYbqN52a9ekAoqT07dlexEOfYGSTrDb1eAVSZgCNG72dIPTV7HLd95Z9+5LGBckdzZzcBesFYOf
uK9jfCfGSJuSd6Id7GuNRNQ2mdEqELfYxFrki83gNiQI8g6CSzJ4R7kEzXoJrUnYKQvAwOveNtfn
50yY/K3yruFh/LbXSbJc22Ul9ksxJGAwPUMjM9+xnps8kYwzZTRCbnfVo4mOzOaEXpxNDb3wIRSy
sW8sFAz3hVlhv3jYIQ7oRMLZD7JxiPcVkauU9tMiZbhnS+uW4o2mr1I/Zx26661d0ot9m1kSEry0
XZXIb+0Kn+Gm/ax7iJWi7ut7GbVLeTQs4vHvbcIrNL1AL/TJNmZdb/t+jpZvfdO6SBPNHCW8YIll
cRLM8erl67it9oOv8WWB8+qavABs0O81byJfxmEaqUrF5AWvkgGMIp+VdkaQuip8V77q0WG9vQ1f
C2QLSOJ6lT9Xyw3XzEoGQy7fmSzdB7XF10iBK6jxBF2omGKfLp12nL4ImFDxzRo1VDCFAiPMmqEz
1veEisNJBcfMdERz9OZfW+nvD6Kuoinj3K2rA3RmX904WvkiDxfmbu5tMk7WTHaxfxetXdzQgAmq
NuO6kve95FBiKo0gDUEW5XUlwnX9XZwtCRd5Zk5JcQCKqTze0hTk8zzsG1juA/R6rR6CuqruqwZF
IGuAUCge7bgdMgbaF+TrKdjF0cZMv4PNHj/2CunJb8oe2Ke25+MamPW9KQjooy1aB9UT1lIRVg5a
NZJxYUYSrb0mdMcD292HlYmQiu8EAzWy8mGt5HiX0F4yAt+axk7l3E4iY56YF8sCfQCjEw4zxz7O
/3eegdE/VbNflKCFvropXeDUgxWWLA+ATYraQzLL7vvEIpeGUKxeJ9tvty9Vc6qBBcFNCla5ZEss
FTRMV8X9aVlsecW4iQboSIQvbhuSJ54QNdohN6HLoZsIm3njJoyAPaTxqkwnlocSUFYV5Mbivcpo
c/k1ROlXP6zDIF+3tofVDonAuIf+6K+DPZxk5jgqNLyBbnuG4vcyIdelaX+iv81b7izlmbFwqxXm
qY4egFCHkdyc2tlunL5obis0tt8dbECUtnGxgwNO43rSDg/eRegtCiUlLgubhn5Wj6KIAHYqM+OL
D9w5zFVFjoky31l6OD9v6Wgh5mRKo/r8rTYSfSEr66najix6xZgSbcKjhEN6dhpEL5e8EZ6UOclj
212p5PaqRw7qvCRZUB4w7kGh6MUpLGNPlGE6qJFJvsIzOCZlOUdPxivnPnO3iEUVjNQgwvHkehed
xfBhthvOM5DCmXjkst4m/m11NmijjRLu1zhIWetWY5hN0PjhBUBJrw9Vby8tgs1qOUB+Y0gu0SCj
kwlwYRkS6uNHt4MHTOd1S+6lb5MbIOuqfif5qGyzda85zpTYux+j6wiRgd94T0tPoFfarHL8zjNh
v9U6GMfDea5uT0dejXcqmsA6rtFkXmW7qnfypiL0xNHFr9rgu8+PsWc9lqNfvuyNTj4hv9CIKQGa
EBq8OIcXkAI+ATsom2uzjC/RKfh+Gunr4NoeNG/h7Myko7C6m2HFJF53nntDyttIhnmbKxjV4CHm
M7MemM0r99Qq2AoLOKxHdQ2YREDQoBzrqynGEK9tWmufiG6rv9yLGHW/850izOLVSV4W4mW+z6YJ
VIYzxNhGnXTDdxe2K85qrusqd009/xCR0NPJ9F5XZWaiuALOKdoEBlOqsyTI2TSgUmG9lN3spY3l
KBj5pbWr3O89fruoCHnI2g6JOq10T53SGCKkjwWi4fVKmlF/MZ5JycMKOraf9mIX7S3oyPa6DJ5a
TsGy7L+9geY79ceKMA74FqGuRxOH5vzs7dfh4PWfABjWc4Nq/1hsBVlM8bQm7z28nZ9yRm5fNFJi
Puw8mK/CWIk6rrvlXQ9iHhkt3sAuU/5jdbGYcf/lDXNMkoi0yH0YhGfxjDL3jnS0MR42OxHvz+aO
0a1c5n7OKsNhQnoJ9Dsg4lB/84ye3FxXWlzZwaI9GNllumspZz/XQvXwXNWoHsZB6rdkMfVnMZmk
OdhLBKxlFq9602sBK6wYtXuagWO+iI/rf9SYkXTYu508DlHSXLEbe/5F+Sp4/3BMPriVh7sOS595
B3K8Fuqfvv5ZBZXz22Uy+AGxcr9YLdXxHTMZ+rYA+d6Ds7TY6530N2BBRpt8xDfqMpzCd8Ch4nmL
ZPArmhE4M8NY2Xu/D4MkmWRLrnFFqK9EKcoG3GqAvOJJuTHQ7n7WlTU+ae2tJN+0k9yxDGzGes54
eXy9Rpva062ojSa+wCILhinP/j3UmmwUePPIS6dh7h8Ly6wXqjRkNrSFiX8Mvu/O6AXDjNa478kD
Ux9BlRGotl06HPmwDnEDRdwXtsXVIwHhWw7uIqNFjyiYvHHp8tqXwZBDuFrPbrPA9+iwkg32Pt43
Y8doMUcE/umrZ4L6zSctviWSBl43X8kgqVPfZe5bGLV+hJDpjzUnBqMW02TheVLkP211M4Dq7fXc
HZMp3C/2XXgUCxIvPvOKkZwiMZmQOZSA8ei06cuqT4WwcXD7AJ0idTFK0ZvJimvxd5spIcht8CiY
oZ3LdEcpXbKhbkgawTrq64zAiVil1MfWoxgF46fO2WTkjwgmnmoCFl3qLAt4t91AApq48HJQqc2/
MVK06mJI9pB5VEuulJfhEj6z0Xd08MUWTNZ4oWLPlkn1+JjkxDCpqeruy5glTHJBrLZNzPXAKHi9
JdwsVujVvyaeEoW6bLh8+mmx34y10gEuZT+GnA5qDLCgowmCweaL5tVqvBfe5/6H01TB6xBbHnLF
DGxmWYl8EZM7u4SPJ1Ocw2SVP0tV6JiBYqvcv9FbdupAB+bvWYt5+bXbgIN8S4wKZ/2op+LIx2W+
EF0CjyAY4djSHY6X5IHCxhoYaPU6ZBXyYyiRA6anFVPhzDVoGbJv0axqY+UHY+kcvgoQnWFUt7+I
bcWAdgcjMqVh00ZW6s+cNccxkDXsdFUY3pqysMqDDBzVn8bNkLXjOFN8rGsfrScIJwwHIOcEi9e3
NJanu8/DrRVMoz7JZFQ3EZ6Ue6yL2OkybSyBXxdwlDFnv6GYycU41REPgnozWhw55k0oWvQ14Nvw
QXpQhwfPKmhJo3WviovOw63LjCA/D5cGheik9kZUIJHdeSbEU2F7CeARM87TNrQINVjNmto7ziOT
GCKZDwE3i5cGnmnbE8XM+AgdT+KPCG24EE/2WOx+g1l5kH3PKbsUQXBLmo8XH0C4rXujKG1P4wDn
m27h3CQ3MwG4kAZFzI/WrEnyWQ8WKwt0dO6HAbd6cezpNpgRh2HdrhqBa38h/Wl50rKZrVMf9gmQ
BkPH7pWLXVI82YnGxOyrZtXohZJs9AEBbkg3yRgDvL8N3r6PG2EFuA8+KH7BNQRTWyXdSUserSPa
WQXwvsQ1ZSepDbR+f4Z1RslsHKiNo8VhCQTqwDAvZIUtpZzjk3JAL69Kb8SFGZVsGAbSUV1eulFZ
RBcFF3N3K1ZQoIv9/7B3JstxK1m2/ZVnNcc1ODp3TKNlMMhgL5GawNRQ6AFH33x9LcTNqhKp+0TL
GpdZDbKUKQUCAbj7OWfvtVWoMRLlQRxfsP/HIe/3YjYCXDm1B302ITVnQ1KL6ZzS/GxUUmfTEnbj
pr3lmE1f2fL8yvoR2BKgkvaYbJ5QFM9Y/40wq1BT2uyUIstnUAtns5Q+G6e4wLTcYSSu7e18Nle1
ndvWOC6bQDPAwn+VmMMs9sC6Cn8DPw+ZF841zj7tXLrqpqNWZ2YpY0IwmQBh72onqKYH350YhpFu
ggXMmBc7mHO2hvUWT/9dg+sRBnuWBu5OK8zbG8M3g3KPcCaQzNBwGdJDsqBI7Hq7a4YDfn453Ex6
MvtT1pZdfhSsEdmdT1ZR/BjIKqPjGwf98ML8iOcR3eo8y/t+pti8whGGOw5UYTPu+oklftJ9nVwO
PNUZmgjtujvbj4PgsdNnw12hOtqlYK9wRVWUuDVlOp2TLQ8Ubr2FnGSt8ymau6u0PTv6/nb3nZ1+
1PA62VS510YXFpFTYmtlLc5AH5REtWmiWDRbzyv85FuqS+NZyTyvLnXZLHYDS5XjZuIW5ztF37y9
qu1matlRY7IZ2ym0F7phN+i9Z+dUmQpJCt2os6/RQgVJZLUTm+Z2GAg4w4CB9W+LHF/Ha68aPX2I
07xrDmzwHU+aW9fefUWrO7nvZIG30sZAle9laldi5w4x/sv+by/m2ZdZnj2atj/aV4YaO6ZuZxen
Pjs6e4Qi98li80TQ5+IjaDRghKlbnKD12RVanh2ins6ak1pso+aIQH8F07D7olqkvPPY4I6zzm7T
8ew8LbjiclsuhtQwKlnSBshjD7EwA4TSMzKQDWPGil9mxtTqmaWPqGcQeF1pPxbTlqElR806lYUC
e7J4Yx0m7Le0B9A+Il/yDrTekN3jWPPC9dQk+YsaxzIg1wDTLZysfNoZFLrPcY0p14cZhb0X2YOJ
yLiUX0TspN+ms5e3ShR8mODs8UX51l8KRjk12jHuM6vl4ghGLEItC/QRXbhT4/XcWLnvf8mMFnXd
LDxOK+LsMTYSfB6rGmPED15+XMi+XBzJ/dmdXMeLU3laTMugr3q8yF6NkY8T/MhRNO2HrqQbFqZd
cs3LtABhpn5sh1MG3qvL9nFZw6VblyaVMybAImJk7hkgSMaVoT3qNuQiAgMq6STYNuhuJeEjbgyO
Fre18Er71BjC741wgzwx1bvUz3W7M73OpVdruGGjH8wUAeeK8a/jbd0gSYfvnZotwaAIz2BYbyLw
tBzcg7iijCy60SweRZkjz1L26HWbykMZuMFWUcQg4abahKEAErWa4L5ElnaMneMBVVlHPaIQdHKx
0bED+Jl3kUkbiUpflQzxqQUhzTkpBRzetI6u+N4phKvqPVOcWXzts8nv77MQ/c2FEwWuw4/thfK+
SIG2vDa9E3BCRapIVXmEmu6WexoDJiVMXoUuOw8FcsRykepBdd8jP+qHaxOZSPRcMwZkHCZLgc2Q
Pl0eWvZqGCBboDSs8qkiS6Gegi+thWjoMQ3yluZlbAZUCYxWPBpjqwJhJ+pKWUBQeuZAHTWPbjir
ZI0cQkU/rNhgeoS4Khq9B6l9Dt8+NiewQE7rw8WJY3xtNyGPRnnPhhS4FWKRRGvINFULJQ5FamKH
01MdgYfco5oq24QhnjyZ5DnSCSOGALGtM19Q+qNKrCyjc9f8cPkhgB9UoQ6FoLxpo7HHWTNG2SsE
zupVl7H41IqETk88VGaxtSuH42GMt06zuI6JxrKG9mTji2I2DouPt9jURiuvpG5rcZlhCEMJrAGo
rQfh4LAZbeCKe2RuApJlqDknC+pwVjFDTw8NamB4gE01tFiFuwwNAvebM2yVAqapwA3nG1TXKcSR
STRgl8GUIRDuzOrZFzr6AfPN9eklpcYDugAf4YXQubWd6DBhJUl5sQ8FGR63vcW/tA4Go72mTRQO
q6ECRMpBqY23C73WvS2sknkY7X8EkXUIzo+R55D9KFUxfmpmfzA2caa0WvVGNKLqHRrNIE4G8U9B
F5SvICNSapkDjzQBrBFrAtOLsEHbofrvlQ1WZkW3DKWRClohtsk01M94cGAIqKy37pMBeCkDy0l8
p0wLd7HM0vu0GKNhPajIWM2tVz3hDU7ydcfIkyjZ1mqoHaxltiL6IVEbU6twNzToJ1Y8zVTjo80U
dD3rWaLGG4AHydCqX3vZeShhzD69myTS8a2aJY9Zb876IuX5vw8KqZotKvP+3qFAKTcUeRFarsC/
px3C3enbenho/amjGWjUSC57o3FvDahIBRcHawvLDm/ymtNDEu90rbpp5RXx4kw1yuEzY0mPGkM7
87Uv4wq17jhzwAQay0l07hOqxiGi9Qf+LjbTbZzCiGBmWauvBkqmkSVP5z9xyravvR3CaaJJtJkq
FoorXOYY8rGNouSNaERPzLenwljlGHdeHE7D06YqQ7r9gzENjxgx/ejgZwbsiCCPR7WxRJUMa8eQ
w/WIEr6ky+kkr9RRMfGM8Biv8jQZjG0RmO4GgpVnretCG+PBih34kJmfxT/dwgQrAVCKcY2rXfor
DgAs95QMgAI3CVpT1pQsRU0UO+AktwZdErGtWf2iS2RPJUdksBArCJEZBSZ6O0pX1kZzNVeGeAwR
YyNwS2KTaXuumgBHDDqJlTZQBa6YheGpp0PDOMhTNSWnrg0aHxS93kMw2OYn1SLK3yGAiu7s2qx4
ipIZqyoevvhHyuJOO2RQraaP01OO08ZwzMta6+q7P1bjk+BNcsD4iOakuxzXlvRK4w4bWBzTFy8n
rG5Ny9Sry6zgsXZE0NGwtRH22JCXoD34DEFOHAnVnUYK65DFm/E3AxyGKL7p+8oLpAceHJusip79
Cvcjun7bQ7vuDHqHek00axP5KK0cb8pTJAFJlx+o/awHKjd5iecudLaNk0CuNQOdY/YGEUltzLR8
XideMXtru7Lr5KWZyxZVTw942Myz/od05jy999qm9TeWuTSAacMwCFKq7O5bPfvG0ZOFfWp9d5Qr
QKHJswe2+26g/mr3jnbq+Krh+q6wP/tyNRAa8Mlh7KTXbHUI2sa+0D8dXc7d2hwsiCGNYdbjypYi
uu/zpvwKmgU1/mRWzSccW+G4MnVW/g18/D/F0X/wiP9RctQVcfPOXbT8jX8xesRfLulCJA44xAVC
Ofxvd5H8y7VA7fjK5Nmi8/g/5iKb/wo2j+CZdFyMkAv68F/eItv8y7JI68B5iPXz353Bvx3As0Pb
S3Yh9CBpEjiAu+jtAJ5z8TyakAJo+Zv5lyxBATQ7sb+Jgq5/GIws20z1PN7KwhyOwqib/S/36V+S
gF8ZoW+dTcvHwyEyXVBDnFrhJKA1+HX+70x2W8WZQ8e78sSpLObuW9wE40MrCUn6Nz8KExYMIrJF
8RLZeL3efhRob2dsBok/o0iyR0ws3rpkULqpRPZRFOhvN9XBq2W6thDKxCuMHuzNtwLyDDNnZIpo
ug3iS2HQEEh9JrqraMa6MvORj16vckH+QeS/NgwY7cOfv+1ZOfE/ygruLN8SoQZwJ7lILNx3X7eJ
O2SKyH5XGHOSEh0meQxrBPAdct45pkOIT71eepTzJZyx7MUN0aQhfUj1J5sOCZCFSs4/PHB31rYY
aur0P1/goux4e32AYUGMSlI4pIeW/O09iieVidnjuFLIubnWRtJfGnmV/51+8ib85Nfny/rtAXOI
LTB5eB2ThgZxMW8/puoSjfSTkwHUvIWKqcbJxVYzl9yM2jJfJH6tm7xDTLKQMIZ5b/aawhgPjvNj
ALMf3cW1Fd1xTgQ+z85QGluF1iqjqoEImTR0GdYd/zQLepnJHS7O5oSotLVpmnF22ZPVAW5wimz8
BVWinb+X3P/v90Oq+OYuWrghYK56Asw1o1+LFeTX9wfFYj7xkmHU71CfeikQ+IrXDZtMPlDLR8Pt
n3+1RRv5/gMXzRAiID7Qtsx3Hxiimh9UyXFURObeQV22smy02HTrrCD9ooIa6567TxDN+KXzMpje
pangz6h2X3jFdbjcxMboP3jYWQx/vyhIYo6FKIlp2bsfWbqG6Rr9BD6rduMHzUq2zYPpFayYOo4O
pI2sarL1n+/E++fX8hBOWXzk8obztr97v+Ye+lDooOD3qSMOEerfXQEf8N9KmJKIjpd3Az+8h2IV
C8a7T+liVzWJBZOAflWxZg6CUdFrvA/u3z99F3YBhx8WWhzI3bdP0TRSKOMV4lP6LDygaPc2pS+z
fysF+/xd2OMU+5rysQktu92vz2rlLyY0zOcgyquvuWMPX0RVOz8++Fms5Zb8urBYzDT5GOFB3Eat
e14Yf4FbjwyzS9G732ufPhVQhgEPKiBzX796InPXvTbDzw1jHfMC1b5hbfDESWyGog+NTQVldsAc
bpfWyaU8phI3U1meaJ+1zUXjIatfj3NbVofWacF0wUaDwU4xFiu8asy4sKaNVXa0vEzZVxjv+btL
R0Jf0jnQbD2TyUGxb4Kku2hsEJWboo5op8uowPJWhcjJZnxJ+SboouQCJIDv76sCf/mq5wdBAJe7
fbqpGXl9a11Q6Zu6HehdzpTtyDsbPYQ3ug/ti3Gqx+yz4dqTXLelNJqrLMq7+b6zq9l8CsootPZ9
V7fzdvBFzeEbPsiurvOZlIHWS/ILyKl2CmsKCtWmmBY6UgXfBUIviANjU/fNlO8q7apwPzlz/dnU
Rp9DhQjCdgfl1b0pqjo1KfGU6i6DWffzJi3cUmxo+gfTNbzcKtpQ66PGd2MHGZATiOhReTOI/9aN
fLEzJjSIK0yAwbAG6qwqIAwdXp2gxJixMu2KFlYpGldsB6Cq4brpCUji/A7aL5yz0j4QZML9SRt3
PqhULq21JjS/lLAzUtr7ThegNHONaoe9ETIg02/uoIukoyUgyA3v6Jqz5cXs2Sd60RylQ24pk0Hd
qiXhiFxQtMZz/4JiLn2tB7tvtjJMUn9bcvVPdV/zEGSOc78U3MYN/xjDHsYPXk6Psc/HPXAcPVF6
BvPn1Ion83osk6jdCiRrPtq2sdhNTl4EB6thEb600Baj4kV4nN2ioKrqnUgtqO1uQh3LAQOMrUB4
hQpZV5hHdYYxQqHn+BbEUc9oxZFxfD1R8ADOSTwiCUQ5Vy/m2C9ZMoqz7UUdkzWwacy8+tGj6sCv
ZMX9RSzSbKIp780l+oSsOZRzVCTceLcAt1fNk9gGDpRm1DCA9td9lS0zOjuvW46Nrm2D8h3tb+AB
lbFluulTqORG1O0iOYrsqMHeDVzQQGvd6NJv1cSutS7nkBag9hzYVqOs2pQEaqNk3SOICb9gKcOv
k6x858Jj3lJv88mwvqkxBdbRmCUywBqfurOhX9eeECoX8oA/vKgvk6CaeqLofJc3BdSZtcaIGmAp
ZGYwrs0kE/YGNb0M6PhHHtaqQlsk1LjpYiyasXicXFs5474gLlTewn+0XjwDHcJt0ExhAEaqceNL
Ayr3IcwtAdqD0UAFTa0vwDBDxIamPcCPoII1xpcE+SUo837sy00wSoEq3W+KL0Bthjs7wicPfjCQ
qt2qoXIp0xl7JDtm6p631b0WIKdKwCz7KKUwXBNJ1GZ7K0rdchOHYmkIIwKwL1TRze0igKeTH5IC
C7hWghPyWDN9Ck/kJejaQ9sjY9OX3dYuanWsNJMWJAsEaxGR1RcnRD1RuamdEmsWk0xnvrUUGNiV
sirnBxD/QOwBAANGh8EcfRboYkxM5an+EWOjurZKO14okyb7cDf6yRaeW0MoZqL0ET6j98glBdck
n+CHLABzBCtAz42NcK2qLmJSlnhtkxp4UO8W3kNs187BUDVuM8/MnGtG/IjAqkDic/AKnYY00HAX
rM1Y+4zzsrK+9jgTMleO7No+WKYOHhw5842JqCJmKezEifalrDBzlhN9GaIhGEU7fjfvYToC67Rd
PVS3fdDO3sH1tBOuC3dAa+QxGsQPTfP9K96H6WjmIo8x26eSeR4DvU9izP1yq1mt9jOAGuByRURg
e+yrZglEznNkTYG3WjrMN/OImHSrDbcZ1kSOeADDLTffRJ0jLnk3c/vKQ4x4LCoKe26Er+9Q4Fvp
Thc1huUwH6BLzZKx9MpKBP2qRCUt4il8az95F5rniZS5ryXDI9pSc2UTHZdHHq/s2DL9EJEuFwtC
QNNjGJFfr9FGUw4yqAHlY/pMgCArSfeLz2TWQobVq2ZXyp5OMKggGMBGCN56gn6a0nlgiLKGo9h8
d4oBIHTl0OtdGTN0TlxWOSFOA+mu1ra17fA5YXMqLp3QisTaNUpcqXXpGTdhwKhjkzPZfQi8hReX
iDjiwYEe/5i2pBn5ow5+5p2fNHiSKwshq8hGtbLTCbz8HGGTblQfOQeYfPmniRMcYoiwASkZjcUE
LiJm5IlSIVTMhYK6vgY31ZC0zWOwilOpbz3tDZwYg956yoIIhcHS+n+BqQms0sgKslUaR6zpm1k4
ihkxV5AIsb5s3MCbpq0DQkTdSZ1k44XoRifdQ66tAclxQ052IcvhMsKt08NhrLuU9aUavuc9bs0V
UYBVyu5p6JzfAGHdkr0zM0cAX8jMHXZ93ue94jOZGK4s0ZnGhc2pn22q4/G1GSnJFLw45NNHUkmW
X7WHtX5yZlHEG8/H0YfHMq4JTEHSYojdSK8wvIWxU4wPhnASZt3Ck61EYB4C4AXUEC7y50JOvGVW
5oVTthnl2KkDbmjIPpvSsplKnKbG/tlFDn30sQKcnW+bNPa8fHM+2P1fc+k/aAn9csb9jQb9UDIl
+X9QyF6/0lE652MuCOnz3/pXg4mWkG9hQaP64fgOn/G/DG14y/5aukfKMREsLg6Q/7Z52JCjBbXZ
Us0teJml0vuvDpP9F8AbG3SzazvMgb1/CwItlurrlwO54oAifa5uSTklc2YJ7/z13O+mwgtnDpi3
idFMt5G7RARCriLacDBOhHKUF2PY46tSFM24xZh9G7rNLnKDUbbH9oNRF2HFCoDLcE1UXwXaFWI7
Cm0Z7Q3LbMsPOhPvc2uWC1amhZMW/wLVl8A18+sF1zrCUtPW4S3RPsadHZotJuC022W1BUayy58r
fJ+PoMJ80sJCD+FH6BnHX37j279vz6+Ni3clLddAY9DijvF//HxnTM8vVUxblWQzyozjXuI5NwHr
+9e8F9i1Y2DXS9+eM3PVRp///KniXbuEj+UHIiqBb778h+VJ+vWrE2zUEJDYlLdRU8TeTUu/7MXN
PZhopDns2Tzl1ax1+Ig0YIEfoBAkPVDPrKUEZKXxLh8LdWe1Q4CROw2LrSVr8UEZ+fvjRPdTqKXM
o3VESs3bS8wDNA6dLrJbBkTF1eD0FaLrhpmLZxEpfWFWUhyYdbknu4/G7KNnY/nX3z7MhMdKybbB
u0bv6l0RS30BwIuz2i04jVNi6ujRId7y1JlCXBvgpC+x0xcuw5QxAAMg6kODZWbD4Ca5TCeQvR/8
Xsvv8eZybDLWTM/FeerR5wcz9eb3mhNJ1E1bxreOznilem0P32dCc06mj2Z+RyKj+3VWRvNUIvZZ
E1qDIsty9XQVGkDnATpbeYTMdmqfzI9/qd9fJLqPHj1IWm9KSU+9e5pcLBnIx1t1U2mzPHgkn53U
YDUvQvTxvuAgxzTZty7s2WmPWZIYl6VAnfbnW/SuYaVsWr1Mu23h+rA66HS/vUM56RvN5AbNTTiE
+oWsRbSMermcuOvQ2heN+8GbK941IJZPXL4vy53F+smq+/YTSRDJu8xwhxsWM14S0gPry4zjKWpM
5sulUXgUvfG8jk3UtR2DvQ1+352RROMHLar3PeDlSnihHVzLAoQZC8rbKwmqEVuQVuNNBM/oisrV
32GKMdfw+CLcaq4ZX2dJE2yHNE+v2mKIRzQBPu28Um6zBHzRjMAdaEv4Qf7Yb6+wzb7iEcm6bDP8
PO/6dTnaVM0KZ95IzHR7Mfb1Ja3NaGulpfciSn3GNnEMLuf44s9Pw+8LHB/tUamxuGFhtN4/klB6
QgXq0rlRjZZPuqc6LltKD8KT/eE7rDBxcppe3tooyiChZKQZGligVgajA8LyTA0jfhguxmgqL1Qo
Qd/8+QKXh+PtC80jYy9zIg9HOVErb3+yymz8aKgs58ak2Yf3mgTNouq6L62I6qvIjdsb4qoi8Fs8
8Jtpzrxvf/788+b27gKWe8Nk0OEyODe8vQDTw6UCMpY9p/SNz/R5cG8r/AvCCscd0c3xXlYivg5r
A7lrRUPsUx8Gib0qhD88If03P3h/f1/h7DfX874DClaxT4fIuclz7xm/zKXwk58ffOffdj2bz+Bt
YccXrO3vHwoF/KdWobJuJPG2JuL4dsnxGctDUQfxVQee8yqhh7QrzFLDINHuRTj31YHzdXogpRDt
Ghqu9kfJlHArAGd/8ND+0+XxqNLKhM1HmtO716VJ7NnvYXLd8JK0TzU+T7puWZ8zdx+lvf3gZvzD
E+hyirQ4HRJsbr3fUpAPj1aheudmcnvWypiOwKfOt6OjypvxO1y4du2Rq5XiwAnTC/YOQjJk01+x
xj+pmFJv5YYLuFw1C7Sans1KhHV2mMyw2c95nl2YU9QXH7w27+cSy1LH8dcRAKq9f9hqZtd3B9dq
xE3V0QVdJZDp1rDpqqtyHLmkwqfrhVqBbC+ZxN0jHJUfvubw0nXC/tkO3nBplZ258XMsqB4W0keY
eO3TB7d2ORy8e7c4AKNeI6zF97nat+/WrGbBKYmLbFDHAFDFmHUi/arYOZS3+xBlE3I9P3gEUSdO
BKAPjwVNvrwksdLt41cmm33zv7lxjgsKY5nCcguX/fOXgyafCf+5EtZNMxMB1zSifRoFOFPEK/Ih
YQU+TkE5HsiFmNcSAsGXvu3Z1Qzkl0uIIx6zzr4iQ7R9cgc1fHei6H91285VDCwZyZW+e/5d6ERW
RTIHx9GB3DaNLhMGxmd/0OOxaxpyXmHJXsgmL48Mm+91rVnJZ08dhJ7bGyOMPhjK/HY251ljjeaM
7Cz76/sTKA5w6HdY0W9wK7hHB/nhS48ahCSGiDSbSVr1g410/aNzxbLyvn964FQLlwMfbNH3Z3Mf
R1dWG4V1g7A6/MbAz6OEwpLKNtJsgUANd+CM3SMiWnlng6E9ROdD+gfP8D9dBSNHRugEMjpQAt4+
L35Kl8gYE3EDfBQlYWOrhgEo+vPEA7SRdeU3s5qDr3YxOutk+fOiaz9SDfzDwZK6VFACL7WtD7P0
7UXIru6kPVrzjSW96FiWc3ktZuV8T2NHnGQwlFcwMU7zQN7X4LocgRtH7f98I86HlLc/B9fgMKFj
KsfolSL5zYsjB6FbSSrWzciRwsbnaeqXfHlxQ5gGGIjzmP07S1NvV+DTPBElIR7Goipfyy6O5o3n
uPolQN1TrZHZtk8psvWD0TvWnWSwcnSXg2kY9+WhZqD1BICtPMB2cQb0sjiJdwzATHx4WOTVShFj
dDiXWyTksab9+YtyW3/fgJylT8YKy6Nn/82M/XWNIDckDbvhX2tEVk4ckqSO96gZJBo/KY51YbhE
O1dfk05m98VSBYK3cY9IQDnyhi6GW9OarurCeghjz9kycKrwXeTjNnPdeRM2zvBaN4N9KlsXZWzv
HqNxHg4d5Pbb2GiaT2yM/Rq3CPbTc6UzjrZ9U82DwluDy3SBkFUAaiLw/4Y1TvcTSwbSU8hSXTJ7
M5MkiiJcihSmDBPcI5bf9NRb/ZbZhnGknYlclQxmprmtuwVtWTxX+PJvtYqK7STK8lASQ33nOmPI
gy94tlIv/9ESnHrPvlce4IH3B0/G4hJ6fvWIj6n7ScvQAlxTQi/orfA6Yt/Z+3h0ds1olJ8k4Itv
Om/NaBUtdYHN/89Z1KpZR3TpgvqKC3ufRLK6DjLkrZzGeFQ4b6m7HozVQdEeuKv8JjrmetrVaA/p
pcrP4LPvIHc6+9AMGbUaaLm/A69TVzP88G0/t+KEgFVd2rjQLmvZxHuXwnAk+HyXLr2/yYrGbT1b
zNuCfjzOgwU/i3PJXdL1eLtAA7wWMsJJnFDCMaAaN2meDcfKrpoD7E/jsyqG12JO/dMwWclCLwoI
0yCmbh3Z+dc87fxLTlvGDhw7MAjAGjfK74wrPLSYdwvAHxdO6d4K+vgbT89XcWr4DXI3UR7cZWfJ
K7u/z/EYRyuaSp+kyKpjphpiz+tI8ofn/xEAseJKowV4qAXuooJo8JqxF2CEIQ6PizDn772KpCZr
jSGGNZMIxpMBLeIlwq17yBOvvE3DGEaSm/LKVQxO7iI3JUXCX46FcWSVh7xz3CMYO27D+UezaUav
Axpt35I0da6ps+S+IIln1fU+nVd+uepiIsxnHppjq8Pyix3011kv5JHftKUTXGBZHwaPOY+brwIi
wSHrBOHedab2UeNuXkeV616Bj1UkOWXjutU1ricLTSZAvjw9nncjZnXInXVFPFJhFPYjM0h9Laa0
O8yOMi4R/WVbOTio2C1iQiZn7L8NZVXeLnzdA16MHsM37WKir+bdFA+amVjY7i1ZSrlqkfNv7bzx
r6vCv+97NV+RVj1e1IOTIkYezR3KTWtlAp4o19qJxIvfoxJdmVPVoJfRDFRaAtzWjmNGT0gFqBow
10TkVJD4YCGK/4yPavwpydgBTxgc8AeoIzOzYOdUhFdGQ/5JNNJiKQ2+LuER9+0o5dehi56DJhRb
VTj5Piwyebs47wAtFcPFeVWMeM2e2IZ2dEO4sBhXO1agfM3L+HVmcT5VAOxXTdN/sevIYh6GOvV7
rZr0wNpfHpIWq95qSUSyN21vfx3coXni2Ns+ObXJizHkvLhM/XkITceZD/lURl/TmtUPlTLaVAac
KESl2guS1NdzUDHbRfx8FQSVs/f6YMaMlhdbfwqn3Zj3wZqg+wafbjQxA27DGwO69IFMGX1iCpYf
DSQw1koVBkZMHD1suohL8f7bpJuHpOh+VokZnALtRZRjkuUlRq66le10DxK0ukSSo190VLEQtiMW
zrXmud7Og0cfzXbZZZo6qV6iiiEu8xEe9vPdyybPu8VdeBklc/6d9GUsLLkbYQHMYNGQoJJeQ7TP
viNRcp9tJlk/8nAsr0cjVjdeXoL27fClNIPlgpdp7IMp8WgJ7GYE3bfNdo5zLBwdIVrhMlnPg0Tj
F62rtZdk7ZNUQMKKDOX2eo6owM5LGdSd9klrhMUrJ86siwiC7J3FtIIKYHQv2XKsTx5WKUqX8tGK
zesZrcYTuU74XJjmIkSOM/CWZXplG2K+xG9R7tNqSpHZpjzN4cSnkVOmPzlIizdjMTd4GVXJjLxr
6yvAts956+hX3Qa01KS28lVR9OZL6cWI2K1pjx95R9xVf8QqG154WPN3dTar6xYFzgHpp3uhmH6v
rZ5g2Uwx9o51+zBZQ7LBA+1ucb2paxIBbz1vSI5917p3ajltImrhlzv3rpokRP/LiVDuLZbbIe8f
ECsR+Tz7Ww6l82vsy/m6n2BZnJsJyXI4SmLD2RtRAtqIn2qf9TalO4RyRo8LPdEPM4DnoN2uKG4R
uaV+s+/NEiBllYTsbUb0jNP+yjOYR4NeGo6w3kmpHkrzMafduocUOn0vOPdtCAUK5SaZa2DRs2qb
JyNZOsidX8UbHYgfjjk2nx3SczBDJOZ0ZJJsrcnboehukunS8p1uHdUy3/dTbRHvUaXXaNi3+Uze
bs0w8iRGTDZBkVaHbgyBWOBTg7k2vJZw1q6XWMzLFNHz1q5cccqkEz9YKWo0ROQsbFYf7JRlBfcZ
kWVHS7YlQWYTxbsDA5W3irce0rL5RIBOdoO/LKTHPIn+iwDH8XhugpyPexUg9bvKTvNX3Nl05Qt4
J8USN9wYHhIq1yGIERbaSQxcDtPZxQs6VfIGe2q9KpxMrFt/mD5lk2FczrogeNa16lPJ0rynrCkP
Eiro2jYh3a2xH4SHruKoubHspjz4vOCfA5CpK8X85ro/75BVMh+a0amQPDDNp7doYagj5ZC3fO58
drNyttaxrYebBPXPZWRxaAur0r7vQBveFb5JH45cASxufYjZkjsF8ITmV0IJaPOaKbzy9uAdO62N
Pccg8WQa3qFIB5fE8MBVNA5jXPdxn6g7oDDLqXgZAgyh530xs9Hg66eRuhtRLJKtlJlgvDhWUERg
T8CGUA68cy11XM1kYeZPBjw038/nyGLu9YuPChUCAG4+3gBPdfdJw5/OmCWOoZya5xBZ156ge2xt
vgeAl+lBdBknwvvuW2N7qv0UXYtq1HzIWqM5xk0JB8CYm+qb41R8HONeglnMeXhsmZQ9htCKblQZ
ezvsmmMPHmEuDmUwsfpahuwWy7PF9Yjem5xbJ+09Y4vExuhO0OgxicTk7JKodwPzpELz1fNxK8Ar
/QOt4+aH2Rlk9lhufAWyKCfhuuI0oUzsc4dzlyezpPWjaALj2eTUW67Mym7u7E5Xr2VtAQNpoig7
YBelHrfkgBulb1CieSGo0qKFglW48xUY4/GFlQeSQO+5tKpsVV6TWLJgWLX5JV7SFNZFHg3Hcbae
GqWde9Rnt1PiPsnM858me1QH1lGCB7qBixfwELyw4C0rFb93ZK6Yfs/opRICCZ0AxAHnFTwVXi7q
tS4tgo2DDvWR1NjLzPRAR3Za6LKA2Q3PfYmkBhKcKmcX2f2ws2XgHecyusRegW7PgoyjZPSVMQwn
tyigiz1JZECWRR445vh2nbZTtXeiHhxWPPUSJINdfx+VLsaVA1oNy2lh1N90k1QtKZZtcEK7QZBa
O9rOD569wD+MXF9yTbKfIuITJ/mFRBfyXHjaPYVRBObWRwuAFC2OPlc5qK/P2WQuO8Di9V8RiFc/
ozRojKt0wPO6HRMUclcShdOXKO7lRotmQcSO0x4RjYKty0g+lOFNruxLgnc6VF3DeBo8kewsqNzX
SWC+VjGCtU2SxNldVig27/8k7cx629a2Lf1XCvXOC/YNULceJIpqbblPnBfCdhL2zWK3SP76+qgc
1Nl2UvG9KOAAZ+8dx6Ikcq255hzjG+wD2QsrInzmLBm9Yg1mwoGT2Vv6iXQKzVvJ2nNe2oFantya
Nm4PWVmaT3mEC9gnxW88D23rAWAZohgzMj0EkSHc1dUnbcpLfp87do/MjqmALANSnnSqcpMLDhfD
lIVrMYQmc4CcEwDhuKW1trxBu/5VP+T4gVwETXZ4rhOjPxcNf0QDp9oLJSw2/dDzTzbnWB2FqWRX
V3i+9WLg0dFBLjSoMPixVCVb1q9EV+3VaCFNLMEYizaDBbBe+s1wsZPt5UfJFXBu86nneR+k7fqe
Cc/TbPSl0Wh0N9nMrdGgxblm02SuYNOUKopEPCdpI99YzyWaBo5ybMO8YricmuGoUBS4lfdFrUi+
9iXhcpiKYBE8AyfBLOiNif2zTyQp5JdaMi+XA0EZ9fBZbGLwbDgEfi5GptYlWR5PxFWhKSsI6tgU
sSXfwsRlrTMnjXM6kWUxYeajy1vvl95fh4E1Rl5jd+QCF7XXbahRMsd33PEWX2l7VkynezSs0Axs
L+IxjEP912VU9ZKaBrTnskqafGqSkLXNXEOCx+qUuYe5mLVAzerkmqRlfMr0KuiLakq8dNB453GE
qDN2hQhab4Y2WoCjxuKJEWOc9mwHN1IUpFhoTbkH7RnuWB2cx0g2FAoJlImKt7ii3I12ShbmBwUM
EBpTaivFzaP7tir0K55ZxPGg4cZ1anbaXdX13SNfO58f1SapBUvcE1nCUYjgqbgFUjbPa/KX1UMd
g0fqLXFVdG1+LUqFf4jyl0snRJMWh/GF74DkGmLkzCnC1TLkXIo7XwFmgErvRWr8WiYqH04bJhjA
h+XDQU/HLVa2ww29YONIdmwekKieMP5ik4K70z5qo0brEOD/rmBH53SSDz49KOvugu9fvto5BVG2
JrozzDdEt6kr/JDFq0PhfT+URgWIpPiiIJnbW0OEq1CmWrExtdR+KNRM23P+01fNrNL8yEYgkagb
rkmxR/VLhXCvEKgqWS5D7g/sdnowZpwaChknHLe5g9OMpl6U0c52gMSzyi3jgF87qhHKdC2Yqe3F
0rGI0ens6ZRPpPVWj7GSvC7q73Mq5o64t9acwFVzJJeD3p8QagF6oMF+28Pkf/PM0L1rY5EZLA18
YMS7Kj9ahw7rOpczVsCI9vAtJ776OprCbqPYcwwPJU2MNwuq8M4dAbbhJ08Ys6K/fAWPl9HXUikT
pz7M4SOkCfTdYcZNnat7V1kyC9BvnucmbaKVqiTfLg2aiMjhmMS32hZADJzpic2Z79NBWQQCNzce
aWN9MfOJCJBMWNk3HByu33ZGDJU3nqwjeXvl9xyv6M3ldheRF95W1BYR5S5PNygJgL6dZqD0zR+y
pX+t2lUYLRZNW0dLRUPAjuiW4OJlNTISmnDCVoDfK4anXP1ajgCerixnJoOS57HDdUHCd7XK5+7R
XvrGWzXVG4ApABEx7sP3oSi7TZA0Y3pXJDQX8r8YU8wcu4mkhI+/aiC7W/wNQbGjkqAadLGy3Omh
Xnwbw3aAJGzE58vqZjIn3emWdZ8g3b0eWkq+4NIlvByR6HQIUEJOrt2ERm09Nks5eTnesR/RLOwk
T6HORPzWrTIDH2ebhqdKzdxbYlJYES8LcaPypsswPqZdhUMbghK0U+Z8B4J+h6NqdvX1qJudP44Z
/2kWB0GG0qtFGtDGSIR6o6pNHFS5kj1bydTsk9HcNLjArmmOKXdl33J4WTp9tTHLt04rU2R5nlJc
YSRunpH22mutbqJ13vTj3aWz7YVWd7Qx6VwNI+AtYZl7ZHHtuVz2HbSu2vWlIYncofqSm4TJ221U
cRCblHVTE0GnVEuLCHpTS5RFiraVifnt4A0RGMh+uO6ZA29d0nzcVe1YL4bu5Ed12fjiKO6vYw8s
D2Qg+ZPRjUpbBO++2oxmYBmQLzGtshjlkgp6LNTiRhV5tSu6KWYGYXhvzjzRs0EiMpRO/zrBB9hb
U3WtGbPmOz1wK+YWkOXIBAyUVnFundTiprMEVfngEuizwtsW40iYUSyACbPWXVQRBm5mLPxdB9Yf
a501+XTIyMLC2dt/R88XmYd+Snk3/ZiCVrBm65hdehWXfd6J0AhvnHlpBDhEVyeB7eR8D8sAiODV
cF2hnIX0mkS3MHLGLd0jh+aFOt1d7iVEQFpQeSZNg2ooD6C2Gxw+CYexsnZ3rliSZcIi3XtCbmr8
zCdNHeKHIatfJtJoThQ0FGVWmp3UDn4AHp3Xtja7x3yZsLq1Q35V6OmB1xTxlcbpABLNOD1kujc+
hCapmJ5HYWCXhrsFJ2EeigHOUWW61w6H6pNXKfp37qfkeUAdc7zc8Z/0xP/QEUd547qWyzKDqu3D
lFx0QDwg8DFudADr0jz/jqmuOrSyxKyOOv7QAAveyqIp7lDgfxmGgTGorrjGOvHK8McvIY5AgbHN
bRne/P3qlnnYh8kEmg8MNpZpawY2pfeTCXiNPXU8RF3itNN1xtwc0DFUBNOM9SUJOEuPPTyP0ldr
8px/RQz+Vx1p7BOI/Vz6PKToaYhfPgikEtTZQx8q7rl2qH9WRc2cgBhx66g6dOEyk8Xy7+/2D4oF
HLSajSrMwL+qL/baf04wKW+HtCZW7Twp7BU5PTyCYQkr/q7pkwoCqDLvFOJjt+wI3lWcaHifdS4O
QEPXHEBdeU9/v6DLl//+8+eCmNIt41Qklhe+/z/GJYtZP8aer5xnk56UE8beWzPTT1WbUAZd2/7M
h8HbRoY77Z15nCk9otupc+ufnimrRZ+lAsOxoVOWikrWcNuER7WMqTCTxH00ecB2PfD6T+ZZf/gY
MauqJoUolkLXMvT3H2OYI7GXjjDPQ5QANZ7RWT9fdlK6i+pGSzJxpcbqkywJY2bwVBs3Rl3FPzKA
U1e5UyTB3z9F7XcdgsvVqEsGAkJIz/zwiKlg7vPO1Y1zV0IRhrjY7RQR0zfKShWjVvgN1SksK1C8
08q0i4HEvlI5OSlwf6JW4qvSm415lVUwxElA0m4aleBtGTnZ8bJfuEXu3n5yyb9rVbhk1Faqx5Df
8z4qvypIrHFM2X92Mic/EaNqBCjRs22CMjGgoWwdO2Js9240Wc/j2LRBFkkiijVOxctBh56SG2TT
FH/ySF5EQ+9vSK6LHUPDEGdzdR++WrSmAHuUxjzjAU6fqsoJtykU8MfWyXI8E5F+W4ypnzaQzEgj
9A6krpOjmKedcqX1s31wl0LIQAvmh4bdvvVIMLF85uXmk8/vd+UcZmksrVyjAX3+oxZhkc1JEA76
mQSFZadeipYEkuMzTESYxDbzB4JgKWSa/KVMUmJ49JlO6zLP+/uVLPPjjx8YlmmeXW5BODwf7j1q
LjYdlYHnZaCrxsP83bMEJysjKq7DZWL099f7072+5IaQPcqyabgfhCFSFyiNh1w/GyAiSTsu3xjH
lNuqTs2bBmT4UeZes8eFDZliadX9/dX/IIpbLKzL3YF5wDPtD283wRk15yWP2ggm+Vp2Nh3tyXav
ey+nid0NByYM2ckFl7IeR+gdmSXELTa9YlXh6Xwbq/rBlUV0ixrps0/mD9+EhjSFL2HR7dnq8sj9
Yy1tqoXlJVv7nOTo4S4KymRMEaqYsn4m8bp9/Ptn8YdvgjXHQdSx7F/IO96/HjRR8pSZE5899s6d
ZXDCA2tW3Rd5xRinMBTmSr25yV3XO1gm3qK/v7z2u0SItqmGGm1ZRWAzfPgqlEZb7B2udc4Uq9/b
hNztSjcv3wRpS2CNLJ8gWMSBjHifhtktr/TJfWg9QXpYJu1d1AzDJ3LrP90cXBDDegzWMCfsD98A
kAO1NmrbPtOzsx+btIqQfBtpFNQIimhk2M5P02SeEDc8IOGk7HoBskSLY/id2N7qjdbFyatUI/k2
zovc4e+f2B++sAWxsFAydBaNj5ttbRoF2faOSyAOWPtVj1Vt3/aAVdNlSJtp2fh2KZYv69VIEIPt
//0C/iBGYbNH52tpyGxphy5X+I9btBsr00vi3jq7QzrdtdEEKjjN1tU0ZUf4nt2xiIo50Iwx3CXj
mG8zm7btJ/fNH2oOVOkaKwgucc/9TSOFlpkQHxb1G8/qD4hFS+ZxY7cdZqKzCFOYv7qjdFeioe3D
MNIcAz25hSfdHw3MwKmfN5nYtHr70kda6Y/wTr6n6I3OtkI7RYQzYO4MgsgnV/27kGoxpSzaEh4X
NDQfbi2S2jhJ1l160y5rHB0r57bHoHA0a2IBMKUx9uutT7fpy6/9sLozFLFpNy86flSO778wEOXS
nIm+ucGVG21tq68fNcH4G/uac9uW+M1WqBzdW9DS3K7s50TftAPtbgqO6maKY60AQJU77SqL8qfJ
NHGqYTytSRaGoNbTyL+ICqCz0f+TdEsYydRrk4U3mLLxQYw9DXxgquYaJwZc2VQcpYpWze81eJ5Q
kcriqbzMGaZFuq+qNBTw2s5HuhLA8DvR38WzVz3/6oj8mj/X6aT5c5bou6ZKprMXlfLt7/f5Hx40
j5LKdix09OA0PnxZpKNmeMf4sohusk9gqLJdjHzgawyVAeJtNlzHVawF84QhzWzb8hMR7J9enpoA
QReSKx70ZaP4x1MWwcM0TCmTm1aJlYMqNLKFlz4PvoVmV8tqgNUc5yJAl/9WZ4Z+899/90BqXNNe
RNm/HWsGqzWgoFjZjYItqQd6oSIO0oxozwhH22nhPL2Wqkv8nDHFG2WKzE/evvn7+/cW1SiOLQMp
sLGk8vzz/U9D6A2VjPIb1n7uyktHU3jUMCS10D/hyuvnS6drhDFw3UAU+Ak3DrJ7KXJ6ANWi4cHU
KbZV6FoSIz4CGSIyWu16sOEHQCKfaCaYYUyTx2whHCjJSIcahOw26hP+SCMEq1+DrasAj1lecx8q
4/Rlpo3TY+PIXc0nMIHuG6w7LgoPKcNmzPDuClsBi045d022vowIemJ2xjX52mhGl2mCgnT8LVva
+rGIiq+xOojHzpvDg03v5vhLxWgvUotKb9HYJYtu9+/f7u8nZs6si6cIpBpSvsuu/M+bS1ZYzMy8
uonGUD+ZGa2tVZwQjUrg5dLJzFWPJE3Ufu6B4sD4pPr7vcahFQvkA8rH8g1b+vuvFhKymHPMQ5R6
Nj3PPLaZyOSueu20dJxhyeCB+/v7vXBh3i2BNIxQsbrsV57OWvjhboozYPYF1NpbC5f1uo8jEzp1
WhmBWzH+uZRZ2Mtq4KVax+mua0CoWN1NU/bKhgywf2kw9MZRg6wlAoJpP5+Ygw7zUp+ycI5HCRA4
jJL56WIC4yCmPvz9XbgfuzDolh0HdxylOkv5bwu5g0e+tvqpP0dtUp+8RhdHywSOYLbm/URzdUWT
KjtVxbBEGwGrfusz8dhodNEQY0U1CUadtWfGn/rtpUFShWPsM1m6Ie2huKrSktzGhjt4ICL5Gz3C
akviJL15wxUPRIfLH5mnTTeX25eZOUN5OCN3I4v4dzLrREAQp0AfN1rjtwIi55esd4Z9xqD8CC9o
3KkuwTy1K4ydPgmFVOQMx7QcbB9HdxkUg+OdSVWqsBdL2+8mi3ggiJYaN6ZXbCuJjMhFxfjCsMhE
ejzlnblGh5NsL/VxmaryxiVCDg9P/aTgIzlxnGs2g9X39wWZneTOnnWAwAECJG+FYlN5KSw24BYt
2cYuaBa6HWCJbdYsYasOM4ha77KfRJuXj5cZX9TVenZF9Fv1qJe1ekzDAo8Rass3N9a156QInT1S
eBF4S95mKSw9+eQu/vjccKQ1HY0pvmEjBv6tQ2B5EkO31qhnUaLxUMaendZalh3TKjbekI6/dsD/
lgX5oSr43/9a/s4beQlNEsXdJQLt3/92lbw1VVv97P76U9sf1fVL8aP9+EPvfnP7vy9/HP2oFlvw
u39ZWq/ddNv/aKa7H22f/7qKf/3kf/UP/+UnfpjqH//5P98qVtzlt0VJVf7TaqybrEj/78DNxzLp
fnz/H8ekjL5XxW9/8V8e5f9wbJpiuB7ASzAXWY4Z8kfb/ef/VDAiswhx8MTATCuVg+j/NSnb6n/Q
RGNZZrHy2PT/gcEzPf6IozmNFhByhvPfytzU1aXm+/eCSKOUVQRpvcpv4/J4wfdrMAcT0As9JBMO
hpNAXVo1jhvICaTTCgSnp2wnkBDHRonays+aWHsioCQJXISKe2SaToLaPHJ/hlml/RzbsjooiR3t
p5yI77FwkgcXYzOtvCpv7ud5HrdOKeoblXTbo82B7iv52g0S39ok3birSZKprAmFxtgl39AHONDF
asX+YnR5GfquWUJq08cRvCYYe+IpROIOxtaWinkvs7T3zplXVim51mBCyXoYx9CPjKEe9l5U2FoA
ZNT9qveuUvrENQ7Nps+nuQ9syAs/ahpActdFVlRtwlAxDXSJqjbCMVM5400tqql1Q7AzZNhB1Nh8
iBGz9opjDu6d7sXg7kI6rOPeDAsHjdnQFtlBxTfCx9dHgim3AUKFFDTvMTQtiPo26dq7zrMnXsIb
i+e4mvOzFJy44K+DUl9Ovy08Y3cKffQ4OhVWPQ1XheWGGGhmVKBroD2jsy0MQq5CvYnjNYNuVrtK
OBVAA83JGagNth5YgwlAxiOj5Du54RbzltqerG2N27G5iSWtj/2UqkQPm6XjETuvTPl9Be3jrOvk
fGxQhWYctxW4vVacj1qgM60a0J2b5fNgWEl9wHkhrfU0M3hvIfq9As623dsciVfDIC/lggkCWsDK
qk4qQ47IfNURgYWjzyz7h7mCWbouvLoUG88pvHbf1Z36qmr9RAM9RudoTeki2GlSRx4ZlrrPxH8S
SEKQjtyqhBJEO8yWxuOsNZBn0qLqUIrXRuNDi04ePEL9IMPqSvkma5Jih9gWX6GeqFfYzJOdILEJ
tX5WkHXEZMjxJdpdgGqqPUOwJRUEJWBx542DQDw7JY5vFLE4mn2UQpHPHf1+UeUHoQD0v+mmykpX
rYyyp0prKGsqA1Vh6Ml250K1pb8VwfyhIhzCFwsu7lsllNZdw0aZtz0AmZAZeFMMfjp6NPT71CF9
XBRauHaVqXwhkQCgV6oYT0LrPcvPCX/40YRWa67rFJfAKl4CCNeNdF6i2CLRzNDCCoqfVW8RVupi
o8UOIlE02dNKzVQai0PiccrtVcQ5mxI1O8khRpi+uIqm91virIlElKO8AsJn3GR2X8oAOQh2MhLw
yiu6up5k+0UWyngwqikogGNcKWM2qUHJY/uKnRJJYIZ9v/6k97Ecuf69aGG/cVn5CNVcrN82cx7j
/aJVaFnHFBZgDDmXlaqSOhB9duz40ytQJ+K8oscBiuD9K+DeE2BKeAVBBtjs7FDo/H++woeFl1mw
NIqaV1iMprwHB9DaP3ajm1+fxz9RCn/8lMA/LoRTSnzrw3xIA8nI7WIh9nV8xTJ3Im0+eYUP3RfO
hcu0h9BUZBJU8bSw339MUa0imEb2tyJqwhyvSClT7+e2cL8kEXiso9qIuuSdRQTzEYBzVZpJuGEG
lV9pi1fSd402RWU49sWXUWgmkeSROs1fG21Qix0Mq0bbhlaijieVgVDha8SDfDZFe19L8Q64exh3
A3bkpOjS+nz/DkSVjcIGnUBdqDGT/e4SDYW8ZVNJ85Ob9n3R/uuVFn4tPQTcbPzD+1dSTK2NVUbd
K32qH0KXoKvBmW/LuJg/KQ///EIwR7BS0cmnQnh3YqajbRdJGesE61BTJyRfyOoJwPfXv99ev39y
DjILj0rUWU5wHx/C0SZNcaIru8I67RuIpdco957H0t4pMvvktd43zJbPbhkOOBz/wbJQE3144BNC
YWHlk6HTu+O+TANBEs5Yz2u9PcZO8Pf3pb0viS4vxptiqErznf//OI3JkFaY7hibHJ0MpIVPKuG3
zpHBxEq4L85w10QHtzgZ2E8+eWG8jHw1/17YLi/t8gZhxuhQbJkEvf/qpEljDryVsRK61T84OIbs
1dR4ubOu3D46l5JcERqsufNdh+dwiLpyvjMksVwdQTmmbzZxUpHzMyXnlMYH4Aub8NR1jGaVys6C
llfLIt8OFqhFBKVKeUw1moCTp3O3WOilH8Ip0Z7JffW+ha5NvGfrFgLokiXCBLtKDmxcKXpUY4lh
y8k3wQcqBN+pOGGxnO5B+vPTwpbDa17L0g7g4stH2vqkJzZCszG9te6dRZe6vYs6xyQxScBhPhQM
yo1jVEv1tWNuTmBk2BLNZ4T096WtzAe1dqC2GYmX3Bl99IP9gTBYcjGARUWjR3ZANAET9+lyaPcM
TRL92Lu1bh+8MRL3uOWaaj/WVhNMtdJ+T6aou7HKGK27TrJs4UT5xuwINl8Rnwj0ra0HvdkOvW1c
0XlDfIQGtlbxCZC6TqZXBWWvw7CuBiP5T68YCwinn/uZNBvSEorxXM/YfupQF8VV0UzDS0j++1FE
wvBjIdRbz2jdG63RK59OqH1y5xCazkA5hXyyT1Mfy3511r1qKIJh6NT+HmanAwdeCDxGdtZW4xUQ
PSwIkd0SM7LWwpZkhLTtsn5Lc7e3CA12nMk30kre16UTweFLwPR7s3dIWe92VjWGARgu45bC0LuX
JWv4VovCIC9iZ41Ae8VtZzhPiq2FJ6UhGGqNXjg6EQ5VygNfph60gqD30Q2HAyNn+LNqEy3tszot
HyRPzUYRmT0Gpc7yceq9bCAyTI8d69RFMt/Orq081TrKdvTVfcvpPu2JvJuIcryheHAAeqaElJEG
yui/w3Fz1XdElbQKtqJVZzTJnnyruLrru0mtgzGcvP5Y8FGePWSdexl6bB7EtUl0M9w7xlby6+wI
tyEuvG5FP8f1Hjq8M5tej2YscHBJxraW085qK+5l4pQqN4gmxEAECiQyaDvVyQ90KLD9WGKQhClg
VVD1M/rJNn0bVPyjm3AMO2U3WV4u73FQpy8t8UQVWYZ0A/Jyhng6ehXurKnwrAdyz+DaEyCNNN5L
gJv6wm7Sb6gU4Wz6Zt96RGWxq29NzmQY3tIuB3WsNY6yJ8GYCBiSx5ovZeY1ZpDorfSN0OgCcn+8
+xhHXECkFIZ5BkfdCzBOstiUXu5IZmhuRqZslM9m/VPXpLlLyQQOiLlzd2nT9C+uUOXGipKWh2vM
XWIzTOavfpKInkFIHw47EsCURzCuur4iskIFMRj18feq99y7MCT/a63Icv7SGAYBjE6dzy9enOq0
ckK1DBw5WIdWr2fE4ay6ATjY7qttxO7LNAkNRxTGlq2CePlm6FOuQ0H3tdIb2NiJ3WjKi9PGhoa1
EDdMHylEPpZmOOZ+rWPM3th465DossgN22zO2xPqjS9VWccvaJHKE6qo+S1N7HARJy2IQo7CYlqb
RazK7aiQALVI5ZLHKSGhZFW0EKwtdNuNr7KIJxs1V4ufskNmndWGxANIpry9Vb06pxHfl6N+xoXZ
ahvNIO3Uzyx8lSfLxPq7APcmYo2t0RM7JUECuyJrbrzlhCnFVaOlef9U9JYMS4JDSDFNyIuqTV8l
1BfFNEv04qWiaZyM+vjAdZe+iXr+RU3HoX7uOC2tSRli6UDCEttBxyBOORopDdtdrFCMrZoiHbal
0CS2VqmJreOk1Xebri9dXUSah0I0WKB6Mto3Tu4lhFCorXIXo1mKAhWP2eMcFhYewtHaTKTd4oTS
4sgHnxn5wu2mJ7cmxfKktfjMlGke+wfREK2BCaQsbzrQPtse3dQrPlZGBL0HxQxW91wbG7WKXeMx
d/FugJOujznBas6u6kxXQz9HHucmq6Z5iflmriLvOful8yFXk6QKnG7WzRunM9viKxHjhBybid4n
t/SYi41a9Oqh5wyofcv7mJGem1jCvJHUjwsvcbjlBEbCugZTMtyhA439CI/ytWaW9l1Z9zoxUXY9
6WtXCwe40EmnsNmJabSjF6LNrAaZf08eNY2DkTzCHhfibpRi0p+6rKo5aNlyPDrNQGhgC079ahoY
lSzH8GY/6QrT9BplHk9Ol+THyOpxO7skct3kkdS9zahPRX2YxiKP1qbjwWzUuqgnliZsWrjioeKh
II4mOw9SAtThfqnunB0VawZGntK/uEM51IjdQFy0vWNvaHYWjZcC/09FsI8aWV+IWoqLVUrTQWJZ
HbodtvniCya4+SsJaY0TRGZSBiQHTanPajvs8ZOSMkIfuoXnpMca7uqmv+lmbB4EDMfjEh48IYgk
MK4Rq2ryjDuzm0s+2VFuSTeLX6IuaVTG42Fyb2StypEgNDY2aO/N3LsFqalUFVunSCekjil4hR48
E0miVmyxgkEJrTDbz/CZ8tkx9g36FO2UebbsEAVUYXlnVhjyN1k/qPfMK5Vy2yICRUGjNp5zDQY6
usMrwNoj69l8nOP4jmVaS31GLb3YiXDs068En3ryGi9rShRqKXAJKKZ7ghyr0iZqUOEecfRYtD3g
QyurrjS46lltJjZTlHC0ZVKFFNF0PAwol6H4UlqNgPqKb8qY5zx3g4vhYGplhnDeSEBHMJo3sefR
lHyFBqBtEPaqNo2qWt0Blu8zTOEytXYYKBRmfU1KL3yFjFvBVI4+iZaNZuHJDMMXTvKolTRTpk+y
0xK2sYaR17WtzWlxbEZijsHdQqvAOlZGe2w2/IpmmK2vs6fSh0DdVG0HcAoZay0qXdIWCWzaR3Of
lYcWupvvEh4VL87nLLpj1NcPPh2+TAAKKhq/UMoo8CwyWkmfnR7A3rTDPXLctZYAfXMj0ZAFP0W+
jIydUJHxktKebUPpxSQq52INFDoKIp7+YiV6FVIsVu/dCHpkk7tWM0NVsN1TpuVq+1Mog8P0vqWP
JhJr2+aKUrLXopbCRtsWw+1QSJFtQJdm3q63nA7Vcqk+I8OvMxaSviZZcZiOxGqPJsnGnpnjTlbH
KZB2a+ZfQS8iixR4N9pVC+ThpHctOXToGYeTOoH+vvIyU5erEV3Qa8rmSmGgeBEGQJvMsgoBynFc
pidpOBc3I24t90Vm2CCeSJfD8kPGVcqWZjtgL8IG01eN9LGSkmJCUZ+VEZHAmu5wezsaOjLaomjt
o15oLk0HN63It0S8DAs8dvXADRVjHZOoOO7rgXIxqKp6BCY7K+FroTOu1wq9VJ45RvXz2kzqSbl3
yth16DklBeFhzClfujTMpu+6U4biVWuqJQrVKZTeRwrdkGafxSwhQF+rdd94MbUWbVy/wvRIVCx8
4Y1uLHlE7TASiaq3xkM/kUXFU6BOh4km4V5BNVRgJUUKe2LHGNZ57EUpXm0hfpZmRgVNZ5NsyGw/
ZRl6XPzDU2mYG0hFcQvZq1H22QQQ1kGfsUu9NDyjac0f6jboKOVbOkMkBQ88AKQJdcV5BlBP5Gnm
EbRJHTnPvoGxhuMGdPtbqaeCbLm5da9dgROGU4YFsnDiDGUW/c88sfJHHjl369QkJrRerQeK2yo/
tYgna83SPO2l6oXyYIWxUI/zWBtUjVMZvSFl6bfABmrlsTcyY1yllQtUu0q1EnsDEVCBNicTIZVI
l4an2oOcG1ceAtJs7PJNQxwpur65bQDZZ1ivc111N47jljhjRaVvwwa35z6Z5yna4wdBf6a1hYol
phQDUdmkku0VRKv6vklFVJ7cnNzBlcVNSwyjUy5BUWMtN93cV+Up62d5rEhLmvYsi/GeQxVSUWjT
5D5qqZze2A1SMtTJmyXTNlb1QySWc1fSFrxq2YG4zgdnl0aEI5MQZre7Oo1iecf4zaE5Zuspzslc
vApgWFcIkqxt6GQewHo8eCtdZGF16pVEflUBKDUrpxxlr/tlb3csmxEkg42cSf49VXTRnUMX1mnx
0JUu7UmA/L2zEUS7fTU4FC8IgWK4g91u3CqYQr6Bv1BHLD/2fIxitTsOVm6+jIUeNWtmeWp5NUsJ
l0hPuia+s0NgjWyTZlKRdqhMR2WIJrkRpjpeAwApd605NHI5m2Qw7wWhzgnZp281IQRnRWnKdk/X
MXs1I8bDmB78zsIkiehDC7MrS8Tzs6VRn/t61xgpB1XyrGfCMr+knaYPa4NtF/grPfqcqIkZnXbH
/tOtwlb3fMVuGp80bMEW0Dr1yUiBYexTiFxopi1qBq8njAigTtDhKQuSbOiCaUzzu1rDSqWqwtn0
eOvLlUSIsfWGOPqW0l17qKcaVFqJgRSDVJ7cEmupPjUaR9ZyVrOzRS9qQ75nqzJYrcJnvakdGnSa
OLo6iM94rnjZsY5EvTFjOXxBnZf8hKIhqclHb9x6Zjxd28PEubyzG3wSGnuijxWiO0+VqW8zy9bA
b5rWBPg5TvwZGcIc8MjBoUdzQJaftN/sVleuMnrr6aqI1PKWkrR67gcytCm9iLouZiRta9MIcVGV
wBPJnessTpoMhXRsPaa1tYexPWVE2Z24ozUfQUMacOkCElSlPUgzv0cefWdadDfIU0cdz72Ra60/
Qmv6yUKjHeAfemYQ2rHcT9Tv5Sqby/JLS4J6vOW3mddZbGS1X2A0XXGSNd5wIGQbYHQIp2ZHk+uy
bqW2SkmewFtpes8uBsJdNdb0qJSx7eO10SpsGbkRzvAozLhmAN9VrS9YD54UJfMCnZPkVxvwbbXX
W0XQNBd2eUj0GqtnHoILHSI7u4UpMT4rTVTc2UIjtEGJxmPOsOYkm5BodQNy1HXl2sWO/Onsrgk7
Z4OF3lqXDiSErk08aAzeQCw5h/cV1vO+8G0kr9/6Hup65+itvSMWCzsNN4FFVgFQL2dTq4q3Ra+p
KSs5cgHkVZYhjrDR3c4YO3y7CTWmfxP1t9DTY5y08y5iSLBvRo+sCcCrnV/KoQU0YY4PhB2nt7Gm
MWGRFonamwQAxkLUUGZ/oA9/3+fS3s5DO5br0R6Kci3QQe8qPaRjUZliLcK+tVf/h7Tz2o2cSdbt
C20C9OaWLCuVWl7q7htC7eg9mTRPvxf7AGdUrEIVejYwwAxm/lEWyTSREV+sr+iUfqP0EgePNRYY
9PFf4w+S4SjtwSbB/AMhQ8w1vYHWA0FDGR4ljEG5Jlf1Qe9Eu7JLyod+OIIB6tnXDGUsNZeSA/+n
xsky0ASxmmwT9o/RVYw02Gjl6Kx6XoSNOZ8qDrSD1c3M6jB+4zFQrDnp8++d0WCubMdPfqNo4q6c
MJ2ag+dXe0ys56wrso6wlcbAn5PtlO/w0XWxkSZbTh94HSyfoRQjTYkIi722s2er5imT7vGLMin6
zblB4oDBxoBILaxxF0FoGQ95oBgfRQRz163Ji65qjYvFJoqkuneJX9W1PCYyKF4FX23Eqn6yqULB
cdRW4qfwzW6NPu+BVs0AIFfJTYpe2V4cOsHSsSRZ9QRr6qHJDfu3SRf4/Zipvea1ajh9paNHB0Ez
9k8kwbhLOjSw32Jv1SikK5vORvyQcIUOO2yPVxMFm3UfTdEzTonxptYia43TqY+PJXXp2B1SJsG6
pp5EX6sVVoYnRYp1MARFVM/W6uDRrEewpCXVcaJfZp7LRWwQz/6EnutNOlDIi7MtekJ536BMVTcJ
SMOuOchpGa2dTPrV0oeJsyj38d9+h8BzTRe24uVKH24Mv8bFFj9hKpN4m4W7Pq+bD0vP9K1sFfqq
6hAX7kbaJunhbTQINEjl60cVWcr9kPLhnETu1lj99is5i3riIYW+e1wAMGCsKh03ZPpvJ+OujMBo
lB3alVrcTbY6PunCiQ4TZjLssgqltRtjGz5iPhLvaDJNW6/Wice3Vm10XzFUsKwbuc0GdlvYRXfk
5EfCw4JL06AGtNzh/QLQ1ajMN+6G/U1v5z1s2X4QuwAhxa+SoLJ14QVnK1EyNVyll7uVTXZqNfmK
TmOamYi3ljj4R1qYfIfa5Oq4TmguTeH2F+idLJk72V1uF7mzq2vIXm5Y0kPoEnZWd2Fvs/sSsuma
F09j/uqgJFNWESnw+yEUTuHWHWiFbaW3IAFipxLWF01Li40toF94aEuSCtGB0QP566MIfIDV7fGz
aJytT6z/gWOzuQ1LkXxImm6DaOpVBZedGAATl4ex30aVc8+yfAQ9bLqhhgMCHGbD3ztI142N00Qp
rC3iZGdjEQ/dlUmL4Ujglw7+oUH9tYwE5vRQA5AVOZn/XnPlcTy1A1fgFnyyN5MkrEWlKG60J3Ss
uPKIWN+bGb9/gwlE5q/q2CZs0oTaIAgM/R6bWkzlMCzozfrOD0b7FwnN3wVt3z6SJcNtBuiroxEV
CEgpxafrAMzNs9bq3Taq1eiPliZjSZzgE3jaUqbjGldQcXZHhFqHMU5ig6UQBpNbNUZOnQKawwf8
jkyGed0Nb7qP3sL1gbHcKlouSCl1+L3s8XWRu203SR10j76padXO6Od3O71rkzWusHW8iaVwpFdd
wXbda2VJ+C9D2uBvY0XBJDYUmGk/oiDo39mBYyUuQrSk2SZ5qh1o51Y118mC0YFORH7/S4jCfnSD
2hgqKgpj9FMhOS48DDeiQ6wjkQJ1H4zWThvHWNqiUzE/kDgovVsSOZkr4DzdtsQkMXkMlMp+Kc1M
Fl7HzD50VsfvsMoAzIbTJxIdrwZJlsDNwtKMH1THkqwVOfuO1D+vjA6Tpuo/shAikwe7rfoQpOmm
Xy0XrfRBEPfuc/bAYZcjGMB/plTVRyUozGTlJ7nyIs3RLvZZmtLsnEKDW9bm+VqXpOy+9s3muVMS
g7x5JSu/p0gLN0OuDBI6VVgjXjNoJSalZggvgPe+gaJhkoFW5A2xSXSnC3yVt1jm1ijR1G7XIyXg
GlU70z18huiBsA6zcQ05tmcpQ0lCQbb4p8zB/4Uzj1x7MMdpXadWGzRunYO+2sqwCvRbzcilmUfr
v9E1KkMmwe7mgGymGLkJk4V/6lQWthcxid+yKSdkDKaQvmyoltlb3Y3JuE6qLg3Xk8BVG5EE+VO3
k4L4LapJB7A3m1Lupqm/mky9OQQt9i6jldATkac2FaBi+GCwxF8j+qmepUmqX9OsNKiscWL91rM4
fkgzTJZz9gp0+wDG16lpttyD7SbMbgvShc/tOOm9l9KxrcKB65w/acvN1ZX9Tplw7GyafqvJ0xht
HCvAuyycSlugF3fS3ZAnaF+KwQr3eZboEq9GwLsKkupbZozGnd9J5V522v5Z1ugZrWIQtK7/2wH0
8whAvd7Ezq/IckfHqJUVhU4yB8gag9QzYSJDhUkU+Xej9A7C5CG2Q1hYMKFvE5rh3mM/LOs1jvJc
zeSa+UxN2XklK3iPUc6LrxgYQGtm6FcI35uSr1igIGmHjotGGd9m4djumsK0kKnA/b8dcxIhB9nX
nWCjO2NV35Rt35b7Ls5zSgZ86i96W+VinXcinsD1JfgZ1eokBSjFdSqEGULkg+77JPj44hH5M64U
6b0MbcUtcwpDKzQtoc+PDAMS9CNVKxQldbmTqRk+VfOhG7Q2M890yqT26OVzvlPoU2KvyVUalZmp
+jqqlYEAM5/UlyaL83vobUSCCXlHXhW3t81AbjTZxlbKuZBXNtezPqrH+AYyvvUVb6/oFn5YM97X
QDMU1xg02IJ5qNwETtxDBAbZp8KDiaofiVLlEdZtU9q/lyU1C3roAUZs61LjsK0jq1gLye8p1ZG1
eSx7Md3SyT4kjznlOZ7MBqzxoLSG/RhFapvfpPFYwO3JLel1akr5Xg6CqXLljLSRkVSZvM5pKuZS
p5oqgQ5U5Tu4fta7Js+p8EBqTRUjqdQ8MJf8DXGUjJlZ2+U3Q6voP4g4eUOGoZT1jlrXa9F0s5Nk
qrWW22SNNW3VzLbbVRwEsfoCcaxSPJUGpILE4tQxXicB+2VpYzYPJhvTbxvfMDc1hfSGdrfaxRZH
qptF6fiDD6fcRVYTJ98THttVs0iVnimKphRXRAKBNZMs7blvbTqCMGNqVonSkBAw4hoGG7UnsW8z
B8L1FJRlvQ3g8rxgZyBSuvyH4bUdweuUY6AdEM5nj1TR4+95W9U7tJVZvbeytqQ/os5RgQ2GukY7
SI4SU0qrXutpEz/nylghjS+TgrYP6B/PmUw4cAeYqk+f2sK3Ai+zIUm4vqA/dIOEoYRWUkMUWoFt
SmWiEcv8IyF6SfdtX7YUazL2R09zcGkLO2KIHyVFnPFVMnMlfGr8DLQIEBkthWqnk9I37Lp/FSLO
MDgfovy16QeHGLmxyaJTXZckF++2BrNa4UjhY+u3JaWvKGm+aXBN9qU8hQA8CqhnGAdNb1Gj6ege
h+Q5NErySrrf+/RqaibWheQ55MrFG2MAhlH2pXxo+0CJviQGnLmnMByZ4TFzy7o1OLL3WQZ+/iam
ysydNOTtu6Otdh8oONsvStLD0tIax3ykp5aKTV+12QMc/uZZ49qvg64TZXTjt2b5GAQQ4g69quab
NCmCbyaBENZ9g0+uMZYj9O5OM35UCbQBr0NALrxg7o7yVM7t4VbCdHzGugdDsyqGLsInKdUAhxl+
VbxXU9x/SSNT5jYeJOl7LqNAcGWlaV9aw6xfRtOCw6CbpUSyHyyAPVV1uMLkG0qgo3WJ4Y70VBde
ViV4zBEIZwcSeukjv11SVjoseVDGY1ffityoHxSTwETVq+mtrMbwrjBUe6VRcl8pUyrwG6FTlc9J
5QAedE3ryRYDwyp3Ry214fFUaWzBz6DnaSdZcq0+xnmn/tLl0glXYaSJDYZrtvotIgYk9zmii3Ap
PVq7hvWyr424O1Bzs74rZWffaui5SavXcrVy8spPtn0tRxkXwUjbqHosP4pCFVs1wpmPRTjqr36T
ssOKjg3Jaqsu3HXcialaZo2yU8HTdW6UOy2Alz5w1gbFiT8cWbhETmVtr/C8Sz+arq7vkBaGDwVd
mbHLtMoL3N5w4qU9HiWkmyOY7Z4qtVIfMD2ONhEWnF/gaahflbpVIDUqxrrCj+ujonrvezD6UYdH
FSXEVMX1fWyKkVmC+a8rYGOKtSak2L6h9DO8kynKN0TO8uRmY9ne1loY3FlGab3JnRlTZlC7L2UP
7z8KEuqdKTVo7itKQAKfwhg2MD6F/1+sJX8tADY9xHVHpir1+UGBqW2CTJHvtahDQlnS6r7K2E7e
O5ngXmZqrtE02oPb+kAb/sBVS/kSgMeLG4wKGkyRUvbjHUE6Ctiwj+V92vvZc6w0/XctjwI4NWbf
ENUHTq1hVuOXzQ4dX34DLsPcARIz4fSn9FenhixlTyP6BsqZcRX/how2fVMbg8qITKWt3pGuHOk/
k1v5LqQCyLvQM2wOe61Dcds7kfZbYxlufVn365XWxuDmcilJn4LAJuuAkEV5oqU4JpIi64aXoSry
TQgKg2tRmwLLijT7FdxSYaxN0Vm0IcYRIjeRZd0qw/og3/tOACU266xS2hBRlDSjUCPc5SlOny9j
NA2ukLL+oBLXOe6YsMttCo60W3R/nbJNpyx/wKTPuBt9WANkXpUm4Hoj+8Qt84fb+A1B9T15Tjv4
LqZKZaHUxlzcooqwCjIR3HVRg1haG/NWvJm09W2dYGwG168kY9h36kT3jGGTSGOJV1wigQetLLZJ
yWsaYEIhJd0pbcXaHMst+0XygOdjEt0kQZs8hV1OWZ5PcUv32/RKtR0H6UhW/Jj8IeRQ6p/BSylF
rKu+i78EikmSGqFegKKEOD3eWHT2Q4EZO9bFxAvrPLy26hWdrtXgjkNY/6wx0AD0VrTiuxEbbFp+
BVi0KVqH7hTqWymYqrxY21Ql8ieM9yhejoBmfbaxL1xhzPuuHepHKG1RDHQLz4tRZA1tHdAjfbtN
BHDJ0pljehincdHo1hpvvGzX2ezDHnBy+YnCGYnfir9FDz2owP3IYSNu8LPs7vtKoG9Mq1rDgtaw
M+AdZBbwXvXNREV50RUPWqyrd3SohNot2jrcCDQoeJ1n13LxILV5QnFHsFSo9EfcNar6Pqh1g7XR
59uY+OZW8cPpw6+T/rluEVK63WT0B/yBp2YNOMR3PMMiwNqUDiJPVylTsSdzDT6WyPsdyTn8IN/Q
KDvolfLRwVeFWEk+sqB/dEjWupEIWD3DqN/0GOY67+kg1wf4i0PihnwWbVPrGJt7dYs5q2vRILNO
5TSZEZy2vyFMUGxyS3mDny1Z9/yRKkQ4PqMkSOuvhD11g9SsCncGWJM/jSzb0jZzsLZ64Cpvi21H
PLPSmhQqlixAZbr0P9vYX1PGNdxqhvshZTDiJ7aBBOWSXHB+0KG5radWfbVwKKRa2Bdr3rj8DWkf
vZsCANSALXLqE/BzcvdcYieDdAQ105RtOROxT32ooabrALlZa0OLF2/VEgAkJPoOcaTqB7oFqtjL
EMa9amWgv+n0S64SSw1/2So/ZUcnadlQgCjsmNuiQmaKXzyEt6PdDO8OfazmBiMiDCPZcR2EWByG
wbtj1/avYJzUZA8OnzQS6sQ6xxoyGXBSLAvlbnRqQhvF7sevba7HP2BZax+VLRoJMVhufw9RNrUY
18IRpZof2L9CyhcOWzz1F1Ko4E88CU01W5dUUyYK4+w+bkdaIRR0GSBLrbGEVhTbziMpTGQgamBH
zwJjy/JL4st9zzKMDQIW4ATiPtPD6SZUxPBT5lz9rRVVOHoC01mJdLA6z/PYHr6qpUKzWiUp+CnW
UeTv5vDMolpIamlDPtsc3V7NlfiAFg2MuJ/ZiryKVKf9ipW2f4vralLDwxO+terYqEc3FhSTabRQ
5506EGQPgOc58qrUqyDx8Bg3oKnQFj7QvSw1b1o36D/o1ReQqtPQ5zDhaG1vIr8tzD218+GxTSQ6
3/6nHSZaNmvBFh4lWrHCq0D8sbtGa92QDPRT0uUgrs0uPoz0e36oUGfJwcryt8vq0FNVL9glC92H
YhJFyUsPlaJXRBN22F2qzdMYqXdYoXLdnfaXRzkjtKUWiQ2gZsB40vWFoFsuY58+35hqvBp6svQU
ObDviy/Uckv9SmfxGa2rM9OS0NgbBs5LC60r+qwybbLZaCrkxib7wOj8x8tPc+adOdjlkeXReB46
TY/ltIZW0hwHgdrVysfSeslhtjpXxNanKmgQM7KsoS8DXqH/bTj91EGbhAVamLDSKUr3q0oCApxs
ZWSyE0Zjlx/GPtEG27Khw2ZBpW4rQBeOHyavLM3BnAYtSenjTkraIJK5IuxMzInsG/BaV8Zb8B1m
MTKvTMX2z7ZRkZtze9rnzuuinOiBDKA6NOnM8cX2ULnJ623k3MX4YAVrQbnXvCK+Pv1is+wZDZsK
YcyUl9p1NaCo6aCNcwvxhDHRTuTtRuvWl9/k6cxzZJpWDAWVtQWDYfEmSxtP3dokhFac+6F7a+1r
3KFZjn4k4+YDMePoLECJbLJkj98cIGfuHrVp0lDeeZWC8VzxHhumV48Q81QdvW8puZr4UJu3hosx
ucV9FFtX3HpO5gtdBrRksFmopq2o6rL9o8iQdTsTySvNuC/CctXJ7dMYm43XS8oDXPMVpYRr0JST
5TAPimOXqcgzd2lpDmPiHp02oUKSPHa+1NV72RMNNHr/2EjFYczVddebXyjIkaM0anSOevswAIdr
tOSQV9OuCYK7MhieLn/vBVyGmfz3VwGso4Ng7lRYtA/UDQbrKm08rt/+KEr9ViYGM2Idy/bizjY7
LxhgyubdK+StewkIc55pP1RdudLEcPaDODIXdof9VbUXH8RSqdYBcIb2mCG5NKSV44CvrYIVmY4d
MFkP9c/Py09+sp3PD/5pyPknfdqd1HqkgJ8zZO1vSoOMB2TlnmJbV/e7Iryydk+W1WKwmeTwabDB
CFA49wwmUMdwYFPItLhOXH6ikw2CQVhZlqHq7Ep8zONBEESOcZdrMHhHY03RYFsmiGyJBS8PczqP
aa216K5lg4BntkSlBJbUtjSPQ+g17Icxl/9AsSI3kjWv02QVb5cHO30mR5c5dNnZTXxDl85zZaZV
UoshvCvhvALcA4908cYsvnLgns4/hoGtBC9Io3Hcmp/50/cp2kAFCOD4rqW8tfEmo1aeoxBAndx9
hSfgXX6o06lHIKHQRDO37NC9s/hQvSTC1qkC0mmMCkO/2wtfrJMhe0ycaS3y6cp4Z74Yh+PsS6XI
/PtydYEIJNWnqL6rFz+EifXB0D7lI2SPPPgnbAW7Cf9iTvBQoMNMZ8mQkOYqVR6blhs21iP/ZLEL
RE0FLtbsVdhe84E85p/8HU1VoYARYNALTova8VcDtVp3KPFYwnjJ68+K8aenDySXqf5Z60x8zUW/
vvzlTqYjh76qW0wRh85zY7nEuirLkgCTbLeIdc+IaJM2fvtj8q8L2YY4QkBjaixletUWz0WaaVSd
3KTIPHyBuGjUPnfyK0fgyZz4O4bNt4INRZy22PcpZJU2rcIEZdLB5hKv1zdW+j52V9bvAiH59xvx
IFSIkPeotmksombRaiPeWCpxZiMpB3qR21VlVZgHDlp8C9/lD14pLRpeck2lyHcYIlOboXqzVmN/
uDI7T9YdBGvFJFeK6znLYYkt6xuwNwPELDdW9R7hAPV2O9O1F00X6X5qVRIRoDSvRDynLxpLOpgE
hgUmAITb4kXrHdkcKh0U3VvHTeqfqjxt/OTgmy+Xp+bpw2lAL5gyNASiJFz2UMKPxA+kRchX8LLF
TAWMjNsMvUUZeaXz5/Jg5x6KuYn1m27pjLt4qEwTfaTArncTzCHo3dzT8ojurz8IVdpdHupka+YS
xE6iAvwzTZpp5+f+tDUngRaLKcgtF57UqvDfmqpacWf3UCSv8/YnRcHL450ucZwM+VqQ6ygjMV+O
xwsV2NcaHmvuJPT6VvazdEXVsLgZJHiil4c63b8YynFmNiinNcHI8VBRYwa60SR0Cgk72Svk//BJ
GbPVMJpF6FKQMG8wMQGrbYZvFoXxK9vMSVBCZzIzZW5TtlT9ZMYMmDkgUugswm2HKgmtatXN5Qc8
vScthli8zFKxO0upUahnkZLvAHKNK2Msun2N6MsDMVmsNSX/lUii8oDI3mudfI0FeGamziuPwNtW
OfzUxS/IUt8PdcEvUEgTezTcHwqz4HQfv6ZW9a+REU+LikAzufQa3CoWdxtUwiOpPKK8tMXBDCKZ
c5cBPsub/+M46vG8qSVBnyLISvZUhHfKnU9VO4KWUKVXDolzM8RRVGOGKLNtLl1W4YDj8ahQia0K
5bEqg5+xJV15ljPLjWY7jjmF2yAmHvP//ml592GCzi3lVlQjRnMbTXiGOjRuaFRXZvtp77LNh/k0
0mImgAEK7bDgrXU6XTfRw8TEC3+3ko6KMfNA4dLG94GrNUj/a0Of2cMY2uAAIDnFf1g8ZNzRg4us
hvum8oJzOuU/Xd5VzUOvbmWKazqOP+JGHrYlfWr1E67eFPs7Z2NAaio+rizJ8y/8P79l8Rp0MLrg
WHgN/Jax2Abtl0L+7sMp0IwDTYimASzqOfVv/VhQJF2bCc50V47EM9OKiMBUUZmZTK7lkagIUyvM
mtdR1rJCxrfkwEJDcflBzyx8vEk5MYAFkW1Y3vE7RKL0Q5PDpf/lj1oYG/S7v2mcW1dm+O9Dzcgh
jW0GcBrXyuM5XAV9pcMXNF2KRO8iGh9LsM7ovX76CSC8y491+vmIDE0CmZnWplrLXKcEF7iC68Es
1qRtVdk/tUSl09j5dnmY07fHMFyEgB2zjyErO36kUSAUgnNHBrwVh3DIqECjSC7GNbfPK4mRvyf4
UUrInrcWiCKAnmnx/9v5/2kLcHSpqUoRkmeIe8t+LMn67wNVk/r3tC2reKPF1FDWZMftd11rh5iC
38RpJUVJP3pk4aI9jZrmW0pjtnXn12X/G/qSMx1oPUAPb1Gcy1ZFZhDkthMFhQ3VtPTP6NPatDKn
yHhTaZR8kOvUuWHKDC1xaC9eQCHSxjJoZk6qqszTra7FA8KUMKpfLXMKXpqojb9RzGj3cT50v30r
bvf0LADNvvwlTveOv4lNkC6EdpzSi/Vq4PCrVRHCkKz6ETmxF9u/cITypupLHO8t9cqOfxpFzjdF
m/SiajGX/x7on74FAayGZqLlW9gT6CD8UWhiUDpxp3OSaZP/rzdTPj0MFhKONrA2MCPH0wwyOfX4
2V0jbIDYdWtD6zfWRN9+fmWg0y2Hv6451NYBOc/h//FAqlGLBmsJqHbFN02/ja8Rf8/9fW69pNFY
AERzi4C4dOg1DAqamMap+IEbOu491tvliXBmSUJj+c8Qi3clxZKgwYEhZHpsqE26rBbP6lYtyvnL
I515GCRU5OG0+UDW1MVxNaFYj60GQ7dOa6jbQknRrg1x5mGOhljM6nYSfU/LFkbVgZSuMpyPvLiQ
+91Eo/66KeTh5fIj/S0BLDYZsjsK8TYTwKIecTwBihyJbGfnjotAzTW18qZMEpecHHwJtCMAeVCw
vIAzeNLjAWYiXSBFfotnwMqiv0BR48fLv+d0nZmUdmjZxkWNHJCxCBWdGsPCyJJ8V8n1Jyyz6Aet
6fxudvEUfrUn5cql5vSL8ty0U1A+sAw0D4svGiSlKakdXn1YAfuHuLH+9FM7XdnIT4+mGQ3D1ZNs
wpznXtzUqEf4RYA0zNXFR1TISM2tjaQVV77k6ZtjFBMlPqkYm6NpsdKSkk7hIQoDr2yUn22Zb306
bAfJohOo7nPa8q65up97LI2jkFSJLM/hxPHMmbp8FBK4Ls8qXvKS/tnIgiF3bYM6XRAO9QgdGBUy
Xk0/qe6A6QzwRaX+YeGIF0Hb3uZKCYwhSJ4so1euhGCnV895OJuNCuj16a069SWrtSvwKqENWs3/
iuhynTSsv27YaWyTpoETrhkaq3+d9sfDLlYhuivYGkgvvLgbbpCibWjRu7HBPeAhsGFDuJLwOf10
7PhYWcA+t7nOq4vhgBbkNCmGkYfS9aapZBrYxv62VKUr6eMz43BUEv/BJ6IOrS2miA5prlJqilex
DaxxxuvJhyT9evndzT/2eAebz+P/DLI4wmgGG8eU4NUboj7xlACBc5N6UHi8iVAw9f+EQ/18ecgz
dyaHwjp7xozUxdZosdhEVPaIDoeIS1n0GPbqRqdRaqjln4oSPA6JQBUsvyPGJYFXrSI98S6Pf7LW
Ha7sMmRQ1oOicn4fL72OpvIUtxRQl/Cf3ba3fjo5NlyV1imeQjUKl8V8fL085sm3nMdERMA1DeMb
y1488tDT6AG4N/LqGDCgaUAFYl+O1kHPsrg8lDoneI4+KWMR0jGaDUOdsujx84UxBgKiUSJvDDaz
a3eYI6ae3vwUmkzy1qUDsucDXV63IaaDdPxlaNuGrYmrd5nIe2xla/+3Ze2N/spx8dch4eSHgT+l
5iIb/MjFS5jqsU8q3Yy8KSflTwIsJiJz8gZtL2qz7C4Z8cD10Jkid48ks2t3RaEaD2GqSms5qjt/
l0V2EN7UbEKjSxyprZAmqo89OkixqsVY0gUuDRL2thF+xkqCyNmj7594vcoq7WtnRSj2KEPG3ZUd
6GSfdWSN/YDrGmZYhIKLQyr1VTFIch17JemaAxeoaVVCpfbkScg7JQrM3eVvfHY8UmwsXLJ8lEWO
P3FST0JpTIRPTpjeqO23AA/HgH1PvxK4n5m2lNSpTBDismCW190I2L4KnYjnGqsvrMyf8F+2gWRf
OX3PPc6cROc0xHUByc3x4/C9p5DTKPbS+Lti/BJiY2q/yvDKVnd+FENBI8C12l5W/aJIVsIuUmMv
kPft9GuChBAMD5H4dfnbnHtnWCxYVP6IWdi8jx8GH3mOQd+JvJhTYitFRgb0R4+wPI/i4kpwpM4f
erGk/sbunERcd07Wekx+Hq/BBLfbsJffIEc4UITDWHkEzo9Mc0QlCi9QUuUfTd5bmxyZ4GtKQ9kh
Q8lrPdBCXWLUhgV2sKXCh3oeLyn/VwMO4WUKg/SnZTXGDkwCQtZR2NY3PS6Uj39/X2Q5cAQilUqG
fJGvrjrWYy/7kdfhFuqHyNmdYuf4/6wbYol+HmaxZHLVT0hcMwyCN9r5d0Ere0aS0Ij5dvl5zk0z
E3MUw5xNWpS/HlmfLruOXkHc0iWeJ7Oo/ueDrr8rdlI9cdHVfk5myAZ4ecQzBxrjEHKRw2Fuy4t9
tXFijQ85xB63EfqRZCHd8fF+DHnT0u8gz77ofXUl1DvzlP/v0svlh7vP3zP+01NKvi1VXPmRXvaw
CKvey7gH4BO98/vsShx0bahFiGJP5EiqhCRFUryVtHyhtkVjjB3IlU38zMI9eqTFa4QJ2xpazjgI
V1dB06ytNtp10z9jScl6Qz4lKHdwOTo5K+RIrvUa1TVvzl51Sv3Fp/kc/Njm8qTQT3cGnOGo86Iq
hJm2NCvURF3EcTf34sXvvVkTQD5fHuDM6/rrP0dgSp6Nks/xPlf6ZRKaRZd4gBz+RG22KQBxoNi9
cgSdmdxzqReyE7sbt9rFupUBWIaSiaAUqMKBxBo1CYBj+S9KXLQJjVeW0mlsihxuLhsoMpz4OTI+
fqp69o8f8wTYNZ1j8C0AtU8mZs5skhsL/++qA6JYr/G0/Pe3yalBwpMIApOnxWNOVZj7UkmLBU31
npYYq6KRoKAq68vDnDswEH8q5GDIWyikLo6fz2wGx8jqPPFEStRVhiQ8Hx3MHuG/AQOgNtBG68q/
0YKtKN4AAQz2cw2KU3yU5a0+S/fXQ3dP5vbyzzozWUnWyShxiI7RyizeOl3wlRHRo8YS39JxSZ98
c+XDnptGzCI+KQ2DQCMWm4gzVQNOuYxgc+yPtGs19y0lbaggzTURxLmFgW+PrLATz8fyIpoJLNMM
4BCAzwnKHU3GqyAx9qBMrzzR+WHmhM98tTCWsdkU6I1mszF6QTF5JnVcIzFdW7u//GXOjcI+xeGC
cph7y+JhVDxFEU4ge++bgzEzuqYETsSVRznz+amqEDcr1LGAfy8mf5VUpYzrEWu863YGHYF8vysR
85nn+OvnhGRCpmNzmUrtpqDT0prnmHzxBmll0yBZklPrX3MDCF1ntQTfn/K3uczAVQMeorFmIW5v
nZXS3UwttQJ7vLJczpyIR6MsJvMIOnsSMaOIEQYJGYIOZukoIf+Tr1wmz702wMjoWyhBIeRcfH6w
xcpol1FK6x3m6rTxzEYuPhail2fZSRZifm0sfBYokdNJBKPVqq+3bZh6vl7TLwkEgkr4zeiAGzZ4
kWXVrrruz38zJgJVhNZkcZY7buvX/hhYjAkQdh0JIuJ9qTzWBZmr7AFs2uXRzuw/wO3nTAu1/LlA
ebzvkvk2zEKDV6jhxIEbwB7bnZXZcXAiirXElcP/3Gcj30eCwyZFixfK8WiVj0smnVGpF0z2zexA
odjGWm2u3D7OTcM5gQNeXZkTVItn6gz4D7j0pJ5cmNs59xZnpdvDegC4eSUKOPtAn4aaf8qncDPS
6aR1TIbSauclpeccQyNjGle1OdbfL3+pc5sRdVD2OoINvtjiqSJRRDw0Q0EL3NujdQ+k6spkuDbE
4mlGIxRB6TNEXQ7O0xTUMSnEIHi6/CDnP89/HmSekp/eWTiiUp8cRrF7yZ24E+hUwZ406b84WilP
zxpN5E0Uxxd7BBQfecrpLYFUpT/Pohjh+LtJDcG4JneaZF/L353bLD6NZy0ujKMNHSfwCxZuSWtk
U4eFV4jAcgO1+ub7kKSjYBsWyeby2zw76uwbRG6bRM8yROnTwGiCqEq9qUhvqC2W6W8Vh2+6dDJN
8Tr7ynCnIie2RMoC/3+8eQ59+npqn1uQyRgPXq43As+SwLMpugyQ9rk37jMy7AYwonh9+TFPpZWL
cRfTX1dAu2AykVIunbYgVfTqcdTgum1bnhZpR9GMHmCkTdfsoXBfHvzsJvnpmRfrwvRn1n3G2FRN
mDkwAeVBehjTAPuKnt7A7N+Dm6N3vFgh+gDpMyzmZ1UPAV6bVQN7kXbky091dh1+eqp5Zn36knDq
gw6jHHgIDsxho/3eNx3tNkGMiPKaFcVfIeEiIWRitmfRyUNEjUb0eLC0TQPR6KTwWwP4bNiB6qqs
n5jN0L/sv8S7onN1EGbQMTR5L8O+ij980/RE8FUUV/afeaac/BRcV2eBAZrH5QVRqGi8urLlDhE1
vzMb1EJHn3hqB1fOhrPv99M4i1mDRx5ho8MjSyo8wkn1pBaGyfQdJuR/Eacy9ciGkuRFY6kdv9yg
IuUBfYv5KY0OxqrAxkCEXxnk3GsjAkILjkT1jI5Jk4cMtDpMUVBGdlAejNQ/dK399u+zksDHofSD
iAF7++NnsUohhUgwUi+JzfzFlMd0X0N9PISqo70ZWfJ+ebhzF+vZVJQQn+CYubk4JUIxgwejERAq
kGXR7snDFuKbScg33nS4flbWXdqvGn9zedz5zy4nIXexOfbim9GYePyYBaYYogtkDicpOsBf0rdJ
M8quXBjNg93ehOkbbotQUq8q4uY/fDww4lCFJIJKTpO4bzFw5Uz/S9p57ciNLN36iQjQm1uyTHuj
Vsv0DaGRofeeT38+6uAfVWVzF6G9B9BgZhrTwcyMzIyMWLHW1EYa4hABNLdQmLXWnRSOX6RGg6SF
kgb6vfZnKL/nz+1QTrs2nnSvSaIPgaa9DUrwSbPr5EEyp/mY9NBuBHTIbLxV3kchfB8zQ0s016ks
PiBTSW6kpZfJrbSPbfl5yL9cnvr3N+b57xfOvTxr0EYIFR7ZyjGRPlkqhGbPaXY07F0ZdH+9a86N
Ce6lx7kOxxqD8dOdHKBtSpO/DnXQ5SGt3I44MKcZLyE0BpGyPXcntWl7KoskDoCxu7r1yUjeNO1V
yke3Mu4S9bUabpv+AEmbmmzV8pWV9VqKTMDzEDVc6jHntnOrL9JKaw1XVb4iSpyiXF318Jv+sgwP
lFPdQKtpDHtnePWT5uA795vJAEEb+HcbDp8AboHSN9kA0WUkWHPtscep6U/fQwyTQKZVRTetDqCH
hgDpsYNqt0fl1Dc9BKa8vDiM6n7uoAPfDfqTWnpNeFUR8k4+9PYDQhvHnjbh8WWA0ENeGqATrzLC
w2Dr3uTDZhq/6PXVhCTdaCPt2XyjuWiXSPdt+ZbpP5v6xUGO3TnGk3wMgFJQ4Uizl866yfOtbOdK
PLYcIX+GLnhzFFn+nKcMneZ26N1g1CYXiShOqNPSugNuupviDwa8L5c9bmUTnZkVFj0eR0lKB8z2
06EbqJIzjy+81HG24I6H+Eas8v64PBulJsTWEDgndhNgroDrs6XJX05vkhFymN5TESk2px8yPJCX
h/j+wju3KTxWo7JFbjbvDagtTC8ooTsGhxkhWnLZjKq+P5GZSosXCumfpenjfP/40wTRR4edaR49
+Cbp0XzJ05+OcaN0z5YluZBozwlcW5+HOoFE5qBqP8jfu4NhQuo1uBKJyVK7H8ZjA42aJJUb0e/v
K1e4Ms4+UAj5kbXVDbhFmQhYdVr7JoZoNdczzLHnYXbpfqaT4i4Ms1bwNEdvRQkeOHNbdBPy0fGm
CGoo5xl4HT0XjzacjLX1oDbmt8vz+B70BoMADw0DuLBmkX4UzkCyFfI0NcxjMKs7yfKc5DUKr5FO
VMEYxfCG6dYHmxQ5pTyn+ky+vBt/wBWyMVurXnPyFcJ+VNGSsBKfr5DpJND9HxVYzxzu6o3BrjrN
iRlh/8k2XEWpPxjuUDvah3xW5AXtY9yOxlzTAQVDa4eQqJf4KtlLaCf3Xed3brzo6TRaZG88WFbC
e+Ye4VjHBthMl5Q497Izl3BcGm5aPaMkFNbXmp7CJ565lrPrnC9W8VVm/XkZ8+ebMcKT7HwdanBD
Hy9PzO+j/p2znnyJMP/0u2ia1vAlTT/DuXbVAenNk4XM/MaBmB8aYgUKOEl9lJsPsnwI5odxetUl
BGLjq46sdRxPrtrd1JQ7GnufGa0XQ5U26i0tWV8g+uKtWR4vf/NKDLrM3tLxa6Ll/A5/DlfUYCGS
agAM/uKraPN8lbTQrRv9OIIX8fvZa8GRgIJX2o3DZ9VbWbKFHAMuCfHihKDKLPpoNhCyQVyka9H2
zaT+B0y16YbHvn8NLWP8Y0lYl8D2YQOusQQCgncKPSjhoYU8yuzMjTFtWRK2hpqxaH6CpUCTdz43
95yTO02f9G4jhv+NqHvva/+OSbyVIKy1rSnkFIyqRZUYUkj+Mb0pO7gVo+dOivcqR2WgeLP0oMhH
VbsJolvdISr6lDpftPKTZc/8y9sw3VMOp7H3MXcyL672BTpC5efJed5wtNXlXjKINMJRgv29jU+e
/KaW+iAn+GBT8h/GEBLf2oJKF4XgdtQOiaofRnkmk2PtoLZ8S/zvNXrPHnpYx9np0Ure6glc9/yT
DxLOjTnUq5FuNsPNzflQTKWnyLDpOHdNqHoI3ZDRuW3kp6E1XSv6++udEtXSV8J8QIkvuEmmZtIQ
od3somxBvkq69/t036blBiBhbYjYsahTLGWkdxBeqUlAKltcCKMhxZ6EYoaLuiA6AhPcttBuSgf+
X//o03sJASM3bJZMgGV6O90Y8FqgvnCdLNkX8u+22MeK7sAUhxnHTAyn+Rhou8JRPmmtuVPHwnMK
4wUd5WuoWO8cWJUhb3o2B+Ux0vWD0ScbKfr1WTn5FiGm6BIH3j2D2e+WpIhxRBhLNu8LqDngxdUG
r5azG3QCu2xjC6zsgLM5WH5+sgP8ii7CHHgSshLxdWoNh2jO90X794Vj26A1ggFy5FE6Fvw6BYKg
RMvwkvgGAmXPaTeqAesTeGJBOE+VHnFPOWcgmfMQWJ9H7brJrpLhszY+Z8UNqEVdvRuKLRda4mzh
xDsbl7BpwCoFIZqohILWqzJ/9iX/mMo3Uv5UownSgioD67eV3VpdMm2BYZn0lFM3Ol8yo+URbU6M
VDfZF75+lcHIXeTOxht6mbB3QzsxI0xojSTOZC1mEKLyyuEYoiOVQ+72oaDXDeLljaN4ieovmRNm
kqBfhQ+PWyopnpTsIMX3AMSj4CcqSSQ+YGnmZvSK/Ieioww9bEQcl6cUAsLzKU3jLFXalGNXa0IY
LOVHmLnv+9T+bzbbv1Nqycq5GfToSLmljLE0PjTtY2x+mf0Pl+dxOSf+8zTSXXVuoojkUO5GVi2Z
JVceoN+WNixszZXwPEuKVoaTAgtdGB61kbfuGNwscgiXB7J4sTgQMDbgQGgMXDDo5wMJKlrubZkl
aWoNdlZUoex7pWrBwdxK5hZGYy1KJgZYyqPkbDRItgRrqCYYTczKoHvTT7+MUL3K26uqGD0zhjfd
eZRnCKtGYhIrpdHzKFvN0R5fnA5VtR+O/iBrPwrrh6ShQvnktPmuKYqdPtxK1jfbrL2kVTdiurXj
7uyDl6Dv5Nxe9LRSZES5uxK1eVTjiYRM0X7XHHpO+UECKD+LPkGbnd+G0xx50iA/2mGXbnzHyiqd
fYawSiS6eGXCvOiGFYkI1Wxl3hhdf53A9AUXC0q2QRtvdcAvR4HgGmdGhZMpyFQb/UmMZvM+J5E1
5JNbR/kemKjXQdEna6+2tcn6tmzOd1YJEX/n1FS4e85nXC9GLTdHHNIYare5iVNYOiWA3Tv7IbUe
86n+pZvZh9qUri9vhLVcJsf8v4Zt4XAKei1NmeXlLfmxG74q6q/f7I32x6K+bmNgPjMcfrcVomKd
sXEH/Ib6vx80YeGSi5Hf5RCsrlB89FcMtx3LbB/aTrVDs0a+U3w4KnqIrdw0HwZPd+KXMM3glB3m
0EO/QyWSA8ClWFvn28rpw2T8+SBh7UO1a0hsMhkmbftZ/3UA59TnG0fcCvrOPrMirrVpVr0/YSXm
ruvR74imT3SPc+3tNPtbDSdsmLvkTq0CamPZmxPIvHMUD6eXMm53MAgX7RfVIYOauvP8ZcMf1h1x
qawvbdOO2G/U5HmZlRNrUnSv43SbatdaeujpOxpRmJoAhd9mugdz3mWza2k55uSPWfXc/5OZRiMH
5Wp3cEgyLvKRIY+7aN+CA6ubnQ1rbeF/62OIump6K6kSWR6wdhf+8VT6AHGyanlwucWkJ1v7ttn6
vmXh33kqfV7ERPJyb4gnEWiuKpSYFVMfdotqatL2yGg/ITPdJF+necNFlC17giNKRZAiFsF0xNF4
RTJFiQY3VA5liS7hTVS+9vaLYdxDsh6OHSnJe6Q/0IT+GY+7SHk2y02Ci2X6L41fcFlzNjOlj5fl
Mb7k3Xxdp/MBjVS3i15VyUu6T5OuktX4WE180cZdvZZ0X9iN/m/yRagH5GPGqNBKTLa1Jbi5S/3y
YPr3PgWxjOdS+cMJYQ/ZSDf8B6uOTJJtwU79viNP7kCJ67m2Ws1w5/Srk8qukX+BTNu1qlfTvq7G
xrOsF0mXNgYrLjwNhdD10DdAqKASnAjxTy8PtCxKNjgW+RqSfW8Ak2Dcacqnuv9QFBsHsJi7wcBv
5hCHLK4Mz5kQl2g10t49uoNe3wEh7OD+VZ3OdRJjr6VbOCTxLl8Gs5ihDAvG9x1RnAEneE5eAErg
XPZrr5iSAiJ+5JEaIh+Ygo6zNUfXQZ2nG2HxyiBN2gthtaDZB3JBYZBot1aLjk3ijXAEuHhZtyNZ
+wUZmvgGQXjFvXySrZqDVAoODQBi+u/D/8Rt6q5AiBoybq7vN70CWY12K+R/ylbm+3f26HRLMqH0
llC1XS5Oh3Ti+YkZwEO7SBvSrlkDCTIRZkIlMA/dmYqQBuP9l8B/bXIIyj+r1pGayqS+ID1pm8fL
432X5xC/Y5mQkwG3yejInc93mLHv2qp/SNH5yp44J/XyHm4JP7+zIi9T9sjkuHZ050gb2Y13W0aY
COFsbmYQ85PKB+iIpHuDHbhgpdFpQHI0l5M9jOv7WjU29umKO5/NvnBA+6hKGTEsq6Tywn1c3tQQ
eKThQeqvpPHr5RleNcXdSDGZ3q53DD+N73Rq5bBzIEwno3Us1X1aRzu13/n+xoGw+Mw7n6IJC2wb
UFhTdF47KSw9qClijM7j3IJO/TxvpVLWTQC3hVkR4IH4So1lvc+rBT8eovX7W6r3Vxp8uTxj74La
3z4Jkvj/jAjRRFiHyBOavFrkhlY2CkNys5e0oPuS9U66N+1YvwqSWX7JxzQ+pGU53LUApHq6GqTo
OkEtdSv/ID6cxQ8SjvUqRPst0mVGre4s2atDIAr2zvBvLZQUw2cnuq7ghe+cHcpTkeHVytYHiAmQ
//8BFtck1ToA/EJyQG0TfbYyPsCKEctUvEzaa2joyfdoZxZoFKDC5NTUzinYf9eNjeju3V0qWhfW
Q5r0yUD0lTYk+Ri2DzOkq2r0D4j4Yfgs24e0PjT1xojX/ezPgIUZR5Wu6vOaAWv+W5p8mMr7TP91
2c1WN6bzx4SQVS0qeUZaChNUYeX6O9i2zH7sZ8AMW7jxrcEsPz85Y/UM5YO0YP60eHooujfJkQ/q
ZvfR6kF6Mh7hJHcSTUsg3MdKy8sTFVT9OKC7ylMItmzL2Ti2l5Dx/VnzZ/aEY7tw8sQwltkb5yek
DHTnwTTvxvwYAShpbyjjXF6stSmkFZd2J3j0Fkbe8yk0tSpFr9dJvLJ8joZvQUwVYitvsmHj9zY4
WSakEZVs6LGB/DYVaUSw0Qok4315JGsRxslIxMBUpY43mBVWslT7qA7avmt3cj8krqJt7KE1hyCh
CMJHR4SXjqnzOQMAoSNGT00PjEFQHzLqE9OXDvXRzrgd/OPlYa1O3okxYTcpqWGOvYKxwR/2ZvAc
0whc9/9cNrI6dydGlo84WSGfg4jgDCMWt4/a32fmAVVsJA23TrzV0VBchtfCWBr5BHez2zxAiZyb
tAQ3Unwf+8Gd0Hs2lH1dqXs7fEkplyrosc6519W7SXsMx2/1FuHo6nD/fMVvkoiT4QKi6iOp5Cvy
mM6Wb6Nxo6HMvcWzuGYFpmTCeigXeMAIbuI4XKVmAhQf2h892Tn2gzTu7K0s6tqMEuUur2/q9oYj
zKgJjVuDSGHqNQEKTM7XBrjoEG9AK36nYsVTCfYf2Ad4NDAUwUEm+AdkZ7GiyNQPu7RaZCzSwr5K
oHJD+xK9Osohc1rvg8Tu7m17LvdyPEzF/WhaDXRWdmpXPweJbj0gcEXgqN4ch8j9Bqn6U25SNMUA
2AKHK4xcrg5Q5BcovdtZ2971vTbKxzQzRgKEWi/1na7lwRax9eo0QpBIs+AC+BQb06sQEeupAY8t
Vc7DEKmeQut2GyT7v99oJJD+NSPEx2mDkFJrMo+Tr/WuNiCkaBUuzBuPcZde/W+2BM/QE1LuUo+t
Pv9qp7d5cp+WD90WkHU1iCFygh+K5Jj2LkUbIDHXaCyhZxrxzw46jEruXCQ1eTjrCN/WT9Ay7gqY
9Oot0OfaBoMsbaEit/B+kbMizVVF6iLWrFLUXe7vMwWIDBRqf0ueuYRp5FkYJM2LPJKEK7ksFSjx
LUZY1UF3KGPrV1oa+sYDeS0UhhXcJqWCJUD0whHc6aEEFp33YtHcRoB0gzzcuLdW5wu1h4UzDPYF
MYdp9mFXzTP9ikgiJ7txfKuV2jVHGvrHaqsLc204CHUB8qCjj3yNMGfIMBXVNHGjJIiI2cVznz5d
9u5VAwtbtA7dFLwOQuRuO70hpSmDMRbQb3cdt9//GwPUz1Ep5PwWWyCdIB4DR6cFEl7BH2S6EDoL
t/Qj3lWUFtdClIBEP2sPub2w6kWtZlUdo/02Nv5RifaOSjIg2yGGqhmfgngR8blbNHGhePtvRvfH
sBBW9GVAe2xKy6VV5d/oS/P0QN0Anay52+nYhDtDaVKUv0PGFqhf4enZaeNeso3DZGxESMs5Jt5N
oM0pI0JnzBtd8ARKJZYdzwBXakvxEc76PtbkO4bPdR8/OWNgQj2d3smwBlyewdXhAWCCGg9CKUfs
Zs5MR2/9HrNTD0OYUmm7JLaQqtc+5dKPy6bW3YS7nU5Ukw47sS4LJXqWm0svVl9qnunfWcXjZEKL
d61qP4vqyjCeJfWj1W9cIMsefTexC7MEaVfIqEVcng75LIEcIzQR/lRB5+Q/KvC9dnLUh8PlEa7u
ZqTEOCpIDoJWOT/9Cr0PrUrFVNXyymqU+soP4q266ZYR4bkNp0/OJY8R2Nw+Db780YIJ+vI4VqeM
cw/prSW+FGXEpMlykHzkVJqk7mcVRNclhLlgo6/s4a2qtzqZ1x4iUCT+a00YkCbz1h4KdhjK4wTS
crcn8+ki+wYryGe/dx4U4/Pl8a2mNWnyAigODIaukmUCTkJnJBqlLJIwiYbT8zBnHqqBr6gEf8pl
JPLoLzFylGPzEskd7YvmTDu103edXe4tJNIvf8v6XP/5FCGW8vt4StOKI8wxBq+SiKIeELHtjHaf
jhumViYa4AitegtYgZey4J4N0uXo1uI5aDPtygbJ8F1oXJlWtgvsNwSQLw9sy5qwrFFntz1yqew7
3svm/FoFX8ZApQDBk8m5MfOry+ZWDjI6Ik0GBlkRl5AQJzZlbczqQOMeeJAj6bdO+mG0H1BL3jgw
V85pRDloLiD+pSFeZI/Rx1qK6mxpqqNYVn80B9gsbnL9SknR31J5PZcbadu1eVRI2apLLxIEtMLA
7KwDEe5zaqbz01h5YT7eqns06vd922y0Wa74IsSoJKLRFoIQRGTvkyWzDuSlnbNBoHnkjnKR+sNH
ssD1E+vJ/Gs8GoEDBhctI4i7KMYJY5uDYvQT5D+9GEb7TrLdlsrCwD77e984MSPqZdSNWhrtYsYn
xI6b+7Lx/FKlb2nj/F+74ZCBcaiG0T8OnEzYYZVjdG0509g5lzWoWyiKYdvJ1ep2SvVnaWyiZzua
tO9+ZbaHKaeBPYzNLnT1EBHqje235qfMLEU5lpI9IXwKQswKIqQq18T4FslvUHCm84KLvjHoL3ca
N9rKwa366YlBYb/PjV9FhYnBApqSLkXY/BX9YVctYm/I3pRwY7+vvdjAGv8ZoBB0SqGtZi0SQTzB
70q7AVvTwvyyxLnwRh4kmQObso1TfbvsS1vDXK7nk6sDHFQ29iHDpG3ruSo4aELzUxHaR8mZnyp0
4IZ8Eyq6DEUIYc6GKsSghj/6WpNrqVeqP8dyP6LfrF8Hzp3lXFv6o9O+dtmhMlKE268Hf+O5tXom
2FC3ABlZdEWFq7Ib2rkICqa5lQMICq5aSzv0tifTezRssY28wwz9Pg94n6IORIc7zbXnk5sEo99L
EZOrmaVMijpq9sMwARTJ9IyWDf+7HsQlvbWDegPT4IuECPdusFCGJgHscImH2fXl1V4bPdVzBJKo
LfNMEw4oZ0BHwMh1Zt63kTCAICs+xs3BlpJjlc3Hy8be4WSW4Z9YEzN6RawFbRkZ5Kfyx05Bdr2q
K1DdzxxeXljouyGLd3mt3lfhoVR2qmddm9HHMr7jkEZ3HdGF+GncSTsl3viwlZCT71rK0YuABCSU
58siIcFFSo1ZGClPJlX5yNWwMdFr1zdYTfpqeavasIycm3ASP6yldtnNSWQlu6lPgAJN1nCNxmQV
oarstC+XZ3v1ADk1uXzSyU7WuzZRCT2JOxdCwOpb372a835QKK9/HhEDRjRQ+nrZ5upEsoeYLPxJ
F4lDIVAMkrhmlOngoObY3A3+Fu5udSLRXyWfxGvcEcFMiq8kM1AMdNibOzm9tcYPknp0hufLA1nd
F7z5DcrICpJ9wnLZhVZXZrHsiyB/SjTppgqrl8mG7bjrHkIk4y+bW503FD5M+IE0XlaCObkNhjYD
/+xpXdXcNmbh3JnzFl3C8kvEUxYP/NeI4A9lTGIw7DFiGOPOSSpkRZJdpW7cH+tuBzMk1XF2O45w
7nYpcVceJ7Ai9Hr2XA8K/ZTldTSEVxJswnOiX3WlczsYPy1nKyT4D6YXIYOFAVET22NNlIyQO3aI
kTtt10ZfFQl1uVo99KHvjV12zIy3oRiPgbJV/llzyoUZC2gkXFWGWKDuK4rEdg6Eb47q+LELGvKb
8pzcV72CgGrQNhsvnbWlJIkL/glYEL2AwoFFztaQQFqRTIFi0e+uZ26H8Odln1wN9k6NLE57en6M
cyMPIUZ6yXHcsYTgPJD2qcHUxovY8nicyYDlsfM8Wg7CHtGP//EDhF1RUN2T0owPCKTsoOdHa/4a
+A/6dGybYN/Vz6r80dZ+UU2+bHdtM56OW9gnTd1qdqaxmEZcoNNwtM1xd9nCWoy1UHlwRALJ5OVz
PrN1oARa00xsd3hgNWWv9K+xdNSlqw4a5JQe0svm1ryT5BCitAsWkNzNuTlj9qG5DTkyFeVOcQYv
buHpiN8KKdpfNrQ2c6eGhBC5KY08ALMC+X6Zv3Rz/lHL542xrHk+FckFg8xd/Y5mL9L9VLN7Iqiw
/WKTT66e8v/mYX9qYhnlid8bcptW2e+XxfDKbWnRk86b0usCr62eqi3u6NXFORmQ4ORO4shV5LM4
U3Kj1D0yFxDQ2bE7bgU5W4YEtx6lWO36hJmL/RvFfu3T+7r5YIUbcc7a+pAmpgZCY8p78qYxnu3Z
9G32bGoXbi99Lcvqagjyjft5zdNM4JiI6ar8ER+ifigbs25xNNhJjDa3r3R0Uyjx62V/Xsuj/Rao
XrjWIRAVC6pyG1t5hwAjuiPSW1dpR1XSaLORvQma2WEM4WD9R4MDuZrqg9MF+4AtZZeBl3b2ht+v
nsYID8CWD8u8gR7zuVdqpTlQ3Ms48ueWNvWoH91kpB6rF2DrC/TZHa+IKlrmI5duHa+Yt3qll0NJ
DB9OP0DYFqZTpZmVL/kuwoa8OyTWbY4SHgiBIJP3XVHwXvIuz/+ay56aFPaG4Q9xUAbU5p16PETt
P010LAZtN7f/XLazBrljnf9MrrA3jNyZImshTJyMMYLvPHfLAW5Lq74JWkjOaI3aWe0/2pwchyHf
x2oEOc9fd9Esr6PTjxACJx2hAntYJrjJfDdVSd+jkWn/nI3vlfnPFN6j1eIl+rHp/osEHDJ9lDNJ
7FOkFWbZ1qYwoVjPkarEV4GFElTh36nxS2vvYvOfuN9dnuy10PrUnDDXVUFUJlHs8YJw/pxP1b7X
TfrgyS4ueTjlbxV5f8/qogjIMYGmmvi2i9ooduwGakdUrnZTtSvKh1mGbmeLAmZ1WDzsNGrPi0KK
sD/DaC46PcJOlb0sm6KvjqMS7Ozq3t5KI6yagpRuIZsGEybe52WdhWYdVxwFsoLO35Um7TIEAfxv
0d/Kvy+Tt5SzaOQ1yT6L9eFosscWdD2RQ7tvDQhlnvvkUTYHz1LumnZjt69dHafGlqjp5N5VoqQM
Qgtjed/kxz5WZMT2dGjWOrSxL/vglikhAEuSudIzBVPa8GBN31PpiWh9w8ba4QVzGhGeCjE0YBVh
OA111SLGIcqucpOu8MCbuEgsuc5/NZoTS0LYRZeNMzsFloKWJlCN3jL/oe+/Xp6yteP/dDiCf8dV
r8tFjhFDj+g6/tBUkasYR0X5mE2V24yPVbW/bHF1AhE/RG2HXPM7pi4umwCJMbL1Y/igF4dSvo7S
j3Du/W9WBK+bAFV3Y4WVMkcETwmktzmdbyJFfUxDf+sSX1ZCuEMX0npebIyHA0k4akMwEkpskz+H
JHRf0xY3QKxnVqnbQYGWStc6oqVcP8ZNQKOoryqeYdcb37Dy9uATYJmAz4I0lrilxxLAR7l8Aqxr
qrXv611pXPfwB8rW934TXbdyVC3lR6D/JNagNxY2mtqMRTMvL4LM6GF3kg7I133UzfGKdoDbLDC3
GliWIEScYCaWbpml4gry83zTzUo9dprGagLq2w+mvSdDf9lfVo6OBWK3CJRDjQ+L7rmFvGnSqdao
j4XSWxk8ZNPoxulGTnrLhuCTehrJVlZhYx6gz7LfEku6U+zxcHkkK/vrbCTC2gxRYmhBiSfUcUF3
v5dW15H2osBF9b/Ygbv+fMZm2H8VyN7h2NZ7t5AfAUR0celtg6TXpo2cANl1/rYw/Z8bUqkyVlrN
s3quAVa5XT2VCeR2irPzFZQRwXYWYbHPusrZ++TEr8NhHK5HYAxw7Wj5lU4LA0Ao01rSlyGyOnY1
HOcwjA9Y637SjiNHbh1WOaybjo8sYB2TgIzGGeLmbEoA/rbsOuuqo5IBDqlotH2SlqprSPP42R9m
+WscNMGdE5XT2xiklv+cdKr2Ve/g0ClCiXzwIFvB0U4V84cfJfOTlar0hkp2nx/LsswHUGDBEHvz
iI7YsfZbq79z6kSqDlqTKOFRCYLwc230w2eprjQN5sIi/FpOthK5UuCjkma3an9FYTA/DHEdOxv3
3drBAjQKqB8vc/Bewn03l1yDmULK1M/bXWsca8LXUr8aq7tS32f2h8tOtbbWp9bU87UO4i6aYhVr
VjVQk6ZVrQ1dm+TGZTNre+TUjOBSTTLjPhNmFIj0sufE/9B336vNAtgyN+KxBbUPCDliVGg5l9Ge
hD61b4SOBiOj11TfS22nZkdNf0xCZFTKWyk+AiRyqifT3HhEr70paRj/Y3YZ/YnZoUUfi/cAGT7t
Rw/tUJF9SNGkMfu9YfSurD820r6FIGEL2f2Of4+4ciHuVTk+KT0B2zw3bFdzKwHMyjz07L7rxdvc
jwfgUUH/2iXNjRlMe5sHwSI6MtJwkxjPXKXXc1jcTJp1vLzCKzfU2acIc9DWdkpdhk/RB8WEENnY
SUYJeLkNvK5IrtVii+9nJZBi4NxQC4RUtkSyBN/080jPhsxLC/OlSBGkscvEMzL/oZOKX9QXrpqp
eSl1+8flga6hw08Ni2QJRqYkg6T0iKUV87UvpwQ7dmZ5raS397LZQ1dS5kl8G8+NVdwkoeTfylYa
0V9bNuEvf9JkyWsTUyG5nvVPsjrFV3FmI3GpQ0qn0v/vt1/DxBg/9QF1eTfWw+omHHrjZpLl9EmO
uZDzoNjAl665MFEpBR+AXAZimIInxcHctGE/gnCS+t7zQbXLdmNwKuhfUWlJ9nWdfCQj82Skx7lK
NFcZt0Q4Vk4isCSg7xbsERgP4YgA1zhLWiRnBATZZ00Lj05jfTKVLczaykmEjOqS/CHbQEgsHq9D
PJpGxepNw+ya1DTofevCYwa84rKfvGvfXzYnxQxFBY8jLyCy883ZKAMVMXvKvEr9OvLA1OFV39XK
LptvevkVajzYIcPwSqtGN6WbQdYe0+g6DK5kzVP5b5e/5v3sLglrXu9QcXG3mEIoJKfxLOE/C249
A8121U25l45/fcpDSmwgdgRqHG8SKW66sLe0EYABWiPkeqPdaLyp6qdxq3v0fXB6bkY4aghatKop
MJPBezDoD5OTbMzW+8NssUC0bULVA8GxEJwa6RQpmYGFQuv2k/yazztw/cd0hp/q+vLCrA1GW5TD
dTglkEQXokfTnH1WBrZSZO3apzaPKPa2WbYxoBVnpCKqgUjDCLg3UfTICgwLvS/MmNOrgThqqGSf
nCGnPSV9cRrw97TqpFKPvHUN88iihRm4rRG9tOqL3sX3vvJxtEpP0ja7Qt9f2Ut7lEkZB7Ef+OeF
g4dqn6bXcpV5Qe4gzqrBTRdZ8yOJWxcCmH05Q/cz/TP22SFtAEQZL5enf6XWeW5fcKY4kIzebOuM
ooRz6KverSYJRVklfJj9X3UTHSZJp0GL8H7cSqmteRnlJG6vRRuSfXN+QBQFsJQ5b1gTXrBRf69m
uyVW8cfbOdmq97w/9hjmH1siZCQa6AgOI2xpcwuAFiKV8VaLbu0tdNfqmGh3o3axEJOLaUJI+Eg1
m4QBNDO5ilzQG3Popoe0fcul48bSrbrOia1la52EXWOvN11iYYu3JCHyT1khRL4y/cLTrX9m8s2R
fihAIY0fLxteGSMvIxBlnA/QjojVDNWxo8bSixy82q8gl1w156KkfzC+sTZFWFZt8erHPcgg8tf5
GKWhzvK4KxFHVhvKZ0dVPcolJO9N57Z/X98E5wymEysGKFIxmizbqVKDqcJWczSV+xk96mZU3Lnb
mL+VctC5IWHPldpUm+mIoS67TcL7uTyO2g/V3o/kLK3O7fNbSiCy+qkoru1m3yXPl9fvfeSIeZ3S
GrczBIdi6iY3nDQgNsw93xgARNEKj9b0sJQnrZe8KT3IvpOtto2V/XdmU7h/NY55NdOxOevpwYkP
SuZfWdqN0W4VuLYGJxwq6KMZcTnSfaahwQm1I4Oa3C75rhj+rtV7L5IPkf318oS+f7KeTaguZCaI
OSZkRRhcbpECu2mb3ay/zY3Om9sb4/r6761xkaGfRhhDH/eyZU62/TTKPc0uCu/wItprtPAm9Z1E
4i2pxkPVDSAsuo3bc20TnloUFs8wugjJZJQ/JaU8NuM3KaNB2TYPUZi50mYUtWpN5UFJ9WOhZBO2
PKi3OExqxteOxW7KLehqgPtPxU4NaLbZejO/WztoIDTD1kAYEQwTHJ7Ppj+oQ991ikT100MPbGEd
C03Vi+V7O37mAXV57d5FO4s1pMHA2xCGvrsewsjIm9THmuR8azIal/S3ywbeuT8GADHDKYK8I2GV
ej6cvmgs9JVg8M+BoZK/7NuHpvgUT8iqoV2QNVflsMXLsGVSmME0G3ieqaxRML2lVP6glS5gJkzB
Xn7rbcNztvrK38XywhiFe0/t5rbPyWW64/hgqwdNLQi2j5fn8d15JdgQwjJ/DubMCrERci76wcEZ
oBgbd5W+sZnXHIKXGNkLkn+4hLCZQbnCOx1hpy4/plrm1eWGQ6xP1h8Dwt41k3aas2IxML7wSleU
501usq0xLA5yciC1xqTFSYsJOwwO6H64s77lYxsmxM6EQonJdCzT1ISmqwefZGdjHdanCTS1urxB
aC48H4M/qmaPCjJjiBsXjua6/qCaHy771Ht4wOJUNkU8EOL0EYqLrbewGIJHWrSskl1QQXFT72bn
tu+8WLdc03oMpdqtOoj1mp1cbXj06hTSxAV2CzIG+NzOR6gEiZnAvS65ln9fZY92s1FsWN0xJ79f
cLSg7/sYnXeOtokmTK3fT7Yrz/fpVifm1jgEb6tMLTCmZfcXdepmypUvbxWQ37+JWKcFFGkt/Zeg
g4XNT3/pOA8j6zRC8moa9IC5QfxQa542XZfGLvYfqr8ubiwmKdvpgJA4DDTB/8ymaqteZlQJfW2y
OykfdaBBlXF12QXXJu/UjOAEWQTxfqRiRla/WrClmP3PywZWvAA8NRUSZNZ5IYha6+pYhsiB0NlS
Na8KOclqN+nXo/PpspWV3YoVvHgpCcKEIYQIWryAnOtZclN9n5MkDOuEMk3oXbayMlm8BkxYwMmD
UG0VPA2GPkvrcqTnYufVsZ7lcIP8590oSHnAig823IDxlmzc+Y4MF4pdQGGhp0sPyXCbmHvN/9v1
xgTzs7D90Nju/FaxOjma+wBUej3koUf3g5x+0LWN37/4y1nBYfn9pC7+H2lXtiSnrmy/iAhAQsAr
NVfPg9tuvxBt722QmEcBX38XvnGOq1TcUrhvxHk6jt1ZKaRUKjPXWtAQcpiLVua5C0ZvRjyTRbxq
yS+rfpHtUcbbXK5jrjF0sa8UQ8paRX6IPQeR9pVdTECeHrn7naYbs/7bTw6hAvAjYfgGMzFIPZXz
QbLchCS8BMLb/tXyddfrGssLfpwZ8M4XLGuFxUZMsa8c92EKtwDilBgk0rWbFj4Lqsj43A7qaoAB
KDs3CTMrdNrZSnWXhhAhtvdtX6yg7zDowvHCJj41xdS3z+AXxBpgCgxWtNh1zbH3NDfLkjfImgke
rDOUVA3HaRFT2bUEH4X+pGXg5TdhA9QBinWJZpddnHh8/lNL89c7OS65zSa0hWGpgMqYyNF80BF/
LCwXnt34KJiYQONKLRG3UvYJbZx4leG5kXyhbCNqTS9jYYvBBIaawZM4UwQpexjjzqHXhmApSMm/
Hg2iEpTr4rmA4Oj18LhoBwDYuQWHW8tVzr7nSb9wSz9eGcZakJWI1sx7mHQQhYVPgvoz5nYgNWgT
zLqff5KOE5uzqeMryCJZxivPvlz3Qvf3lU/e210eZxb+fplsm+yxLX9d//uXqzQrZ6PE+fs9dhGB
eSx90tQRhgmE3e79sL336NQc2gLzEdUQ67qCi+bmrjnGZADzVj8+QvUw+QKUBNW4YU0B0rotx6mP
DE2gvDyTqKcDlgPXcCBtNZVt0gniXl2YADb7YMUNGs5bWT52drMt5cf1FZyD1fkdA1OQDmLojmEu
QC3dJ5WDHiCFKQiQ+U9Jbg5PMm1upjGp90Xf8JU9yh+kGYebhA8/r9u+3B3QdAdpC5DyLojA1UEr
GZHBqD0sJ+hnVqGbbxrd3P4c8FXvKO4upAIYpkKP4nx/R6Jiac5migWn27iGE/hue5OU/Gvrjqse
xWoXko+fcApvTZSnESDg2rlJQToeA72OafTqUXhl0Op64UtfDLfnrA0OjLepGuhdOxO/x6CdChIq
AgoC68F/RDfeFFB0kkGomxm5jKqo4cyDAIhCgPJRJR/sM1H7XoWhwjB/nNCrqp463Qv08vE2V/MR
6wDvpeBGUN9PpV10pTdG4AHkX91wZYKttN8PETRcIxCHPvYAl1agqmdQxWt21z/Y5aE+N60kDWU7
WBDQhWnbHQ6DBewlA7j5efrrAdBzF12leGSlrRxaKwaXp5cGLPka5+W21bUtLjfHmTPqtVGHXIpG
wpnJwowixjPAOvDc+EMA1ZO3yILoXS2DRvqagHW5RWB2TonAv4SRPvUeKWWTmBOFb2EKsL3Y1cVb
+NdF7nn9UD3AnQtqm8spxSrqjX62Ufms30vH/xcY04fWGMs98o7t9U2x6NAfYyohfO+TBLkKjMXk
X8fcTAgTEdVsvMuX8LlHag/fjR08kQmMUOM2pOue3QowBOcZ2db2sbE2U/nTNr5dd2xxt584puzC
WEz+aIWw6XM7X9epuHP6keJhXBgbYPl0OALdOioBODPDfHALiHyY5CkOH6se8zoaZITOxHzLnKSV
sS/iyY04PpX3AxkZmp6BG2lS10sq9PlTzXTSmLSYRxTnH3FiBDgmh0oHfjj+nQH9v+quoEHbBQPZ
h+nB4a8udPUiM4AadOU80BSgjMBuNU/ayzka5VfMH/fkV/g5KYFGx68YoK5GAjseAhu8uclHPDxk
0HOV4ZpB+67XhefFTXPivZL0xjXkXcoGdkfxYjOIZ+zBNb0G7P/63lw8EDAD2Xb06gGgUla5mTrw
HISwY1DU6Sj8sBjoq0J0J0KM8MbzuItpraFtfgQZ4nXjlzkXhvMxjYEpFs/DNaS86gDvc0bLhu2k
8o5Ara1TlL7kQL6zwj1EnW5DzZfmeWZyao6q87aD61XFaEPwJ0V+5/5bDtY6CgPaPJeAFdZ5vY6L
bZbLg4zX1/1c+pZ//MRqn+8hxs1mtCMYzqFrVBF2iHi9dW3MTIIo8bqpxVudQmQCr0vklxe3eto1
Q5dz2PLQjgl6MgVeN4E3P12PkH5zymEz//91Q+4TK93jt2KcV8MmtHhmTn+Dcr2jZ9fmqcRvMFwR
vqJEK28yluNRNRX9KjdBYSGNaNqBjWo8ltyuH7Kh3rV4f2ko/P6PxcBE+v82qdTHqQV9IRRG8ENM
hjGMdt13e+H+NNpt4mwjiNcDwCyxSCi2DbrwdZloY7MRVFzBrTfP6SjfvCKCg/moQIiMxntiVBh5
1umHL24rjI07eE/SmYDxfFvZo+9n4IzGMvPvYLVLyD/+DEP/RJ4BRAQUPjAUjxamcp0IYyBGUdZz
nuEcO1bs4w7wjPGHZt8urRdgFwhCLhr4FwoCblpyyxNzStgjxA6h95a70Ap3WvDBhF1qfwlB7iPa
LMQso/wxlMW3pnGfKhqC/iUjX8KWEk10WgyNoEEEFgR1M1QflBDcpwYuphqt4aTJNiEJnzHHtG+n
CsJoEGwK+RPtso0zZJso1WQMv8tyaqjCIw0F4VmkBqNryqdNwDhOQCK1SsrHmg07XtMf6ZgEWfs8
We3aiuJ/Iesw13F79PH68r0VuIVkbR8aJ0GiZgfMf7/+heZDq/4kfBcPdV2G/6lj7KPbVFU7YkPz
ARIr/VNGxh04D4IwHO4LAF7DREdbsbS/Ty0qeVMJVYdxnGCxFFMFcTC6bsz0naNu4mi75vOCXvNO
2eWW0U6DLWErQTbtSx645VspNTfQ0n136tB8Bk5yidox4sbyYWRECBaiCngE9qhjGOPxs7n+tZYe
JaemlA1UpG0Xg+MwWTWYv2vyDVTFXP49TKK1DVGpMeqCstOE/WWT4JTHlCyiEVFucyFLnkAKG8E2
rGBJrOrEPoy+GXTMvw8ZiLqyh8SYNNzeS3FjVqoHEBNkDaCwO19TI6udMbYQBAnFyK3r3fNIlyMt
fbbZH0AQ5hqUOlFRlCYHq3GL65u5Y/mYjb3EYB8ChrPmaQnaiKiFNmcDiSDNZb60KSEQAwp2VPDx
UlcCUF1muEnNHpoA40NCti10gORnLhGwe+EK8SlFa0j5amY7yJw7EiqI3Ycx3UfxF+5/Yd72+nZc
9AS8Mza6gh6uReU2nNxhTHGTYG94/KXr+jdRA5UiJ82uX7zwMYnigv8FteiLEW3Aj8LIHEakeP6d
E29YciPz7Vjv6u7RdDaFtSF4I7Bbq3/9hH8ndpVQFQ9WF8t4msNHvvUTcSDVc5EZmlVcCsGn3il7
XUR8irJZnih2abmqifvvbHTvc5qv7DJ3t7zsrHWV55qRi2W7GPJBcw+UEurJdmRekQa9frD4ZCue
eTe9y9bjZDyERh7klrFl7Nf19Vw61TjM/7GoDqCFbcZ7AmDZihTRyhP3fqebjVy83U9NKFsSjxta
sQgmPC8EFBknaxNHj5H8WrIV2ks2JMzCVnOgl0Lk72F6C+1kwNSVwxY6pdNMwsE26dFKdt5BGbga
ErkmmGri9XBsaXZryvFwfTE1VtXFxJTGkADFBE+Hh6kEVf+jHb/VxmND93W1qnQTW0tn/cRJtXbp
E79LMFeOiToBGM9NTIA4jD9xEk5tKOcNIn4Fi2zYoEkDpcTAoXFgo6Jdj+uxhQCdxpzOJeXgjZmX
jJUJc278kWK2Ox82WlWP39eIkoIwbPi5+z/P66htAZJEbdXgDl11IAbmW8vuo3dI/bGfHIO7W7+w
8peh8JJ7d2jraTXWkfGA7i7aYjKJ5G1cpelN63ggbL6+exZ8nwlvbaj7gd0U1eLzC9bLgcts8XpF
AeYQRsfGHQKv1wLA566q6vz8OseDFTe5r47OQ3myLkiPGpmUlXNreJX9GGXOTTpIPNlqfzf2tlwj
fbkbwJscxKKYNG4uRJyZogJAMEDNgYJVwgEr8PQBIzLcJMBsgX4Kl8X1hVyKODABATPAzB0MxynX
eTRVYetEyMkKduO3+6HZeMUqdd9pbALFsxskHsOaTvPSx0OPEbyDM43wBX9eykjW0mLOOI3blO0M
5J0AoV73ayG8sFMb7HyD1JaJiaU2R6yu1qCmGKL1lN2F/AtoKQHa7z6RSoDUHS1IQEvmTFNZxaYZ
I9YRvEe5daTxsRy+e1yTUy6uGqZa8fTDzges7NyjrKI8jieY8Cxs+Z8yuxtbzeMShEwLO37Ok2cS
ZPSBVRqMVgz1mICLHCgdXn2ZBSF/OGbSv0E2pgQVYGh/T5vcP4RcGPduLtqjyKxsIwAK2YeFGR8i
UbfvdAjNj0oU4d60omkrDCfCq4IVZFf0UbgF73Z3NNnU02By8+k9GcFwxqIh5UE/ULME0ahXr7NR
dHctT8312LByxZvOvmtG13ioq3BooY4zTrvKqqIPW1jpHcu68iksm+GWCt4+pkbd4bUZl2C6SzIf
dERdE60j0/7hTQnIqnPahDZ04cr2tes439C25/eOWzvNmjschEwlOqQA88cuuAEniNi8tQxkPlg4
+dyXU3SwnMra+CESnaDrPLqPy6EoUXKu6ltOyPzLQnHooeOxtqsuh3YwjUGW6hdyWzGn3pq59LNd
F1XdHlVGeWBhxqOVOcXkS5RO3lGyZgDHw5ATvglpOpYBzUx6a5dmuI+kDyapsjGbJuiwiFsJca61
gzkt4P9YZuz7LuWA6jq9vxWs57ts8tm3rI2zI6qPxqtIsv77FHrhQ1NKujGsmHSY16ckDTi6oXQN
QVaKuUIzsb6SyfbR1h7YTZp11keX1va/tODmo3RTsSlqiyNhBuQgXRt5kX7NEiYr8DkX6T956AxH
AWL7N2H1/aHIrWlVyzG7w3/e3cWeh8Hz1CV3oTFaaKyQ+OANtrizuVOt62LiZVCh3PvVr2z2JPPI
F5BArkkJAI6Xym2YRVG6A5DcPhR20z4lglRboNL8diUIGY8Y+JLf3T420eutUSz2oHK8kwDH1QEF
o+2jB2jGfRpWogT7+xzDoWnxEiVZ/lzkEyvWoozLQ1dU1XtEWewHlVXLD9oLDI6m1jg5RztO228C
85FbMaXlMexM8pp3JQkPkH/lYAa0pyeoHeXbLBmdlREa7pPjVuGhtRrH3PU0JNGm6qrQCliOuuuK
imTsd2nTDE9p2Y99MKR+eCsdIwPSyOj2IS8NK3CHqvgBoE78SrAucVCBpfYlspwmX+dun74Wgg4v
NqjVvvslWGSj1DfbQJQif81JX304KSoKwBExwEHiJK6+FjL1n0I/aliQl4SA85xmN54cos3UAeOd
Fo18tavRroPIqItfQy+HjYWG4qvNOAAtqYdmUZDZBVigM+7HLyQJIf7FnVgGEZLzV3u0jW0RdiQO
zMJMMfMfDvKN1JE8hGlW+0EuGbuRpR3eR6TFAS5MZ8ApwjBjnJX9jZSJ+T5i8imwk4ripztemIGN
t3DvsxoPbFDnOMOhCrmB0MHqZISi31QfaW0kj6OYuiKA2Ex1qDyWbHOnRb3MmeIa1QdnAJZDJP9g
rkt+KV2/O2Re6qOxjSLgQ443Wg6EUrwu66L+iLwwvkc07NZGnY0/3MyuthMFixPp8yEOGrcEIcc0
jtEN7zlSV39k4a6iInsZEK63pmjsPoCh6FD4ZbXFoEdyR8tCPBvhGO9ZTBwchwScCB6L201EwKif
jlO/BSdc8p75jRHQMe424Kxw96CcAJMci5x+Xdeji6KfZWMmBASq0ZaOLiQhaSU3XOR0U/SJI3cl
Y7W/8jLqTAFgxI0fSPDOtWs7btIYj7Ia3WGnBEVr0INUbAOAf0tWbuQmG2Yl6asH2XjMtTWDAcl4
6tTjCnibqVz5ZpP8Ak08sJRDUbVvVeGHm5HU5btLw3bfx2myBQ9D804io91X0Epe1UbXbmq3Ltdk
XvQ4N6av1OrMX5ImXuC6SfGEwQD3Nmr95gYyGdPBwkYEl7gR60QulloB4Aj8c8sp2WPMjRFCXqEA
k8LzxLcmehGW+277X030kye2MsogGbdUJy2ymM3N44IzlQCKyYrZGjNQhTX3ko1mV4ENPq11g5WL
Wc+JhfkXnNTyoq60I1BToKnbjd9L65+ZZN83IXhBUBDiP/00faStDvS9mEJSE0BsH7VyDJDNL/UT
q1Xjim4wkDQk8+gjPzj9tst4AF0iHu8H/jWk/4hK8xZfSlRQ1XMxqYiaClKuc5u8iUFdPLevi/Ce
80CybVvuZHMX6h51S2nXqSFlSaHoNPr93FU26teu/kaiQ6eTG1zaF6cm5p9wsn6iCuuYz19tcg9D
5oDxmPx9a5yhwIWXHGa8ZtrjcwsFBtmoPffffHkjx53rb3xH05OeE2r1rQSOfIBIQXrALsa4rSZr
TKufW7aTdyu99NjyBKqTHDqy9vp6br/0SU5MqTMZtes2ZZbCm9B78egjFBMt3WjvJZIdDKKnNpSX
F0GWl/sxbICRcAUGOqSIoMyczLUb1mBZMW5tTBbGPYNyBaCBBFREGThYcitIxLAfoc434MXWmt9d
DAlc916z0Or4kOcmVdjMkxR1tPHJm+xQWThGumGopT0JiQHA9TAKbF0ogbM+bUD0gJenXf9K6te4
/vIJL+bKK0gCQEGv6mAhC2rCscFrJvM3VRW0QJmA7tHLdROUi3sFIQLT/x4Ax6pAjrQFihcJnrck
PNrGv1UPxiZNi0FnQokQJuSmIc8OE5334vccEIm1qZNL1NmY//0kRBRJ3XvUw5PZK35VySYpHoby
+TNf5M9KXbyYQeJTSrhRIl2rnK9e8T3MVrLW9Q8Wd9bJF1Geytyy44g5sJND/YV8Eb2mLqxbKuU2
Mio8kEKKpaqyTQWpwcZ5s/6anH+ODic+KPFUJDY45Ur40DZH0X2t/ZckfLr+OTTL9PvSPfnifphj
GryGCZt+i1MIb9SfuBNm0QdMpqJehxTsfEuNZpeMZoYeVWYdOWQEcWObfy3XMq8T0jbA8MDn6qtt
etMz7MpvccrHDMMs8tEznjrnLsIAO9NExaV84NSScggr5M1xDoDSajR3NN5HtRdQ9gQK4OLvp2Bn
nxi0+2ZOV5R8ztfNtsqwygUs9dbao/cT3fbyM98emCjM4aP2ijnzcxP1AOEiK0SjvS3vHL8I2uwz
Z/2PAUfxIc3bgnnxHN37L7ncsvimCHdMB1taPImYoAJAGrPXWK5zN1yT51XTzTU4dyejrVElgdBd
1Eu3IRhHgcNAGwgsu0oeWJQT4LASvbUYkPIs2iZsDMDSZYnN9eO41MRjp4aUDQaJ5ppm7Wyoactb
FJWSY46ixsZtm+YRiM9wVfegju0Z+z6YVrNmk7NNGScr8AzrMu6lzY57+fc+RPfYVpKTtCVTMdk4
um6yNe0BcPrnyLxpISk2WJqq41IYOjWl9DTy0q5QV4GpeaCXkycJcY7rK7tsAeRVMxoMCDclDpEU
ROViLp22za4s7kmvOUyLOwQV/P/8feU+8HOwdNUD/n6V/yM6sY5yVEt8d0O4jlT6N72NmgPjaQfQ
EVJHzPwrmxEbET0tcJitvJ5BqM7B48fYOhGYFVGzaicXo15uYEfQpUmKWwws34+o/U1Nh8pYHwhQ
ARPwEHHp7zvrvgt9FL40a7H0Pjz9gcomBjqtm7p5LTrjq8ceY3bM4k1cQCH0WJV7ohu+WFz6k/VQ
AgBqjo4POiB0FtEQa3gbsHIEtHAfoUB0fRMthZpTx5TkJfcFoCMjHBMYmCRfWuPeNDURYHGfzrTr
mEtA30Ldp9LIHTBCYOBC2LdxYiH91nV/F4/1Hwsq/J7nqV9gpgNzAtAsSJvXxt3m6be0uTUy3Ti2
xhlfOdahz2pZ2XAm5uW+EPwWelr7z3yS/66X+kJviD0OIoQ3Put2BZGoq+VB6qaaz6JbNGVLV31S
UyvElx8BIQYphpuDXCtZ0/5FinT9/3NJ2c9jCR5F0Hjh2mzpmhVfMgZst6dZt+Uz+mfdlHgYmhZ3
/QbrFom9iSHQurkb5V3FkEBBv8fa+WR73avlq80HmBz052BfUKetSzEmktIO1wm/5dkxHB5SzB7b
1lfIiXYg8qEBtVboBAd4KX7m3M6TWai9E8D3lBXNhylBfRqm4+aYd/HKRKE/1mmpzH/kIiyfGFFW
tKf5aLD55PreTri7Omswkq9pnS0eqBMbyi1T5XxyJgc2BvDN5DOpQafZfDoLSlIYybLkhgELWMsg
NIpVrxuqXdx5aPwB3uX+ll84z9cKKMSwIsPUVe6JV4GQGmQZdNvA5MpWLiiQwHQzPqNz8oHpr8Mn
9uCsKgk0LeTbgac9t10lshFeO6CB6kRPmUcA7nmVTYVadnnbN+4qH8ynevgxtW+Yi99Q468JO/FS
AbUuEtUZNexe1AkMaAjVFnzPhJWAQ9odzT3tDQcq9WVy63mF9eW6x0ubEksNEV0AHEzMY587PHBp
zVSo2JRxYCXglc8fpmjUHK+l4HhqRLkWYXvgJYWRmPzkLho6+9Qp8ZR8bbq36+7Mf0k9Y6eWlDM2
DNUY9R3S43IA8x8oHwEwWtloEpH2/bol3cIpJw03CUvRiEG+6H9E0d5NXlx3c93E0kGYEfDgigRH
CF4w59/Gtquq4RKjZXn44XJo56D/XKIjaQbS/yDGtop+XDe47NN/DarDUF7aYZq4gUG7IBs2YF4B
krwZmqDXzSx/pD9m7HO/ysKxajufP1KyZfmG0nWevhD6iUB1snrqo9+BIDxY22GF1N8ysetLTaV5
KRCe/v35308qIy6A6gNEjPAkGSCOBuFXobuVFr//fBuCmwKQV/V53IsmBSWchTll96Vux5UY3mqT
opmIPuiBj2gT6cDCiwcV866ANACCD4TtuU9RW7ioWcGib93yEHgUsc0jGcjOQt68vb4LFtfvxJay
C2xQaDtOjfWLAQE1GGbmNbHgknlxDqYnFpR3UO6NOa0HWKgwkSmOZf1SRM81XeXVrkODGLmzOFrR
FvzWwHWt8lzzolxMaFznN1U6ZlguEppQZszqQuxAI7akCDK3H79QbqDhXAuvADg6zNH6G6rn1GXZ
AwMIqljNMwh3FvB9YKalUa1Z88UDDrgGkAogurkgvnbtSFZNSPCL+hdhbxp5bH1N0NKZmA//ybEg
mT9WPKWYZhbufdKBTy0X93mt4/hdPBsnniiBHtG39/gEM02ftjeOKwskI9ZRDJytG0ccPT+FhLiI
bmhV6F55i6fkxLYSl2XbcacvZ9ukALfStk5eingHXhzAXz5xRv5YUolshWh6L6phKW6doKZm0OrU
2TWfSz3xLilcty5gIaVIR8utjYEfmmlaE4tH/cQN5aj7g1VifAXbrrfeXA82Xq4v0+IH8QhYm4CP
wvTg7OTJnsuFgPxNhV4UR3XIdECVvRbpnRE+ogl23dLv5riaYCCzxTsBgQWwA8WVJLVESmYgB+gB
gpDc9P2vNAQF4r0BYai22Eiyd7P3MbwrnUe05K5bX/ITuSGQTxSyOIBbnPsZMiMXEMTFOormo44x
Wz58x3DZw+C8kqTRHOSlEwb0KTBNwCbQC4W3osAzyZsH/Wxqgu/nJhM/BuIFTrGK85s+WTftv9e9
WzQI6hcAOsDP6ajMPwaEQO0ybFGm8YqbsXlvwFbhDfexJyFhH71O2biGULRmSZf2Py5RD7LqswK1
2pJ28exzcwswkoSCwQ7SDf3NqOWBWjQC6i+MW2CGGbTD59/N94YOpUW8pWvabJtwOlSxuWsipvli
iwMlIE+GHBJAeahjKtd3Le2Z9m9+PfD0bqwfJvDFxnVzD1a1DWZdt3EVP0LE9HkUzcpPP65/vqVD
Drgy+KcABvJQFD53kvlTziofSX4FJURjuO2Lf64bWFxFMOCiGYFOMOqo5wYSm1aDSXCduuG0mzt3
pWFuo8jT7Ij5gro44SdmlAvMJNAgdee8BCq8QWdjSjfbduKFfgL4PGuR/9cd5TBbhQUuWsyBrkLk
dBxzOEn2UVnA7+l6Uovn6sSQ8lLhXsi6EgQ6q8IGvbz/QTHGmb609KFz13nB9433iZaehzEuhuCB
trpKpVfKzjfrCsX6KDmO0zeT7a36E91VqBKjZY8Ey7HVa8sgYNIRBgo2vhArdwBJBa5IXSF0aUef
GlFiPUsmcBHlMJIx79Fk3ZOfP1/f0joLSmAgJM8KiMnhzEA6xxoenFTzKRZzUPTuoNIJDnDEHiVX
ScyRR7LGqWy8r2YBrNDNaL8Y3RcRP4F0Ob4z7lBMmz7zwjuxqr5cYuSeqTM/+GUyYTzmra3doPTW
Wlb8eeuqZ/XUjhLwotqUAyiikpVVsXzH7fGpH77Wk//Ipp8Z8HyBm/y4/sWWgtCpRXVP5AkpkgKH
KXEATJglBrrn5K9FDPFwOTWibIvMbuyoDuFW7+/AIhtAlhccpERHSbkU6U7NzLvzJG0q3EaSwYWZ
Ei+wdBiDjP1o5b40NUCLxcm8U0NK5Kajlbr2jM2DWOsqGj+mEB/sLiyfIbwHwSaQ0Ds2EqpPtPQA
8wUBH4rKQIqrFQBfRKKx5+sw7c1jm7v3vZbcf/7cygaECX8m3AQV1YV2SugUcsD8PUy41X01P5PL
KeBxF2SCAClToVhzdEm+ls63IfpmlzomhYVPiI4i8xgQLICoqiQOrO+sjNu4REwwAsliJzClYX53
dATZC7v+zIxyJwL8G9HEhZm2xRB4Ozy0tPrV5ub6+uFaOM5nZpQrse2mquczljJtxB2UWADLDpKn
wfXv6iIMMIuiueoXbkYX72B00YC8veylCcswK9HgqheseqN2sYm7X3EI3Ll8wZbCTPEPn8vdJ3w8
sancxgY1pFO19hyy1vX0UidPQUCgvy1aTct88ZvhnYC8loGVUCUHLJs6i/hsSI5g6vTibT9lx2qK
NDwiOjOKP2SoI1eaMDO0u4o9imabxvvrSzZ/9otDBn07PH0g+oiM6TxOtWEFjTEMz696iVl9vvFr
VHEA0smC9hM9GshXYUYEtMwzE6VyoUDqGkdqNjXEct2xPYF8dqqrHywuGQZF8Ncg9AsKp3N/mowA
JuF4qMIASgf2jhEzmk6kufmXzpJlYtQWqTiWTYUmRtFgG1FnAAUqrF0YoxQuKEjr6Lj2ex+glwGF
RF5ovtSSZxYggiBPROp3AakTksXAzID/Mm4hseTXWbV2/V5uOZk07i0FvlNLSkSaJpcBmAD3Yp8C
oUxv894/ROAexE1zuL79lpyy0W/H4CbYRi4ewqA6CVM/QVG0HCAPa4JNTrDNWPuaevLSLrcZ3qGz
bhVeccour9zOTwuOSoyf5FDA2EE/MvZumBuMYnvdoaW1O7Wk3PuQnJuA8IZDubEFs0fA3B+9v+nJ
y3UzC8ktOEP/ODSv60l6YRm2GeFfYcaZHlzp74qi1ATwZU9mss5Z1vyCYz/NUsh/ERSWsvzXCIi4
/9XtNlIn27W4AUAX9R8rSojjiUWqeK6aduVj0R1GUJIMmlthyQSYbFDYAbp5pjk/XyueZX4nZ/B7
O94PzpsBilqz0SyWzoYSdupB1rjrYMOjWxp9kxYYzHRacktRB71TH4T60NgCjv/cjyG1E1CJ4TYA
evFHmcW3PYHqERHbFAykTuUFHvhjg+v7bOkWn/EEc10Mw+BqDuQUtZBtBL94XwJkey8QsKusCEDE
u2LlBghM6N9eN7l0Vk9NKp+rL+00Kk2c1Spz7zH3sbJl9rMvrU3me9vezTRhVeeh8uVojcm0kGFV
x6IsVi0dPsLSaA5p33wrevPd9KNiE3L/PsM8mGZxlz/on8VV9j7E+pIhLbG4k2sNUONC4QqULP0a
2g8fQxG+m4V1BxEAzRjD0rlGzRG0xqgD4qZUrmHIsdhjacyxUN7g2UCGJJj4qg5/Xf+MSwUzzFFB
QgewFADB1bkPCiDjAHQ74ofN7syErcaUraGouasMcZMl762XHRzgEJ1o3EdO9/O6+cVdNBeyUEEF
pYHKBsz6vq9BhYzkvfjZJhk2Dt/aUY8r7SMzhOZDLi7piTEl6BPH5CFYwVCUAbdeyd6SKTn4DSRc
jM9k1fhz/3VLiQEOkHiC1XBrjAGoNr0bN3eRF0LjeigeRGuu67gNvEk7GqvzcP73k/smx08CTR7s
xqLc22m9Ek4XOEB1gCvrbhjHFcblHqMedDDC3Idd+5KV7MHlsoUMdLqrki6wtEyVi5+YmSAPmlHs
oGI6/01A06a17Objg8p1Gm998KbTNagOAh1J3OJBPbGkeC/dGiwYMbynw3dKgizdp2iGWGIdRjmU
PzRbd/EuObGmRKRiBAMBmf3iYDAxx28h6qQWRAivHxCdFSX4xDJxDCedd5KDedQNkJ8BsjGNkcXg
euLK/O8n24a0Thdb4/yJuvYb8dvbuGPrPnwDGm5DGd/w+CPHrO51z5Z607PayH82hqqkIPpYVOVs
dXDSLeH8AMbKldXnm95t98ie0V4Ra5BiPPc92cZGufGiD9OIHtP4cP2XaNZYlQhuK4OFQPvNZWh7
TWMb3Jh8Vxo6mZ2lZBCqDngYgDAQjMlKRHfTpnT8BG+eyHWgJM/2AKzvPuPJHxP2+YfExDMH9T0i
XNNHR+HGGCaN38Jp0phZDDMnnpBzMwVpC68d4Qkdo0PdlHdW/2zlHsZAmGZnLjUbMQMH+U0KCAam
gJRFo37bGCT2kRWCkw6KbpMDqfXAIW8u/TZM2y58cGSQ0x7kD5tGhzjVWlfWM0aq2tAajtqoLRX0
icXH2FvJ8gYcv2n3A4hsnEfQsPc2xqzk5vrHXAxnJ64rq9y4surq+Y1ccDCUidXEdhHv1lH2Jfch
Hr66bm2pQnm20srtGEVxGWd45a3i6d7pNyXGXJ1+N/EaedUzMZ5Tez0ITVd8cSPNE47zgSAX2EbD
T6XpF7BZhvEhr3uQsDeb3DN2HVy87t/iNTQTegHgT1GtVDZSPzrZGNp4LTsxRDGRpxod3aV4YUz0
G64tTUhZcmyeT/chrwM+H7UNORYRdQxaIOEnbhPUSfpPW/n9yo4YDybb+XLdt6UWB3qeJqAV0HK3
IatwfiCjwvca04E5TKrRXZOUt21TFWunjYYDCJHYrmPkZ8urJhi8rliTARz+ZTi9ZKzUccIvBVME
dYwHUPyaCz5YO2vJgCwrXYnUP9KuWtHKvUu1r6yF7YrO1/wchTTBrKet3FmtiHrbIz2KiPzZyz/K
/qkAW+8IkRyG7vymMSDJ5Wr20OVXhU2UxjAeSyDRorZfDc+OeRHCpshWVvPCvRocwYdC6uiudHbm
fz+5j127E1CVREl9dFdt9zLmWyhk1/Tr9V2jszKfmBMrpZCg0/fgjZP2QewBtGW9UBOd8dfrdi53
xLxq2J4YcjV9V92cFY+hdNDO3qQvsn/KzYf/4ey6eiPXmeUvEiCRiq+SJjlne/dF2GTlQGXp19+i
L77jGZoYYhc4OC8LuIdUs9nsrq5iKt7+r4f71IQQuxKrWT2Pm5idn7FzMNowrgFneF9VXYCvdzhm
TnQCrbcPJTMRftKDsERbOFZ4bu7j1nvQ3UFRs5ZagMKMiTob10cR/JoaWRKlEQryQxv02atJ/zrk
cjZPyCGCH4+LoQhffUiapZs/iu/Oc0e3NKr9PLqtMBJ0/qvLvOvYjpC4krkCBm9C6csuw7go/NgB
oRKaQaZiPbL9QusJzR8UjsCaJsT1oUfi1tioTLXeLan/FBNRXYwS57IQV5HOO6isOKL8d4tJiGqp
kB4OVgOB7Ccdip+JU3LyF7+trz3v3bSz+54O2zy718dujwbH00BoqBst2LRqxAimehZIf5MNolSK
mM9Fwk7PbjtA5Qyj/EhZ7eIyWofLNjV2lFnbBb6/rKrupcwctETg+qgBwm34ET8KFXUNjofJwcds
u7X5tjgRiGLKFeKiQV0UEGPPFsMEr8kA/cYKYsmxb5qj46+zM13EEAnZeMNauD4mQusKEg0uZ9TK
xu45QhHpzqpHUyXSJvu96JPYEJk1AY0Q0XDROkaoI2N7Frwn/CjXQ22dL9y0vpq1/neVDiof4WO6
p/0ZCuk5KBATE66IhuvpBi2Qzp1jlyeKWguZhE4PJzpcYbYrdNYlbJmHMk6JudtpByij6uvwP/7F
OHzBBOcHZygUjGNyp9OGFanNPHphO+l7Tfe2jg4krWVttYE+r+mElAdwWvI0NrGiUCU5gFw9HmJl
XNETsKTTpVeINWsZIYez4p9T4voEHFZ/HUoA5PpoPIAGA0OipxaKMZ4ZHSNUbaONmRyYcTmDIKl6
O29Fck2dWBGO1FwlBugXsYujc2hnjNiyW8/dnLcheVBQGOFUOThHKHcJm9W1a7q2HbpDlTVvcwwb
+HHsGYHTG8uu9/IcSgxTHhY1iLjnrJ9vgDRD8caYrIuuHO7Hfl0Uv0h2UuC6FngBecFa7JHRNJpM
AABBjUre0UnwS/cm0rW7wZvQq5hDxfJlngoXBY8nXnQELnP6JenYoa3NnzSNEUEspeyuPBB9bRJW
s29jamdbZAq3fbw6NyC8vs5czYEoRK5w2I9NFs8LPgBkTg2cV2C0Tn9FZLnJPEYgpJgbe+oxIlxS
PYjt0nzSPFDk9PnQguR9zqvkEhguOF2a5WhTGhgyPzhO1j7NNAdRVa855g93jGkIPtt1wNVW5hc6
W6pkk6/4S37X291T7aVG2EQNZzur+mUTr3b5TOze4jw2xpPem9o7qzq28zKNvFhRxPZFv5Rhlpjr
VZKaJTohUZT4MXjR7oa4nVVApa/PTHx7JGZI15HX2KKMQT7j4U3Gqghcgnkv4txV1q8ebYTcaMHO
SbezCsQoKTnDIggC+GXC+/LC/mejbU6Dg9fKsGw8957GYTW8Vs5TMv6A4F2KGox9bSrlG2XnG5cB
OrOgaAddpnD0poIsFmQkimBKQK5qcGWX/NZuTQUYQJL34M6BHBbq2TjoIpp2KsCXl85AQheDByq3
Q9p8z9w329meP0qycwuwC3StbR5RxJrVVLd0wGxPEZjutCFzcbC9PEw60y/ot3g2FfebdO+OrJHT
E7OOZMyyFtb6FQTihGwK547Nip2TGwEtPsDIHI8ifCCS5HPseNAenMvp1zTb853rjM911teKNrPc
ASGdgfYcurMYLTpdTgYITzvx13kdTcCc/uwWIGsuV8+PZ3QGN8S5GDGZ2qhoonnqLsYd06M4bNAy
wgSnkNq7Zu9EdoldtPvndXicm4s4A/mAn2vPers3VG8VSVUAkwCA6XPpAwzfiHPyAwT8SqDo4CP9
M+bWZxroeRilmz73neyNFkEMq/aN2+zO+6YsIzi2K6T+GQGl4ORinW7X71Jn3k+Lai5M5v78jYTN
RN/qSy217aeeFCA65aPZTXdg035hJccN1/aqyD5kbnlsSvD9vI6BekMGHLgx1Kdie+9aha+XxT8c
6GMzwtUYZwtb2wRmIgwVN/PdnL95ZR1Ey+8E7JnnP5As5ANLBNEeDzHfFHHqvNrfVVOPk4ZRDe/B
yzzfs+7b6HGAwLStKvQTmT/YCPZQO6KgMRPjvcG0kbWUJz3AcfaG7zWPZMWX22jsvoteMAuumddD
/GOpg9Ld0/y9a24Sp0HnZueOl7r5u9WYXzaPxbqv7DCtVBw8Mmc6/n2Cv9qso7kVIx8AZXSm++Oy
bZ172v3sU0Xm8YHJFiMAbjyw1+C1iltICDy0dTsjsbATLUkA49oVC7oZnDzW7/N7Zi9hYlA/76tN
UePyLb43FHRAQcF+WfQin18qF5Sjc6Db93OsiPDSzPT4pwluPpCGos2LTWDlJdiosPkblIbaLKTe
U1Zu7Swc830NDba4DKu/H8GimLeEeeClwLUkviEYQ9EDlSiIBoPrHLVTPzKDSSWZJwu/x0b4zX30
iM27xqswYIgEwPjW977V75xyS5OnydqX0S1RASRkicCxOe51R+YYW6w4XWDOtrLAtX2T3swYlvNU
ryOZ9+Kpr0MZAJVfdHhP7QyLZtlGjWhL8xETh4d2fUhATGcaPwoV64YkbuC6/MARA92Gmt6pKQzG
ZmVqwlSaPdpxi3FO8BHXtzG4FmmAgbDzUUryvU6sCd9rykhcaDOsQS9lZeB8xHx+mpi+TfzS/A6e
XUBeFIFREutPTArfLMMgcmWNMElautH7IZzqa13lGJIPdmJECDfrlGVRy5OpeCp9Vlyg4Yht9cG0
PjJFSkWkXwznCTOzKPWhyXL6xcoqMwtz4XtYPKbzYUpv+opiSC+04o1ZPaWZGSTj7676ndpX0bp3
aBtOpu1TfeuCijw99PG2jYrQGDaYrArmYgDT5hYZRQ51vOR28v7+EkS35PPnCluD+DhUJMXfb4FR
8ABeMtqdw35Omrtxfp/3LgmvKFda+LQlZGOtixmdlWcpEftZW2GnvaYoh3q9nycHfdm06bahV56x
IfVdD3ampQoYefCst6JMdo3qCpKF36NfAxHp0w8F5bJo0nX8Gg/bjMZqDBHYwMp1vxsPICb3o+lt
aOedZd1VZTjN/9BxgHmMzdkULzPMvZ+aB3k17WaemkbsbvaeyAqISH0xJ4oLUHq+Ps2Iw7zaGmle
l8JM1b2l7RTGzb5i1b8c4iMjQkC0TC2ZAWvCVmrfO/BiD+nGVhEFy2ITx2XxuQoHDFTCuTKGeSpy
3pZO7J9FdFgLCEUeWgdks/llXb/OL+edVbZvmOuF3B+KRoAyC59H73Xge+MF527ZaO7ech/Xf7iC
+ejw/0yIn6YhE+TaG5ho2XURf2P2RqsUp1u+CqiWY74VxSax1gT6+LWn2oTrY90v5queXbWqaTKp
CXRObB1lQkyaCt8lGYnRrg5WMc6PQEEv+RW6rue/hazzCB6+TxtCkFosaF1AZgT+1b6t303U3LtA
s/6Q9Psw3he4Fq2hVNiULwvvHMxE4QUplg1Z0w9mDSBVYLWHOH5PUTyiP84vS3ZToN30nwnhto0M
3S1RigdLa7SZtD2ScCvMqpvV25BO8f5WrUb4SN4SF4k5wJQH2fXY2E/pd8Cjzy+H/w0h08ZH+lyO
8JHyYZk6Q4cNli5+Wvim87K4pe8Zl1TVIOI7c86UcDgNh7WR0cDUVP8ytIuie29mPBR35xcke82j
XmYQjo9Gkiw+2tZsghIKtJ+CBdkdMJOQbDH8aBgvHWYHEWnxkmtuHJfuFiu6Tpz4PmGKiVNZ0Dv+
BYKLNEDBgowBv4C6h3H5Y49PhKJFfQESntrdprpqxTxQCxuLyTKLgJQM49xgLz29lEZvTebJsFAn
bCGjkvhF+uzUmyK6mM3Vn71XihJyj7fj398fmD8Aah4z+FD4EQdr87ZnEWhEP8KU64ZlvxvnzfmP
KdlJDNZwHSkoWnkgUThdWVM6zcxSCJLZLA16d2vru4T66L75Vhoi0cpUJS+Jjx4b/IhpR48Rm0Bf
opkjfDoz84usAZb4sA5XGVX0oiRH+8SOcPeOOobRzdJDsQTi666DAvbsd/9wwZ8YEZ6qTjNYVYW0
NEgwDOVFAfVeJxUnsyR+gD4AZUgOL4En8H8/2rDc1taS5nYRoC161dUD1Kuyy35KNzWf3xwzxb5J
ou+JOSFcgREH+hw6fK4gv3OW+ikx/ELbQPfcxV6qpkJV1gT3a60BmUAFa8QO2+wHkJi+2e7nPLTI
fT68n/f1ry5honmHwIPUEo8QW1iarkd2NTjQpHA6huoFRAxHv6q354189W8YQR8cItToiYP74fRz
WWuJDugco/+KbrQ5hExL8Tp9cLTDeTtfDy7sUMDI0OxFuiS+p7I1rvUmhR3DeM/BXAsxM/ZKIPk3
gr3JmYLEUmTMX/3w1KDwqQp9qg3IAWNh0aat9qN30fXfIGallGmTpDXHlsAUfrqFwIs0U9XD0mra
FFlzFKVbp4/ia4Nm2Tb1IIfRlG3920zs+CEx3GRnD17+dH5/pcuFji6XrkBFQ2zSRK3X0lJPAfdk
1x0gxwW5d51vsxWyVnHipF/yyBL3qKMDXlqZ3lYOLOVTE3rI4JgNma8ZKM99Mr2O5r3ZK9IeqY8e
WRRCimtGmAKnsAgS7nrarMQBoPU2av6hy4ovif4aept4zeHiPF2aOScV9HRhSHeC1A4so/PHEexs
ut8O75H5oKdPs3cDXPy/fLv/zJqCA0FZN4vtiq/PAPcQGL60O9vbVN5GnxRlDWlI+VygCHgw4ha0
AzUsaebGKq6n9c5Y3s4vRn4cjmwIl4yhaY0zJAmg1JyXot6U6Aj1awepuRS42Ocx87XlMKp4AlQr
E1IePXX0cTGwspGsoQZg4Tx/j1YVx53KCi/YH/l+5FWl1XAHSellkj0O0DPPVbqgUm9HmARJk4u6
pCl4e9OWdbR6sMEsv1oz3wXkFOQACapd57+UNGQcGRLul9yr+sjgB3lGTd3UfsXs2qObtfWZSjVK
EjJsA1Qr1CEGgK0i6EqLhsJbnRiJ4bSxqtsxDXvncaxvgFvI69Ap/97Lod4DCK2FjgEaBsIOZgmN
RzdPUSzJrhzjrrDeyr/PctCOOTIh7F0Kzs1sWlD0z6u7nty14zOrg3W5JcPfX2Po+yAg4YZG21oc
7mQD+h7OCJiJG90V+mPGAtcNTFwz2bI/7w6yg3tiStg2AM9cp7GxbW7x3mtvNkSwg7pZ/G64NtiL
kV3H0aB4MUh8/cSksI2FZpog6sXqUKGejLdV37XeVaVqH/O/cvoc4r2zzz0Uwvq45N26uFiYZ/xe
xh/QvYu8B5Y8FOk+Igrfk64I1Ge8VMPbMmIcGqYugeYfWseoPY7AYqQdRAyv6KD4WpJIBKGBTztC
JMqnkdC8h514vSVWGDVPowpzxf+EuG3YNJwh9EEAPhL8oerdpCYRAOkRARRTf6eqypncAIjNwNuG
+pz4mKMu3sXOiuFeqIVBUp48rlatGPWXmkDBjDe7AWkU4YV5YlgTFs3P6e+6ebAxC3P+1Mi+N6/I
/c+AcNslvUHmtSpRYCrvdURqkt86xUOi0gKWfe5jM4JbtRkbcW9jHUl3WKsXh/lZpPAoyXXAFab+
W4ngUUncxcmcYyVu/aKl3zwIqUNqM19yv1BxEUq/CuS4XZdy6Q9RkdvNzcnodLTsrfTK7JugK5ni
s6gsCIvJkbrVNQeqQN2IogLSqLTipB/kaAn8348ygbZv0BbwAP7SkufUfKILiHwnxReR2gCmh49w
oY8gFq7iaK1YPgN4Vc+3mha69RUt38+7r+xmRuv4PxPcvY+WUbRxl5sNTDTLDSRVBy80AZtsrpkG
qWQGSVbVNJEsFhMXWFu0Q1EXFwuywLRBK4iix5AsW2Z3IYHmcLGEmn2F+MzAdHt+fVKnPjInrK+H
eAcYZmDOba8mY586Lw4Nl3bfqLDE8m/1uS4hWE6jC/qhFYaG+bud7Rgqs6biGSRdC3r9fBCLg0+E
a8xlXolREfT4aPM0Nc9pcjBjIF4fs+wfcg7yaUgUJ2TDNJQlQ+DXl/1YPiGHL5pgBALTVowgSDft
yJBQfIiJC/wuoK2BnbxqRe1jChN6gAoXkEZoD+V/cLBg9kT0OB1Q+QzsDnBx6pvoarVuqA+Y0FVk
09KIc2RG8DSjzzIjiWGG6Pea9sa08LwnS9MzAJ/xiTn7OVLb06NaZ3ZWRRx7xFaowmnJpZvlIU3J
3kimS326masK8DRSMb/yOkVTQLaHFEkAZyDl/wm2ezAz07WC683ubZ0XvpXtJw2418P5Ncr8AUAn
fgehOuiKhINJP9K1c+EPtbEj0Z9xuV0cVQ1UgmFEGebTiMgvCN79AcwbMDI0ATBqIXGvI+eb6ew8
KzAAmKgeMm/XqRQWZe5xbFV09YUCFcGtdtVlCh3O5u+H0rAsB24BTwehnFi7aMm4NmsD9+hnzR4C
08m6HcXgJguYk9ugBh10r1T4pPR7fdoUCxcASHS5y22y+kfpQKT62zBsz7uE3O2PbAgbx6YRFF4r
bBj2IekMf2otgKvuiv5uRcWyi8Ja2+hkc96q7FqkeH2D+A9TGEAKn561ma4G+g8wGvVQXvEBFc5G
0PNpDPoyvbuzJkLCpmvSa62PUFhcSmN3/gfIYj1Xb+CUPnhKiNjyotBcOhT4ASYSi4JuGA5d5BW+
VryQSpFmSA837xShzIxSs86/8lEOoJd0GD1vwOu8TcM1qzYQvGY+xImRNVmqSVCpyxwZE8LkWldF
NDP0/PTmbjHDfnrOXYXLSPfO47qDAAxzPrHT9Whx4hRVMcFjWAVqDs133B94ZgLkiom9xFJcL1JX
+bQmKl4xm/UAmWFBS2o+Ju63tX2LvfW+rPRLvXJxc2I0xVSheKXR5MgoOV1iETONxAaWWAIZylOo
8R9qkpiSw1A0RluQq4mVwrJsoJueYFlm9k5XzV8nn1q+Vz1bqjEK+ef6tCSsBe2bOem4Rww6ZnU6
3/YCmt6PI/p73/7hUGGAHY0OC5eo+N6ElFtMe3tGHQDwIKe/gdL96D4BQT5GKoVYmZt/4MfRSjc4
I9vpB7Jzd0lpiQ+0ghEgb6YNG/A2JC/nFyQ7uaD/4frDGMtAee3USq1bFeg1F7yjnB8ZfZ+BA2bR
bWcrHtGyL4QxNQwYYNAJpIBCCB66YYrbBPsWa1dDfNDJTTFdkvp+sBV9cundfGxJ8AUdQIoh6fkX
Mprd2nqXWQ9cGa0oiJWaITRGjGnUbEcwsjF33e/GevuHDcUKgbJBVeKLpPPQuuvae3xDwWrraWYY
s02PyBG/n7cjdY8jO/yVdBRyXU0r0E/WsaPuZWZdmtlW6xR3sywumZ8mqNBUyGcbIsgpljKPr4uH
ou68z0DTG9P3Bf0pstzoKq1UqTcCYmMBP2SjzSe4ieMuZDIiLKpEr8tcAtt4T0C7T1JFpi11RxR2
XQAzgXKwBDvlkg4ks+Ak+bpHE7ZJn7Rp0zW3lqpuKF0Qf6RiPUiqxBhYDHFXxxmBNxbawW7fXW/8
5RVg12uZ4oSpLAl+3xZRukQtLE3kHixwZvlKuWBYnG/O+90H3k2s6UHz978lCYkNXsJAvEYGlsTc
63WsfWq3wVhlz01nPrT5cJXqDfhLn0jzUqXJHebffC1dN5P7zcT7bGnazWqngcOygzmq2IRUm8Av
vaNDMRQWs02G3wZ2287bNOa1noSt9nB+C2QFCJSDIdWHzA43geA9MfMmYozAxrjz92J4H8dgzQ46
u1iaYPp93pTslgZBHGjgkVpZrtj2MJfMmFxQ4AX5fFsbt6BA8M8bkO7YkQFhx3KqNUvOYIDZRZjR
q6UPC0a3479UH48XItxmDqnH0h5gx0q/p+XqW8a9kf88vxbpqT5aC1/r0dfH6D9gmtzGMpR+lr/N
TRzkRoLZ+AdX1cKW7huGGU2oargQwRbuzSke8QJcYKttQGP5Nne+DpkSVUtS6mlHVoQgD/GMCUVv
ROAER8fONn3kA4U16HdutDXdp/PbJw33R8b4vx9tnx4XEzU4yC3VryOAvjvgzree8ZTEQdfuWapI
pRQ7KD6iK0cDKHr5uCjfhno3N4BhPcUqTm/pNYl8jYP2PmhxThdlNDVEoOoVj2bN3a0GKIjt/jrq
ncP5vZOe0yMzQkiwUvQhInCKBQnUr1OIcJPX8wakj1jQyP+3ECG+M0rL3ASVQ7CSd3PQfdbuJ+/F
NB8Ie02AWIL6lFurYr30RB0ZFWL9nIzQtM9h1GoQ21EXQn4Y5mniIzkOqfMbSlTbpHoYbGSo3rc5
TQJteK316mnEqDTLapA+T8/nN0LqNkc/SQhY2qDHVhPjJ43ZhGfZY9NgJuKh1Xbnzcg+KCbmgD/j
7Adgljj1m7Lpy7HubdRCSJiC2ahcV0UOIlvIkQVL+KBenNttmbqwML7Oejg794bzBkK18+tQWRG+
YJRhsyhzEBOLPzMIIuLc7+fvvfd+3ozsmKE3ZvGhDgz3ioVle6q7bGZYTIn6BloxlrldIUFw3gjf
czHzODIiFpVd0ugJaWGEYWSnjB89FnrZPYiguuyyq7OwGVWcxbL4e2xRONY6iT3MrsOizcBZHAwE
J4D4S3U1/c4rVUtLsYeO4BCuN4xkmWBMq5/yIZzHZ6oIuYbUGzwO70JDAzhOwRv6XjPbZUBNyGq7
JwfDl/t5IVuHrW9g78z9fHKn3dy1S5iC4evCtYu3qWYo/2UbL/0Fbokrq5y2dF57BSBMFme4hgS0
JLhWhiPss0cGM9E5AN4dNdQ6UjBCRChU/chsv1fJmsq2+diWsM0tUIRaCdm+oGGTj55/sLa/TBVK
SrbRx0aEjca1HbsLh9lXC2AJsRHWxXhTauAR/qcWOKrRBI0wPK5BfnAaqZCauEkXz7gYjNACU3FS
/Th/7KQf58gAX+txXpC5seeUMBAbGAQE7JwOqR+NL7W5MSqVsKIs7oKgxIH6ATjeqEjzNrjmoqez
yRuW35vpF5u25xcj+/rHf19YDEsG04kjitfLmgQx7cLEeepn1cyIbMuOrfB/P9qyCk2YqMT4X1Bn
h9HaRTpGQsegcPEaevyH9YDOA0MHuKtQtj+1VExlDVlm3FOLmQWs29Ih2hJHETekH+XTyEducrwc
KxpJp8NIhIEx19klo2ouU3ZeHGBOKYErA/8vLKOCklI9Z7imKNuvUIer/Gp+yP4FLXJkxRUKGpVj
oeJJsA4Sb0vjfQa1y/mvIeHVxSOHS9C5eB8CVS6sYxgsxJcFFmx0FirzgHeoPdym8w40WG50aNpX
nNC83zUx9HJwXvESOv8L5Bv53w/4QuyraVkLCDUvfyVB6/qR/Vx3b/N4OG9Geow+1ylSoMR6CgG5
Dus0jMR3cTcUj54qdZEeIo/TsHMuTwiwnLp2tNAO1Cd4zFfg5mkfrfSgV4e622QqlJLslgf7+n+G
xJhA6iXOEpROUHEi0/U0PS/a3uzf2nJvqjol0qN0ZEt40U11VhWLA1sZWjErSCaaVHGXKlYjfpqa
zGa3uNg2UiZ+l6N9ceUOV6wPzfx7YSv6/DJjEF2E3ApqnagKCffcGntmMfDIMOf1NiUkGBzrMKzt
vjM8UDrMft82ikay9IxxtVUAQPhIljjKSPsoTaMCeVKdBhHVfbRHKE1BCXUbsYPl+mn0B4mbn7Gb
nFw5edir1DKkb7HjX8A/8lE81Nx2NNIRvyCub8gcrnFoTdumuE7i65bt4uwhwtvk/IGT20ShgVfP
oRUgVoKAQun7FBotQYlhhMlE2+Yube609jKxOzARYpq9zn1MbSvM8g8o5twf7KEAP3CaCOEmK1y3
KisbZr2Kar+bfO1QA4YswjBr5aHqOJgU+Lsdw1BV4GQZRXZMpvVdd1cdvwyNznGY/gUoA8Y9lMNA
QoOxFiHIMtQoKm/lE1x67Vf9G3PfGyXLo+ygHhkR77wZdW9z8jDo5HYDhFN1dLEUeyuLb7whAm5+
zDl54hPTykGwE/dpiadZ4tfxrwFMK7n3u2rulAMXsnB9ZEqstRjm4k5pGpfBHBchtFGu0jkJyTwp
atAqM0IaP2RrnbcEZqL2oaOvRUtxGFUEOrIb7ngtQv5OqnXpyygpA1PbuMmF7d4iqcomxceRfv7P
jyPCVYpldUZNx1LwGvEdRn1HBZZUrUMIIpFulHplwIKV308l6l+wYXp+8i9tWA+UfyCn5hFTTEly
V69Z04I1WYvbl8zx7lpDgyTvfImJ1l1H+v35iCHduE9zYgKSl2lmrRG8erSG3WzM9ytuhPMmpG7G
mRK4GhtYlAQ3s43IGuMSJrrmF8UIap5spvjbX9twuKwhdA+Am8R75DTED3YXW0xrSuggLZHpL5Gu
32HQInNCs6qKdHPemmTAGNgyi+tqo8DHGT1PzUH1N6KjCRots8z8TEMsta4iNOYHB63foFlz3x2S
vVHc0bbfQsREcbtIrvET88KZ0keSQbq5xY6aWw2lZVCxjaEH0C7Vb3VNkaDIrrITa/zOObo+O8wP
5XkKa5Q+9HiKrf0GvJy+k7wMFPcMihNXUf8PB/rEqHDcrAUUuz3BDifNbRNPyL1UqTfhuyTclScm
uN8erSumbl1qBdalafeRte3cDU3i0NSvregt1zZppfntb1pq2yzZJOlrkg0cEokXb+AAD5deTvYv
Pf62sCd3jFQOxp82X36bbUEF5kMrVCRnwOhbyUCNWAKy9lKCYGD8Ya3bqXF3ZftkriGcD+Bg1TSc
5KDirQG8IRjbURgUyzr6YkbM4Cq10exn9MWur7N+e/7kSC7Rj6F8QIFR/nDEOfVC0+lMHZA+dITu
nPkXKbZL3AVztZtV4oySgH1iSvAgBjiTa9cwlRhhoQEBuveq3aIil5TEzxMrghNhNr33WAcrbr6b
yW0HbvjzOyb9KMjV/7djfJlHXgqZt5o0KQxkBAzZz+m4TVIFzFgGwgCGEB1vgE3J17mPJGlBxTxi
1sBJ9Q2GZ6C7tinzn3kUpsYVxUxQvi1SCKPpqhKxLLacWBbitkYLcKlRPuXA7qHgWpehnv1EIQFM
0GkTgltW+RSWmsRsGpge0Q1GIUZIkQ0viwo6oqjaD34B0llM7Q4gluz9fhn8rBwwrIgsIvzrrwjU
86dRcZ26my05x01W611t3+nGuz3/Om/iY85eiBnHNsR6ezf21mTosEGb6cka2EUWLX4GgH2Hka68
p2FP39vizTYekYcz+6qck43hor3r+nqOqUMrOaSjvV1KSALYzyTSoXP2K8XoLXAr/mhVd/Nk3WaY
Fj//uyXn9ORni3dpOiaG1eFnj3gFkno7GS9eGmqVIqRK7kzc1YAv6shBUFEXDmpsJlHTLYDjLvZq
vqSeV36P4R1gZjNpcolTgeShr+y2xmYkYCQ+v8ivYQK8+KCfRYICZvgvpFFTwUoMjKcABhSPtX5Z
FYrVfY0S/8+7z01YGEUTVleOTdpGGf5+h16Lx+Ig0/Otp7+dX4UETAIzwEqhVIZSO2ydBiPe0bQg
gAfuhfShBcVnvtXpboZKWRwDmHtrrSEbfce76gP2ZJl+HwTQqm22qypiyZYLnVpgxqGJBeYJwWf6
pDGyhWC5rP5T5/ZVv2i7ZSAKcNrH6N7piQI1MTSmwcQA9BFaMKfLXXV90Bod0Wmy7TXxNaBL3o2k
tC+Xmoy5rxc9IIU9W6GSU9MOqioFRgDX0mhpaKRpfWfgWX2LRn2XYqzS6+yQThHZTF07zlBPH8rK
1yANWfs9y5OnyBm6p2mtsYNUz909iTLVZcU/z5f1AOQGPgbUYhwx9LGhLGwza9GyMmM8XxrInxZe
AU51zXV9RsqrpS2QzxWYNMu0f8CuYDeRK4NNFRBTYMZOd1MzZg8CETiBdfEe25dRuhujV6vcnfdR
qWscWRFcAwoXY2bxCRO3e8jz0GhBcmE8n7fxNYsBoApTbKYNFVEO2T5dydABat/QkYNxmzsyWNeJ
R3d2tOL6qH1XixSXhyx48PFSKFpDmdkV24Ado1psDFhSC0yz1xKfJD/OL0hqAaUqZABcCOJL+Ihq
MI0m/Hpy7K1nRuCQUAz+SLfsyIKQxiwMndImh4W5vh9BID096tmll3e+pxIS/hro8XE8TmwCXmwD
/xM+TjRCTZIAiJutN4BA6mwfJZtq8i0Xko6b8/sm4SI8MfYFC95GcVtxWHbLwpJcT8uuZBs33xjx
3ja3Mw3r7rZMwzrau1Slnivz9KOFevx9c5QZQnsEUAG+UJ1dtSiFe/tYpeomCxjHJoSnX5N4UWSs
MDEU4TAfwBqAEA8dgMzbam7QqQTBJbVivp24WfCYx9cT39VzledmBXBOEDfbrr/T1zeS7d3udkmg
+/DHpYfC/N5oE1r6kHrTf3SWoiImOweITrhCAd9Ddsi3/GhLI2bH2UCx3hI0J5jd8UeiCE9SCw6H
NxGQ4gDMempBX5smJzZHHtHON8prPVVxckmKEwgV2EUQcnH+dPEAtEzTGXRccGtZ6CddlsuD4e21
/DruN7Udxl7usw4ICfynKPXLTt6RYfEw5M4Y9+MIw0Cle9rOoD+z/sZYnrvmwvh7gOLJIkWNumzB
2W/4Ipu43nbLj2YlF1qShufPt2pF4hFjVWEvHLWdgEDNXm+L6hL5b2T/1Ps98GMKa7IDfbx/wmkb
gPfocp2vCU1753vXX2TTt/MLkoVhjIrpfA7bAcROCI5NY4FOt8fkjxuZ6HW26Z90JJo/1VBLSeZ4
3YAuRsU6IttE1Mk4Yzswfa4ruPysJTT1OIKjzB/7HrzlgaY/14a/eBeTihRJsoUG52n/GP3EwLGw
PlAlGrVmw1bvoSpGTPup6e11WzigNjy/k5LQaIBfAKVtLiaIEebTgxzrkOWdwGcQpNC7NJb0Jq7v
gJi+0YzmoqE3iU63roV08LxVCRUvEqdPs19aA/OAFMFC/Ehnb4/RKoivOGGcvtCF7DXNvuiapzZO
LsekC3GPg8jB9IIFWhfZCjkp59nMkr05mIFpKF6fVPKV8cPgVpjxRwYhIkHaOBtrp4LzujUmG7Qh
zi8Sq9ZJUHhp9oLX5PrN9QrvkNJh2mfmkoft0E+T35AeMq/9GvlszZPXqm30uyoiWRTqU28V+6jL
BzAoT3N/Uc10hrboYtPQIUnze8jGeAqJVs6/C7A3/0kiMBF35rzM/pTa5Kczttahmpb8condYQ5w
V68Pg9cacAo9/xZ1LD1gzKXbAqDWlVdaNXjXuT7Wiqbr1wcuPhmG0oCTwJMJwminnlJkvWEmDXr8
RneBp4JGfy/1dRGppqo+tAGE7B6T4uiv8WEnDFILmS8evmPPEhO9v7Gt9CBJkvEaezq9p4PW7XVz
AFmFnTfzT7cyh5tqntDC0Me82eRz3l1Mztw+FHmNym4PQr//I+1Md+NGlm39RAQ4D3/JGjTLkm1Z
9h/Cdrc5zzOf/nzpe0+7iiKKkM/eu9EbMOCoTEZGRkasWOtzHenJhyqVuh+lI80bW7LmLPACGSDl
BSfw0lmCTtaRDaEPbU1SdJTMWd2blXNdlnV9rWlUgSbb9t2p0Pv3X/CIY4FHFfcjsryLb8HjlWr+
7/5o8wRNoWuZ+8sHdO1jnxpYxPBWD1pbwtE9CE4omxRS6fqR7MXvLygx+EuyLkgX+T/LQC5VfdVF
oh1lm9W+65KHXOvcrq83rvSVdAWCBqIcr0VB4LB46eRZX8VDMlCHtoddJHFoR+/yhq3cSDwIoQhk
ok1HampxOwwhcnh9zULUyauhEEfTulMhwuzdWtE2bK18HLrQhgnURyjaLLuEvayXae/TiQ4Lt8+/
1eNjW+zjLdGslT3DCpUJNk0o9Cx8LDGcSLUnYSX/atr38VbjYuvvXzylwqmf+1R0h+0xd2VpH4z5
xj5tWVh89ViOzTZTWUGuJtdmH18V5dXlr77+Jf7skQgQJ4l2VYZpNU+socqDg6NBCDN+MSnBvn+g
C/EWm7KbEDMWXDfndoxeKcM+w06mPM3G6Ab291Z7cOJwY8dW8o4zO2JHT9aDolQzAeHKGJj8MPX3
zfBF6r5e3rKVKv35WhYnJTF9tRl7bMzBc+wDDM/2uRW7wXDVzvdq/RTl17LzffqLiHa2tIW7mdCI
SpEt3FlH1rPxukr2yuJW2/pUW1u4dLqwmFqnY3m+/dEoH+tgdLVkd3kPt2ws3G4qZj9TW2zUwfNs
XxWDB5J5K0VbPT0UC5lW5BEL1865L3S2GgV6w4ZVDhh0Y+dAOja5orJmyZ8nuAWilzr92PiobYLQ
7dJPTJ1eXuZKjwNXETk3KvAUdJacZEVTAZkucPuuOmjWU58dgC4cxsrzM8eVgf7J4136fmJZA0lN
kX1z4Ci1LzJiy0zmqVYsUtPsilE++FbsZlf3+8trW0kdTq0sAQu1k9lQcGHFqF/zcqfP93ZfuklD
BDn42etlY2v+IpD3YmxMUNgufHIulaSwZVBFab2ra6SHLGqlz39hAxIGhZtJF6/2c3cZyHKcysFd
ovxXHty1EK1s3eKry9C48BCuJDtfwnWLoY6HaMQdBFwhFOg/yvVbZP9rbu/8MbJE6452aMXzjJG2
/OTTO4/+puBlnFpY7hQpyhRnnF6pKl06k2Z342/xPa+lI0ALADbDIC9aNedfI5sszvQA/KZV7uRx
1/Vfe+ugJdfT8PIXn13nEU4pCEjZbyWwkxsDStsMTlo+uylfzf4uqK999fNlE2s3huASAXX5W/N7
eSK7ou3ldgZ5o6RfS+mG98+u6PeT+exbB9s5JuovSz4U1kapd+VuxyoqVeyiggb8YguNsPNNWroE
cgQlVNSyI/+q4iFWbAFTxPdePHgwxEQ4vGs015YnR0m7tFGzBDCB2e0LrXJ9m2k2ZmBG4F/KHlgG
iFoJ1NSArvac/Li8uyv+fmZ9keb1SSJLNjgNcK2jm9sPSrWxvtV9ZMCGWQ7aJuayyZVafdNSNWd5
BOxE+jWOz1J4H25dFivBAQN/zCzW0YZaG9UOZrTgDpHFPrwy/MNfbNWJiUUWNquSXQVJBp4Rqt6h
AQMcfLpsYWsR4mOdnCaphudYE3tFCcItnF9hj2pZudEPXKv2M7jDg4snF2Xi5bMVpqpEglwMLAa6
a2XE0y5kbEBz8/yBBzf2YN+G97gsPo/dZ38L9bVScTqzLvzlZI0o5/axJONwWR8fG8f6KPfVraDL
CjQTRBbz4GOGIzbHy1u7EhHPzC7uwCiNAx5TLHrWnhv/LjXuR+WrVn/TtiYs335D3oEWHCo6wuD0
1hb5Q9YM0APKVkwzVQ7dpKseMlNyUznciE9v91E0F6DUQ6yAN+CbN0HbVW0+mQndu8bVu/ty/DhU
kzdo1zL6FYj6vh9nK5Am2EI5mFOwLMiPZWamZWklHp1kSfmchM9S8/XyR1rbuxMTy9K70Zm54xeY
KIFx1vqr1pm7ZtpdNvI24v1GzHBZ2VzDSH6cO+AEzfcwjEhSV9awN+NmN2zlEG9DHhZsRgp5O9Pn
XJbKMl0yczlCvtzq3VK6NtR9r0HD1b9cXsiKGeTXRdmEsQDh3OcLwcuy3umAD2TdZ8O51UYk4D91
ysabcM0KmHe47WhkUd8Q3+zkvBrSZCqJH2Al9RkeqfznVO4ehllqrhXZl64ur+ntMbV5cfyxJn7N
ibXEMuJZ0tBkz6MqcfXy+5inn9Tgqz2rV1P767KxFXeDxRUiBc4RrNvaIqDHcRn6VYU7O0UAjcL3
EeiUWX68bGTF3WzxiRgyBdULXdT5igAjt4UlWMpGcBeGSypjPXFT2v9cNrMSDn7zbNtCZBtY4iLs
TKGTKZXAg1n+IZlfQ3iA4ojRr12hHAD/UijaGpqkCcdPP89cbLycihfAEhW68kUmG85S5oQBXLJa
aTezK+v+xKCI7H8AHMnXs0Ke3G7IFL9n2X23c4ZwcCvFJqvmjczcgUR1pvH0QRqgm56b4XoYJP0l
8xtSkUjuy6u41JJ512tEUzkz2/DYDSlaAz2R9a6ph+6OCnL9UClT0N2WVqR/MGeT8zZP80Ftp/DW
VDP5mzoV9u0Y2c11h3tFDI9lBGZ91hWah0kiQTEUOOavTC7Gw6zb049ImoynovGzjyGdrC9lYne3
upOMBwMbT6UN6qPMczXcZaPT3+ipab72VQi7UzKFijt2QzvtlEDKH4oIQPMsp03gTbXcfxeMns0B
ArTiujNnwnY9WNmHIa/b+ZYu6+B/cECWPjLqYvfeAFVi6455WFxbRji9lF0dHqyohwm0UOAHoKBp
HsNIQyvAt6E73wXdxADQrIbSY6rm8mtSzf5T0TYR/RPLqK6zXop3CL6hnNPreeNRtwrz27xMihs+
oxbsNSeZ/lUrtchgTUuyT9AVlbyzIQw/5E0T/WraKlUPklXnvIktq0t4lwfdq6oP7ddiDtCU6UM7
/oFYg7avg05HWiNPtTs9bCi/taYvuZdd/u0bmpqYLJjyLGASAD7OT1bERRVKFVzJajZ7OtwPqtQe
51g+RlAz+332byxtNa7WDjMlCaF17UDItiyKGH5g6XnGKdOSgwn4qBvfD7FjUScWFkG9zFOraAVb
aoB0rJRO7pBfX962rTWIbT0Jse2kdPr0O1LgX030MKpPlw2sJJhQFGncFuhd0aJYxqIWvGqRtxPF
jUKVvlm9ZX3Nw2CovcrOKY86EGAeMt8JOIWZ2c9uG/qRumsTNfunDrSY7xc1t2U09NXu8i9bWzpk
o+Rn0NtRql8E/DTwxyHQAUYM3WdJ6V0z3Gg0rFyWrPyPAfEDTvbWrtukUH8TGw3qS6JC4wgCw5jK
m1zdsLS1lIXzG5GdxZaQVqxpZ4C+KDc1o9ZuR4s3KQ9vKLzpApyvJXIi4rPAJhCpdqr14sBxGBob
X2TVCI1F8kls0e8+N6JbaVQO6Kt7kv3UN4e02xnahom1bwIP638mFi9DB8iq6cd06ZrxW2KYu7gD
kp0PdDC32C23FrNwL7noinKQWEwzXSn1TUNGvoVCWMmPbCo6ZEjgHkD4LPYr6ie1J+4JFEJ+gHXw
kB3NjyHEyrr/fipX6BBOTC32bSzkLJkkSpR+GV0hdpqnwcFod618H4bvz/rOTC02blSsoE98RluL
0d+1ZrSDYTUtXnQZJnfJ9C4HgbVrAxZNSI0RqgHNvjBWBUXfNQ5bOJRe1ERuGaKRd4UMlWuglxxv
OcWq+52YW4SERkn0KZcwN2W+G/W7Sf7l926fvlxe1ZrvkWdSYFF19W0nFZazzkgNICMh4gcAEmxA
G8q8xc20YWWpGTvlgWxGE8lsDNuUHX4w9Wdzizl5bcNOVrIctMvmeq6S39KnpWEeBy2pKfsr9zOU
eDSL/Pjj5Y3bMrdw82hC3rxJ2ThN+5laP5mz80omh8L4y2U7K90MmPvIGejZ0x8Gwn8e6mqOU+13
jMj33LuZ4TnGc6d+VCYqH9EuLA7ttN04XPN1AdkA546CHUyo5zadEI71oABMoRW5mOjTbouu+9gN
ZbZX6oeeHo7kbIAi1iKUAws/S5Qdiyb1uUnyx0GzBrgGpEHv9pL2wUg6H7aGXL4u7eoVHo6tVtWq
xd9cAPCCCUHrc4tm1+pNlRB2iym1aLcpqA0nQ6R8UxNfCr1Kr/z0mI1dtlFIW7mCAU1ppmVTDIFz
ePHk4hPniTnQVslD47ro7i2/Ol72mZXj9v9IGE2QWXSkFiuTUnTQ9Y7Kt5wk2d6Y4ZU062YEi2H9
+xeWeAczi+CIUdDFWubSMSkEE6XigoKI+tRZx1Kt9peNrG0Yk+eCM4aZlDcldWW2wzqpBbGbObkj
Y1jalvLIiis4pxYWzmfNSMHI2kRWRE8+/hDLB0W7yrK7YvqLPF0ge+mPAo2A1Ep8upNML8nHfLIn
galUGCLtHK8Mf17erZXARP+RVhSgdeBFSxRxMsRWqZUaBCHKjTrc5Pp+sn8VxtYzfmXgSrRXwd7A
Gm/x38WnN9KsmyKRUrRxVBycLuiv8t6pZ9fKDTPYWU5o30dyFj4ETtgVu7rIqodhSNOP0axFN2mm
ZsXRZ7w7dquq0/eq6acfRan8To1HiHtVlNlBkRtQcDbD0PhuXDB9tTejaFIpHETGx9SBPsajCWJe
x01T1Tx7FCnfyALFKs5rFawPPDQcyRS97WUv2Z+SwK9pEPByM+T9NOS+pzeNdD20wmDVTntVHfSj
MXXDse4r27v8Md+eZMwzswKzMU3SNzKiKIUOUVLSVoSupDq0VhK82hOAkdyv3y+6jimB5gS8AwB9
GQ5HJ1biPKa/mHb95FpKHl2HpWm7jOts8YOsrYovJ9i+HE3lRXx+CCjPSMWQMmobTmVzW9hm+aTG
rf3DLjVKOJd38O1xEFNSBFXDBn4LQf65LXIbx2x6JkjL8rHSaCWha9xPR72UNj7VqiELNBd6f6am
Lok+AtWsrDzpaTMDbpwihfdq9IAaz77Rq+fLa3obEFnTH1PLWSK/1At5bjE1mXD8Nfnj1JVfL5tY
/URwt9DItDXnTWCv9IwzV2Ji6INd5msfEjT4wmTauKlW3vwsBUg2fT5ws6zq/PN0kUMVL53orwyH
bn6O0lspfgnUa4MR7wjpzOp2RiM9fihT4JifLq9xbRthMRDK2lwtFFnPbcuSZPVRYtAgRqo563Iv
iw6XLaztoi2A36RQgBXf1H06o/BNYq8XlS9ovc3q09+cJRHlbYiNBBnhsp8zBUlRzzXjm0NyJWcI
F8xXEVnU5XWs7BRpIA0cvpLOlaKd75RtFFVU2gr0H5Pidcme+ZENCyunB4w81QKBMJD537mFrGJs
MPTD3Mvzez98iKp7y/k1qBsPxpV1iAkvRAKYAGSGcxEMEMnM2yRPcm9A4FF/NbdUb1a+N4ETgWlu
d5oeyxiaN107McOTeyXMukOyU/NHrdtQXFy5kUzABXwKUY3Cd893Sk193aTElXuVclSyT4N9LKwv
unktG8++gWIKQ72XP/7qokBpCIEAQO6qeCycpCxKAlI9GDDYx3eG8RJaXxMGyv5vNhaLmhI56Aob
G3P+6HePlKzj6ONlE6vf/s8ylgIB9Tg3QLsxoc/TQVHSq4kpgfebYCSCE8I/zHItAoo16HkFi0Tu
SQyvRqZFjT75i1WcmljEyyayQso7mEjn2nUYd+43Xidvn36k2JQC8DGHtG4Zskyjh7qrqnPPLCJX
zz/FrzRWKXHsTDo144/LG7bmyySrkIQJCBhqYueuhcs5aVe3OQJYj1OPfDLT1DI9NRP+wePkm0d5
S7ZszZlZIFJDzAhAUb+IZF0cFk5Z9MQZM2I9N1n8vdsi4l2LZac2hCeeHJhaqyVeZdiQcjf61Tdf
5GAXhxuOsLJ1FtVPoX9ONYp+/rmRcFD9sZYGLi3jVjJjNws/msxBho6rmLdoRlXzRtwRnrXIhIF0
kgnAzUSLWl0c0aFREZicJr6V83GWbnX0A0xPawFdTFtkYysfiXkNnsiOznXwRozH1vucXFzOvbqb
oBDndal/qsatpswbK4I0wGRWVnApcnUujpIsM5VDjgb0sE2YYdqVSu5a0fGyh28ZWQTPqlSc1h8x
YvgAvOEX0/K/EFsTvASCgRaHBj6yzHFlZRjNcYSYIFaptWu7ISi9y8t449K/LWCDnq0Y/V5cnG1X
lozK0fIeK2eXVzvbeVZSx5M34sHKbpFgMOqNTLeo64s/Pzk5flGXpNEllfCqRYaVSabpS/DupIxB
fGR+qZDw1Un/FmuRmiI0aqFglYfak9b1OyNHfi/YiKNrSzm1op4vZUoHv4t9YQX8pCnLRyXqHjVr
C5+0akZjv3jy67wSF6eyH3kzmjODeH1q3LWjdm8BHlGz7v1ujCoyGZpADokJvMVqZkk1a0O0KKh3
WwDNKs2lgXTZyd5cPXwYeGnIaShZKeRP50bUosp5cJqAQg3jMDjRnrnM4xCA5Unj51EadmG4RcHz
JoouTC5iQGyXlTW2NCuySGemeh+V3wO/3SVM2unpQa+PMF1dXqT4G8/CKHkB72tR+gPVARPE+SKt
uTBLo6VRa9sNObsFR025h7fhaM72c+9nV5fNvUXBCnuij6DAVkzhaeHtoQ/JcieUuQbKjF26L03a
9sci9grrc5K8KMpTGL46wc1ls2urZBRSR0WIFALE4PkqyZGHKKspWmv1TRDSnxEt49tmdNyi3+Bv
WglNFJ9oNNLAYJLKWXpNnqRzVWDKVOXrTPPvujSBxqj61Tnt0+VVrZkSTRIZdBZXxvKxqudFMxg9
3mKYvew2Stnd2+HU3pVNJbltMP1FpGJo0qH2RMdJVGbOd3FQ7UbxBQV0rZp7+q3QWVMtezfoGw8B
Jy2w8aSsb16QDvANvIcSF6z61i6xAsud0/wpUlImT/PiMOX56+V9XPMOMNJibeJ2Xz6TKqvu01oI
MNi98W86jUcVFeY5qBs3tpNDY26xiG3ZW+RKzdiApQqxV2bRLzlsESUdb0Yq8I1UPZn1u9OX3xv6
Z3mLIz7lhVWlCRtq5zDtSp+Q6T0UWyyMK4HfArhMsk/XhDx5kcjmxeTAgccaxkS9rrSntjf2IO7e
f++fWVnsXJB1dRKL+v4Yqge59l+7trrX5p9BVG/0f9bWQy1QwAVJZigNnvu6Nk9xPMcTkbh/TgeH
UTLJDbeC78oNQ3GOsjv/oaC7vPp1Jq9rH9YhCKKUXSh/kaMvfhO7ud88VRGSrhvxYtWchZMDdQOp
v9QrnMYQdIGYfW7m8sZK7lLtn3qo9ua/JX3xfov6RXyL5c0CrwFJAIkNu7iIubDSd3LTk3EkjvNT
SiF0zKMN8PBaACQ903g8kabBg3X+kThEaLc3xFqqRNdyl++6YfrGS4SpKmPjnlzzB/Ini0eaqEgv
n4aRAjwvt2iUxNYVWEKQ0FeNmm6UHd5SrnBUT60sLg9Tj7LcERpsbapn/0izYd74o1Z/gOFq+qxI
s8XkuFkeaaqk1Cat5jYuqYa4eR07j6oz9B/NbK8OW4T1b3u+i5+1OAxONBl+aLJ4Cf6edDgy4WHO
XmCE6Grtikrz9PDYbN0Da95K04irBrYvXf2dSZwk3wqUu9YMHaFX1u11ZGrXc9Td+el4NXEU/bq7
SfT6/Rmf6FP9Z3KRJPeFOfl5gEl4OdxWN93R/tn6OwBXezqJebRxHtdOiEDtUqTXYQpYzuZ0aTnn
qeAIUBz/gwYj+Vh9vnyzrR4Qxp7RJxVv1yVIRA2M3JlqYQEccnTTy5kSH0dNqUI3Lg3/exv25d/s
IeUmaD94+VFpPj+T/TT1eiDQQ20eHTtLfs3l8qYoKTlY6n07QSaYbanSrK5S1Dnh44I5cxlpwmoe
jZipCM+iKaDPMqyJ+a1eOMxfGBtVh9X8lY8lghoG32DvVCtOEEnl7vbblJHYwdW586zgECc/R8uV
tIfK/2ipB93aCA2r8YdjwEHQBWZzsa0hfe050UUbtbFcpGM+gNE7+IjJXHaYtdSEeuH/mlkiYxp7
CtROHDq5DvZB+yLRLKiKQzjNaBxvhNS1z0b5lu9F2QjmlsWSAkNSUPcUid4IlKjx7X+carA8qR1D
6GiS4+WVrQYxBuF0Hjm0DXh7nDtm4PQ2TT6+ltlpD1H9XNgWgtTFcEyN4KDO6ddxNpCteIzNrRmX
1YWeWF6EFb9F0aYx8JkozV4H+cucaE8lxVmPhtbh8irX3IRaIg0PEmfqY4s0zKr63A9iTCWVkbil
of9y2uyGxtqW4NZa7KJlSkixqMErS/bCqNVQBhyZmKTt/rWonNDVNul8V/cNgggeUVy5fLvzLxZ3
YzbkLTZyCwAxguhFDIJeV6Fr3HgfrjoHb31KPEQsMQV6bgqanGkeZrrNZtvayk3raEF6T7JZjq6O
lAEQ9T5ubNcc1ORBb43wWQ3V7tYGzP7+Og2VRqjyeJUz5Lw8FEZUdrYj8UOSuv1MPs1Ymxrvclhk
N+L06pKBU4kKmmg6LrsDsaGEqV0RNUmDbzQ7DtwEuWW/Cb/5/fDP7KgvYaZ5apF/UHgOXXbTt1+W
Ryuhmv2mUPSGcsbQBmMoyXU8um/7wYQivtgFcFzm+fNlQ2/jGYbAq9H1FK/JZYao9YPRaQ79Cb+5
y81vYxa4aX7Fg5zOyMaa3h69c1NizSf5CvRepTbqmFImVPWcvVOQLG5d6FtGFplYbxhNpYiWDkom
QfPDkXo3ebdEAChjeh9cM1SFmJVbxBCmPWp5DCjlJ8zdmGl/lVnpQZO2SkErSwFvRIrATBYBa9k4
nBSSylKhqp431ne68kfLJyAHZbBxzWzYWTIxI9JbIM4642vZ5IaldGikce8bWzjjVTOwPYnbmTxk
CQGXnH6Smspk1ya/92S7sF3HLOD56vz3ByuFLgtT1pSQIBFYvuOCqiZSpZD9R2bpZvbetrwkvreL
aGfX38wyPNjMBM3vnlMRQQkEBrUXBdSbvXA9M2rC2I+waqfpJ7ihXtSStEeWUGhjBshg2C0LnP3l
47sSJ8TImSlYKKFXWvpIrwVx2s1RweiPfOi1H+k0HGcy8gnNoMuW3lZeccQ/lpZe4kdF0Iwjllr7
M4Mt5CR7yTf28/jNUMn19tVWb37L4CIdSdvCB8qFwbCpXGsgY3yIB2bcvkSWvW+kV2sLML66l3Ce
MZ8nMCDLm6Wz9M4Ym6TwFGCLU/g0qtNO9t3e2kiR377b2Mn/7NBKOI+DdVHKpW+ysFjRqFx/0Z3Z
82NPMl4z54stbUnavE1EFJYEqRBOybq0xT5acziEQU0YqcxbdSpdDfbry66xcrKhkBIUtnQBRFp1
vqCxSik0MNPrlbYqu5M8xPukhboF3aYtXvS1xVA7NoEci3O2fBHSUUulVLVopwelaxgfNlOq3wn8
eVUGYT0x90wEAUG4THS6Ggxu7XOKR6PJ3dI3bq3MaA/SFD+GsvSYNbpx46vDnSJJN7ZdX0tq8bmq
5vtSDQJ44DmFTfiBHpJO2tzfFEjg+BIZWSBr/caJfEudynUN6Fv0/8lT2JPzfR/qHghTEhbMBpmH
Usmu5FAQxsu7skcfbQQSHfuePP4MZmMXK4Fg2tsoN658ecgFmLCmVkbBbNk2aEqfDuQkCTzATdBb
blA/Q2x1fLd7YYShWaRyANAsz2WWZlVWTgGBgDzMb+SjCfX+pnbeSrpH24PHMU87C9jMMpnu4ipX
tAQzxZjs8+6zNQlsbDtezZWg0+l2E8JTSonsodFs5Zqr+8izUlgnp1iOOJIGVlpkYFuP4cQaW28s
lds03IIErJwegTD/z4yIgKcZWF7DwtRhJiro76TmQxtuCa+vRG3REtRBVJK7wndybsKukBPKJIKb
WT/r/kOfv0Ks047PdvOq61edv5G7rJQbEFE6sSeC7cmS2qm1/SmKC2+udkX9kExuRPFb2Q3zjS59
czS3HT5L/dX7PZIivsYzBIgV6cy5UWZxi6wEyEd/Qn6ctOJmDIzHSHp9vxV6Vwx/yfi+uqzaQDEJ
2DJFxdFIp33dTtdV3eyA+W5cR2tOoaEpCtQKjN2bMvQQ22FFPoRTMKKiNf+S+79/HToBQlXBB9GJ
W6TLasxAQG82OLf8STFuNDQF0o01rJ0fIHZi1AuIEM53/kF8JrILGqd4HXIgeW0KkhF3825Y8216
9iAFAZ9y2y1u0sC0C4d6CDtl3naMmkBiogxPSbjL/X/rYZcVG3mscKPFVQQ+RMyuwf5AzVys+sS3
076umUdnyFmDk9PqRlcdntriQ2RHbhpHbrWlnbWyiwwciqasDGSNBPrcnjT1RsXLpvCSXEzr2j/7
gMtFU7fAgyseJ/qWoEbERU6t7txOrimlH0aySCVr6WYeVGiWe2OLqnPNCk1YapDsH1fkYvfspGL3
0qlAZOR2RFB6a0RzxRsYAOaJAV0u8PFluUztLNjWQv5+qd6XMqXUhG7oJ6W5g7dfDY7TFkpt1Z5o
UpKfwuSwbLiBTzGGVmbXrGK86ZzxSCXeNZ1fmvWDnAV2PutI3/i948dEOBNhP5jYHJn7fbGJQ59X
Q0KKw8XUXlnBgMz4FqPT779j6eYsSxHMURRvl0mE3mlhAdVt4QUUHyCGSKPrSL5vyYjRxuw/q5Nr
zx8Q9gmi72l37OfHcCuer7nK6S9Qzx0yMcZ+rHK98FR/lm5Q/FIf9cr4+e4wKCiV/1vmIkbVWqKw
kSwzTuS9xL+RQLq2IBy7bGblFfO7BQc4H9AKA1jna5kceYJsWxwu0oi2tD1lRFckeqyKLQbFtXAh
mn3/39LvhOokPBn1HEVhphReqs1XmQ4fiRPv58F8fv+CmFWj7UTHhDrnYt/SRKnijvqXF1B7tpzg
x1hH9zIZL2xJW9nEyubRKIVWRfDN4/eLzQPbmKVagC01Lm+7LvgwT+bRqjPkOOxDkrRXsvZBAV6b
VipU5g+q8tE067ugMdxK+1EnycbS17Kb09+z3OK24tnddPye2fC/FL2y12vlxijzmzgJPzRUNlJw
kBb5Kt2mEBKRDZdduYDgFES6CH4VEF7LkDP06pQMLeDEvHHcTLkeFQ9ZwVSNvEwiq/t6+UOv+JNN
vBYAOABCjNCee+5sBvWUwVOG6hjSzsZxSr/P/UY827KxOOmGXySp44elV0e5O/vHfAp21ebQ4Kob
naxk4bJBVY6y0rASPTna7VeJuaJ0F8b7y/u1ZUVEtZPzF5YOE7EdazGRgAsAK1zz7FPtT5etrO+Y
KYg0EEWGgP/ciq3MsYUbll6KGLvCAH0a0Xw6XDayvpT/jCx1AkLIdOS5Fp9eus/1x8y6iidv7DbQ
EKvuTN2AwSWm897ocFW55cejxYZJjUba0V6XWnXXwbLNmL7qDYp/VIetYs/a9onCCyMm5DoAsc+3
L42tBBJYhrJtO6by6dzJWX50WuXz5Q1cucFgYaECSMjH0BI1WCVVrExlhS+Y6j3ywsfC/3HZgni4
LW5piPOEsBjM1IIF6nwh4dB0aq2RHFp2lMGlBjFAEg7Mlzf5t2GKO+JikG3Ev7c2IehlzhcSfETw
tGWhfc4ko3V0Uqw22vXOV13b+93NoH/rZO+9i8MQ1NBiRoeAt4z7ka9oXVOQ5pTd62h+9evroHup
1Zt5a2jz7Xc6M7QM6E0BNVU6cGcq9auVELK35OPFcTz/TEh+m7SLecvBCLsskDV6Pxdta5JljLdz
+8HMj1L4pQ6uquG2VG+DZgPMufaFTs2Jg30Sg4ogj7u6w1xaTt4kX8OpfPSjb9J41cZb4J9VW0z+
gUIEykSv6txWP6Mhz0njMpRfWju+0o35qdDqvVR3Lp2ljVzg7cEVE+wCqAdrHP9e+LshtXFQiJti
GDLXsg6D/dkv95fd7m3YEzYgnoXNAHG2JbNAEff2VAxoMHfFv8b0XMV34QQMZONxvOZzILSZcyUx
pCmy2DdFQc1Rs4QV5cn0IyoiT5eX8TauIgBOUOV58DsyLLaqk6syL6u49Ip8Z5Zocf4M9Ectvs7Q
Zk22wJprXnBqTPyYE4/LqiLsOtiEPHvW3Si5NqwnwyhdS75utl5cay4AmhJMG/g8EF6Lqw862yE3
QjauQnsjrY9CAM4ItxgGVq0IOQnuJMEfuNi9sC4MysZpiQjV0+TAbuY8S9YWG+uap3GF/2dksWt2
NUhEWozMHM7iuol+zsqNrGyJvK1+HHoM5IvUYlDnPf84eVk2VhJhxk6M24yB3SueptCWBuM3qzPv
1cDPNo7QqkXEn2mT0kkBe31uMTTC3JB97lc/+0dcsY3lVdK1NJS7tjhedvPVPfzPFJCAc1OQ6bVN
XBS4w3QF1V01lK5jkNZtmFn1hxMzi+Nq+kbVdQNm/HRv9l+78LmMXi6vZHXTTORLKC+ijrqEoCEo
oddAbUpPVZ/6+NAaN7LjAx7xzC0E3+piCD4ykGeiw7IIEzJbP2gZixma6FBOmheD8BkRJb+8oNVP
c2JG/PlJUEizwTZRsyy9pMuojXljtJ8U022LvwilYtrlf5cjNvbEDiOiqQrJPs8H5Ie1zn7J5+Bv
Pv+JicVJpTYWII6DiT54NqLHyHmcx4264vrn/7OKxZlpdKerDOHIkFYdwuC2S44VlBWhjs7M5pNa
uOsyITnZsmVqDxXH0FQ6xro8ZC51EDMD81EyvpmdvWutbN/P+q4yuxhKmv4qmZ3/234uswbTYqgL
LrDf4bVTP/X60W+2CpobXr7U0FFTaAnsEhtp7eys8FFuHdfags9s+PgSqlqZxYCYHEaUYOe0+94+
GOqNtVXUWfUNBpDAPVEFQXr33MM1eQpDZcTKUP5E86Oa9n36lPqBZyVb+dzqrgEnhuSDMTXSunNT
oW41EDeXBDr5k1bt0+xfayuWrmYmJyZEanRyXuMgbTXbZzVm/mLnP0ble+J4vf3RHlQXQM3lILS+
dX/WswhCVi+lxaDzBqslKI+ibheOIxOx7mD8KIyXy7a2FraIEk0Q9HJVsHdhbVzRu+nHLwbQD0X7
qpb3vfoXuTCDCv99qUXAoFOe1IGONTXXf6TWFLl0LA/Ip1xfXtVKvYtM8o+h5cw/8OSS3jtb2Ab7
2v9k5DuL9uEcX43drjCviojoHl758hZ4WCzgTZA6sbu4c2dlhL6YQVbPr5OX3omvnfGT4QubTKY5
sadQja7qv0mbT4wualGFPzdhkGC0G+pDpj6V1YCS61Ftvg4IM2fDz8ubu3Hclm040NFVIovjlnfA
h5kJrdvyOZWsjVVtbeXiyMHNa8x9hhm5+GnEXtneWPDCTc5VOHiT4zZbme3WssSfnxzxIC1DadSw
50/3VvtQFJ/U6uPlnVt7QJ165eJg91VaVo4wMQ8fx+mHNm3cxyvQg3O3XwTd0fYDM+4xYI/tyzxJ
z4oTu6USPsG0gwCKcRvlj2XKhEBmbp04kbRe8vxFIKlttZLjCNOmXrxoWXcXp8GtZU03qR7d1I7s
zWUOEbW5N0Z5I16uxzDyTzRRGLj6HQxOvlzOmGuntQTnWNK9VP4px+ExzOaDgsBMVsf3TN5uVCtW
fYWrDbwrz7k3CHeNAYExjcWJM5AEqIZ9rujQvmyBd1cvghMzi4ONdGXtxBN72kb9IbNtrx6ixx7q
40z7N3S2JspXt5FZUEqzIC5oRZ4fALNutZ4ZSfKCVhBnJp7zP6R9aW/cONPtLxJAiaKWr5K62+0t
XmI7yRch22jfN0q//h7mxZ1000QT4wfJIMAYcKnIYrFYyznTYQR+G9kCq3kr5uDyYVAr91ecdGvb
AO4fAOeO89a8GuiF8d6GJtqGPdW9i3V6SY4Eub844QMETcUzqTFIdT3ym9H+ZJBr2/79vyklORGM
ixlNJSrt6/TdtQ810Ov4rZnd+Xl0WZBOKcmViL7UyW4gaARKl3efxy9+DLisp6a+5dZH3ArqN6IH
FoEUs8XHnBwwn8R2VWBGP0wz79ikb4SyMK/W0HFTIB2hwMJ/kqR8jn1dSVdoITsVkYfGyCHwQYGd
ci6YOQObtgWCs4wcueHfwH0+5r1zN6ep7rCp7ptTWZKSQBCsG1LDi3CrOKRJtDSP03aFjM3ON4Ik
tYG35n3gCJyKFJ90sq52lbRdmUG9ofyn8m6M6R8+giclBiavDtRaZS/i4QwASvQAoS52Lqqf5pGX
APMIt2Lvxhiw/WZ5t/Ha7C0r8hIdSrfyIjoVJ/mSqnFpOw0Q1yGmdO1jmVoBELu9BMUy/9Zrdm31
e3IczaFQmsuJkrJLScvRbanYQuPO44e5QdoQHQ2ODk1M5f5PtZM8Cm0wmzYiRxU2y7eChCR9KFZN
pCx+xTvLR+4dPIoolgFV7Hy/UBqZEqfDDdN4zf3cxk+IuDRXtk6E5EJqkPR6zdgjwGrjW5z+XTfo
HoHKhRIDISB9EAPrkoEjYdRloGZC4xFmpMz060B4kOsQ5JQH918h79qgkeQCVweHK3TX9ds2fs78
9Jghmct/DMZznpmPHnDfLntf5dKhSwylTIHOLPf21mgk8MCjjTTR+q33H2zdaKfSkE9+v7Q1nNTr
bIgQO3OcK8/PPqUF6uRJY+zi9SN5DSAIeqjMo42KUmmPnHTOgH0MXVDvLIPENaogm8brLtXVxtTG
8K8gW0p7Ti4vrYJBEGnxKGvf/m9sR+NS1Sv3V4jk5wgiTzcrIYSVmHQsAw9D/tNLlmqOp9KdMuTB
QQbkYkpV8m+1MYyrRyFmFX28SZmGaQViNMazcPN50Bbl1YIn32WrU0RMQC/CnBAQTdFg+a6BpWZ5
in72BnMhOwDD2zOgOoK+iQz/9bIg1fNZIIthcgxoWxi9lbxPAeQPp3J8dGuxaWev1cEot30M+syy
365G+zeq0fcM+al8dW5zpiuvq/REnw46FcXEKv49933ORpZ6ydGsYk/dFFGQ0+zMpfCDqWhGEMlY
dURSQERd1llxpNGAjvZSlL4xfSA3qFn1VK+xidpTGU8lIFx/LCtGLS/LUKAOWGhbFUnfP1i7chZ7
3tjgVBMKQc5qP1Qz+oEgbbzxwHF0baxgkzK48YBkk3tjIgQIrS3/jsFddA45cxFkCbCc8/8O2CM+
CT2vmFrHmKBc521Xi1ScQu+Z/WTdc5EUEXCHseprEDu+xm8qXMCZMMmvTaiyktaBMJ5w9MwYbA0t
wEsFRrr+uLzUiksBklCoxPMMLyj5rNQdMi7+gNCqX2cw0KXJHJRZZkTmahy7NWP7vvTNAAAxv0fe
fL4sW+GDzmQLUzsJ68CyNwH3CMUrY3NCzMu4VtSOdGfryBVU5+RUR+mUrjnyg0OL6kuyDvcugp2u
PtC2BzUKQGGbq8tKqRYUHASYZQGIGhopJGHpuPVWyaHUNIBDt6MWgLKIw19B3MOQAq1/ZSVAgpt+
zl9IP1WaB7dqSdF65gEyEoNHQCKUlpQDwHXiBnr3trYP8q0fH9g4dFHGQEy1bXzSyFMtLcaCmIBz
oAIn+FweJt/mxC6gbYdRxnl69YfrKb4yk7ts1BwJVaiMeZF/RcnzcFtT2Syz4RNszuLAZHO4NukX
NjphYcVvxdQf0aP4c22t40o+8DQ+ky3dlvXAkP5F5guvufxhBi13wsxPRtOHxVwG7ea6wcyMh8uG
pNpKgfwJBAkTGRT5JeLlndcuokw94a9DQiN+MbMiWhONB1Bc0Whv/ivHOt9CVD+HOaeQ48VLdFdH
TY3Bpe7BKPaetbusklIUpaKvFNBnaM09F+UaUzFRBmfTAMEwyaoDkLQ6MN/05hWzbzzdkIJSnIDG
wBrCxclNRjFrK/antDKRJLvqNscEXAy6ZNaqWe/9yjejMovv2hIseZf1FKdMepQAsgqZIaBmA09C
7jCgnYU5yhVRT1t9EtA8wNIlOgoLpXInMsTPT5xnXtQ0Jgtk8Nz9Mc7FTZxlIaLtZ0RGRzftA2q4
0WW1VCJdQNEK4irwt8vdYXO1dN4m+h8X87NhhH7y1d2Ow/K5QnFH+xBX+dFTYdLl0ExWDMZwtJ24
6GhJ5192DghXdEQS+r000iBebjL2n3tVQVqJFxiq9Ei3YZDhfEnbNJtJLkQa5rbn5ni9jdl+Wpz9
5WVUjBFCjiXmPQgWEpih53K2qVuHTtzu1gJeTPqcZCiRAdEEDdaRlfxEAQavfsOLWKUb0VAtKtBc
RcMdjgOT8fJykqO5vMVZJ6iUgZ56V2UvxH2dnOvEfapphpaED9zxf6BUMBAiYNilCwLDb0k+GFhT
M7WeJ0wtTpW1SzF70oOtUrOuitQ6jjpez/8nS658ezxFy0iBdbWLXylweKs4rkN0Ub30SbbL6uZo
jbwLSOt/8kjyelm46iIUiIdoLQMu57vaKko88zAR3E5+OcOTPvm499FkFPhGEtatpitCJ0w6G9uG
4Z3chLCZ/vSTgzWWUZm/dd2Og+X8sl7iV8mu7FQvKaDotwHTuaKXbTZfrfI78Dg+8PtR6EQHJbLp
mDY4PwsJGROv9fH7B796NtP5h1UZ0UdE+Gi/AJcB0BQlES3pqd+gpAQw0agEdCIBMdllCSp/L3oh
BWuNizlm+UDH47zkSHSFLhlDVgfrAAxg3cyMyvueCpHuaSBCUq8XOV7qv3TusSoja/MwLEbDin+q
fl7WSLntJxrR820B/tHasRrCLG4EJnBDbFOz8co1czFdDGgb9DjLfdrIImeu1SN1syZoHMLgdBYm
5YuZDx+Sg1lInEoA88l7A5YOnBbR3uN56XIgiIN3BXqpI9McdHkH5Q75gK6Fp0PUJgfDBsmLcmDw
Pz7pd6NznWcRG3+ztghI/ZnGT/99iwRwAvq00Q/wbkrb3wD2W7t41bTr24gMjqFLL6h26K8ATDad
28DabV5VehDgLN9dKNG516nOZ+tkSCcnRRF0qHPIWJ29nz9Sdo9I9/I6qeLoUzWkc9OSiSDFDhHL
fJvmQCs7tlNkDxo/qVNEOjAMeOzWRCGlp8O+6oo9mJiDauw11qzy/ABhQAyNfk88M8VnnER9rmH5
4yKcgCA78oLUfynQFVk4P2v/n8vLplToRJJY1hNJuT+tiG0hqQUuuwNM3co5lIMm4lImek71Efqe
SOkw77S2C5ZtzrZH5hnB0uHeTM3IsYuX2Ryj1B+xcSsKW05kb+Mc1E22L8v8vu+47mNU8cPpx0gX
xWqzwVpzqMw9/3XB8Fu2NfsS0EZuk15z2w7gQg6Yno3S6gN9UwJc4//vqyedtRRPvckWvWZJdsf5
jw4YWMsOgBIreK7N5/9pZ+Wp6jqNvRFzxkj9uumxTgBhWaN1atLBoGgMyJPOnWPW69a4WE0MsvZW
FdhTEoCq+LIuKpd7um5SJFTPTudkotmRrQ+mFVrz4zg8WcVttV5VuhtLJ0s6e+XcmRsfxB7x5bae
nKDPQbI+D7s5Tx/y2Qex36xRT5n0EMhGgETDGxZe/vx89N3YrJ3op8OsTnwsV1rtsY5f3Co55qBD
DsAOwsKC5c+N71+Tbm33/3l98dzDew9BDara8hN69uKUNuhbCpMmhTv7uTQejmPIloM9X+e620Cl
LsTZDorYyC4jrX6ubtktue+ARzj0UuPeNhHJsxGppCwcwRRSAARuTZ3dSoaArOXVZU0V5nomWvJ3
pd2PQ19C08q8y9td2b3WsUaEwnlDBLov6R+uNTmrXTttnHHRyZF3j/kUGfYu9/fxfDNSTSOCUhfQ
dWGKAklAcL6eL+O8FibLXCzj7FxZ63XavObL58vLpdTlRIR08ErDSYo4g4g62+XTXQdAPoCYbfzK
12H9ioWXXiAY4fqrjGQTW7/4vGixMYAXrbLrtf3GEzTR/7isjyLgRX4fxSLB4IIWCumguUXdp5sL
i/MZ6O9QwRl1FJqqTfkr4V35tbAyn5sTJBDjYea33nCs4ui/KwHcEiBK4BAJDIbzfQd2ijVvotqW
VISjeQ1Ipoh/K02oo9qQEylyItZtJ0raBZH7ZH8Z7bCybur8bdwOl3VReFvwc/6ri5z+tONqMtIM
uuQ+ABIBtM9vynxv5G8+va+3x8vCVHsjJt6RXxbAr/J8hjdh5BzwFWjcWXsL2SZnCJatTXcuRuA0
q6cyNPhyVPohCY14UsRrTHjqwK2L0s4SDdt4sxJdpVq1dCjo4EXtAvsPNn1uBsxL58oCUGeYAggb
nMvg720OFpJJeeM/2ukPj1bHy+un8gaAIxMt7Bi5BXzmucQRoe8CfjKUATjwBecusIwnViYBW40g
Y5qpYp0wKbDoKDoZSlPEwPUOrMvhyq+HLd+vJiCxNdefWCnZ95zqJTlS0fnhFWLYaeb3BFBuoHgK
4nxXVdEQj2gFfzAQhF9eSpUpnoqUHGu/FPM6j4iI0WZ1XdT+lxEDxtROdTVWlZHARpAXBxI+ekEl
I5k3PE4SA6eYo4vRKl4799VHb6Z7NLOrONWE1up1/FeYDOLcjNXauBaEtUl6tZQ1xi6nK/A+HTO7
Dgx3+205fAo8g+gGRVS+6kRLeUw7Jfni5KLlu2FeMHUvPLGCLbsDJLFm20zNelqSVU4x5m9noeJi
td9T0+4DMrCwKdZbt+W7itAoJ+kn7n0lThw13otB2kM+WMHoLJ+s9nPCbVR5wLgGuqUPGJSAkgR4
FjIT73pwqFHS1sXZ5E5yNQxw2Nn4T7f1Gn+tPJVIff4B0RXkUecuwBzQEksNuFCHfB7i55F+6uvD
9itZ3z6gjgVQO1NARr4brl38bja6Df6zyO1wxYPQdzGEqCuLK7VBFADaZgFMKJcCwFxfpZ0NKcQp
HvEtYQGGpRjALlXZXI+m7lJQNZKgg+2vPMl6tmbb4MoQTuFZawU9+bWl3xoOfvLJ3qMQc7eZ6+eY
vLhDHzqlDjlbeUhOhEteruDGXBbJDIdKyhuPPVckfi7Sbe9iZT+weSeSJOfWUnMDcRCWtSmu0K6x
5t8m3TiEUhlfDFkCloFiPv3cDlu+zPZQQ5ks/dXTyKv32YCRfB3qj9JN/xUjhydtkVWsLyCGDJiX
aZuQi1mSjxzdEyGSVfijP1tZL4Ls5blbrsrhKU+OH9iRExHS3htNmYBGGHqYDAqAy8hK0a6scY6q
xQJeMt508MWgCZf2JKmKKaYNhDTdLbgW+u421TEuKJ+OKPzAAQkIP+Drne971pKycDlB0OP9nNbP
SeoG4GDAjOX9BD/B88DKn73qA+URoLP/lSr8yEn+Cg+X1QfnCy42kAaMJHTQA315gxT2DIXw9EcT
KOgY5X6SDoV0nE34VZtbLwXF6ySjyY+JM3R3jLqcjcLtoafLNpGVNxF7y3HcsjqbMw44n4b5C5PM
kbMWR6NeI48NAc1/XtZMYRVnwiTrdnliWukCYVV5PfEesUewLJpKmXL1ThSSzBt8Jhs1Zzy5N/TE
bNaLVT4VmEZNjV+XdVEEOGe6SI5tGQwytPgLGnr+gmHfvTsiA+V3Ue/5d+tEX4BevnNynfnpllD8
/MT8nM3y56US+4Vyo4PWhqoBPKbGRYhvl4LgM92kk+V5UwIUVuiWAMig8sDbPOraiHR6SMdoQgqP
lwn0yDm9QQc+Zgh8KKJj6VbEaGeaiJ+fLFcK6pkGbIawBvfgjLfeuOe9Jc5TwMYqbDQ2oV43QBYC
vxLPIvkmGiuzYv4A792uTUSHmy7TERKpwgYo9K8I+RZiQ++JHmtkLdJgWgLfvOUsBGCLCyBlXgST
GaI86OjEqr3EX6nSwU392RjNBlLLjgUDfayqry2/nVMeJFxzfjVr6Ernl/KsGDqRyXIALL+sB8/Q
XeTqk/tXGfEFJzbRGHPTDr6QgLedtwQ82S35oSoE8D9AnA9LfXXZVehWTzqzGUppfKsgEAC6GLzb
todsKcIpixb67bIk9an6q5p0cJfar/qKQBIgnNcJGSczqE1Ng7fq3j0zQenodnY9jFMmAqEVfZyR
k7319bcRY34z+Vbn0WoFsw5ySWcU0jHGHBT6k23oRc3XKf6mTaPp1k0KV8xuBko5x+8f/fS7sS5X
gBB7G1u2v7w9uqWTiz4jiBHmTRh3m9iY+tkDYmlIAO4IbNP0zqmj2rpmOjws5YUIBFUg3DK0h77P
c+Lyjy24QG9JoqwiR4oUjWv8dNGaf1k95S79K+ldvrM3M1JNEyStPUaL+iZoh4/Y94kE6cnZuO40
EeHOe0DBuvNPsCYlOkgi5ZVxIkP2dV435D3FHrHyqwNe7+QeZWpejpiTR8+pZsmUrkEAkrvoiwbS
vOQaTGNxO0zJ4ixZj9QsA9OL+HA7ZZ9a43B5c5QmfiJJcg3Ez6epsMWpHZ4IixjZ+a3OM6gN4K82
kmegiZU12wJtFgMxw7wz6LirrZ3ZjkFnhk2/gCkEuNHofXstqq/NHC6T5oTpvkByFMDnQ3g5Qsuh
+eXQnyhzXl5F5d1xsoqSo9hKf4srLjSsX5PlyTdBk/EQT585i6oBnAytrglaYyC+VCZmWx3bNRjy
wgRobC4J4y1cEoB/peGsK1foREmHy1l6a5tMYYtImRliv75k65e5uGY6GFKdJOmIUUyrLO4gJC0G
ulZvMiMNzSFw+E/uaQ6Y0vsBERjNqwCIROrz/LLvthUIrxjvDIn3ZowgiXB+jOxh0PXmKk/XiRj5
dFlZOSQiR7W53zEbMi+3TqzJqCpN+0SEdLhGbzYnVzyeFu85Hf9Z7eNl09apIB0dlncOcHmxUlad
B6RIIjIdaPzP/yZEOj+r3XnLLNbJmh0wilWY3z/Q5Mv/JES+Zau+z0c8lfE0wz2UW7vNYIGb6YDY
NOslv5z7meb2IBJ4pvuS2t+y5FB+AEUKG/6v8XpSLNx56MT0RNiDAe+Qza/Z3IV9c1tktyZG6S4v
mtKzncgS5ncSFRuZlRZuB1lJ+z0GLc/Wla8kp6CzJbvR96Ouq/bMqb5elqq8bE+kSudmHE2n3MSL
KVm+2e2LAZjruXf2pWmiquR4QV0UOnpJjUeQUSebdI4XT9zvYwt8/zTw4x2wpQJD18mhsw/pPLlO
3ZtcqGatR49H1fKmxXXXiZBO09hvNsF1B/vw9y5/qssf2hZrjQg5yd/VnrFOyZ/V+lxOD/7wZGca
x6YWgVZxUUxEnCo7tpIuHREHad2mIM2vivgFzUOX7Ux549C/MqTNmBwr5qYHGVm5vmTVGGTc3hc8
Dtq2+VrbugZkpVmjHg/ULSAGIx1wfpi6nqH/ieKCczG/AFixwJ/2c59FXXud5keiyxorTRrVZRtd
oRj2sKX7tI+3wl9diMvIV3u99rpj2oSVd7y8hsp9OpEieQhWlEjA1ysODr1Fvwzhb6mhESEM9l3i
CXM0YGOFHuioPV+3pS8tp0qQXC0xVUauzGI3AG3Q4tGQHGyXB1vx9gGdTgRK/qefLKOgBnQqvdW6
dRCXhPHEUKcgqw7VRbl8J6IkM9+8tsj5tqGJwi8etzoNs8S9KblmPE9pCidSJEO3YNNDMkGKUx48
CiTnh4rcM11nuoJQQjSI/d0o2fM4QHnnPsQsWxJh0LAkfeCk9127483rjDns7AaDJll8Mw9Paw6Q
g73/oQeNK6aSgIAiUDYlW7EBsbk4IhGPDDnlt2z95ujchtIeT2RIq0lRKbcZcqHi0ZTSqKp+uOP3
cduZ8a/O3nW6SVLl5p2Ik1Z1MJKR9DFUsu0vbP1pWp8d/0abhVAGki4QzAGBidS/jD/orSVrarF3
w8rDufuRxhobVFr6iQBp1RY7tbPWhYB+PBTVNSCZAG5y+dyqHCze6EBPFD4dheHzzcfQqJF6CTwe
XZv6qU3Ha5+hHWSbcnY9YrDkPiEgBrDsQccYqtoitI156B1C7+47MleL15z5NYfDcJ5c9xHdSdy6
KXTPWNUKUqCMU0yeW5gvkgwBdD1G26VUHC8rioHwk7ANzHf0cHkVFZYgGP6AmYA5Xg+lpvNVHIAx
bGQeeNIJ5kEB1hKTADhsOqgicRAlp34mRbo3Zr9z+eRACobaH9oWKKhduQfE/fOAvLWDxPVlpRRr
B44bCvQJgREDYOlzpdKxLG2PCyb2Kd01/fCTjjx0DKLJUyvFUGQdwXMNMk45/HcBlwx4ALBcz3n7
pZ7Rx272D74OTUPVLo/cpoAVh7HB5sRnnITlbuZUzE7BPx17Ndt5XZE/ESf9shVJvsvodFvF7X2R
O28NmgCDeXPu4qSiARm3LuBx5x+LgelQZVT7aYE4WTR+gUJEBhCYZwvzwx3ooUXj5OI3W1CPjhm4
iHdDECilQe7oANiUIgXeD0bssd4yjl3K3QTUgVUVcr73p+uY9fjv2wpa1FbXl6/K0YLu7q8sKZiy
M2fOHRuyVkCyVulVPefBkIVkux+3iNLHFXACvbG7bLSWwq+cSZWs1gFjejPwEvAEVSHwWbib31lm
M3yLY2+988aMfjJjh/2OF+61+2ScwJxZOiQ+JsScH5e1rFFXsMwOhU5Ojr4593M49ANqdy2dTJB5
Gr75Mx0SZ7dkCRzLiL5rHpQWba/iIkte0tpey6gzxnSfxTPT5G0V7hqzWDiRaBXEmK3cQErNZjEM
AYC8MZCq0efJPwKQMLUPi3tXz5puQdXJPBUmBd9LAss1JgjDRKxlBYvRk98mBpmfJiMrv17eN50s
advWzCiaroAsmjyN9rE1D3ERfkSE6FNFp7LtyrZvtRTjEBOOW8n+4fUDKN+1hFZKLRDOCR52TGDL
0+uT3+TZ0sPJELYeioUEKCUgl6nrOlKNQaOxCpzeYDNFe5qcz7DKqbCmP6uVNcG62j+S+mc1lbcW
BvOmtfzVm25o2nnIquJqA2dMUmQPlxfTFBsiX0ZUcJziZmAOk/1pUZLR7KnYMHAP7MAc80Z8Y9kz
HzMOXZmDSZrZz6T3yoCQ7IazzPjq5uVTZU7ODggphmZzVY7t9HOEWzhx7xVrzWwTvnSmabCA+KDY
7tkYmsV15X++rLrKw0BvE3NkuJxARXAuqsaYezoUeRVi8AgDD1MSh3GN9465FjFePYMx6gqtSokA
KQIbKtoEcR2fSyRevRRUSMzp79HcLai6d9uVo6uh6MRIDjsGrexithBTNPdxHrXx3ZTDvHRYAWrr
BeUbSoEObiFf7OXJXk1LWWRDV1RhUrj5fm6bIPfz23xdP/vTW1qXd305hR3J3ibH2NfldmTWl8tb
qLQWdO4KNA1XNLudf8GcDNVsM1xNow0mhlfYcsCbQ5/9qnRdNEqHfSJJitlASAluLXEJ9iOL/OJL
mk5BwUmQ4s2TTcuxjRdNFkgVi8I6wacD6H/cEJJuRrLOPRUXIAJiHlQFX6N+snWNDCpPZ4uwBe1i
wD56Z5JrZoPgscYKdlFevHBM0ZIturxLygjCtomY/AGzKJH7b9Gr6tqdgUCXJEAbuubr6+Tt++3W
A8YfGCBMN3J1o8GqZmTQ2/yVKTmSJIvBceJDpgXKowZ0hPBk7feZ3tN431nR5nxKu3CFozO+dFZY
AoaiIdFYHZ3m6De6EFzB8I1hVZSjMBQtYJjko+LXg3i042uW5ibxA2b/jvljmwdGHCzWsxMHW7Iz
wWTTf2LFDW2iGIOt3fU07drla5ntmnx/eUtUxoWu3v+jTQHJnvSeMuPK6Kk5VOE08zkgIkAd22bQ
DGGpHJGNjkdQwcO2gK11fjx93iBIL6cqZOT3NnxpHRcgeB4G6T/QXYnLGqCzvo3cIpJ+54KmYhg4
s5cKnddHH/u9ZQ+ebohadVLg7NAWCNJQQPdIznvIvGbCME4V1iu7cll35zbmlWEOmmBNrLx8HwN1
Fa8lAKMICJZzVZaibJLSRy/WMtR+FmyLST7NwLi77klXRbQfyeM8WdN1tY7ECdcqrd8um4ZSTyp2
C+VBij/nHwDepmxzJnyA0R2T+SuJD5Vuu1TOFJN5/4oQPz+5OLqWrnjZQURXpTgCt5uzy7YomQma
3zzAFO4+oBFgSfCsx6riz7k42hV08HohbrZCu/LvUs52a7Y9XRaj1OpEjHTtTh0aF8YO1g4oPuBT
u30f1MabM3z2jWOrbfYVv+2dnZxIk+zESjJrsxdIw8N+LL9swJFKqxfcvWn7Nnq7piGB95t0R+Av
Bpf1/BP9XhIt3YVkG+K+WbGebXqwyPXc71L/rjbCqjskZeR15aEn107bB4P9M/Z2qf017Y/x9JDp
cPhV/gXvboHm7jLM5kobyzp0tjIPa2Dkonv7qm2iLHn1N81jTXUiELABLhLk8nh3SCfCX8puNcED
AaZv89Bzc+8N6W6NqcZMldck6N8wZWyBWQpVknM7TZgzD0svLokVEDq7aknZP8bcT0WwxlYe7/1s
infAkh2fSoSsbjjXqJXiTVClo+bGVmkM9jZg5AuABeT2zr/EzMfJjYsZprzsffqtrgJi6BqtVcfl
VIZkwAW68rp0E5dDEm1uUFhXVgnQymYPtAHnAw28GKhG9gucamITpaWdABGKyxAK9Ruuh8nKg3zK
P+A4T2XIEUdlcASjkBF7GC0C96N5tIb0h1sNH8n+nEqSDBKlBtdIalx35eehuXfGT3y7I/mn7Pny
QVfu0MmiSW668pYOHd3Yobh4TgY7KMEfbUcgWNvsA6JujVtR2hxe9HiQIZ5/x4fZs9EZS1MM/LAb
Lz+U1qOjg0pQ+Qugqf5/EX8O4Mm9Y62075ZOrNvyti2/rCEy+7DSjYGpYqtTKZJXsjKroNMCRUYw
YlvTEADB4vLGqJYKHZ4Ycgb7KgGY4PnxZEWLlCMzEYrQW4Zx0wpNp7pUuCoO+ZMJJ/CuSFJJx9Pn
mD4bUHxEUQR5xcOGccwKbx6rTQLeHsa6iPJld1ktpQM8lSldLE5dmA68IPx5sgV2fTsmPUZpb0i1
X9ZwSO6BnYGWuctCxVpJl5knSHIJowR0fvIdYoxJ3qMrHu8END/PAq6s+p2vqKz2P6gO/eBPSuFc
GAN2rsj3oZqLOUHJDbGknGp3xizmxFCbxhSk483BWuxm1wEj3i8PAH8L+9Kaa+AnKeLkfbFWQeH/
Q/PtrkKKaBqubH7ru88jOTreUzLVYCItIxd4O7quz/frIj7VBzs29p+BCP3cxkjmr+1W4VPLYZct
T2b1FY+3meCNwn9f3oF35wXAu4KRFH6ZAPZCfoIOPrBvh9QpwUgKvvhus8egKDcd7+m7MyOk+Eyk
XOFh3u0zBt5bp85QnsCc+3Y9NMML9y2QwtXOy39XB1SUFpDsKSpIck5vpmNc+BuiBZIm3yukyzYr
CS+LeOeYoYvA8ULeH1UqU24QqUeDlsh6IKHbfl3p87gB6poHZpIEdfbKnN1laaqVQ0YVzzhMcViu
jAxA63YtNtajTJX1r8xMbr20f/UTHaKfwgwQoIvpXILZK1+uwppgFsuqpEH0Q+ibuw6PAyLby5qo
RFjMxByecJrvnomELxP3caTCtJ2cEBilIzyNDgbr3cHBgJ+No433KEDy36Wn+wyDxsAIqEKzRAi+
fKb1GCbsybBpuFFNYfndhQZZDKYAbBBb0J9KhzSLq9lfSxtr5iGJ8I9hRtX2MPHXy8umkuIA/Qbg
GQypS18YyMm1ubIFya+GifQNf8zpD0wq3bW1BwbFTeOM32ejoRCQxZGPEkcU6YlzUZ2dOFXtQlQP
xGY+Xc8U1Zgrv7ky7BuThXzbOUiW5MvX3L1B09J/1xMPe5TwGIoyAI05F+5PwClt56oGEHcTpu7B
9Y54TwYoaWgEqewQ7EkwQHROY3ZZihA8Crpaf4UgNHiF4DG/54n9eFkXtQiEu6hHWkA5lXSxGtKn
NuALQRybHNthwczk3P68LENlF6KLGG8vvBMwQXu+XkkKNg2QrdYoYv3wkM5yv/YgLSb/mUQONoEt
IbA8WDoee5KYKS8W3+mxWvZN0/l3le1GmLXX7InCy51JkYJdlDsWamaQ0rcY2s96kBXYv6q60tRb
lGuGd4jA9UcuVB4+GTOW+80MMYnzJQM7ZBkH3RBph/ffj8WJRftXDi6j80VrnbFh+QI5ZT1ERnfY
+DfaXG+pFaQOKFH9+wbZiS4sdVBFiqvpTK5k2lbnl8kcC7n2uMOoWljPfpCX3m7mdmDTJ4I8wX+2
QoAImww9DgD3QdbsXNOax9nIR/C2wHcBl6wJsnEJYvoa6wbxFFt3JkgcuRM36KAp36QrBA20rJ7d
jFpHlHebm7VvvxWAm9bopVhJH2UptFIwF4PjclfBZGBk3KRwEkNbvALXLBqTaQowhxXkpL6jSMrF
tqWRqVIRpEh4HyO28N4lVArXBCJyPtUh5Q5AzuZgTiO/Br1Dp8kMK04bPPwf7GdxrchZzmxe+s5z
4TqQo7/2qjoNHBO1AOrqMF5UGiF4dUF6D7Y65G7PN81fSTsvBTRa8e7PwMXrP1JQovRUs3JKhU7k
SMaREsN25myGL4zdQ2YmoeVWUTFs+8vGrrog/VN9pLuYxykyVRX0ibc6KooNIIn7wd05a9g61+BW
50D27YxowPDmtN1k9L82+Yi3EoYdYSEIpJlcN6iBIiymyevQxxiBaRQ7a7V3ptU8XVZTEUOdipEH
FmJ7MkujhJgkxTMo/rbQ7tkmTTRa5lXT6oxRKU1cxCKFiCKiVAzJeMeNxdugFMyCtM0NsX9k2e9k
HqIUr5/LqikuZqA8owqEehCzbdkgTWMg6BaCajSrH4yK3rrd98sSlKZ4IkEyxY6sfVL5kODmc1gn
c7CZ4xMYKjSmqFSEMWAkgH0Hgbu0amNWr9UM+p1w8JJH4vJnmunG58ThPHsu/3mZg6HJwQvUB03A
+eFtMvzvqmEwdh4/xaKvqvnsItlht4H3XNc7YF269p37mwCQv67Gw+V1VLkOMPAAVliEOJaMUV/b
QxezFSDqufcpRy6qXn5m0y4mm8Z1qBw9FcxtUNMDLL50pHtWLaaVoSUpp+4duqIj3jhBvBaB75eH
2TODrNJdZaZSNyQgfGyg74Jm6HxlSzAl1ott10CXpG92wo8OWOS+uSW9aUd2V0+DE252+tnp3ads
4UvAitQ89vZCruOqOzK7p/t27KogMenL5VV/X13ApqMbBWGxqEABrvz801D/Qt4RFBlh1w0BS2mw
OHbgzKimLDw/Wk28ZwugpYxuClhehCY6Zlh9V2DiY0bb+twtQcf+YZ1uoO1dPgyfhescz1+GQ2vJ
qRvYf7zkKQLqenQj1Eqh+j9FOxwa86XeQqO5a6vo8kqozrHL0LeJy98HN7pk/a1rjKicl3X4/0i7
siU5dWX7RUQgMeqVoYaeZ7f9QthuGzEKxCi+/i587zm7iiaK2L4P7UdnSaRSqcyVa5G6SA+1npt+
ZvDxVhi5/TemsEBkTwy8icuzbLpJE5UMixNyumUKTelRf7Gd4fnyij6DN2HDgRUgedHh+AQ2QsPT
LvQ5K50gBepk/LVvk9um/6WiD2MYji5vuWd1uo9e7jNJxtACPXqgUR3aMh3ZSPjXPigYyrGv6INb
1hIxLSuLDImK8NQciGc0PggP43oH2YkIkDzFXjq+ETDXzhwY2KGKiqsTZOzLdwx4ahNbxvAgGntR
98NxdmU1+ckWPm51YSd2Fi8Zt3a45goNZfv+tR0f+vKoWxi3QnuM3ZJqVw1/kcuByBHMXXOYRn/l
/MAmiJJaNHAcWBfc4qiua9rgNZJshMm143BqZt7ek/TbbNu0IVAFBcHQw+AIr8WghbuFCVuLxQg9
+ExzYKTL5jfOQVGwLsGZG+8ifltIMF47B6bv2jLkWxrcqys6Mbb4UFyXoinyFNebqXt1fU2TfQPK
ystnbi25OV3RItJnTdwAyYYVKbnTnM4vMUjIxU2bvNL+bxz8n/UsVRt7DN8NeQxTMflauYcxe5T0
pd7SIl09RidWFveDzYZsbCxYYe6RVV9UdQ+seT9sXP6rhwglDfgB3mAYvVp4W5z3aVLgsRcbccC6
XzpNUG394jQgcdCSHTF031VbieiaQ8xUWgzCNHgWLSN+kgpaSAcOgSw+ZHntpTIO3S16uD8j8su0
6tTMIkFsCfhyNAYzGsrlr11m9cA8N0mbhr3lqGcTk4HRDuTUpeUBItIVQUVY/x1X8hAoRmIM8bl9
rvlICYh4cqnWvo0dSWYwU8McQKYlXE1xIJ2YFM6PQk3sqbdlXqHgQNznNErZ42iDlacvouZrjf8F
3VggN97zGkq8LRdxtos1s2/RbAJ/hsdb9Lse5YCCWoC7qQGJa1qDhJsaerYb+GiU4TAMZrNzmtwG
ae1kBI10qocqqicIlKa5zL2uah3fGa1qVwO3UMQt5lwbU5S5N/KuYp5CX/COyZZMnm2P5YcGadB3
pWdt4iUOIIwe+EnwqhrNCSl1U8edb6YVta+y3jEC6sT681D3Y3rbmcp+ILxgYwjShSEOnZHm9yA+
7gLglmPb4ybm0MwcGCbM2urRG6/Y6NzyAs9FPx0M557IQh55LJ3dmPYI2sqsUn1vlgwqb0ylzuuQ
1nHrdV2f74lsxa4w3arcpaxt0G1MzOEaqMjxe6TztPOHUasgNUSrfCNhWDuEpy60iPlyGibI9+F4
FOiaNdFdFz05qC252cvl6PW5JYiMAU2omZQYZQJIU52fwybVTU7mOqYa70txAGlequ9U/QpSWq9K
ryPnaGiHyzZXT+GJycVFM7p945QaCi8SMOSK1hxVkOoxrqavl+2s7iH6juhHA7aGM3++NNbUU1/m
sNOO8jAA+y/q9DU17KeqGzY+1/o2/mNr2fkeVQnh3rniPNkH4v7Q1WNrJr5yv5tVOE1hk0EqfUsL
ZuWRMcOq0TeyUU/H/MgiUgPhEUsAhFELZLdx/SCGWzn+jPl3JfzU2ikc2OQF59zDVCutWk/QIMne
2/zH5W3+HMnPfwU932ZMIblRy/Er+gxIx+hZqiwo9dGPeDBUX3jiJ83Gu/WzA8GiYc2o5JlYeLnu
0sJca8LbEqoEll/V2s5M3OMQbZlZqfHCDh4k6Cbb6GouG3PR0NtVPgnchIP9bDJo/PZcHlrOrmwD
zeKCZoPPDTzy2kQeEwFxLHByu//eteZfYc8MynisYQTxfH8jAowyyZDTF/Vbwn5lXHmGxK5qX7Xi
e6/uMEaspq1WzeoWnxg1z43qRZTH0sRHHa3pkBL7veXdTkhzIwtYOTdY3Nx1QDkdM2fLCoSOHmEk
QKYKCnYwCxZ3kr0UuPmLexe6FzIsmtsi2gILf44Ls010DuctxT24ODZQzulYJ+E+TfFLNhkoy++i
SAFL+OvywVjdwxM7i4MRMSZU7mBtsrkS+Y+2CMnweNnE/BnOM43zpSx8Q0JCBzAVLKWVj5MuvBEE
4pctbG3WwhFc2jgWL7GIDGhqRO1jlriPDjh8MVezYWo1kJzs17yfJw+QonJTdFWwmNK915wPrbG9
aQR5WORF5GYgkdeATuffrw4nakbnQwoEugznJplRd+PgotpLWxOSO/cquSv7ZGds8aqsucKJneU4
2sAbQ+kcdjgpryFbE7Z2Hkx5vBErtswsPXvMe7PTYaYDuQjDuBEvZFAVW7Dzz4MpEBhBJHJsaMbO
hLsLO4B4VYnuogJaJcOEvskQmTsKij7ljVlrFLcYukL9yq21u0RP+tCQqvzmDkV/TZtZAXKQwP9c
/pCrKz/5RfT8QzqGNJFI4xe5Uf8sIvLROGbgiOfLVtY89HTdi+NGymaqVIT9dYYvrK2gWocB1PoR
sAOuT0jO3tE/v2xxdV0uXsooic3pxcJiXCVZxSmKwEniRru01q0rYfQZmoz5FkH4WizB1NSMqQF2
Eung+RZC362NxWyq64wbGYmHpLT9y6tZDfdoS83eA5FXSJ2f2+BRlraTjk5ADS7+WGKY/kD1Q9vv
wNtG2AO1udd2G3M+axEM2wcwPOqeSJIWNjWNQVZhRPnXGmPPIa2fT+pYmGZol+3G1/pc3QABCwrZ
M9QN1paYLidjtZwSWqK1V3iTFkx97BH7q6S35XBVytfLu7m6sBNri/KGUwztVBSwxlHvcqE3rreo
PDSe2OLLWT3vuCeRa6JEi1O/CJPaJPOmnNelLB1Eze3OYEWQAHnZNpqfOiQY1BeguH1Vj7dR7uyi
VG14ztpa8QNQ/wIsa/aec8cpClFBEgvXEMc7NCp+di4PCqDvdZZsfMPP9RwEatRP0c6EgO4nXN7k
ZqxK5gZ70jS3KJHzfVS4XdAq0MKySaHJbnH6cvlLrp1ygAAJ7iFYRFZ7vrqqZxVLdMB/YxuCW7LI
Gz+uhyjsKvLrsqW1CDbD88BUMAtiLtnptBJKBEwrBPqLRv+uq2mQ0DkmDuSuGtP9LmzV3FtJPAC4
hfYknoPISzc2eDWtdmxssA4mlVk7+3y1VtLb8Zg5KIaXkWcYA9q5zzXzxvKbpe6T7L4y7217P9Xt
7vLaV3fZRtUHQrCoHy0x6sR1OjMebCRL2nfNhKQQXvFlvPE2WSnBE2QSgA6j9u1gaHMRbmwZFdQC
ltR3KPek2gvxMKaPdoHaz57bB725oXQ3JaY/IM8gXwt9IwdY+8Iu0AUm/AkQuWW4w2yRWwIVOQOT
7nt32M2I2/bBcm+M9DiMiec4cuPuXYt66K6BDcrE0cG6z7+ni69JmhwrHt3vE8HD5KEAmL0BEZUz
BnGzRfq6ckARCPDsmwMSuqOLUEBrUWE2q56h3259XSvThUqc5KBVNtMkNFBk2ret20Qbq1xBBuDq
R+8GyDWw2gKPdb5MkdIuLwrYLdVuNO8Hy+tZh/niHg9faKrcMsvv3N8u+mhoUATE+tdE7PN4FTCi
mFfFZCGO77n9CGws2tCC6qigV0Py06wfefxx+YSsBfoTG8YS1aQcK7JsCRsNMx8p7bwCygaj/jO1
shsgEg7oqX9rY/UV9U2PduRYZVv0oyvOdPYLFsEBZRykxi5+gYAiMANfWtPcgW3n2m7HwALKTiXp
VjyaT+TiEYVm2R/xCAwEfgI41bmRdRMxha9V8WTvNWuQ790UR7ME4NA+cZRvH2tds4odtSDz6kWW
E8c3JDazg1OJ3th1ualfpcwdtsaEVlIysPQaaIpawG/jeXz+ye2xF6OYCwxWau21yd1VyRYKatUE
zhIGEECX8Um6p7eLTDkKwRi8WseaouoLVMZlr1q5uwkGrWeByfnF8OmN36maTZ2F10JRHGgdQ8Xv
RibUYzza+JRrllDpmznpEBs+AUxtkeYZjRHhk3RAtTcOBLuyxGNM/8YOcjxQVxhkbrmefxc3d80G
dwC+S6FfE/2nXteHZkSkTa0tnpbVI2miJ46GI+gEUSU5t0U1ozK5k830enfR8Ip6jKfzA8kzSKnc
a+LV7q4766roX7m9AX5eO4qnlhf5ZV9SmXCJrERXt059S8ojJZpvGXcOfyXT4bKTrGUFANrPKCEH
T51PokupyeNC6UL4FTNvTEGfVP/C+iqMY7Gr0tZrjeFW17MbV3OvGhJ9vWx+ba1A8UJCwZnLxX++
wkntIelaq4Ow3HxrszdlcY8KA2rRLgTY9Hc463Ubb7FUra8YmYg9190xbbQ43dqoDB7FWPGYWS8j
Bj01RYKRtJmf2fGNTQZMrkBxtTJ8K/oozK2xg7VMBbJTeFaiVw4EzvJCMSJOnL7FaRHNjVshlz+6
Q4MmswL+++Cy0GV7Fu1ysNClKAPusi3yubXXILGhxDqzdSDxXY4GSZZETQe5dH9IjwSNqBbAAFP7
zREbbO2Qq6MZ3ULz6N9/aQB3QcfwB5iwhPQDeRzXfL5gMIOe3mStLCDi01a3rAD1epfcOWn0vc9Y
u9HEXwtNmI4BRwFGF1C1X95rhizzhLbCN2sDOsWl59hIdoH80THwcXmFKwkSmCDQWgWPL3DQyzHX
qDKl7gjMxvXWT4iD7MFpF7R4F7JWHh2Q5F+2tvYV8Z4AsAWmUML906U4OTpdHoHnneFJgdTn+Y+E
NYXQiZ6FxK33Q/PQM93vu2gXow152fTKnp5ZXoRGTUDtZpgfM030MESp35aALeXxznC2+E7XojBM
4fKa1S7hroscV1MTxl4KxId2Mq5M9GJx899wLQ6MSoZZYXpFxXfCfZpsfj0N9r7Rt6qjq4t1KMIT
ipU4tItoUU5JTXmJxU7aN0DIGq3xqvapQZf58qauREKMhqDXABZAA+3nxUo7F01jnEmkuaS7km4f
IlT7dk1+amV70IrxmEdbYhsrkLRZCgoXKnpZeDwt3yxm5Tig/YXNLDla4Huxrki8l/kBb8/SPfAp
KJwvlnZTsh1NXyEW5UE513Luu3/Noou8Gg8KkKjg9jahbHp+13YGG7mm8DtSVBeyvWm8ONatKyO0
4q9ZviXOsfpF/7FmLUYI+lHVCRrt2GkIE7T6F9QagnE0vWor5K0FBBQzsL+ouM0ckufLinKqhq6b
8OjXWx/oCjRbuqeSVNfcyJ5GJh8ve9DqYUHwoRgFwxwdGi3n9hp91BO8FYVPmAKMr4Isxy7rdM+s
bkGEAybfKHmKyrfEBcld8nLZ+Eo+i0rVP7bpuW0IeBNdomkO3GIMrHh6Q/gWbnU+AYv3AmCTwAyi
9gE202X9AlJfFXcjUEnmmhu6QAFYukIWmBwvr2Ttfgbaa8byYZR1xqycL8XqMOxutmjmNpKJfRJz
05vMIn4s3JgFvTXme96J29SxYRwgmkaZqcdjhcQwtl5Br94ee1GojWT+z0W1XD1wo3/EXTDntwQM
FApJQ9rh40pU8vuceAOUrGvrA3OZ16Y+z7IjAJvfWWJ7lSX3Zid9cKsfkuJBuvYhs1ovQu80tZPr
yLX3nGqA1G91+Na3zjIc8HegQmUuZ1b6pktjxeAFZQ8x+fSqy97TyAOUBFzFr6lZHc3knTSGR+3h
hRb5Lk2lJ/WtaY81R4F7gCUbzxEkt4tQig9CkgxtOT8xMKiTmGQ8AIwMZHojN1L1dUt497h/xhX/
pJondzDqd3XezU/Y1KQHl/BD0+ehnTv7yy65FrHQqUXn3UIlGGPr5x456oaWYlAVyj7AolTNIck+
EowUm1tUBasRZAZP4zkA7qRPZcpSYYyrTTEcLeoooiGHzs/O0mWLRELrX3tXOV9IR8ih4E510zgN
uXFtSa7NsgKpHmHxVkSbQ/HS6dlcfgGQFZOgywItRJqpYc1SFY30+uQmEh+d9pu2oQPaZLqvy32+
dc7WtvrU4iK3UbySDZtFM9Pya637OUVdWN0Pxlajf+1uOLWzeORFRaSLpoMdjeY7rQbqjI2+NjZH
SG1DKYVvhI+17OLU3MKDBoMnYzJgI/P2fZJgAaieh+RJ1wIRCU+w3WV/JdYc7j99ODQN0OefmauW
mcWUFqlTGrhjUQIBOLOQ4yj3Td24TYgjY1/JltZGGANUvVNQq37TK0kfNIsp46p1ih69yoqMOzsz
IOzRoVAS78xJqUeqhO74xmQY+QOiT72vhtJ0DkmUjd8zgvkC31KxEfIpRhiM3Ti7bmrWDgHF0KgE
P38veDhamrzKdaGFyey2RkkjUPx0Ovlgrd4caDNkKtALpiVBz9PS8Zsxcu8srU4BGyRu9WDEpv5S
U5K/W3oBOi6NuBOy/EaPdd9MSIRRRNGmx64YDOStioGjDVN0+A1ud9c7kWF5ua7F34lMqgBVT/ls
1MZQBaqrh7BLW/0bZhdw1k09sTEZVMTc3lm8plfxANlgr62GNveLZrD4vikADACIcWaVILk5z2Xp
B1ZTEHu2eUcnj1Uj8B3pWNYITWC6vxoyzsBdGKfuh4Aih686h/3O4oocC4Mle1QJVMByDGNdAVQP
rqcWZH1eLbDJXtykKg2g2Nf5wA9CebDTzeJXXanu1p6YaMBlmUYdSGU70GlAmcX6XbCo/U6SVrl+
FjfyZ9eQ8llAOSryrFq5Qetq7HduYXufHOHEd5DR0FM/VrnAcIQ53ZggNw57mUFIgeDaLwfm7vsy
oiPm3Ntj0Xbp1TQM5RGFLnrUW5TB67EaEo+WHHK3soGHaRIwyivLUuiOl5ZwQ6r1SRyAwLEEHV0f
3eq00uRBlcSJg4zq2m3RwXc9Jah4p1IBBBMBL2j6Uk11HQyQXROP1Zjya1sqw/TraqoxvjPW9SxT
JhorHDMe71I+NHeaNZFnU47JBBA0RNk9aghKHiqrL6uwG0gX32qtNG7GgTahgST4B4be6z0INgBQ
reAZxcYTYzW8z5Me6LMhohrLiWMpW3hPAUXjFBRrEd3z+pYOX7Pkzsi8Mj0Y4recAmXc2O7mAPxK
QMCrBjUejH3OPO6LuCr6ltVNhswAk8I3mBO7s+KPDOof4HzZU5hTQ79DF/y6LhKvyYGCN8VGUFoJ
gWDNApYfiDKweS/7CKWmTwW3OwGQBvGov7duusHEqdTB/7AlxbcS3ZEKo5+Jf5CKL8NfXjVmoRzk
BSJrwMiAknUEdokMo42M5qjEOtLIrjFdkFYbcX7NMKaeMMWIATbrE0kH0XKrIa2G2lYHwO9dVdjo
px5U9BIZyYY3re0nqipgJ6TQ70CUP09KKjUgXtdATUeNiTpabYoroo9d7oHnFiRKCF9dMMUkK72p
s4ctepuVzAudTBdAGNR2wM6+sN4aqkmmAdZNKEE3eoeLLDrmyZYG5ko6AKpATOmbeBIAzLA0g1Kk
W/EK6QBpQ2kdIEWBG/vF2XoqrqX3gEogX8VOogKw9E5lj5VRxQnm/bBX7zX6tCjGKYwT+S0w6RBI
tWP8Cp5mCkjuwYxsT+GS+xb1XV97eRxnN2VMnGve9OzAY5uHUVTF1zwZtJCYeY+iRWNnUZC1A/qi
uQ26cCp7vjWis1aUwm4B5k9n6C/wv+dOwfqktPQOktaVjWoBnzyel2E+feNG6RH+DUM0NA8Kk2y4
/Zo3nJpdfKasKQsqU5jtrCGsihdDqX2+JQk4//ZFTgN+FdMG8GqG0iyT0TY3GtXrSI571Kljg99n
cbfBorBlYnbH0/eEkDjYMUwURYYvHPFH2ib//s0y96jRFAJ/6VyBPrcha93p8wZaUq5ePZWN9j2O
8h3UBTZy9zmj/LRbJ2YWBYEuyaXdujAD+fQqvxcYT+DJbcq8nIVG/6Ww95dzzpXIh2VhSZhqtcH3
u3CBokb1sLAaEN4rHgjR3qeTE7ajeUXbKHAKtXGbrJoD0cU83Dp31xbm0smu7Y4gf49QbSVTHlq1
jVEI8HoZ/LbakktaibUmetD/tbbwC4xgjFqqYE1q99PQeJR+NNlta+04OjTlVjBa+3QY1MAIIU4w
mJ4WHmJmoODkwyzrYv8ynZA5+3H4nacvbIiCuvsYza0W+9pmggwCACcGJBxKVOcuaRoj6uZxVgNt
h9lIEVXelJuj12Wpr7ij/M7uflz2lpWAgeoAclgMx8/50OLzFXwUTMw8DUIAKjba93Fs7SmyY++y
nbWVIT008G4HD/IniiFXKSfBWQO2tgn76RoEox5GaLhEcrg197luCr00RF+QQiwxtUYEdoMpB4DK
ke9C1wFHe1XA9VXRQW3Va9ccxMYQ2f+ZWsJq7SRDHkWAUscYF5V3g10HdLJ9B6cvd78XTdBu0a+s
pa74YP+YXLhI0pVgshlh0oHEXl29MuRt+liEppY9AIXqiXnEFt2uWepC3+eM+UNENzBGK8nADJsC
rz5D0oGW0rmbolXZy3TCDueQS01AX800edtq+tEFZPqy32yZmgPCyUWQaz01tJkbqB7rg1tbgYbE
tR0zjO1tXDlroQWQfAxbQIkNX3RxEoxRMekqwE/Tvgwj6BQEVBPP2jiEqVOEbq6F4yg2rqC1a+7U
5iKcOXFq8z6FzRzK9qU0UCF8vrx/a+fbAeeAiTok0BXLwxAB12c2CrjFyorAuJiD0x6AO3eDQHd1
7/6xsjwHJUbR+mkALnnqGIoV2luSsbsZvqs5ED6KzX0fb4mhrR29k4Uta/yirYg9ZQBc2/yLnT+4
0W86HpMmnPIHXjzb/a/L+7jqhycrXNziaZtQPZnN8ejWHUFYFk7ybZOsf9UfTqwY596eWOgmGvM+
SgediyFFQT3jxsbpXYuPpzs3/4iTIyXQ9yEDgxFMXHt0PJDuQ5qPVvLTtsK/2LSZuw5gORdxf7Gc
Lu1ahwhsWo+mQKq3gZEcoJvEorfLdlbd78TOYkVpwzo0o7EiY3a3LvvpVro/kHSX5eyrFZlXVZb9
TbQ4MbmIFk45WOk0wWTRojAaBZw/NQr8mWghWj95v9XkXnU/jCpj1A5ADXS1zr+Zihs3p84cnGLN
y/u7Cki0Pnm0sq2WwapzAAoxj/SBvGx5rKaoV1QvYKjJv1jFrZbvMK/slyysUU/6i692YmpxpEqU
5JzRgCml3egZ9WjRhXl+FaM2kmU31lZfefVsnZhbOKORGFxnct5Cvd5lPLqOhy098c+aFGCaQMHh
v7u3cMQiYUVidvPuqW+l/aQgKc5Hz1VXLej9px3G9UBumFeHNj1AGs63k9eBPdntgwJlW6O9XN7f
1VTh9NcsfBR4UZDEm/g1UMbq5DW6eZ4DxGjfxF5lXzOkYFTf1c01L8NNLow/HZ/lswcQEOgGgg8D
84uLPEWzIRLlNgrcBy79moHGnNbDndYhNyHZXjHhTaUMRvmtZDmGr6Mt1cJ1+yjKgPcDeQqA7ecn
pkdPdEg0THp0xD4aRg8Fs9wru1fd7j2zMMA3ibHfIvpu2vLd1Deiw1r/DxhZjPijjz+T1i1WL4yu
B4oUq++HL0NpBxGVgXJnKvT6LWL0iDJvWI0ZXGMMYyt7R/U2jOz2Rhab0iRroeP0pyyOGQC1EJlp
sRElw5A7D3X2Cy8zvY4PG+42r2n5xU8NLXa8dQt9HsdCquYg/c3eDBfiAZXXiBe776DluK9RfUnR
NuBbPaS1asssdjIPqGI6A0yV5x8bsIKsrxm2OzaEZ1SAjHwY+mNBwhRCEFl6z9Vd8RcYzDOb86V0
co1OJk5WV8NmjUJ+HdJEGXlgp8UA4EgyfsVIxfB0eYfXrrnTVc4p0YlFPiVV0RNYBHFlql1nFQgZ
hMdH39Bv03yrUj1Hh8+f8z97imGJc2sRqVVKK3xOpxRXiWgOFSDtDvt1eU1r980/a/qMZZgkwMvz
mtTY+SKqkY1AIC95LhiWOW01NVdDImTYMMiGApbLlgCbnBJbdJBD8i0OAZ7J1/VHy8y9ynlx7R/A
7OZCeYn5LqL7rtw4H+vn8L+ml2ibZtSszFUw3dbjbqC7ouuCAgJhyV9QKsyiUn+wTIg+n7objhwx
MEVhqRBvPNpJ5dP4luqDR4yrPA2cyZ825ZFXD/+JzcVpcKYpL4mATRulg8zZ5Trqw6j1pzvNurZB
TxqFthYk5Ptl91kbijhb6+JMJL2rdTmB3bLofcmOsr2zbAR3yD3eANGpa22Aqh4Xu456kb11Rla/
KQDlwDTNok/G4oYl6AQCeQh8fC7kazekj8kw+AN/y7UtbqnV03hiaf4lJ2e/Hfsc7NawJKI8qDgP
DIwJV1oZXt7PtQWhfgzvMQA/BYvtuRlB+hHAHcwq5hrGH5w0xWBfjDhamua3jHQbz99Va0BuQgsC
f+ayDefWsiCajlEhjWLQPzKAEOV+odWP4If0Ly9sbf8wO/hfUwv/NCqag+gHpriGkeTMaNF8xrh3
UNnW/rKlPwXWZeA8NbXYQ8cqed8XMCXK64Z+o+zBru66+oZXPzPoqU7fdPJGogPtv4jsCTRUbEvQ
dS2mnvyAP1plJ76CJqzdoKWM1Ed8FMWV7t7MEpMufSiSre7T2pV0amqR5/R1ZDYMCHm/mZzfGX/L
ysQTdh9UGhwHiNTezDe2d/VDolAJeCSwX5/Y17XU1rKmj/AhS+sIdPFrV/Gg7v9ikgNI23/MLLIm
w+XooZkwgyzyuhXmboKJZLQOwPZtCIKt7CHmqsGFaAMIjbnIxR5CovX/PpfDhibMI5MFg15ACSN2
HlJU1QJLjhhl6xu5kU+svIhA5oYxQRcdWhQV560+9RNw5POi4MK3RKI9GV3h+AWYnzY+2Ozui+OA
piE6sbMuHkilFsdhqo1IFAYexqAPsbtAT8AWAkahby4qHDkEgYjcmLema+sCMz8q95CthOzpYl21
6FExrGfYG6YKDIxA510Pslxo03UWWAmsA3QhwoSaXmZpRwO8g44Th1ab7Nsp9WQ8oHI1BJE9hJPt
vOiCeK6bo5KagYMpC6qS+RnNgstBYyUSWhBMQxCcCWVQMTn/FGqEBNVYAdRYNg30PJGNpF6efhTt
42U7a75mYfQVf5h1+SRT6PSlhioW+vFju7egOhnxYwwEIohzzPbg4Bz//8wtoq4gctKdaTYXvwrG
PcLu0v6eR6/l0Hub9P5rzwBQWwMWCLlbYMeXA7ZFVSdjo9sYYx6CHDpzrPXSjAQNBdTXa6zjJG7F
1ljm2peb6bsB6kBI+tRFjGlnjTwfMOwgg9bI/TL/VaqXQd+ak1sJ6n9owv9jZxGQQPiL7gLBMbLc
Qw8CINuzNNMjk59Xm+jH+aW2PLKIrLOIhkHxAlh6YzxKaSaw5ZCH0XzQRlCx9R4I8rq2B7X8DgP3
otqBdgmMtnt3q9S6+hkdoNbmQde5jTlvxUlcKmwntQs1/nHSVv+Z1d8ca0d70FtCOgq8Bt0+HzfO
xVrIODW5cFTeRmPZ2PiKdiP9aWLPhaFtRNvVD3iyqkUc5LahBquHCa3mN7UFskawkfYyubWy/Eu/
yT25VgDBEf/vLv4hCTzZRWrnTeW22EWnHj4kv3egVpLz+B41sKvK6J612N0xFCpb8735K5jTmfXF
pcYEa1XFsFreHLM6rNMRSMYnrfuI4jeX34jqmbihNF4qcyOnXHsRnFleHJREo7RULixDqyLQJDh8
Wn5j2em9tMVrU+U7NTxh8G2vxX2Qpc/KeCP9Fnve5uYvaiGZYSsxVNj8rP7Io0cgGoOW+UV63/+R
ZCgnvMW+NFtav6uxCBzGkDgBMJ4sr1qlYn0sTVjlJCjbZ6d5iIZdWm448todAoLb/1hZsoDO4Eah
WbBimbjTO9yuu4kcqPWNNp4cXi7fICvZA4oCOsaDMZIJAZzFqUkcVWLoH6GIuRi8yfZ29aaY9iz1
0sP4FTQ8qJdbfKNDsmF0+VQ3MXH0v5PuvQhE/2pF1ykelNxCvfTGiRPPLjeu/zmgLgLuDMfDWAMo
P5AJLk4LGOZYDAAeciTyWIFkisqj6rda8CvecWZkcTCswi6i1oCRaXxo8UrPGSgakINZG5f+1mIW
vp9oLgGiYLbj/uByQC088tx/L8IEACMAfvMb9c805fkdUdZQ0ISaBZww9838Df04dwqVBaLRauvj
rO4bBpdwvaOY8onQglGgqoUOU1V0P/W/6uHZiZ+t9t+/ArCgf6zMN9RJuJ4ydJRyDVY0B4XS3Kvd
0I7CuvsaGzVa+BsOt3bHgsyZYKzfxh2hL88VOt1xQ2dzTnEv4x+DUUOn+s22Hp3pQIZw6EBDsOEX
KxcgCrSOg+F44GlQMTlfIUDHrpnPyWButZBxBZuNEwqAnd2b2kw21rd2gh1EQQBskZIBSnhuC/qt
gkbujDuFALHIjoy8cvHujqNntT8nI5SIwJcD1ZqXwD1AW4WECfCdRaBStZ3H6QCLFgCLWhv5mgmO
hikKKEaU/l+mlu979Bwyq85mU9rgZ2N20OgXA2P5k3C3+hjrq8ITikGjHj3BRSrWxDSqxtgSvmpl
/lFiWvyHWxHtHUjt6rlxaASdZZHH1wDh5zf5NDk3tqIQaiCE8WPWOUJ47ggFepCUF6SDCDSv+0A3
in4jf1u5kwBvoITNUF+0mxa7X1nj2GA8AphmtGNRXLWbB0v0Xo7RMENwEL59vfwJ1nx51t7CJCxy
fpMtYmlsd1VfNbDH29rLBFhfvo5Ix239wU3+YmQFiCnMj0DjBqyjy+aGZkrRGfPaplqSLyPlKqRO
dStBWBsAnHYHQYXkgMVvYDrWntEOeDNmZg48FT+dV54bGA9NgSy2pB29uaWungDlIM9TMlLiG33e
fh1sIztQs7B+11bHvmN6tQ+bvjNSb0TP52iWjfWOEx8rz24L98lNMyvba8IchsCue85D2dvZF4tr
oK+3jSYAjw75HU8G6h2ExGTrYbNyM0H/BfVi9CNRk1jqmfUxh1y9gpQ02GLvRCxu8tIAGMb594EO
bCMAX6LvB46gJegdQ4sueKazCrVwL8eMh06fUftm2Q9j2HD7lTCHaIr47cyEFfTTmGFZcmEm8zxc
7WGgtVJQZ2uu5Igi6rgvBD/ie1x2/LXMFiYxEodxe8yxLwFFriZlVUPLEUOnv/Vsj0jrkS7x8sLv
x2yXsa9CvMX/Q9qZ9UbNNVv4F1nyPNy6h3RnToAEuLEggOd59q8/j5HOR/eO1Ra8XHDTUsq1x9pV
q9bSXqJshVRgqUf71LCIMRqKNpYbDcM63JIlkPpa2kbOo+F9U5POLXsabq6d8gq62NBBxvixsj6H
/pcpv6/XeguWqrtnnyLcLkODME5r8imSVG0MaLZ6hfp2ujXkb5FVb7TqoKa3/rSlUdyHsARsbPYP
fJPQZSOmCeQfVJfYUm1pHt1XGgBpD6KMyHgIAtOV85VTbilK4BZly9DGOlNtCseqajVq6pkz0psk
Wb9P1G9eemXPC7naR+N1hf6Qaa3SSs+VRSEanikg0aKkjQxc6ryNT0Ihr+BT+nhGTOdfVP1OdZKt
YT4V6pOqDttguK71HcCBy+t64QI5szlfhCc2dQu6c90GtynRczMldPyP3+ZKgZEktJAB4Qd0c9ni
4io6dVO4W4ex9wdLn01WOznf5/pVOl3NSAnFOhRK44bF0fHvyAY3JToiT4XzcvkDll2eSRZYQTyZ
hcnlgVEkXUIrpCzfFfm2bp7thur5tAMxknFkX7a29C5nhP9nTnxUxWEZF57CrEZysNHUQ+7cj92x
LTdSijIwDX2e+VLIBwrOqfljqPQ1+8ur6o99YdPm8C7QuI67/nREVkgPXwt67OTNGH4KtMOAKrMf
rdhcum9OXRaihD7kblDnEVbVp6D7KU/3evvr8rAu3QCnJoSguui6ZBpkRjWgOz8HRSUrewMQhJMe
0NGq5plduQEWQh8kiWmOpgkIJkcRISb1itNPGqD4ybmmd1HubNepvofelbU6Z0umyK3CUATIWHun
QOZUqe6Nfl9sBulrnm2NCSxVvNPolhumNeDbQqRL+/rMZk3fDgwcwvLQG8OGa3qgbSKlLp/d8h7f
RdFbVx4uT9jSmQrTOPkTzjYeJ2IQonSy6UFbwD3WGgggZ5ZOq5ie6LDV1w0SaGMtc6MMjpzdmpJN
z24atX2yLf0hXSmULA7vyZfMB8TJmQffri53moxQeTA81dNbHn5uQAaMMbXRae3SXBxfBwYxeNh0
SO2F8bUNza+gbQAZNCGx4lmSvoWH+nPuWJ+lBMDQ5VFesEZYBPMHLXnQAonUVnIIkY2dRyWUkOmr
XTTdQQ3tin7oIn7qvLE6Xja3sNFBwlu0AHKYGu+UnwK/C+3SoW9DjibbbcsYNJeiItbY6Gvsk0ue
UaxDY96ABgHp0PNJC1FfdRAWKjeKVlwFVbbLuu44hNahaeuVkGtOOQj3MJAGmg14taOTJ5ZT2r6n
6Fhjyo6aQ2oNV4G1Rs23NHC0hFD4ZOMp75havECSS1NDpzZqeCYjbPIDbSukVCbr5+UZWtp2MEag
e8qBQuuCGMqUJN2KoupLsC8gn+X2BkDFzum8YyFbV3JT3cdqib5msVc8+8eK7XltiwNpQTVL4I/I
MXmX8zmjatNGgTWVG9Ubd4037fImgXCs25tlddebAfd87aYSRGepcZWNQbSSDVnY6PMkkrwCDgqL
n3DTV23W0Fovl5uiN+kLGUaoA/runjJPsNMjKXVlq1V2l51emtkTm+J1D00Gi7JTSi4m5JWsrzKP
oSyBKPqymaXtMLPcqjNbB91FwhmW0sInWZ46d0w5V3I/vJWKcTCm6mBqyv6yqaWnD0o1XEY25xeR
jLj1KifRJ4N0XN6rmww4pd7pWx90J63921gG2tqW27R7iYkqus6/+o/mBVftAbSYX2K+bgdrByM1
DR1hv+8LHWxJKI0bDvOHwZdGt4z875YR3Xp29X3lIxaiKPoKNWQlQUeQmReOcZoZJ2AKRrmh5+PR
RIGa3Mqwd7zymzKq15GnXbWAt9vA8V2Oj5UgfWmyaSSYCVDA8NFde76PMrsa7cqxyg3voru+Hp7h
S32WfPlzOTlfLju6tHxPTP0+Tk7uxnEsbLAsNqaagp7qMUsfos4MNmalr+Vil45ZmzInAADGFe6z
c6/UsbE18P1cHiREedJ96XXj7bI3vxMB4gnkgIewgKzOsr7CtKUwG05jrBazplqpb+XyZhp/tPEh
STQ3qz8HjXlj+p/G4ugNH0rlR+QUmzK5k4p9Oh2s7EofAWPuCv8Kfa1eW7k8388qwt486UiZ2LCP
izSQ9WD4et7R8a3QPYc+V5v6m1F9i5zny4OwaAdNSlTgZ9JJUXZlcDqtoyYIpw+a7AZFiaineAWb
3qrMwKIlXKKX7LcCsHDeB1JReX2I0h9968gYPsPSM3oPQ/rtskPvFw6tQr8z3DPwAAKg84XjDKho
2h55pqZPTEShERDzPG+tlX3JGXYCyfTfpLZivFq3klFXAS+MrhiSG8JS6S6vVHp8wTn6Y1+v1EHe
b7w5i0uJjSbRObsqrFTFg79k8kg5VJZH/NReGa21MfM1JqmlsYNFe+b91OhLFduW4U3R4iTj8T1Y
h9T7oSafL8/NfBifbzjcoLEcX+jWIbo9nxukT7vRTGlUTg0oGl0vhQgiuIHWzI30o97+vGxt2Zs/
1ubfT04rRfFCLYmxFvbGbpIhb02s7WUT89n6ziHoLRxFN6iriLu0dLTRn3LeR3Kr3UuJvVPyL87w
bKkv6tRCX9LyBCzXeNQuG32HQdcSuzSNhgdgLx3qdh8YVyM0Q0N6FZqAUUg7FmtdQgvLb5bI5W6D
MZp8+/xFJyNpD0HkdING7qkukVvYS5O8jVdVpxasAPaiPcTU564FR1jk3tDno98S9iZGujXzgWZe
ibxEtFHH6HWMzI9d/mJIyTb2nuhweUPj/oZmkcrRtiU8XJcnVlHfz+zZx8y/n7hc92TFvTkGd5wn
Ca24ooHzONzGXIFuY79mbX7TAeFwJmmX9HfDMK4cYwuDwYOQfDKXH52CYqeOOkC9HOVDCW2g/ZF3
mw+xfldv4jpZi+Dex8GqTq2TMi7E2dBzC8OeF0oYUparNvmIOF6HaqpbTPJjaflvhtk+xGVsrSAJ
FjYmEEuYA4A4U78RSwFGg6imWjUVC3i6Bbl202Tl7vL8LQwf/ASAtemzYl+KD5s+NEI7UlVYDvOP
xficZFfj3+NKZrpFdgWURTCzint/Muy49GKj2kBGsB0gMIFgF2pk/+/1ZbFDFXzGuME5KY5W2Cad
3yfYKWETh83c0w5leLSl/eURW7jR5megyfUyUwmKVZMq40FKm2O18aVbM3tWy8OEVOJav8fSvLCz
0UWUCbpgzD3fVg4MekNp6RV7u6XBzz60jbMPe/2vMx2MGUt5BsvRHmoJF03s6ykVQcYsnZDXeLK8
0qWP1yZH9g+DdmJHuGLGFF7uPMCOl2r7YFYhsMxPUIRlbj6u5B0WTv0zl+aRPTmQwtjQIrvF1Ait
gIlUbW8427yEMVvpXirzLakQuV4jOFrIT58P5LxqTqxKTaZNXYXVCdQPbHuO+nNUICzjIMpdSz/C
mMcjuWlUkPRHiMouD+/CQQFwABE4QJ5zeU04miqnrrIo8yrqKdEGnA4I6b+fQBoxLeqR3DnKO8Hj
lLyGOcwFqwxhlBFYnPUlSj6E00qcsOQIIQ/9MJrNY1nkhujUuC3yLKw3YdnQCLTpCeMuD9XCxiJw
+2NBeAejDzFBBoiFwjkadeJKNWC3f/GCI5WjaFY4lYXFUGqF1sOUWm+SDrFhylzKmqzmwl3Eef3H
gnA8SEMrD2WBhd55DJOdlMGKB1rZczNtpdC0ZInOFxKU0L+DoJtn7GRha8PAsoZkczOmN1VD/okg
4kcebhvvcHli1gwJE9O0aRBWOYYcVlivIKfJc5a6EiiFtfLnQpMNXdaqRQpCn+8+Q7BFAR9S4r6s
0dvrEXL7XOb3pgRb4ZsxbuF4bvo3XX+b6nte65pRuUDAW3tlHS6t9JNPMOdUycm4lmnVyuPIJ0zg
zDvzSc9X8vML9xScCdT2TUKHGQ19bkCS8yxGLLreNIrq9oQtleeqSuXSjX954hYO3FNDYmndlsa6
jW08kUcg37DZ3+jh9fw65mVs6HstWElHrNlTzx3Lc0npfBN7bXTIim2lE4LtU2OjSG6R/rLWFsvS
gXEyjuIVaRvgpYyGcZyQeJBpOv/uN4+XR3DNxPz7yVqoG63WkV1nqmDjHl5S5T5ZQ14sr4YZ0E12
S+ENdm6iL6M4zEK8mLEG5W3r7wLtalgTI1pc1Dp1MBp1gFKJYgpUoCxpanFkiGSQ06nrrBViFyzA
FQaHBVExyBURvRbHlZeU6lhuTAJwF5DOFirxeiUqmre/8FqltEazLXw+XHrim0K34qmJHL1Exq7a
SuZVFX+mrDChili0D8EaQnTJJbJKPCpsqgvvcEVloptTFZDBMxN5+mA25acxcKq/T4yQhvljRDjx
aL3IkKQi+dmHlYt6wnVj6lwY5uHySl4YuRlyocwVmblUIhw6ZeQpUYbM9IZGt2BfdhZgGxQJ3SzL
H8rKsZ89vSw/hklprBheOBRIyqF/w+OMF5ohbKGmC7zWBnKxCeWjb+9a57Eyr5Toroy/1g2MIE+X
/Vy4rM7MCTe87uO+pc9tdqO5a+VdLBW7qKyI9rbohqwsx4UFgmoHzWgm8FcSC4Jvvu4Ubep0xJbl
sUvjTQKq5LI7C6fDmQXBHStJDFTKBtwpAJBk8aaOnvX0Lq+H7WVDS+N26sr8+8lJF/QQoCJ/TqAq
P9V97mY+AvPljZLDyEw332Vja14Ja74wEerN5b7atJNUPqRBPOxaqfSfisl5krNGXfFt4RRng81V
JATP5hPw3LcRsbliNDDXOU9ZeqzCH063shKWhm8m3NMpF0NCIII5uzIe0lGdqk2Nvq3h9u2hj8Ea
fej+vkuDDo0TQ4IvnuoB6owxZEcH5GEi+dHqtnq7HYPnoFsJVJaW9x9bRMzn42a3XQQQEVvN8CHs
r+1/SHFQcIJGiltv7u4T4oXRD4bBbDWOBr+iVvka0QMvSyupmoXyHj0mKOywRcnVvKNK65ugnAjZ
2UL+1hu2SZ1ufdOt5Re1+dwkO3u4BYU1Ob8uL/GlNXdiVYy9UjjM1Hr2zc5/FInxqlbqzq6zz//N
ivC87PPEKdIe3wgjr2JaJNIkv9bsNT7EpcuDduK50ESZiWr7+ULwnAxyIR1nLPlXnhz69HnKY7er
3KlnIL9f9ul3LCJc8sBe/1gTzjw10NEqC7FGedj8akdDfDSdSVfIuXsTOHxNg4R8qh4bxTc2Rlbn
txbQzSMAgHonS0m4Qa68PgZRam77qrF3TVz8uPyJi5MLbPJ3OnlWojkfDy1M9KZ3TL4wfezj+4R2
Yvn5H0xAb4S+h0GSSTTR2YlvxymDYEwIE3cx/fd14aaetxJ+/I7LxNGeadwQ/yQ+IDt37kuYa9mY
miN3WKzuuua15X3QBuo2ipx9X76pluOWXbsZCqApcnfXaKPu9uW0r9svk/2YBNVRUvRrkg8Phuxt
C2dNBXbpEDr9Pu38+/rAUksvou82j18b/S5dA24tre3Tvz/bP7n4cj3SY13nkFM5hLT0ODXd1gqu
o+jR64DbreTAllbOqTVhJyHIIEUqOAZatL6O1ZwceDHWAKBLt+upDWH/mK099WXBiMHyFsUfNV56
8VYdVxboAvJGpRAKPH2mn6QALUyMD9P+kCa4MqkvvW/Rl3msgLfm1hHuDbO+1smJlmsPsiXfTo0K
s1U7Wml7Bqu17z4l8Ucj4bV09w99e7hGyDrzSBP2i6C20Gq7FNJ+rBTxLixT+ty6lyn7eyHMczPC
/WentifHJROFlNSUb50REZhpgmdrdFGkdHVt5T5fnrITv4Qpo2u27uXfK2NsUIcE6QKahFfBbapF
236WHkmg/c6BSjvlGl/E0so/HVNh5tQAZLsmM6ae/BS2X+L2qhquL5+ZS0HYqQlhc0mqlU9yrBBP
DMlzZ6vuiHp9bVUfK/olqAysJOCWTiagz3O1D4KPdzi6cpKMsPYwZybSzzHqv2dIlFz2aHHQNN5r
EGzQ/StiG3rf61BZ4X4PS/s1hE1Pyc07OzBWzCwlyWnd+2NHWIkKTXxllWAnSMNPdfkpbJ2jOSZQ
LIwbbXwdJulK7doPddjv/H4WCAw39ph8uuzs0kvx9COE1albqRL28nzljdpD6wUoW9W7KNFvJdO/
pkiyM9CzyDF/2ezaGAsLs4tVA8ZvzMaV5pLxcQsFGJZ5vGxlzTlhbWph3oDwxEqVbGzcGD5p6LRr
AEi+JfGNRxn4sr3Fg/JkRoVLQM7NuAys2Z6+C7wtEKfMeaXV6x+s0HLF0pypZkQJ5iwJZDTTeTVm
2q08XBn+tm/vNGUlyl0M4ekvBWdJWY+sqRBvhb5FT+LsTJi/VLrqhtfVL8vcWuoDRAdWsh26b+Oa
iuziYXJic44bTuICv6k1ayywiU5THP0ajNbtx1cnum9WeQ6XQhDUnkEZ03MIFkNwD2pvi3Qwu8+w
76rsrg3uKv2hKV606Qkk4t/P2Kktwa1WlaaxzbGlJ4EbmLvC2+oockn9ynpf82neDyfDB8lSmJuI
Um2CNtnlg43I0o/QVKEtaOiz1zZEKbv/5JmITEUspS0rfx7F4iH3f1rdpxDeH0deGcCldTHX/cGB
QavPZXruGHK7ci9Z1BMNC57P5N7srycYWL3mRi2uLnu0dDKdmhLmatCTIW9NTKEQ5eXfZOto+D//
mwlhmrIclCmvZyIdBTaY8FEq3srh78G8Myjjf0MmvoWdWo9TT5nXXNjqu0iGIVap0QcIKV0+KI4n
by47tbj2ABqQOaOZlwzG+RSZTWGDZJufZ4P6MtHrupnMYVv1442cZDRiaK/0eK7YXDpvYecgXKQU
N2fYz206eqD4VU+hN83hoZtP9AZth22if7js27Id4PsatT+waIJvPtxLOg0S1cbJ+iNi7RE6no7k
b4pxZfHNf0h8FwLeJAKmUWdGh507BKIhquuJQSy7b3UBQFCj5fpqiHcQImnZTlkT613cVyf2hAsr
LTK/VwfsqdMh711N3frNF0u5y4q/RhtTnVAgfJilay30Zs4dU1NJSZowqje5QnC465s7D1Ew9fi3
84QVeANUQkOywyImKdVjQx2nBN3ziCa0W1C41bCV1p567wcN3BMp/VncnrS+KPOh6k5E/71OPbva
ImeM8FdawIr5WKz1Ub4/is4NCbPT234AIkajfqS9QVWe8kauv18esSUTwKR1MrTkN9/1LSo2UHup
s2uW9G2t/DK7t3yNv2fFhNhdOzht3KgTJtTxGBlHTb5CafeyF3O0eL5t5omYUfQkU0BkzzN2cu8V
UjnKjWKTKguR6Wgozfv5SspmyYtTE8K14GuRPEwg5gGfQZ5V+AeoWXZlm/31awpPNFkmMQQBhvIO
6qolTZM3nGh5b3yLg5TgmGahO8BCz33f2PvMUFdWwPsjB4u6BuiZQqJOK9352OkjnOIwTxIzADRI
/PvJMa+6ju6uYxBoblO56Vq16P1pemZREzLcXgmdeNvNNyzd7Xm5G8rwKwqMt5PZrTV4vb+UMAUL
IHQbJA5J0p87p7Z2HHrzpQR5y03sN89mSlJPKs2PQ+89t3K3zc3x0+XFuNBcf25UWCq1XMLFKnNb
WP702BXQM6T2mx1NG8f6OloWspXhfqzsBLCX9GTm9T0CKley9UlOvK2jd9eZYe2L2F95NSwu4JOh
EOa5BEbkeSlfpTTT3mur+wEocB6UK94vjjhnI6lkjVtZbKnT7bBt7YF9kg5fzUZ3dYQc0N+EzGMa
DrUluZcHe+ks5pEyp8fpcH9Hed3IkCJGNl4l6ZdGy/a2Uj6l06+s027ofF8JNxZ9OzGmnq+m0jF9
iyIu2ZQaEZssPsT1UXYQTbmpm6Nir3GVLM7YiTnt3FzlV6FRVQzl5Hlu36GdY8ibIVyr1ax5JTzF
W8mUpc5jjwyN40ratyDcSvI3JXrt7BtL+nF5vhb3/olPs88nJ3WHQL0Tkh2ib0R1h1Ddls0Pf8iO
Cfm+/2ZJuDxrKatCeQ6lzOxXHlPqVN24/pjZfw+IYbdzsgBOpRMGVa5zj2iO1K1IcQjZNN0ld3vf
DIkb1PHhsjuLV9yJGWGWaOwkqiq4GIomlrdeHioHOA+03WUry2vhjzPC9GShLtd2izNmfUvj3l6z
Pnf9sWiuTGlT2l8uG1teCxDWAxpCsVkWondjyCbHk1jf8CtvpJboxqxdrbTcIPt7WmAmCe4qey64
zLHh+SSV5qBonsnoqSGstOazVr5agwTJ03OcKRulWFl7S6cS7306G+m5AVYnDqM2UdULiHazynDj
6r5CqiMvnsbuc7VG0bg0iCCiNVr4aCt6p+Ke6e1oRxkhb+7TrNlVvvqgqlF4lRXGIyRazcfLc7a0
DOeCJCRW8P6DXz8fyBk2o6eNP/OyRLtU9e9Hf9hfNrEweOCZcAYIMVJb4lzlhl/ZUwQk1ZGewu4u
0uDwKLYm2Qs7XFnuCzmuucecRwO9I9SqxfdWlXOT5QUTFUTwr05vTiFt0V90i3Dch2QxLA3GYrkf
yYFNz5mxBhDj8ch4CZErrZe0Z9G1AZOwWPSIcjsdjTgGeqlS7DeiKPhi+WO8U5penlCdi+OPmSf1
O1nz86MUaulbk9vmpoMH+kNX2MFHryGI8EeqsHEmNXs7Cg2ePrZ022tVd982Sk+LgZGzIgotLt9o
4a8/x8mgbYxaKT6D6beDzaAUEtw3+fBdliTjuS5t675KHA9GyjQ4AC8cfoatmWr3g6fDcWzNcVoy
yeYvc2jyeqslgXospkHa9f6UHCc5sFIYOmOoHvU4iG6NgpyUS93KkF2ja9RxOw6jaYE60LPejc3c
Ua/gRdfp7JpSPdhFSoGway1bNTDbPuh3CTozO8vzul9dOzi1G1hREG6cqHW0jYdIynFUtOEmUqT0
tk7S/qMdT8VLLZWf6N9+xFR3GPLMAqgtT1PnNpYDN2SgprPWlKrtw65PvrZWY28mpUieW5LdB792
FNoYVHgjs4H0P4CCsCp2uhn3HdBf2bzSjUTbmZEcHZUkU3eJwqvWRHLymk0jwSNQ1Uep6spro+vs
4wgMoyNvNQS7ppPa5i32WsW/hsEvAaeZFjbS9WaY70q9srTrPhhUOhAYcpedAPldm8k09CQVIiVU
gosPehVGBK8xFzWi6i9pUcGpIznOfug8IAKlZbaurdfy12GMYBRqEeIwt7rjgwxUIi/a0wNO52ZZ
dP6Hdqob+0OSDO246Wivec36Jj0UOvzZG3NK4z1sTOMP2fIB1lQ0/e9SKe4+ITnkqFsl88z8aip1
bKqVEbwim1ja17pfOh+JvNPDCI2C6rlp6Wl3EyxijgubGM0bmdI2t4NaWNk1pRxdR81HlXdZKQe5
mzuUGl0tQyPezTPHooU1LAo2Yp93+zbL9Jcw9WMPSa0su5ZSWT4UXlwdBlrVN3Y1FRzvSaHzbIpV
K3Nj3/todJqy7eB1uWu1ZthT2lav6yArD57UOLdan4Qqtv0YMQ+58Q9N0kfP0DFPR1DrpL2nIVR2
uQejuT5MvlsVTgcTlWH0/rZIrO6IlDzqAEM4KNty0pRfWtjBfVN3IZFUpw6ea/qDd6tJUvJBtvL+
pzO14W50pvhp7PPmABpb+QlnW9G7Q2RPN3EWedvUN7SnslakTZjCKuFq+Lw3yi4GRir51VcIrEPV
tdLC/6JGEfnQIizs/tHLsvQaRKhEjlRukie9r50PjVr6jyl4gy/9WI/WXo4152rqVS87TJZU3wZK
YnHXG6G/S5vYfOqKBOHr3pYS5baRk+LZoJvjRpXM6FduECe6/eSQStb1ut/ZftY6rhnbXf+h6bNk
E0Vlc21O1rg10jTaxXQMjWtn9sKNhxgUDAwzYRqiyULA1TtWath1ytnAvthKE9TWQ7oZLWcLoAPp
oOiTUf7U0Sx1A07P1o2vv49+vs3yO0Mevl++qxb6/Xiln3yMEJbVslzUfjxfv4kPhcHHNEu3kfV1
GLTt1Pq/8vKt9I3bwCPybGChqtceuIs32OkHCKFGgji7nQ1zyquPrqOs3bZlts1qFcipjqSRctD1
ZmcmwTalJABdz+vKAMwXvniB4T/ZipnDGEbF84BAksoItAoXmFl9jwN9G9TBXsvqr23ymiOy4lZd
vmvM3N8mReA6xbASjywuBpIWFtEvT0AxFwf0DEEuC4g1QOEHw2u/s1Wuu+w6o+qx4umclnjn6Ymp
+VNOni65hOpB04IZl4pyGzo7OSp3OQ05aMaO3YsZXg3BdauuhP0LATmds/NDGgYelB+E4Y3lRPdI
CRNJcg8aU/+CYN5hmmR4ojJrU1Txs7TWQroUf9HeAsEKrdxQ4gkhXuBL0pS0mAzrcNMjy+yrAeR8
Ry/ZNGvqKgvhpIJ2FBlIhQeMJrLTd1lQ64U2En9pb43fu9Za79HS+jg1MI/vyaRxDKplbmOgbcqQ
HkU9vc9673OC5D0Pw6TcXl4k824T14hGvx0Ekr+z3MJ0gezgCgc8tsm6D1X/EkSvvrmSIVwcsj8m
xE6ZYJTGQuoxMWjD1hzqbV1d/ScnxBg/8ya9N1UstNV3uzu01qd/qHOgKTGLdFAToNQhsr9ooDjG
OFZ4RoQBQB8kRfKydiVF+ZypxW0XNE9TgMp02a9VxZb2kzazj6ElSAeX2OAbawn937Jab7pagUjg
u5zuiNmkYNrVycdBXoHBLq0++t0cZMMgKGOFn68+JO3aWpuvqlj5WOa7ZPouWTfD2sm0ZAXRGwV2
LvYr6YZzK23AW1PWmK8oe6hp9PQGt9S40v8e3aABG/5jR9hLRuE0fRjLeAMPtJxbh3pKbnMCxyST
V8pFS4scpXib6GfeSWIxcZAqJGEDponr/zaxp1v4Vg5/v8phauTemF/qvGXPR23sZJ2rmyqO1Fo+
LWeZtS2H0NtkKsWjfzA1L3VS0bDtiId471RxkljOHCTUbjhcZ9lPxKsu21gcMRrWZx0+WtiN+feT
g25UkrZ0Igl3hsdYNlxPXcGxLR1t5okBYbz8wA+7ZvTqjU8lmZ4qVy97N1mTKFgg8mSz0CoKzJj/
KF+f+2GGYRnksTm3s8nloc5ikjZGM45bKYikY5D3zW00lSREC81IlY1v69GHqZTrT3mPkoqXKsMh
16bsrqhgzV8JPZfG+PTbhA3QTHYFwyBLpso6kKvDMZf6/eVpXEALzv6jtDSTF1HBF26QUo5Crbch
vo0nnQei9kEpv/RqcIiR5CsySk/pz6KQnzojWAlll537n2FR4gQ4tF2HIwPvRcq+t4J9pqzJjc3f
Lt6OJ76JRN/NlAdKYRr0DmbyS1OoB9+rryYr2BSW7rtx6UO9bD7Whf7l8qAuLd1Tu8KLIdEqlNVk
XEulxzL5XkrXVvHpsomlMxjk6qxOi2wr6lznyxYJhcG2PKaNJiiLR6bxYAIckT9ftrI4RydWhAXY
QrgR5yNW+vCHXRzbNezL4t/nVubonfGVvx8bJ4fIZGaclDl7vFNfpP42lldW9+JEmLCCUjWntUnM
lVdAeKxBpRTcVqjcSYM7lk/dJK9kX5etWBYktFy7vD7O56LvA86HHi/G+jnvd+X4WMUrF/uiCdKF
XB0Ee3B3n5vwFbvpmp7Tthx/hy/3gOWhwKr/ZVWdmBHm255S/q6FJ2V0NPSYToSDbr7I6Upte3Hx
npgRBsxJZLIZqQ92ZjykxW1sHVsJOZ/N5cU7f+y73f/Hii6UfXsnzKbEx4pqbaboVq6+wqvkKEd7
2ClrBMmLHgHr4x+KNkBpzucHSkpz0Oqw2UTKbTjRsBLFx6j6QV/iChx5MQGAEt//WxK9MkgU2Rza
eDVu2mJvmzdG8aqMr0F2jLOcMOnYRE8pys3+WnlwcTxPLM+p5ZPN2pFq8Jsspp0zAC3wnDa3Wvsy
tPdpdDuUfw/A41qCfmum/QSAJ+7chAZPMwMzCaD1oUIuWX6seldCi3vtjl3cWXMcO/MRkE6Yfz/x
iqAiSiOPmQthKq91xe2d711wvLwUF8+5EyPz8jkxEptV0zoRkyYZnqsMz+SMLhuY97+41udyE0wy
8gyGE97QcdGl8GMzNxNv52YMNpOf3OWDs/GL+iqzqpU34dJyPzUnLAW/0QDfFZhrI89NdH/fVr/5
BteQx2tuCZMj21WDsiV2HPtbGlzTgjUmJGUPbbS/PH5Lq+DUIWGCnLY3+qbBkEGFGCa0PLhS+zVG
8QXeCw1SobkRfM47v0c412kLJ/R8vGY7X0JdJbnxk9dKP8Jp2EY3cvAs6S4sbaF+G6kf42zjBStB
9dKAnn6BcMDLHp1WfcMXNOlDMn4gs+mSYycZ5DpR+A/XInUGNhYtmeRchCjIkuN0sgfO33B8UKUf
ZbrX1tI5S9N2amLedyf7SqrqTpVmE2OuPGURAr2mt2+g0ru8OhaTnqd2hHUYI4BTtBl2GufKSb61
0o5GTz//pRm0ymXbYNykzsOwpsu9cOCyTDQVcTFINt/JREzoihIQYFWpSldRvnctRMNQESofBo8K
YbuyBxY29Zk5YVN3eZgk1LTIkfjVY5llW72J9h1AUCKolQFdOA/PTAlLYyIks3tzDme6dFc18bVf
m7vLc7bmjbA0qk6ytLHBRJc+TMrrqHywpw/ZP8RlOAKft42MB1Ml3PtlrztmPnFNDf0HigNGeMya
lWlZeqGd2hDhawp6VFlTcEONdrIFBbx1/NSFof5LY+Wu6pe7Bh4odH2gWxufLg/i0uv4zLZwr4yI
djhGj21Z/xwVuz6+TopDHr5M5a4OPvnGodE+jOWxL7a6/KSZKyfIwml1Zl1YkbEW6Ho5MLqpr28C
+UeFCm0c+K6Xyy95scbRsmZNXJROEiTxHMPBXqFoP/UO2e2sc+X0hkrzyrjOXy7c1zy3CWLmtkod
6PD5waVFhdrZHp4ZY3lvlNKtTIqrb/zHMgpId3lf8oxCeKM897H3YOsh0gmfL3/CwtF59gXCTZCn
tuQoMd5GAxUT2+4VCm+VAoVQudZ4tjiwJ84KmwR2n7SVM5xtQ+MmkPx9oRvXmtO5sZrQi/bjXxwj
Kc4NC/G9GDnK/hQkGaTeG6M8wng45RRTry6bWHbojwnhbElCpNOlARMK9erBcot4IsVwG3dXUfxy
2dTiHTDDNejZnhnZhUUpUw4PKwNTY3JAjlHWblCn09VdmD0XZrmy35a3O8RvQGFmmT+R2pRFUPaq
nHCcIVFcgwDMzbluP7nR2N0lRu0aoEdV09+Zob9JFNXNEdNujTeANSsR8+IQn3yJsPWDQBnqqZsj
TGCdPUI6GQ11NBVV2z5YOWDXTAmzKau905gBTksWsoYm8Kwm3lZV60bdTxhT1sZ4oaynIiXwvzEW
YokigpncKDA3Sq8DsqQtHdUzjbEPL9BHx3ykacEN10g4Fm9DG9ImVNXJs4i4I2lSzTavMOq1sTuS
p7DN4okWAiVfY/1dPFdOLM1fchKSGUZJj5uOJZ/8V0ifwv+Rdl3bcePK9ou4FjOJVzB1VE72C9dI
sphz5tffDc094240T/OOry3J9tijQihUFQpVe/cCFY2V+8eyEOC8gLrbRBUTZ1Eis2kTTcxaa2gR
npilGzemG4prBBfLq/aPGN7zJs0ozIkBMSN67AU79+8AMDSQldzOmhTOx5poTA3HNMeKJRtt+mrJ
XZzbAfn3HJeIJBk2zt9r9l0ZdrIxJqpfJglNMRZcT7sVm+hD6PPqNU/iX1KvhM51u7U2Kc5uZWlr
ksTH0vnJlz45JHoCWEAauNelsKN54UYJHrxYCz9qArizpBmNScIJ9+o0CBVHLfXAVqfoj0LJEyls
ricrF40kRJEKbFEEyiRc4TwZNFc+uOFQrnR9PovWnqi4xbOXcDSWnEsq0ixSJGb1dAMUQzKeioDY
+lcL1SC3Auqk/3/SuBBgVrsQmSZoxFi3e8XvG1qVDVCVewl1fYoI3sdBj2hGSLFiAxeV42Sa3PHt
EhXVHSxbUU+PZYYWQRT15LOXyop1fYbsG/H6AUQj8DPAc6Ifg1tP1ei7No9wtHITdVEtKGuLiE6y
4CTIAIpzY2cmsQYl3VwXu7SNAOFDNz+qLAGGzCl/FakBAAqg/O14QzIrrB8DaRtk72E50TpeY6xc
vCCciuMcWAEsrV7sIc4IAYWm3Rh5TAtx4yt32vAcRW7WWXnyB7pzKpM7eX0J3Ms0hcygBQ2xus3r
lI7aDUID0bg31yoEli7gMoPiNxjwoA4jdn4wxhFt6aZWIBEUPaMpQWm9RkC+M6CxcmCA1gA6HE3b
CNae77+5Zy816Ldg/uwPla8LJQT3fs5SyLH5V1E+V7hXCuAZNCucD0XYTm1CO71EVWltF1rn9Zni
gcWYEtK5fhnbYq64urCGHs0mfW1snHa3VRPkigDtnpEblf2HXH+Lx5UTtBQcoWQCBFIon8A7Lyej
rkEfW0+QIYRozZpILtAmHHq8X6edg4K4GxDQDivwOdLi+TkRyhmmPjNmcQxKhEhG8RyPg2eEnV2i
djeKChcdilavonq6+lGK0T7WvpRkPqrScyoKVAFOWg4UWVWZD7Wfe9fP9bIangyMM1yiHnRjD+w6
SxkBSyu8yt2m7710+lC1iOaAzSiPBsrBuu11uYsbDR4vhh8KFja+4CKPcQlGkTLWY8w3mtFuZDPA
U/Xaa9yyIcF7ImwWyi4uMnaoFM1QeYdD3deTBZ47Cz3vTosOMg2dOkCtfFLDwu4NVJLO4crSLnly
9pT5H9GcDVMH5L8Is2Gd3u+iqtqC+mNFlZdX8bcIzobkA0O3TrB5BFW54KiECUloiYz/n2zWbzHc
iSlz1JWlyNhYUTLaDYmdVG+cAfDN18UsuraTBePOCB7pOqNhrs2MttrsmsUDgfFPDnEH4shNt9ZD
ubZ4vOa3QDUpJuxPKtnNcNT1gz5+Xp/RigrwhWZx7A+kZAGqUDyNyu1qGLf4/QENqaGDGsVYPEYp
QH4RLs5sCvltWz9WZHN9/ItWC9w3QAlCewyACM99FAhjCiNtcEpbMTkMiU4VKX7UyiddLTe1nu77
ca2Zmn3HCwdwIpHTgSrTxYrIkKhPWx0076g2EDZa8QmYiutTW9z9E0Hc7g9EDFAHAEGheds1Gtgv
UVa0BtGzOBtU1KK1iL3V864mGWYhBisyTMAAB5Ol41acAFIVim8iAIfbWVzZr6UoVDJR8wM6MtQI
8E1Talf4fpHVbFKbRn01JVsneDxYsd2LWgGYQwSfYElBVd65VgiFD2YUHUsX6KldtwON0wreE50R
wSYPayoUK3eIxWX8LZCvqwnbooyyAQKrwjPlm7p22uKXaD5Ja2BHa4K4e2sgmKA1rdjMBNBWtDaA
zZLkXZYsMq+8Wi2dXMUAdDb4+xh4BPv7kwtY0KSkMswepUIyGnx7RyZr7/dLEvBwj5pnhjeN83su
oQSgJCE5+lXwBGLNJRoL/qBoEiUoGD9anMCGq3OBpNpIyiz5kECS3goGVLXZISJZYVhxP4tOHGUt
QJwHRIh50c4Wt33sVwNAHIj0YqRIHP/SjUOfPCXyS6zZYbLr11JaTIU5M6QhWABuEy6tcOCcIvh1
k4VjBSL7UX8uAFSS3Zaqh0uWaYbIbt2aa4ZiwRrhqo/3U8CDg3qOz1LKMhDfdAlwz2KV9d5IgFyM
ovUefildexde0AvAFChI9eLmgfphdgZONC+NyqhHiyr6OInomuX016yKK8q9OJsTEZwRz6Melk+D
CKmpKDiE7Xa47ddwXhZsnQkkIzCIwNihRZjbIr3qYiUqIWRWcDcM0J6M6SQuHhquO4ol7YMg3BSA
k408Bu9kAylTGjScMaih3QheDLzY9Kqn+BR4Ijlqb9JjGT5el7m0R0g4Qt3Rlo+iZ25uQMoo46Tv
gMpsZm7ul9vUqFds6lLgj2n9liGf68GshSjeTyAjKYE0AO5ZBR3lOWuPc+vWntGgNdth64bBv090
oqIICDYEVUXwH7xdInkZEXOogc934/u/ovGxWCMhX1QNVJah1BqH6iJZIY7gx5zwzGu15VNFJBoo
H0Yaw8y+XN+mJT0H99w/cjgjHuYRWrRayClKK1FApn4jtSsR/lJxFEq4ZR15AlTzoir5fJsEI0pH
cBBC+7Lifo79cuMD86OeFRA7iGqwAQve7NVimR8KKdyCku0HGQCAmM9B9nB9tt8Zdc4oYigATkUP
DR5u+ByQpOaKLyUj4MjTMUhpQ4zmZSjC4M5Ix/JjUnP0XMZDaYCkQdcSu29y8yZMQt1SOnQ1gqEr
zjf45oWXJwYa/Cs4p8NoNoMBJjk9KGg0z3cBox6OhHL0ADxYHcowaJ81YFjWqJMuB5GKgRbd5aOq
fQJmmLy2k4zELwiEXyIySKUdAqnrPvITCQpc0xFcbsAolePbomM3CL+cTHBV9JFbJFPxNYTCFFA0
OohOAGysOymvEMhUUifvZCBw/EHxCJYPoGSMh5OAaed8J4EgVASiCW3B6/shlWpPFPKDHwR/YHzx
dA/4JpBkYticfdfGINPLeGYAdsZtCXiWCa/AVAPb43V1WLKL4IVC4grvoCbgb7j5zJU09EbGThkB
ZQHpUiSJJr2yK6OvHuugmegcFLIlp9JAdUCIOzLqTZ6uD2IhYCNIkzP+bHhPPCeer2noj2UKVCGg
RRaIr5XHuEwo8J/74XkMphWLuWBVzmRxBlP1w16dJsgSyI7Unha2RzBbpoawEl4vykFKBKEO4usL
xtG4xxmcA6xrFMrm/STjjVATACxFdEAgzLqWP19fwwVnA5g05MOg6ThKPBlEPiYRupQxLwKi20FB
GeSwdrNfMJRnItiUT2KOvgVY3wSYYGsAa1oMJmwiTXbbrxHEL4tBUglxFHwnHxIEkSkVE1N9tX6v
M3QU+4+x8Ov6ai1AzjJUud9CODXIglBrYqYGlfGdqECP0Ji85eJWkp6V1NOAjlL2eMW76VBYtaYb
C1cvCEdUCrwUVKHxjYVzKKR58o1drTcggdsMTQYI/ZtE3+mh3aDV/vpkF8JgAhx3ER2RIBjHqp7v
W9aDxHeqmcqXw9aPVU8ax594BtgXQX9Q1dwSZ3WrKcPLdbHfkA2cp4FcVpiLkB99HJzcQWgZThj0
JQdoilk8wxkBizNzZzJvGlOiyoQW/zh6D7QvsWofzUmmoRy/wvTamQboGFSe5PXPBOzuajNsSgDm
pXK/ktJdUjYk8BF6MsA8tCqer02KOl+x0rA2chvtBzyqF8W4G43X60uxtAOnUriTE81m3qHnGoez
KYcbFcCkQD81E6Whoh7NWzFvkodEJF5g+JlVjsPddfFLtgEsoSr6ZgFUAiN/PsnSDwQ0EuFExWPj
tXJxo2h/cFlAX9dvEVwQlfZxpujs0GpidN+L2UMcDhar/7o+k6XtwrlhfaWIXTQeKUedmmQ2uhx3
kpqggmZ25XLekmxaEWMsnVBG4ox7HNoWFX7FKsPva1ktQBETSlVBU4KjA5AMbbDFLKk1tw813TX7
anw0u7K/KdM0sVOgx+EfCRgkjcSonaghho1M47EFlA9gigtb1GphsuowTu5AxKscASHRoBkS0K1l
MwSA/RDF8eD3xrxTYz8D8LUcB7QifvXa+gRIW6GUtbTV2+gwNPV8T9ShfGpiMu96PJTbfVvOJo0y
HQgfBZiqAqqUZRxbCK1RTgsInP5D0dKgdwq5KDZCLhE7GEP/zhzkCh5eNgYXVKw5EGzV3lOqkcRU
bswa2aDwru4BGC1Klb8Vcn+bFIK8NQTNkcpZcfPSmNx5KAneuMl0C6Th2VM1QT1oFW4mNEy7Apx9
eYJCvBG18wBEU5XNNDfzy1TrUkYHIy7vlBnJdQpgkNanE3B8HPRy9k9jOkpeV2XJDyGIJAAdRDoe
LAVQC6/YyMU4yAQPtQSXA75b/rImE6HJUwOXKJTGGQewTpc3Hfg7tirSPy94F/eBp5F3o10Ko3kj
mV2cA6Zi+vecNwqehH+PgnNLKfKP5aBhFAOZD2NiAJWp864foSVbZOoABkVvISjreY7yAeF0o/Y1
rLIpgbsuxLW7DGCNSldIi/dCLND3Zm5LfS2ruRTkmcBpBeevjMph/q2IEOBFKg2SI7l0kCOrEALU
iObIOm5KcS3XtBR8ncriUhdZF4+Z0WMZS6MC7EuXZi7A3Z7atKofGiL8AbMBtu1kbpyni3DOha6A
vHBORxqlLWomJ+FgRtGvJEyPkxGWNhA8ckfMgZZSGUP9dX1Tl+wivgGQY1BXqCEtdG7hiwkgMmmL
AUhVj8uQQgrHn4Z3X2jWilGXLCPwvJBVQ9KYdfKeS1LHqogRCMKVqf5rnva9RSoU4LYKHro1sEaI
KAmvNeCeXJ/gkvaciuV2NC7KwldYaq2qDZZpjQxbTRAj5EjgrBFGM1/Fxy2nsrjdzOu60WIBiwl8
Pprm2NByc302y9v1zyLybIVoyRWaGHKsyLzRAeg+DPs6eb8uY+kMnMyCB9QyO5HMfosVC/KvqBYo
7iEovghu26pfaf1ak8QZLaAaAFSbrVeL3r9i6i11eFRMZ2pWwpgVHeAZtmH1lWnMMCOzDhxjdguS
2PNsV8MjoKVW/MHanJiOnNx1ctRV9W2CHRKziHZkpGEJZE2nalbu34tyAHyGamv0mqr8VaALSKvI
zCoqbWgXuV1rx1I1qSGtaNyyHOTAkWLFNYDXhqqfAEhUsgQUEuF991UDqkrVnNH/+gOtY4/l/yuH
04W6QEOKYmDdJDl1iV4dRM1/iVNzB4e2BvmzNicurA2yampSA7ljjfjvOpI/NEApSFOnJh0K4+H/
NzFOISY0UFXNgIkJ0LosoLWeOKX85IdrvmvJP4Mv8J8V5E25PCVpp0JQMubU6EYHOKtUJC+zMllN
lNxldQkQ+Woln7smla31ib7jGhJq6A2HfY13QyrapX4ANSydJKCrZIgj3bDN3OsrunicTybKeRIx
HAwRVGm45/eyjdsdjaTuMckrRMmC1RZrPfdr2sJ5kKirezTAQVyqTVTxt3oPYDHwy6xRJC7KAbw7
OKlQAXxBpzFMRS5NEzLyOin2oY8aFbQSCcho6fkaAejiCp6I4qaU6QnpgSPIXmgQzf2ljxuUdoB2
ILdq/Q+K0QkykXjlBOA74Go4p9jJ5lBmOQyVpoDzeir+MsJ0V8ky8LTgHmt1XDFYSy8bpwL5GmfN
ANpfL8Kr4GK9FUt1p0fNvgnEbd69gVTxVtd0KoVQ00zEMUm315Vz0UPjGiyB71cieOI4Pw/VmBYg
FMYupkJpx5UCRMZ3X/NXoppFXTmRwm1gkclF18aQIjKs4a7fimHsdgkunFqxcsAXLzgo/wCeFS61
yDlxdsVE5qEOMsgSWkfuUzuRIwTftgz0vlqlZmCPgULVP+hiJkiW4woN3EqWyT5fR7nTqywd8E5U
Tb476kNJJZB96UK7ksdZtF+/5fD0K1MoDH4msEechIBG7CcS1UPe0d70Yr+3tPpDI6pzXUXY5lyE
iSciuaz1aMq5JigQmWLDSGgj+u0zq6l+xlKOvM7K/q1J4xzrbJYM9hYLqbKSysdAeNDJMVQfQ3Ts
qiswCGuLyTnWQc91NRchS+8rZxbsKXfbGaH9C9BeKsA7JqsdyGsSOe+alAKrKINEaYrdVuvtmATO
MEt2gJPtj9lzGo23erfGpMm+7bUt5M6EhHas3iwgNgAvVlaleHnSVgLJpZpRgtgOoIBof8f7CreY
cm7AukTIgkbCIexf6uqtbfZKYEvyJi6QUwCPrjvPKfXje1MMqQ5kc21vdFulBGVsZF3X2UWzdjIY
bp3rKGv6KcWEe/0h6yanTPbIUa8IWVzVEyHcqqbKEGtDhRknyU6pR+CO/AGYHR4vZfQLqajWv+C+
M7BVadsj2yhgCaX+s1F9KuYUoDkru7e4XieCmAE/CYsSVUGVdAVBqFuiBRovA+VF0lds16UQFeid
IhLQMpLlYIc5F1KjXw2gWMyQqIMl9JFXdCouN9K/3pZzMZwFwRt0oCQK9t6U5d7JTdF3pqhN7esa
dunSzqVw6i6gAAiIMJiMOct2Fr/UaUQr/33Qfv6JHOBvs9pjvONwcsyx1OJUR+yjtiB0N9VNTYyS
KkPrAbJvjV/70jxhUsD6QOUI8BnBr3C+QzLDUR5V5O87qEE4PSrowDXsEKAIQMLGTR6ndkXxLs/Q
uURus7JQ0ZMgFeHP9PkGdxzakuD++gouqt03GJ8O2huNcLrdG2NhgAkdh0hJ3/N8UF/R/uJ7fkLW
AG8u41RQU6moZ2S123gK4oKptBTmUZpUvD8kxQ4QXn2LMgtkxqsfeNu5PqlLNwlRII0yNWBP6bLM
GbhZrJquGzVYW2lX16+S/iTFW/AkTwqs0coCLoRU58I4QxeJclAIM4TJqS2pR0UDeEZERdPta3RX
PNa+M6/RRy0u5cn8uE2bBpCiR5GOMDztqdJFdAbaNuKP3t+sQoYuraWio7uF4CFE13m+IpQ5+H0h
GNi2go6CQkeC1HxfAcKlt7t6n71e37qFiJ/VUf6Wx+l8HhlqGRuQlyfPrUpT8SYrf+KGYZHiKEx0
HF2zsxqyYrCWzjaytyjcQ3SKl0pOOcdyFMIkBbgeIgw/BrQ8AfmPI4WEJuVGFp9NdXt9nkvnDtBl
gEsGBgnq3tiATnwKWD/mZKogsEWTdv3TKF5G//O6iIXnbVU8kcEnGCtNLuW2Ftgbev0457PddX+B
xfunyjIXk3Qnleq+1MB3bw5ehd6oZH5FneGKw1moejofBWc24zQKMQzMdBhKq9TeKz+/z8bClfzc
isCNNwQIlw+CEHl13wFfPF0polk6LKerwClUUkhahsYgFscSpypLOquvs3TQ4jtjXMlNLmnRqSjO
HRVIGFZGg6mKyE/XZU0Dw1a6T6VxEdAlzcbo/8T4nErkLF2hKbHRzJCYTE9x5QH5OygyKoAhou2f
GyNwQtGqxX+fGz/fUs7kjTWc3sykjsZzgYybuubX1xaSM3BmJmlNw+hdmnwOKWBJQQ7a0yaPDr1S
OIriv+So3pxz7eH6kVkydqfLyZkBofHLEiW9MANKT7XxUU1aarRAlg5/xfE2+vc3f7aOuIcbEoqF
USZ0bgTmtoob9IXh5pF9DW2PCz/NiZ1Jz9dntWxrfovhlAQv0r1ksBPQzvHGb6aj2qqOKFcrEexS
0Hc6G04rAAMRiI0CMWLzkA/MKbFXYcuI9c31+fwXk/J7Qpx6KJU/xcDlRqkYEvJj2jpa9KrPtmx4
yoCuMJddEzVrDm088q6EFov+CVjgaM1AiRrjmTnfM3NspGJWA4BOptrwK0vU0dOTOd7i/dvEK2Pm
9w9CqTavc69Wdl93xU7Fa65Tx5ngXl+GRcOGR2eAdgECC8y95yMRwjJJzAQjEcRf4IwaarcU9gUS
YeJaPLUmiVMgVqAVhxkkmSSwCsPJy6dCfAuq0CnKZMVfLB79k1lxWhQgCaB2ZYhcZuqiDwo95pU6
oXiopJkWoeX8VYperq/jYgSHusN/FpJTJ3hnwZh1qJNmeKBkFDpHBFlArFt+bffdPZlwR+/W9Ijt
znnWAWf/RChnakjlR11rYE2V8t5ANaCo7dPmNZ0lp5ECN69bNCcg7XKPMtea7JK1Csi1LWWW8CT+
UFK9i4way5yB3jmMnxhIDK4xquoY0crL4Hf787WpcrGOP2p9lDSYqlF3djTMkAlhc/xcJbpVkx+Z
AoKMcti3WuJVsv7DADeCCGDtfhwOYv8loHAetnObih9ECi28wXjKKHhx5D9Udbxvm8JKyRp36ncm
9HLQDK8QwRl4fzg9rJQJ+LUteJc06QCHZw1gkVHDzRzf4JiD29REcXM/PoCyWB+eBrLTxVejW4Mi
WPRH4PH7zyA4JZGqua+xUUC3F3Swygw/cTmNQAcz2Z1YAQO1scdOM1ZUc9FdnAjltiuSs6RIQwhN
aqpUmDneJMs1njjAli8egH/mxl+nO9Dcm70GMcEoocioBhSy6yehBOquenwGC6v0IIVDPljGELa7
povChsZZ1P1SpVhVaeJP5F0E+ewe2PXkKLaZ2dIgJ+p0P49++6Pok+og9Y2PfjZDax6AKdS5E1jI
QlceEmIXBJemNhqFjrZlSToaAicXpC9mWu2CWGs3qB1R9oVRIalUCdL9CBDVx6LuIuSaQJ218cPS
fM2awd8ldYDa82LwO3vqSiTslGG+yQ2SerEwEq/JG1AZCSDcG8wuP2RxY9jIjdX2hO6+Z5ARDTtf
J6CdAjUDEoDEzI8pqoNuQZBu/AXYP/OYdXPZ0cYwZfTqF72hu76m5jslHBNX8w3RzlHuCfpAtPAP
ZaP8iNqkuysaKcpsgkZ1PKPNuT23WfgkxL1O0zAz79q0nwyqqDVQ+/R5ljYgrNZyFEBO+oeIBdyH
VcDad41ORCUxKUG9XJFw3JgEr2YoWzOAd8rYbTpC6hdz7qcn0AxUd+Y4hrcN+jF3Zp9I2wqNOE46
9OJXVMn9fVHU4g9QXpEtqC7wHX2zztxyMqrJmiep3dbIpe+CBGBtgIIMFBvJdfMZ4BHtMawmvQT2
pZh/+uDpcUH01PlWgOKKjWRmZQafl9bqrosnSady2JLcTcwJjaC172vAo/OTbqTIZssTNWNZepjG
JrhXfTlkDR+pf9OAcesOd0BwvOqVmf006sBvaBEHZYSFrwUTeNwG2Yhqrt6JftLuwEUrHIneMsQa
0YwdABFMX3qjq1Yxg1/eu+6iFp0iCD1VHSjR6NbgXP2UQq+B2gHS4LZQaTtVR12dTcfvhr+y2PxI
6u5g5Bi1Vkzb65KX4x2CTMp3RRpgLM4dRVQpIFYaM/QeSo3rK01iFSYBF2+lurXSB2gcFWCT8R5O
xRR4E4KES3pR5CuXOOaCL6zxySh4F93WhSkib20hp3wDdDNPFbZz5lXxYF+f76JVOhHEWdwegL8C
kuPA5K66juZd0tMy9g+aKPzoIpP28xo54mL0gbJshRVtmSZSi+cLLKQJAcZSDNDTYa9I3yg+tfEo
wTi1AcJGux+PseH8+1kyPglG9IdPvtdCRa9Nl06QKdbvjApu0F51cDOa3au29hK+PD9kOcAVbwI4
iL/kBCF4xFCOAU4i8SkYgU2x19IjzK5tonTLUN0I9EGStDLBJR8GeGbUIoM2QbqgwO5JFJR9m4Nj
Ys6pBvTasI2cElef6+u4KAaVs0CXECGIL0YKuimreh+RTTFv6gTcX8JRbr+uy2DBNa/62okMLvjG
vUIhigwZgVFWrlSjB7wCkdvKgi0dsFMpbKYn8aA/TUpXSZDSDzUQAysw7CbWINv1GKwE+MsKoeDC
iycvpO75NrhIz8tYECBKG2pnHjQ6wIia1WxVTbHVqlanOXIYYW3aIENaO27fW/J7OfH6ZuKhAIg5
SLuhrV4WGQDeyUSBIV+AlTnLLDd+zI4lvbE2+/u9/UXszVoRz7dZ/i3LlCVAf0EIKu4RlIJvm4uk
RkMohiqCqyztwWocMInboy1QgaLMxSms0AbDtaXjEzdFq3VGa7Aly6cxFWlpCfZAfcewNbtb2YEL
ms3vcckannjQ8S9dvGQIaSAOgkkGWjlsXL3d2yj9thqMa6a/x2VYkYUI05rcwf57VImdW4HtW4Zt
WuWK5b0AM8J9WkSvFDqaAaN0WTMjDXDEyPyM1Jy2UUqlwK4JhY3SHxtXuvE3QrbXaYcVeg7p4+fa
osj8CeDFczeiXoz7AmQfIxVCCs4g+d40rHz787awEFcqAFul0dZ3y81Hb6U0p9CciX4BMMFaeygB
NBx35AHAzYqzZYQvSLjidn2uo1U2N71SxTq1bXtv20d7f8TvXPbhutTdbinFL0fXdfE7uqVeS7ee
Rx88fPnPD1yY83f6QD389Ra/PuDf4d867O/xxWIfFn7Y7ItlUdu6v7c3+NhvIMtmX/Bp4YP9E/ZP
2R/sz/3L/cv+c1/aJf603+Pjc8/+F4xzv6IRF1cERngriig2gjYoskT4LdHCXBzTzKQaLejPv5VT
uW1tg05ORCOvd1GzbmfWr8GtLFNx/Md5l3rDfqAdfSltkX59mlbgGva0E1bGJl2oC04OozgBzZ8I
QDidM5ipPNZZIaShtX/LaEIDttQfr5Zj3a8Uh17AnuKMAidBhTro6PKGrHNtCAHY4Gs5bgiyV9vY
dM87NHZKsR/XHc03DP+ZueIEcZ5mUOQxmSIfEL80+zZZgDOFduuOgj8pmCT7zPBz//ZmH4lzvHXp
dmQT9+4+VHpQaWVrTulozge9Q5hK8XxDXz3n0drcf37u1wi4LhwJu5cDYlxBNRMon7FE5wvTjWgI
lxtkoMqPWLXQwoa7Wb+b3ob38Ue64ukvdgHqB10kqOLApmMjuP0G/IzUz0IRWm/uu7v9dffh3DwG
q6b5slCEFfCA5QtPUOBiNi6e24RS6cI5i6wXjWKvKT1gdanlbFa06vth93Sz2XwQH4HzCzTLDML3
fPFkX04LGdcbC+bl6L4d//7hwqocYVzYx9+GghkLZjE8Zj+2+O/s8/uH41Anp4eDBbNxv/m639j7
exiHz5fNdb28cAwYKujQdcZZxBppRc6NZlWrqX7RgX7RaiwYvejbYlmbtRbJ7wcxbk0ALYaeUIAk
ITHB+2txKLIkm7D4zJrB1mLSDl05ZUs7DLw6Cdk/MAshJuBuGLVCsqyKQL+Y0P3+ZW8ff7reK47P
q7OyxRK7OVxM50QSZz7FPJB8EkLS/njEtsE2/cHGoNlYQmQPkmQQoZ/rUFSQIm6imQmw7bej+4t6
UAdrs2JrL9EKoACncriJSH1WhEkBOcefP9+fnp4ChClPMDwsWJnxe/wJop2DY20ev0rr8etxoOzn
10QnGrJfVt7dvgtd+aVFbQEKJkwYZJlHfKzRmwiyTgmawo7L9hYuGT4SjnKzgaO8vsyX+dPv6f8W
xlzRScg6GPCCWsWEwf3D8T/Ay2OqG+agr4u6cAHsqAHH2wTm+7ez4S6jItIiU0vAdMqiDhZtbNmx
Z+efhQDf4cCazOW1PJEpn08vIMnYNVULmagxp/gC3Dt8fcFsE0Sgv7xX7+5wdzg4K5t4meLlJss5
1q7q5VBMIBgWsKCu++T9sG7WjMrieT9dUs7QGoEkl3XEpmcfDUpgPe88aOrzmppcvopx0+E8lB6l
tYSOUwh6s92th5vNinZc3Ge+tUNHiI4CDRTx8N17SlzkQjL9vVN7g76BgtyxXTj/0vn4NpXWhp2B
laLX5eN/IpY7/oniZ9ksQSzTj4S+ddbbC0AL4Q4mq7XZ/QURoftA4SlZ1NEi6qDeKxBfv+9UKcWF
Ej+x/iuO6Rus7MIKnAyMc0wmWIhnYDr8fVqgRPbx+wsODjs8zKPCVbLDyr7gK34c8Ov3YfoOvrFa
OMYrZ5idlyuj4qughcqvOvFsVGxkGNDf3puNgo2FXQKcb0+6NgKFqTQ/AoAMoAQLkBeIY7h1KQqS
amqN/k4m+Puewq4q7BbyitnfWDtmJu17dy2o+c5bnQlGT6kGnA2Cuy1qKRXOUrZxLsShqcAhFfQ2
oAHNrMzq6S/8bqYjvgYsmnIwBoqheIc762H74G0dB0P6+rr/RMS1dWF7cMnZ4y50//Kyv9909CvA
XfxzNX69yDXKiAMAvwMQWoT3KD86N3yVoGtxJ4gJWMTo/OZ/NVTZzO/pe7AttvFDSWsveZrs4X2N
8eLSoaBbgoAgHGUH6KNHAvBcsJCiWX5ElyrzXrfwp09PzKVgDR4niqhqs7Yvl4EVYiqEmhAHcBJA
k3AC/VBt0TEqC1T35o9ok27defNL8YRd+RJZ76DasHSKZwwLGFVrcTsz4mcqwcI5OGlEWwBSRJBy
PtdBD3VB7w2Ifpa9t95OXtLtMHiSl2xzr9lUKzbh4l4oc/I4FaxyrRPlEvJ6V3qU3vo32XpILL+x
5bvDcJAPhi16xsqR/y9CURyPNguWQeGSWrXaCfEQQGiaWkZg/4zu50O/+WhAYPKV72EBXbyzPFdr
ASZ/B/57rr/FctFC5JMINFAQS2RrerjPvkQLiNNWJO6HH6+TnW2fUc2yWkvPrMfFjmJTkbgCYAe6
j893tBNxZmY22ZnQaqd9yN7kmcfqq7Wf7uKUTrch1hjJIxo/i3vduW5dLy6d33M+kc5FKxVp5koF
6jadNDqjAOIFDgfwVL4jePLrGu7wd4fR5VzxPIC7row8Nqe9RRah2gS4RDQ+VF/Viwxzlu71reSN
D8XbuAOUllWBfpCumYhFwQhscXBwgUD2mRPcJH7flQIEZ5mDeggHbTSVl++1h5QOh8k1XXI/bEYv
dlazX0xX+SmfSuasomD4vuyrbHsxNyrvSle9aykNDk1g69Skz80m9+6VrXa3trfffbZnogHzAYpt
DZyOSDoBcOtcs3qQCwEXPUNOZ0SCM9iQW4Wid8j2XWAfutE+cdp9dq9aAVK1wDV/uRs8gMrDeuU0
u2tuoQN731FvbmYvt4qtTAP7OV25c8ls+vwYv0857qkoe78oo56bJlWKDjyKtv4yUsMBQ6mj3Pws
EQOh+s9rD9Gut7JtSOMb7T59INvMhhnwhKfC0bYrh+Ei1ACDAAw7KrpZ+T1ugecLRtA/IBalisdr
15Bp1FDZ8e3SaQJvkqmANZw/VyRemHNOIqcdAUH9VQpKEqsW3OhFQO2hVVn5PjhUOA7qh/Z/yEsz
58St+NkkuWimBT0NarEhstvlwrHMIPAXsUZLfIsyMGRRKbPRHeVdn+jlrUgFMTCcM1GwtBp2/Hxp
FUGf+3zUQ6u3q5uAGtTcGbfZA3AIrMGN/4ez79htnmmavSICzGE7TKJEJct5Qzgy58yrPzUGfjwW
RZjn/TbeGFBzUk9Pd3XVt2wAcoDMdOxmh2/B7Mkh0VmiHlLy1hP//e+Puc3AzD5mdqmhTF9LTQ5p
6hH5QIn2uYkjAbOkC+Gz98b0LPCglHqOygBP5Jx4/xlBNLM/W3V0DPBlPWEyRuQiU1IfKos3k3uw
yNw1G24z2Q/gG7ASApUVozmArGvbbjJdWwE43jpFfIYKyiFUw5HzuOkrqHwEnWGDRFTzUUukA0bc
CXe+qTrB+3Rgj5Lt62lgmprDrR00utqzPXhl+WY3AD9RdrBcmwCJdM/id2tPx5oALiPtmdfSrUOc
8jWHeBu3IVzjOFDRIMkNSdv5JmTHTo4YKJbpkSsYkZOavamZWHoGgbRgR9/+vbLvVB0kR8bw0ept
Q/7eeAun4PoDZhsv1ORU8NBkTJ9+FrOZQsK56nfjPn+q1rgdDH837MRv3hQJsFfZLr4XQbWks9tD
g3KiR8DWvfZFN9cTpoQGsejkw7lU2NkXJclUxG2HOCsQ9N5EWzyTwBX3bxNRjQZykWS0IvIY3yMS
8fVPFoKpK19wE/7QD6BcuSCuwxb8eS3/ygaJ6sDEioQP6EIcQeoDxKN/6slq7HHr964NzUZailGS
8FDd1KVL4iqQWyBlQopd6KT6E//BW6pGvJXb7TYlMxvc7EKJ0wxkwzJsogBxz25ZXXxpMZ9f6jHU
K2T00vdszeTSfILIBq0tiHJokHXtaJWmZIqORagsvw5HNLmUKCvhvu82vq1oqH9OptkbI3ZVaqxt
pgW/ygkSXidoiqKLKc+uFlWuBi5Um0SPN1FLhktmaToAd2YNqlOdQVlY+5pkfdr71jCRerdW81yc
7l/25+8GNgoLQRxgH0pOZ8WRK1ynqjHpud2bzkSRf5x++ftILzjRqzHPsSfh0EVtINKnSU6AqSfx
VnmG2vB7rJcfAwZvBOZgek/Ffi2yvO2HwZkFYxGCFbSfSXBn1yvdhDx6TiYf9SJX+Kys6Tndio6w
r3ClmcChZKTd/D3WBf95ZXE+v1FT4xABDaezoy6+5pvBiI7j3r/rNglJ94MO761nZ9YKH6D4pGxX
JVNuMgzXI57PdRZxHhvKsB84zFG7+Hj7lo+REbvq/eib00aJSaaX9/xhYla81O2TdGaaepdfbmrg
gjj2BDp0u3PZaIO3mh5+jRpp0bp+7I1hy+/wijCE+7/n/IcS4vqqBI0tHoYKyueQu5if58RrZYZP
qlgX7fBJxN2EMbr5XsBTaceYUI5xNHcwRDhtwD+MiXj3zyA0doZteO89l5/iyh5YOGP4HkoTTMWm
EbPPXBq4cCZJSoCb887iHWflW9/sNKAqeAvxghUbRU/0tVfCbbVS5BGVoyiKfBiKFD9J6V+zX4GZ
kOu0LNaFC0izR1sCtEN8yW3tADbw6LF2QdO3EqTdJrqpTR4kRkgIAMrxc/x+2Yy8QOHqoYzhTDqD
fRhC0hERwBaVYIO76pGFF2V2jYUK/dpmu30VwDSY7Kg0B5U3mcWHeRaLICTGHCO3QsKNb/Ivntta
mo1W+jt02Z/+3mM3WBFU/aHoBeZWVGmxqip/vbkFMRmqPmZoLAxfYlXPjXOEvpKqy3Z0kg1FD/BM
fm62MtHs4jvTC117gJQPEEbhGtLtNiGBb0HbDfKelPD3houtjmqh5qKfb+F19INKPsk2wKhD+eIY
vv898Nsaw8zYzIXmFbjs8xTGAsDQN9Vnuo11RRc/WCMyB3uNznhxSyHmRuCJ1AcqjLOzI7Jl6XsM
nAh/rhCBJs57qPt79GSleAbxJ8+qHVBJqgf/uNZccxsV0Fn9Z3m2o7RqCnxPDmK9Sixw9n/7LvtR
PUa2svKm+Onrn7mrK0OzGc20OPSqAIZAOqFd8kdrspFDQ3wtEvkz3Ut3eFvo1QEkifKheliTOl+4
jTFOQMFo+xmkN+eMl7XCVLxYYEH3+V1zVE9igYxHqQuerum+Hr3mp3HXOzLyeE8rW4nO4M3Af1me
nSFJC3ItoFupeVYlcmQmwtmyISgk/4Ayx2hVJDTqXfge2V2mrz6o6K//ZZ16lF/OKmQgTRegWqCX
jwA8+psjB5a/x94otowdWquB1pKDAp4A7wWEmEi8z7ZTJyTguWrgG+Vz+ob3/GHaMED+tRbaGlu9
eFvj2Vy8AH4bnG2rOJFUn09hsNc5yFeeps2p26Fr4iTYSMqy7qoLvn0XYVwgbhfxKkLlhZ0ZjJJU
krsU1653jo5A/cMNdVvIjPGm8Ondrewd+vSYr54Mal6KOoCEwdzfj3IuDnwEf9/qUCMIUr09ZBbo
AM3SkI+tAzHc7/C+vahrV9ztk4jH9fbP7myQ3aQETBHCbgb42aE5oaIxbCPyybo8ckAc/PxqkWjp
mPwyOW+T8XqviQMN85o4kyvsBKPUtYOmF2bo1B/sB08Ud9xIOLV308ottxS5/B7tnBsiqnuxhlxD
rMePmiueB0OzPMTL/Uuz86xk292NZM0mncDbhYUKgUYBVfzc4XOtHA5S0sb69NwfSj1249O0FfRw
zfnQi+PGDg0UgMOhil6zt20XKbEURLBTI7s9XZDKt8Jt8ZQVpo+WtN3olJfoAepHiNicv/fuDICM
7Yor9AfdpQgAWdxQcKWexk9ZMyBW0Xs7vEsMyQKbwkZ+tCBOpHd7+Tm0Amwq1ardh5HUG/3vD1iK
zK8+YDb2QQrVXPbxAYOxBwD5I9xVzlfsyk50EJC0lTOyXSMAW7U5838CHw6NXPbwf/ugIyhRacfI
ku3wnD1Je+QVGRtt5JwZAqu5MlpaDZqvtEL5hiGKQIV2Z0dWlH2pZuhoS4XmK03ZSF3mS9r29+1u
NWWydKsgDQ7HC75wvOtnpal4wBNzLCfEK9uq08HKbfCflap3iHj9hnCRUVkrw1vyhIoCfSdEo9Du
mgf6fVVwI68IsX6XaEQ6Iv/+UpMm27A74Zwalcnfwfhm7Zguhg3AtwP6BT4cSFDNZjUT42AKc3q9
nDVLtPO7aUO5RJ3GdEdDQVRMXPDkoDV5LVxaGK8iAJpHK7oyYsJZtqYYujRmIylGgqjVk8/CDe/G
7T2DqtiwkawK2Slli+ftkSfZwbeY3Zm+OtZilx8r15sKqSIUlCHOh5gJPW/YdL+iBxkEC+zQyTST
gG3svPJI0Bul6b3W9miiGY087vmtYEkm/OVEnlJsg27rGw3KV0xEQJz25pm+HuxHe43gcuE5AOpn
utuhdSaDy2QWVkFZhAGjAAP38ljwpv8gvLMvo8HLe9HHO3Bl9926awDUVRQqIMiKVOS8uK6kzFh5
uUzTdfVj+waC93fBCD5z9CECLV8BFv0JFvqnZq/u1jTxFgphkNSizKGgFcRXyNTF/1oDpEC1Ei1S
sb7DIiBnh3KAPW4rp0Y+XtOZh1BHXtQFt/iBea1IbhZ25CJHjkZK019xMjcNFRg7AIqgVURDBTT0
5kgOrqaZFg/fIhxfQ114rs0LUlt2a95/UGhHePeR1iaS9zRnC/Io0QjdgiTb/OJbkymYyimzVXNl
bW5Pyu9vAkrzen7YkfP7nuZ+eijqkN4Eg47ZvCcsOY1GAaR2iJnYMZs1h8vfxkhIZ1LOU5AvAVY8
l5QcSvS45VqY6NVz/CbqVQY4VveIJlLLd4UDKXtdJMHbtsVc1VvovX1/s6+r+Q/qBq4PKD5CgZoQ
tidIJ+duYgQDlTq0UaJzUBhB47atbtk3pK/jx9xOdlmgT9vhe6gtnqzM+m2gj/ZMWj2GU0Yuew6J
jTIhVNQGpev8wO1SGypaBssAkiahZx3tPFNEhpXWyIUk47XJ+d3KKS14RGCStzMnvLvPHLSmc0+0
q6j4xlrbwYE7c68COooqNB99/j3iZfMa7XCivGg3eodVppZiMvWoDxzZQPfvKD0kJvqgmdMh1EPH
v9dskGH1Bs3seofc+R+y6JiAX18w88YKw6bMEEEQerA4S7oE9wFkMAxxW9rFroyA0tCVre6/sM8V
0dZv4Ns7H4yOeNThlhWANFLoOfzlh8IA9IN8hfEzG2+fvzE1Ge7EyoTIriGhH5qkq3ns2+AVFoGl
YqHkg432UzT7ZTHlxqmvOSw4e5bPnIOAij/XXykwChv50igG8+AB76aDTNZY9SpLBwtHC0EzFfQB
dO16tEFKZ0CUEgTO2TM23DHoLPCCGH5jYKENNoJwhJ6/rz6gF8esQYgHr0zKIjcLOMRiFKZAoGNO
d4rVPUPnjbBQrYjIeMpIfZJs+dIab2jvXguXl9YXnZEyveMw3jmcMpNCX80D1L+gzWQORPCJh3z9
ZLdW/InMRLy6vGsGZ45bhrScz2YwGLntd+Z4227X+ASS7tM3C7UMspbq4pcMKugyQ9IcgesNjF/M
tbbSSh51TPBvWcpFIyHUV4gckJNLnp4mnQBab8pks96NuXRZ/DY9W9Yo7cHxOsC0cGxTo75jdOaA
upft7+lbvnQK3SSD6V96I3sQXR+Ikr+910IgizDy39jnst6ZCpLsieESXX3lLv4hf+QMXNDR5Yt5
rU/ceQu9clLt1wrrC4lNbGEqdioAz0KLudfHKPd7z888lI6RRy3RUvXNHEOUsgsr2/F47rqK2cP6
ZMqHYLuK2qE/Pr8cwcIMnT3QheAJPJt0rs9rtaz9VEc3U6cRjNmN9xBQiJ3YiOzWJ3/P8dINgVgU
3UYyaMohdTaL1FI5qTpkciFvpk8WMgm6v/W/qk3w5J+Ld2xt4U4tCP/Jw3fAbwE6lTnx09/fsJDL
wJNBRDclep0g8zlnUBBCCZwmKr5h3LJf4ktJC7zoVtPje0lvd2CqMKFIudZUvbS7EBQivQCJN9rL
OHutBBHTZAwPyNBgjSb/5r3y5oSIMM0t/ys7AJV51JBrdaLzmhO5zRqJGkpfuJXgpSEsMVviyvMn
oaSFXdQk2JFUCpEd3wVlu7qyuAtDlFA7l2UEWqg4IWlzvZObJOPKpCkR8IxEukexz2Af063nKntQ
YiJTv08/Mz3dJdvVQPN2G8Mygg6K2MObe55x5DwIcokVCsmRw796b2hSdIGTvGgo5nlG/tzh4G76
Hsj/bXoUD8HXqt+8nWSI0iKJBH54DQmGm9Qck+IFJuLmLw/1mUXj8IMGgFJvfyZ7ydhD/icwFPuJ
2xDfAeM5miELVCMzXUWBH/3tq5nC26sZcaeCJAdCTwSecwbhAqKsmpjjao5aWIAr2eQuOGqLnbfx
eRSikCTMbDi5taN1G/Ii0kdZXaNVTpTFZjsgTAsgZUB3o/Pn9hGb2xQg4WewzrTNLUh5svf1ZuUw
3wYDVFkbApcAsAMEOYeTd31fQnbLS/TRRlE7Ibye3ym75OidAM36znwSh4QHbIQx1iDPC3clNU25
OtDYAFao2WBFIW68OIbj5i7SRdyKJmNG7+L5XTp0SHjrsYM+8XYzpgSRr6CDOczu1/zpD8D52n9f
f8Ms3o3YELxJGr5B+hCAAfJwXdNKa8gTNjDbd3kt672wz6/GTC/xX/FmECZBFwW4LwKn3efopjE8
F+JuCBa2GeHOjD0+tcDHPAr3zcvKSt/GB9dDnTlQBvp4ichjqNUzKPacUDW6J7QZg4OJLrTe3MXW
2uZaOEYAlrNUugMlVdTur0fbQEy7GkNs5wpkDZ5TvE/oSCsJBAWIf5T0Ys/eDQw61FZGunCKrszS
Rfg1yREjROiBVQFDshHfbgbLJ6TaDXr7XF7K3WrZ8TbmAyzg3yjnbptjymEqeQSZNfFt4OgwPpRt
Djg3EUltD/fxMzQhjODuImwrPYkMShcfrV0eSzvr91fQr/w16Hxoi8YLMNcT8iYk3kMSVA8umvnF
OyAbQgNMUZJ2txvWttXyZANCJ9NHlDYvx0FTQI0riCmj4aQzpE17SHXmLcWLzSM0XboaAi0eWar/
+38GZ/dxi4ZRvuaoj7S5xPLs4d4/A8A/6RwaX/4XGB1WFzQn9LXEokVitodbsML6owcH2erDR4N1
TIliYRMT/hIC11WcB31Nw2qh4nhtc7aB1QyU77KPozpY4ne8600AyezcTQ6lAyiCJTlrFx6ds7kb
/D3I2ZwmUlPJSgeDrO3fpQ+hGzuDWejs3d8nc3GP/pvLn+j21x6VijCQ+wpmOkux2ojUloThdCtb
cs3K7F6JsmDkhJLO3sdk+GfP5XNcX4Lz91hWpuzndvs1FpSEvSbpYSVyPRtEL0+1ARU9a827LCSh
r/bCTw3sl52WExs/GmBHPHNwZs2uMsEa/gzkz/nvAS3sup8AF2BsZOEBoZxdEB6nNUXQqSgYcnhF
qYWefmsAqdYC7cpRXpm9fImNfPO31YUoAFYpIRrCABVJgdlq0bxzEJYeikpmdo/Us55aEZJvmps4
tQxcfrYRskfFLvRzTzRkpzV39RF3u5TouceQNQlq8wraca9dJ1vzGkR1UgQBJL2LH7mO+GbE6QgE
SLgNbQ8MIQIAHPvO9K30AoLFv6dg4UF1bZ9+368lLiFYW2sCkLrtdrI4I7HEF+4wWjxJHtT9p2K/
fa4YvPXZVwbn57BlpwpcdzDovUoc6UGo/djtOKKZ0r5F4u8bdZW1Md7GmVS2HU9lFoUGio65HmPE
jkwlDVjmymAu0ak8dJdIMWQX3DodmWztldNjo/R0QVr1OgtpdHCMYHmhgI7UJvLp17a7tCwDv2mR
Vrx0CNzd51xXJoBGRdAfHLpdCFokCQmp0mhP6XtgqtiCyA0Ja1NwW0XAZ9DnDTiPofWpzrKbQu8N
udrgIal5ltQSfj/q76mO9yR/0jJDOJdO6CKt6qx53YUMCTKMuL4QgmmgPZyXdzpNqoK+QFK3RYVe
2WiXLzTefGAKKoRjAJ/Z7KbfaZviudeMtZtlaXODagdMiyALgyD43H9FZapyjIbJD9+0eygQyGRy
ZQNPTR+ZGURJHTptVGsNXXfbl0tzMmgKRq6RvtnnZuV28MEriSSn2hmjKe4Dg3cEI9uNVmJQWLZq
BACOkjyDgKOR2cbbVlfNlW77BUz69UfMov1QKaRKZEf6uMJDEifrXdt5Rr0P0ZWs7VVSfsZfLk/i
Y2GoK1ftzwCvr/Rr2/PdVlYqeF9hGxsO7IDi6yvKqy8f0lY9IjQk8hndba/pOb9vDtO7HIIZXudM
723F09w+Oq6/YuZaobiSQVUEXwFI2EsJzb6BFO/pg9s9Mt/qRrxrYlTs/rbJL7gatO6iXx7HDXHi
D4DilzsVwhDqqROLNApURI4lBLztBlRxyvE+UsgHS4Jv+f6pIoymVyZ4Lw0UWIGSa7EH5UO7i9bg
2wuwRGSCsfOBV+OAvFRm7l1uJCUOPDHFo74HoScZXNUxYzu20XMEVhW0fzLYDz2ZWvLA2Kt9ILdL
APNIkeJAQNkJ7ufa+4lhN8opJ+PIS7u4N4BgszoynMP9dG4SUjLWG7/aur2A6qXZb5Q2kBRdwEJO
hZQ3UimBM4DUpN2iittEBMpFeOi2gGQewZIHAHWxEUBGV40oM6c60K8QVUc8uNpHfhsQXn8Mfz0D
8QSJz6TGx8DrAsEXdXgl+PB0zSmysP7ss3IHLCxo+UL9sHLVLoQ317Zn916rZiEXZ7DdPcff49bg
fLMk4ql9+VA/J3vAI63Z9K6skOis2Dl9jK8+h29f4defMPNCLbqPioquRW5qF+G5Q/eAsJdsNJfr
g8nsz/y5WGMKuEUwIocFxAR02pCmRmbvesZbAIh6v8qR2mnskbYa1nu43mNdm/FpWDO2MD7ANKD8
gh2Oe35+vXse6IOyXIFU4KG2gycRXI8u3xL2coqfA9OPNoid67XLfGFPXRmduVeeCdJMTWEURFq2
v+GICpHQTf1SPCl7fsMfJdBwg4Eh3XE0Zfu3h1u4V1BvgD9Rab8TDzDW9fQq2jQUXqqmaLzw7HIf
OerWh1z4O3/y9eGcPYaG5IQv8VN4iey1PNLSjkaDF9TVUC7lAJafPYgHdG32dVHi4tSze3BroxNH
4ow2QeqsjtBES3tYY9e3VRDYJSbc/FNmr8ZStxEsLnWUXIBtBBQY/ZTXM9A1VZI1DD6iNJPAjE7p
g+qyDg+doS3tVOAgTfM/hLDXNud3GWoTOSPBZuUqF1AI0g4v6U5EJ30KVk88/3T1qGwznf3vScNr
w7PlBkN4qA1BhXT3OTl1Bq2wvUg7Hhla1VFMtD9Z2iP32O09XTJWdtrCQVZY+HAV+TKASOeNKGhV
phQkEMD1HthtcZGpOd4qVXQAjWu7etEW7inQ2aLABST99ZqGaTeCXmREKhKac6hJM29aZwB0hDz/
6rgWfAYS7P9szfYPM8URCMthC+jj9JDu1c/Aohhy3uKPOqoNe/adXRHYW3hf06T+P5uzg8Pl5cj3
HGzmZoDqTo6bMTAoLZewDw4N2aqr2e21Uc52LMNytEMQZUAF9+4H+xj7KCONDpCwhgaGT05Ptq2z
Vkxa6A28GudcaDhPO0luBowTukK1iZIZ1Cp08ZLtIuOknGtQPf69SW/b1CQwmNDOC7T4wyfN3zd1
Ik4Rr4U5ImzJYg7vg5G+1aRChbusiT1+VE939GxmOzc+gubj8cLcB9viFVym9t9fcrvE+BIASMFm
B8QULahcb+G4K7SyqBKgjzdMY6tnFtTE/EsjEdkQweHS2fHHSoBx20YEk8iaYPSUtxN4zmuTjdbH
gzpAhH46Bu5gdQ7EJnTuNXfFD5Afr7kiGipdvSpm1mbnBgSzHnYwrDUWYuoNYMc2t6t20wHtzAOi
u5X5vNnA1Jwm00gSNGmABl0PTsEDqmXTMtcFDgQBDQiAJvKDAZMhmut220l/w8NyreJ7+2CGWaSj
cL3hpY7bZbaMnlTxXjX0SD450VHd38ufvIN2vy2LBBh68GpDx5liwpV9fIvs/jELQBKqcfTFLF6P
dsx8JaiKDrvniApwZ/iUl0K9RywT28o+d6tHeVPuNGeNCeSWGmBmeLaHpILpsyJtsVft1wGGp2Pm
9ti+lnDJSfxVuCU8FYpyDQKbiJRPzNZsARl+GwEIlpzVeJ3eZ/NNRrUZ/m8eZptMhl6Qz8r4nKY2
pY1yAdZzJ4MLhb8UuVFbg4mOy03phsf4SYeq2MqeW7AO2mwU4FGCB3esOIvYo0Dx5RSq87r8oL4q
LqVIrnXvpIUENwSKSMa05TnC7FULjWQrthf2+5Xt2Q4oo2os2xK2wSD+nT5WbnISdkCjqRi2VuiT
LpSkeGCfVszSn51NOLiJZGBKsPGQA50dM4hfIfVbwCyzk8F6w7nKbtppJvNVGyMUBQi7W607344U
UB2KKAUhEyAH8uxqCrg+HJQuL2gVx2q34SE/5A9Y2w3SUghlY7RXtRvlfmWg9K17PVBqFTzTHMsj
JzQPMbygSbgEwoV6gZcWCnQv2Q6p7T361AwoIX3+be324Y8E1G9rMzcSN0MNEqQSdZRxk5og9Hqk
fEfKodtWm9jRHkD2ZXZmgzY5wa7uQqNYzSzTk3IzXtrOQKXi0eI1e/vLUZ6HYtoUSPSCip3me2Sn
3FcbHzhHB2a30UC4l8hZXd7bQ4RnCbK8WGBUf6HIjQ/7lYPpEhQZOjgzfTxL4IA/g9Mk38oR8H6p
kz2hTLrN7NGIHQ/Q7TX/cQuSothxhJFoOkW6GViha+NZwaZsEqfQyzvmIfoKBie2x1P5LFryRSZv
xTcSXWZuAt1uoy9prTD0UxGcTTpKkBg8WCigAzyviCZsUmeigK3dbilTwHhGyE5iEVpHQI6wjrcZ
jcyMHtSn/47Aw8B/WVZnrmuKtcn3qWXpmB6SY2MBfmieMmtoyIS2Cnqo6vduX5VEWnuRLSw4HqQ8
0MNoWweIZbbgScp0NQ9VZ2j5QUAcJfDsTTBbJDdX81nUGc2mF+GOisYVoP3ABEC/5NfWikNZTvKA
K3RxP279u/EQIsRjHN9JYa1de5TcukYoO/yzNg9mlRx6TQHDFnriBuh6KNzACvd4a1q+PdmSXa2+
rxcCOlgEczD6nlCSRSP69fhUZlJ6qEzSozMZ4yFBt/JnZY6W9xS8MtYq+T79ufl0qqBSwCAhFgHs
2bU5v4kSvk/aAmo5JofGT7zhwwf2JHn08e4Waxwxt3lpCfh2IAdxuQIUws/tQbu6ziBZgz1qCRvQ
zpqiDjmpHfMA1qf+BX0NOn8PsbR9YXtmXJH4Pf2OV/fQwqr+/ogbnFUlD2krwy8OPnKPockCVLbJ
0PEERg2R18sjcz+ATqQxVm6Ehb1L4wpoZbIqTVDPLlq04JRJPMGugmrbpk/RZvbKnxBjnrhDaURP
rAM5AtrUgn5FdLllJSl3q1i7tY+YRXuBl2dc1GIFGotzOQjFAanMm/13qkMCSnYo0sBDlTl7ZK2z
/15vH1cmgV57sx33exJ+qIB/HeBRUAooxsF+5ELtx+buQrTUDCc1JhXq9chMZkiCPvGWdxc9yU8s
6Tf8odU140GwUyNd3QsLBwCRHtLUgNsDFD9vNEzlrE6HdES5+65+rKFHAuEotzwxKAafxEO9+ihf
uJOv7M2cNG7NTO1z2GM26nk02X24FXIjeSrQWsU5kR1t45Okr+FnhYWAC7UwCF+ABg+MG3MY6zRG
nSS0QJ6B/EsEcwsHvisEWuYHZyBrZrVn3xS2CmhFkOBRSbSNHET6ZrqBlK4z7EYzsyHJal54t7xk
6Pz6e08sPJzxTf++TpkdjCKdFDkt8XXyuQpMbscD8tLpkGPPrdHKDp7JGt9/m1yKEq5MUh/xaxuK
Ui4XdQ+TyuU5NCcHfLavvB4cXU6nLf4eSQMiuqEloOr/t+nV0c5OoDRpVV3yMN1+K/fTc3d8Rxhm
Q5tle0rtQY/XeM4WHrSYXqiUUWYu9PjdNNVxFHMoxhirbwT3gIhHAUm+R7M0j+i7f+oN/8IhT+NA
TRAyPCsJ+p8O8NmBR/skyv641FB+n3tbRfP8oJJbJOjNBAASkAmZPzgHt+MBHZes555wlnIMiXZg
SG23HYDGuf4SmAI4WlUy7DgTDMMH1ehzsmmeRyxK9zjZHjkXhrcPzBUHdZteB9ibquSoHO3KRWrl
emfEkR8CcoPvjR+RRpqM6h39E3h8fbV2DC5OJ3ClE2ACZruRD/89CwrjwLiDLpZ2gyJ+vDYuxBFT
pRJw7uiBeoWi5vA+yIZUWbj6MyKc/t6Jt8l8WEP3Lwi+KS0MSvTX1hRZzoLI71ALqnDaFYrOVEj3
8pzblDdF/sxtRUEPGliVGHfSt9LnuFnr4l+IHGUF0jM0cgTSbk6NIHZDxvsd5Nar5xTpjgCvsmjr
3Y1oDjJXRkvnbrYRVaABQDoIQitwtMxCxzCJ/TasPHQu6KLeXXoRlLxkhEDbY7hrHMFKkVDK7jTQ
3aMwetIczW4z9LnJBGq+NQBAf3/Okhv4/Tnzhhk59+KsYrRUz1zVllFN8c14722QWwh2wja8rAJB
FsKeK4Oz0NLvx7LII4w/BPsv+OLQa3ZuNgpMDY8eWDEK+3NliDd1Ggmx878Zl2d+fepTT+hiWOz1
BoqWBEwJ28g6oVMXhRLejo2/7S059St7s8s1aPteTUvYa4zGFdyp0zUSo+aeHUWdfcvB/gp1RuOA
JQ6Q1sFe+x9c+9UHzA5UFlS5XOc/H1Dva97CHpOtD3/7hEvVUwgLLWowd/3XUSOY1OCsqLvAs2hO
wRFGLaRsY0RUo84Z1RNKJ3fvOMlo3seDKIA3PW3Rs3FqITa3Vou89SBUBBBnSUFPkAafNfNXnIau
1V5pKmxi/pUyd4bmx0uE/vzQBFeeBdoEksFTPvRQHjv/d0UQWAelKlpXkPbHn1mKRVSZQOL7ttJr
XF8gHzqAngdmUXr0950uPAo4y2jaTe838Wqz3+1LDbUv5JHQBYVGLNqyc+08/V4eGCGvK53fg7oM
rMKqE+tP+XPuxNaa71o2RlEkoKFDK/Yc0DQIXiuGDeaZQT502mg6jRRSZzJRT9qsuqabNwId2i9r
s20cJIo/yRqGVpry1t8yJDgmRhgS+fgi7rJo5djeglxn5mabCB0vJcehqIs3b2UUQChAYUJJ0PKD
jJH+92G5LU/NbMnXqyZzEYCKLWz129Z8H3axjb6AZ4odZ6zhuJoNurlzZuZmO5QTW3BY0aE1z605
vim7DmROgJ2JIPbwL41dPZxXz+RNJXVmc5ZcRfZJ7bkcNtVzugkMWgsb9cCFYI6Qgq6gAUXnYCO+
Yq3MXguebjw+tS2C4pjWvyDGMfPAPTrJ6rGCbe5D+4zfLG/Po+jYWgPS19vcWV3Om9fkzN5sp0ph
y8YFXU5xzwBY1CNUoTxoJfjbkfOi9JiNnuxVPbP/3kc3YcvM7mzLNv2opUwJu+Acs9SIvN9JNvv/
0X+wPD4avKNLCgoNs/2TQPIo4LQOHm7L2+1XugcrCNBsKQiOKrN7C523YNvu0CX19/Bug5Of8f2z
O9tDWiYIkRihVYVyT8hUldFzq/fK5AAayhLycF7rSxcWfQ5qAZwMyipsn9lKdhMwrFkIX06jM82t
zSPnjPrx7tmDagDtq1EOvLMPH75kMr6AAYH4lh3sQrBvavcPq7lU6gauYkWMH1LLFE8EZJE0F6Vk
8ojL40ysQEOORtdwMyEuFYl0Rit33qMEWLosiGqmU8uuOail04vuFvSJgRkAicDZzgpElIDqka1Q
zu7UTXFCVKib8hFFCnYlWlkc4y9L9P+/nsAhC02MdICl0uygto63VqatjOY2IqPziJAIwHpK+PaD
FPxlI1ZTsfYUGf7vY4AGJp4YtgJwh+yoLpg9J5Q/AnLoSQ7GB8XhV0LsZesIECT4JHRnz9O30LpK
y3bAKo5bPjU6QS/wgNM5Gzv4rrfBqyGRgDFh3gwo27mG1mJjtTfrthBE5wDQawAweTSKzTmO2iwM
uDhHE6+8r9/UOz8F8D1EhmP8UCw0b78JExFeK9O/Z4FVKz5CS+tWlmHp1oMCJrTR6aaiOp/XS13w
PvKSbVjrKfLzVnFEY68l7dnPBhWoAvRJvPY/3OlXFmebS+HHVqszWPx59YNitD9pwII2oGGr1qoP
t01hVOH31/BmL7u0GGQQLwRQYbflc2C0ZmQwCcjGL6OtfK54xoXzCbYsDlheZLIxo7MbbkrrhK2g
1ogbDuOBuEpKsJcHtNjJ++llxdiCU8RTFfBhmEIZbw7vGEK5LHxwHuOxpB1ZcwJdIBgLIcjzFpHI
xtFdsUfd+sztXdmbXTexJ2aTwKeA7AAYfRZtyixuoUcB6Smj1UhjCmd68RQkd8Nv6X7FOnXxf1mf
XTqD35fylMF6q+f0AXF47ywWxXfVYC/5Z6UHXysGF25xZETBeAO+KQAO5qoMPMOXE8PnUMbeA/jd
b2VbMo+nI+oBxQYiZ3ZCtmgFbpGK+B8aGakM8S/bswMyVZXCNxps5+eOoB6ge8fY7szvViFrJdGl
Vf1taraqELnnkz4oajCnZ25wbDbMnjmvFX2X3BwGBGFZFhlGtPzOrDRKwwPsXFIrE5hsGtDKoJYP
phen2rwEVv6s7fn74G7cRQhm4vd4XNm8tzxmPzP67wNmXqBKp3bQWPoBwMSOZxnYJNUeIPLEfgJ8
RSozsAB9Bz6V24IS11KgLRTYw1EjjyDsN1e2Fh3tfC8jwaygpAASAaTZrj1uXIXlFLIVwCsIXuB3
kVFrDwEcr0+5DMRNaLQgE2TttbVeein+P9Kuq7dundn+IgHq5VV1F+/iXl6E2E7Ue9evv4u+OCfa
tLCJzwcBkiAGMiI5HJIza9YCjeBfw9QmyjmIXzUjDKP7Zd7yONx5wKYIhxU2cFT+QN2CTPtfgzQD
Sx80MQTfYfAt2DWV+Ts3Raz7DBzlZPPId4C5iTG3ayF4aZHEkcWlQhmrrFMEWIxveKv77T+ke+4N
NDtHiVWv/A7KogZH7dJURf+l0pLZdMMtUL+73M48A1goDC5BazWkNDbis3x3fYRfz/nv3oOOKfDh
oVZKl/IV1AlbVYMrG/fqTttLz2CDQIP5GT2ImFveLa1nuLKV4j7Ob3hbeGWVCVdvDHBdpDeQLwVK
hzrmQmNM+U7HwFUPSQAr/gyBqz5GZ85OHXSfblkwztUzfGmQWtQu1sF7j8oIacNEWnYwn19Fs7mf
NgXI3n8yvYvBUdehpsKVtfZhq3B431HRF5eYPArRoN18JnxNpPhz9s8f5V3gtHipJ6hL8/97KRCA
VdwKAbiCiAawhtROHf1QgAbOjNup53vZn9lt9+8z7qeaA1z5fXAuPTnAteL62L935MGqopAlBfMn
EBR02irXZl9IpBqI0QKUNk52GLwRDq2YOQTY0LnPI+eNPcsi/PgOjCGGwaqCIhD4er9hvqQqGZs+
x1NAE61xX+2EO86KHHULEs/5ttv2uwyCBuOr8MkSvVrbxECR6gZ4NXkeJTByy1rEi7EuCP3JRC7g
oxtDay7YpNjGcmv5G/kekKRdKOM61TFf0cSPqG0MMLQBfhUASjHflJ/JeF9F0yzgFW1roK+0T40X
aY4pSk558B0dYZkQIzOvwyv3KCChkREFjS1yk/SjS1fHVvdTmJXuQd6XutqLZNj+fePO1rTFzc1t
JpvhVSvHHRQcwFoIYVCi+U7FyWIW+MTgcCHlveaO8PKgoxgnb27KG/8GpVybt/k9XniMQLnqzbix
Ak8GVjnAj6ioMc2o6mftSPI/8wtw7tJ7jEzeMdq1z+q2vS3v1MAUfjNhMysXR7Q3ATOpiQrpRKFO
dyjyDtpUasgiHozjAFb952RTbqJDvUsfBauBqtc2OPuO/9voNsk7Mzh/Ay1gKy3NU5FDasKGN4j5
3i2O6L0BN2P+jkMQQMZmExasixWJ9ZduLEEPBNc6vKAJ+xh1sZoGYR6zXmrwjOZwLxfxe4PLlXQU
d4aLe17hNRIOpRg44Z22RUqmsZCYYQWQr8Lrt88ATMkATJVHDpyadLXn9ZZL8J/z6F6tLOQQXMnr
8SngKtp0gGSFIHNPvBwBm4OKhrLlwQUrH37gc8DZAydL6MjwLbR4tzzN/sCPemMFT/WH6gjorjip
HsouvzUn38Tg4RZ2E4OueeU8vjRKLXmkGKDEJkbbjwlNgpo5b+qbCCdW44KV9zhtGBv6e+i6sEeT
NXalSIQCYe+p3OqQW89uOVNAgvPm2UDBsD0Ih9vrFr9vqUuDVJCesgJ6pSkMavfSc4uWCRAfP+Rs
mZDvl8dLO9TFZuTnNu4m2Im3NWDANz36JVyQLjzAi5xiO7moVulO/vX68yOXlVlceaVc2qciVqAG
vtyQhRwcH1l5+di68WvmIGLtR8hZkeuGBi/mt9H2+Gc8iycRwmnRu48lZuVcV/Jjl99CnU8Fn8eS
3+JbgqfOQWYZHNzoiIJ2GkhX4/fmpXzivPh4Hx4GK/ZY3B8rF4JL69SZYSiToiRkJaad6vienpoG
kEYCuilJW7z+kbxyt/qGmZkijkSFEbSL4jKAdz8SkgYVzbhsnDixRRhR33K7Bc3GqX4WjqWTbYvP
Cvd6Vnn2e7AGmy3uWQLOKRQp6WveZIgVp2QGuWyOLxp0lDJn3+JSLVszaCoJ/YTvggvhEeHUnAqz
3uWMNOjaRC++ADXEy/uPMVTSmMz4Am4DkHnlHDKnfUdXg5eCcr348B+a8/BcvzEbaVbODdhFUVoC
MhlJWCpgK5rc1TmHBUZt9g0aadAaeoPOZrC9r8C/uskSi3kyfr+HkMn+a5IKk1Iwz0PiY6i81W+F
TdDZ6rlvgbQXLO5VBeVAvBOP3JnfMPl8ibfSbgUqG/wiLano0L2cZFEpp1BqfWQfvPFGfASOMLbB
HrPBceQhuQwigvvaG/ZP/3PUxHj/WqV28Kz34xQHXIOu1Dw0+338B/2/aBYxhc/rhlbyCmRm/1qi
dmueq00SyRhfBljusX3JkcPmnAJNdxCJbT0mzyiJg9fmk1rJWvdLTehhD/JyRwXPs8p56aEIsPXv
efdXs2EqmawcDBcDpOKCrI5R32swKH2AKSA7zLwlDmb30jwEM1Ncb6XmDd5DPL/Qp4Br5LeCPvCH
qERXWLgptduXxhNfcX046CcFKCvGyq15poYeSVxUCVaBrmVB16wy5ixowToY3En3vQ1QeXsTv0Bt
906WnQ7qge0vUCuxrhAsu5THRLkqJUECu8JH4oRPuR1Bc1kEqbcGSJslHuU3JF15j7TJ/2TEQLOD
AYSw0hnUGzdUxU6fUg1n7K68ET4bSGMiBPGPgJcFv2+4w/wrBQO0xOL6WLukAeeIZUX3IOosNMo2
j6uBB8k1XOg0uqFVAU535M+QUvqoXGPbbZgStit1WrgR8HNo0Ia+NchbL6MOlyq9PFTQOO1+6Z1T
9c64A2+m5KW7CJTlqGWBAAfc2tIrY4bXQvvSLrW2Ql7HgloTu7vB007cHY63Q9FZ7aF1Wqt9ZQmA
rrzhMVDCJwKoNnCZNE5bqoVB47uotYyPSTaN5/BeuMsOCZHoG60BfKEcylj8vrB5zWSMdeUqTNj4
0YwBThl0o1JzzMdhM9QVTDca2Hv4nZ8DxjY70xm8ZBv9Pj1IpZmdmM+MtXsDSMkASkdaHW0TVDyS
irxKlBlT3IKqE3lk078Ptq/hwWCL0JBYSsfahSmZuiDEg24E/owRlkCpIOF3VN6T38VhOoErfXJl
VzknLv8WvIZsFNWqI/0d5bd1nQap6MgoSZsUspwQldCO+eb10beKPXstV2PSwhz1yhD6uU2hSIhJ
RXeUACk3KzpARsmS7ojKtHaTHrIfUO4T/XlkcVECR7sjshSXm1SsR2CKxbhFSR8U1RBG3ijmaI/7
QQAxKV7xylsH/RAQLN+OZ4bvrt2Hlqap10Y5GmkOUYsWtxLlQ3TyAlmohEiPn9CdZ9xC6t0LgCLz
nZwZDFcOcERfIuGB5BcSCNS2EcRwEEcBpqcdrgz+QXAbEC3gpDuj/K7s5E16G3vXh/sFWKYcGTbR
OQW5WuA2aEyeIYyJ0Eew2T6QInCBnuUSN78AIpe4fzqkhWR0MhdVkJ16xA9uQnPYS2d2mwfZnNc+
hPKzKgEEa0jxIcoptZ6SfRqamWqJra1DrwZIzc0v6NVWJveQP0rbkMU8thKxLqaBWvVirBNjKMg0
uBDmBdHBSzNa/Sa2jTvhrnVCU0PK2bo+999x8zrgiQAXAO0AonTQeV96eaSXCSS0UrjaLr854Lzt
z/EZQhoP8HFQf5lg43e7T86+jfHc+4FtAXsMIkYgptcV6jga1JwX4ylrraqGlHuyQRvBnwjCkNlN
vck3uW6dxXudZFvBgreZ7q5b/yr504tNqiRfFzn02VKROtOmIJjCFu+r3AwtfqfuVGx1dYKALiGU
TrbKYXCP8e71DJU48BDfQ4DcTveKV7k5uBbBLM4kCVoB5gKf8Peb6JBe8kNdS2qDwtXphXOCnQTu
0OI2fUZrHfga4mew1zq3CW8q52of2IDbo+Pt+rSs3U2++BaJfBsa6enNmNRlLmUGtMvAASXvJJAj
h4RtrUeeBUxBZ8kUcfe7bnMto3Fhk9p3U+r3tarD5nsASuCb8Zk/T2f+pbJfQYMCGCQirh3u5D1m
fcNkEl05XC6MUztgMKTYMPKeJDRIn0vh+JOVeBwEmwbIqghmBA5fnZlRWt14hNfyn3mmdnsAFgu/
TGCW28zQTlPMYpckqPg2HzfVg3yCUpqtHjRk4EVmtXk14C5tU0G+nXDjnSTMt3QS3BmVdFx83+9U
ID5VW9jxZ/5kWJIngykieb6HSKv5A7oOxJ3lJ1B7v8/belB9fIJ4kAS4WOvczeboctbX1svd7KX0
tJ0E2ojrvrY+7xCngvClCplu+sU/9vLUBD3mHfRtcK0GcbUz+xcJ3Cga8jrlPoZIAV7+IBT1rZ8d
MRDGQgkCpgli8DLeCnk6xBE/fmVXBLvaTAh975j1/Uf+VJq/UYF4mEwQzVvpk86sXa6db9AEQ9MB
BJsMAJQujat9XSfVDOMS4RYyTJRtT9kv6AVYyi1O9xq8Rr1VvNZQ7yai6VvG1K8dcEvzlMsPVRRl
6kjGDgqSj/ElOcToGi6tACoJEC5KfhGR+uz0ed3salDVIAhBeEEImJHKSWiRNIDAH4WQGhzrtz0y
ldopB61ouU02A2h+JJTIlQQRDl3UaKqJHXCEhI8yk6Tke6ABswGYZKGaIIFAk67hdk0hAlmJUqqI
iPbi8vcjhKsKeJxqGwkg3sNLYHXvoEG7Pv6vg+zyoLu0S0VXoYkSfVKxupr5oO/Sm/ncOPOpd2/B
JYV/6yCL0eGfNZDgmw+KgzvHc+NxgDoqTu20m/hJsIC0xxlY3BTYp8Mzk3SDfMG1L6T8Ui+Kuisl
8oWn0AsfwMcHuT4dfFf4gn0JSCC4EHa6Kd5BzCQEMV3POvW+qlD0FyClg4s+hEwISd/lzpCTqSsH
EcBH7XRSXwG892obFBtmDTSU1e5LxUSJfVtYH7iEmn+gI8e7ic25KeITCz644q8yCnd/v4Xy1zQI
AIoU8C2oPyOtDwjH7zcD0gT+J8IkYhNuv/hTNWtCvKlsOXaCYgXWffEJdLt3ofZVnCr4BBSGM3QC
iRBlV7fvtZ29K6b0OYESpXz2OdI5hDo8+FAAaxlepbsP9GG7xTa1BjuxWQ3HXxvkyiIZlCPLMzZW
wuOrxEN0h87mN5CTJTvf/sjNyBNPBYqYzwPq1ZOLJy9rG61cUi7nhHLSLGwKoyfLonvvHXxwE96j
hjzfAjn1OqOzNL5Fyka70U7+USOLxGJl/h68gQyQQLSHer2G1AblorNgJF01hKAK427kdrKlKXlB
P9BjzKVvgo+JT9Ge0jLLAd8TrDCLlxmh1CChi7omK0nHV6UK5GxZb3zJTASvh+QtSL1ES50BOEE0
BfLnesj6flDAJinR8yjWIlRSJQi5m7hcJMhgQ7pTRLvOJkRpxmm0aoOwZyCNi188tZxjVs1GUWJc
qRrsK9ET+3JTlr+vD2QFH4WRLKxQR17c6nXaDrASEWLVCX0IRXJX+eOpkXVL8Oseifnalok8ZK08
oC+PBXr4nkq4/AAyDQsUjV8ixVxk8No2mV5UNPSMc/TBSeWG7yqzbgvGyq2dccvxUk6qZEI/9D7G
m4de2z9F43MbPfXMvOL31BcZFZGeMtC/iLogNaoszISiS/BO6pLPmdc/M3FyQNlsSk1w08sfPV6U
UQeMUidFO1kE2DsDaXpeNdAjUMMYvHefpS4cInTHyW3OUCRlfJxO5eVyTW2jwMeUD7NZRftZ90CL
ZiioXfNQwGaBHdf9GGhVRAQN4pOUH4tG2/gBmYpcn8wyRy8pV2zlPGdAGVajD26t/5ihHHmUhQFQ
KZiJ++e2PHUzLs+yq6e6NaGVcba0uHGu7x3WwCjPnVrBr8IeFvlstlodOlf6JFhFO1YMn2UZonw2
CNVSFhoyg9pjohwBaDfLmAXvWp0/VI3wrBNINpHyWFlLykhogJL3wajdJM9DfAym2G78X3PkKahg
NyqLRHp1L6KLR4dsAXitaFKitOw61Sc4+Uhx9Ur3hgYq84epE9wfLJSOsg3awMBrrFELlbSTOBcJ
7CjNZM3yNpwFp+MS57qV1UC2sEKtUqbLtRajjwOU6OVN3kypG7Tcq9YCjyeK3W0RxKz8FMsidQoV
ki/2Y5kDctD5btG9Vgow8DwuPF2wE+Nke318q1FjMT7q1oee6VjtKljrqy0nPMb1ThnC27ke7AIq
r5IeedftsUZHOWSezX0c1bCXNqObadK5VBtT1lMnauPjWIgpY5ete+O/XkJHRb0VU02L4CW9AATn
+FA3fyrtc+Turg9r/cT9O480cQkwlFFc5rDTGuJbk4A0pY5zbg818Bsxy9C0MY6qk4N91eLLDJAK
sf/DtSWL1IA1WvHygGoixCqBjLbmXFG3S6BnuxQyAhorn7G6jGiWw74DMhgcTZeGDFHNRGPCMobl
IavcMbkVSuRt6+fQ31yf2VUHXViiToCB04x8HmHJEJ9aHvPo5sgi5LXZJboJmoqf+AvpKSUcJ2jn
pKKKzA1pG/VkHStYigQ7g7BhO4sHNR0YlefVxVqYokJLXCclX4IUwAJ24V4Xh9dYmax8ULe1YjBG
tXrWLExRMaWJuRxCYZhEOUAdx1DRNN+9yzpTjex7GRIXpIUdKprEMuR1v5qHclBEzXaOl4oYlnYO
36jShxZyOe151i2lta87CWsqqaiSaOHYFTWmspJksxWNwkxrUOFCr2XIFVZIWcERk1Gi+Zi0WZO/
Xjp/lRUlhDlhTYnH3ylqRrwYnPQx2LZZ9OLnGXrJm+5PDL2kxEAPlQ4dkbix48q3Icr7LCMVc330
xB79QF18D00O03NaXg4dWrZypJAE4Kp1GVRcoeoohcupdmo4YK/6wYyDcFABHSBgvrJEeRRXpIo0
5jVs8uhxhnC2IxeTPZeg0hZlRqJ+Bf8i80tjlFulPVcAu4QOl6zaS/2eVy05uhkyu9AeQU+TosAf
sW4xKwnbS5vUIuOd1kLinjSICbs8OmUtJrK02/g+kUy1s+XiEPCbJHZQu/Lbw6RvhGEXtnda5NTq
PgpYeYC1HbyYArpEw3GTFEopPqdRgrchaT5VMfHK0WdUA0k0pV0JKSDweUCjEQwtVPgTyqCQogJm
Yq3zRjV/FfT59rq3rh0dSxNU2DMCCQl44IUtOW7MRt43OPxn7iwkTz7/67+ZopxUNVpdawVsjLoR
zDC7bbjKLbW9wuVWUzBmbn2B/s4c5aNtE/pZCoFvC4HI4sFBwAGhKTOeQ+tGiEQPxJfRUkANKBkN
PWo47LqkQbdkHFpZ4O9LKWcs0dqZq4Ii6B8z1FjqKC38aib1wPww1g8q17w0+bFIW1eF4HIIch/G
+bR6fVpapHbbLMk5H7ew2OWjFRYb4zcGJx2n0txFnDVPVtfn7g+cAx0ZQGD+f3P2ZRRvcQ9tO9L7
yAcAuKFnl9MGJ22PhvDQSiwy/NV9tTBGfr7Ih5RpkAdIbOJRVErOOETwRs4C/7/ll24fCKbQO7Lw
VBi3VY0UyVMHDnvWe2l9jhffQO3tIJ/T0agxYFU1Df9tlO/CBAeyI3M4wUrHH2pTl0+N9np9npl2
qQ1falqoDQ3s1nNiQkmQ728LUMiJbgmVLy7NzFJFoVe2BdwMrpte3S6LEVPbJc96Ls4nWC47J+Wh
AaCOXs960awvLdFNwsUJuuTkTrRYWm6Y+YILSElx5u2mhZqP1HYv1weyAhbEaQS5iH+MUBf7wahb
zRiBGhCME2SCW/HZMLyau8nkYx9B2ubZEL2mPerFR8ui5VgNBgvT1FWfqxKZ65HusSTANTqFN+fo
gQsBY6t5S4UUIKcpjGiwdp9B6gA4cMAjtW8QCaXMYz6YCUSifJj6Q2uYWuT6JQAZEoSJ241eOIzp
Xcs2LyzSp2uvi2kz5bDYa14rOmpxnpLZ9Hvo/YWtKeG10ZQmn7Jw4Kv+CYZfgNtJ6y792JAEA/V4
BWYN/imPaifigXwJ+g1jdKseujBDbcCxNZJBLVB71rmPtjMr7QYh3NT9yuLAvw1+71q7B9UdHzti
+BZUo6kUGuN0JCa+3SsWn0DtxFEK0zQOSfm7ymw+VNxEvpvk8Vx3jKNrfUoNaLTKIHb/lvCKax0S
aiNqegV304y3iX/Ig+31+Vyfzn9N0LTUQZdXRdfBRJWjZq6V9pD+JDcINZN/RkG3yWeCD7lgMgoF
HYp1UtjBtA+ZjBarXg+FA7DMgBxdl6mdzQdCGnE6rKRJ+Iq/e0Ktb2qtdGJ/PuSK5A3qbQ4RHbwl
CsaBuBpUFqap8xCistkc9XgJpcJTOYamkfbmEHXbzn+Vhremmhl7YDWkLOwRt1kE6SoUlHjoyYQa
syfNoycOvFMWopkZ/SmoVI/UJaJUsK+7CmuY1M7Lxn6UeGJWNLgnzn/v0yo0W2lyC+lN6DNnEEtG
UmH1cQo5FNDSosaEqjK1qF0oZ0Y7Y2YjEbrA4vgozOUhEkpP1wHlEh4jYdqMAT5Dm0Dw4ENT2TS4
ZzTkmnoDdWp1cK9PwepugcICD/QBFHLoDip5jKYuVnS0kFejl4rd3RiyamokeHwLLv+aAEPt5eL2
Jd74cwgTwJcMyhHvwTjxdNmVxp9EsYUh+qjvFC0zRoBwfdW3Ih8qRm1olsm8yUNW3nk1ji1MUQe+
qKdFxJNl7NtNr97qw3MrsM7Z9Xf1wgjlK7nazvzUYjxaFiBBKpkDkEcJ2gH81opzp9UckWQUGla5
jmmY2v65D1b/UCA9yTw0AP3AnNHlLm964J/q0ZzUjVQdK+0nR8NitFQM0Psi0WMORnPR1jjZ9ANP
a3rG3WV13b7kHpEUBUyeMiLlaTbqZN3yRN+MEWgZJtXRBMm6vqtWXX5hhgoslahOeqzCDKQhzK58
rwvQ7hGKhtj1/ZFhbPXwXhijDm+IvWtFPcFYNeXmlB5LMMBNwa+mmBnhkmWIhNNFlFYDocazE4ai
/BwPHlj1TA2VvohRKWWtETksFmaUEgdAEsMReHT9ZEF2H/KTm1XN/fU1WjcDyk7Qg6NASkNawZ8c
ZuiKBr2lBNkCaUJp4H4UhR853F8rVKDIk7IOUJcABWCrbAQjfJiqyItzg5F5WD3JQG34z2CoUNFF
Whp0uoEYi1TKHHqynztKtGnxQq8Ce2YlBFhzRwUIvfYHuStgLiiOoQgqvh6SuyxoC2tM1F5F/is0
1BFTlyHZa9eAfgCKN2e/olQH2SCfID9VZYPkSOncPVz3jfVHMY4qdPVBkBCUIpc+KHdc2A6DD7aP
1lGgitc5bQiMU3Esi53R2pCf7gAmCEbWmMnEfTsr/9r9ghstfD8P5mrqE4x5FtDNDKiCP7JuIKvX
yoUJ6pSceq5NUwEmIGhscxhFqW1UBFoxtpIxsSbAfSGtHrAUrFgjozaClkPMKe3hMgqnbceye5rr
1Lu+aqteuRgZtQkUNeoavsGiGcWhznKgax40eOd1I6tX1YURyvVBZ6Fz04RxIKtvyty2QRSsRcls
sGDqCBn03cxtrptkTR21EdKBz/JOhMnc95FUT3fQfXm7bmI1tC9GRR1YquSjDKsj5laA+eb1IfcL
r1MPEXQ7fmJIAs24KCkSuisvN1ashoMvSxxIXrThLGRxYIk5mhtH6ETo8vN1W6unMHhk/rFFLVVd
NWmrGvCHTNkjbTAKtS21toS2DvDpXDe17hV/TVFL1KSAweQlTAlSdyMFkxXLd2MGAga+C977Ot2i
m90ZSl9kTOe6y/+1S62bzCfQhU0wnSJifAeCPjV4DMaBUeFZjcSLiaRuGBI6kHyJjE6X7Ta9K+UI
qDWIOipuWRtOELrXJ3PdGf8OinzOIgjOXd8ZQoZBpYHTo0LWl57UvMkqCzrKskMFeSEder3iMSwR
SJuRvP2qCFW55L4rYlbUJVH1e2D/Z0xgAL0cU65zmR/psGWEj9GwBRmnlICzsLPmAcp5yf1s/Bn5
h0JuGbFjhTACqcl/1w7ttpeGR05N1TmD4agB92b8p/GNwNVH3mxxIakSzsvK+76fTKOHKguenGXv
u2IPRUUJmgq9djfK1XnKeFbJ+7pLgU338rPyVpObPsUat/Fj2+8V/bYtwl2cPqnqW1KrjG2yvj3B
GyZAaA7qs1TUkYSphJgvzrw65UGcaPUF2telBgpR2zH/NQF8ZYSMiLDqXBo62DQBGRw8NS4HOCa+
KEY1gjYyl6YWOk372ki/K5Xx5l1PPS/skO9YbBaum+K48TE0rdqW+TaLQFn1kdabrL+dBE8QcdZ+
1t1jld5Osm9f36iri7iwTcUFWa/EViVnulRtUhVYdMjsoKjf6W4X2Hw3/McppeICRJ6EWGhhLsh+
V9FRLq0KWtAKY1Crp+1iUFRUaIxYTUsJVvpk3ipK9yl0IuO2ft03UMm9XLOUj40yj2AiqtDChrjG
IcnLndPKvb4+q6cDuAvAWc1D00OkfFA3erGNswC1j7E4cLJ0UDP+Sa21u+tm1m/LCzuUD7ZhmXS+
hBgjDc+oDgqSE0NtSwARYeDwtc1BXsk3w45n7Op131/YpfxPnLim6WbYrYFSq/tq58+Sicej7edQ
IkzAEmv8avLwo4xBxVShbaJrbjQNeOvr419dzsVnUH4p+XMuDS2JZWm3K+Vy3wAnl41o5OFmhqnV
K83CFOWcmaGUA15f0CrIPhU4Th3jcVe6zfAMusbNfxoWzbieNImfS+RNGdRuEEYWbBmTxcuMq+dq
EIFGlgrJYrT/6dQiyvKoxtoAJ60mT25+A/xUFpkd8bbSPtZ8w9jdqyfBwhq1VkanJa02Yq344U2s
H9V+LxpPgx8C5rvPS3dqO8YeZBmkVixpfE4uCjK8PDYDaENxB6EWzbo4ZpKjqI7ESgetxq+/I6S7
dJQwBNhYRJsESgrmhEzDHLcP1z1jHX2zsEFdKvwGCKp8xKD4lL81ogFNg2nRm0UmgvohHY/VEJ/4
tvmopQEgcHl+bPx5y5GSVh2doloIrbpOY6dIJd/Ke1S7oNKdmbHhc4wjYz0C/utcdHOQD8ZWJazw
oTE/7zhUMdJSPgYVJJWuzwjLDnXBAKtLXMYa3Ao5xY3kF06lNSYEIRhm1veKRrKkKL+CPpE6OFS5
AG4Nw9HUx16dzSazuxacF6BaG295lalivnprBQMAOB/ABADOyEt7waCNfiLDl9LESrXJLLqbDEXe
MXwYQSSXbwyAkDm0i+Ss1rtVJ14YJj9f3GqCyODSgrSaTVrlcePgDawWmNWgvbBAnY1pmCk42DGV
I8jq8tktVd9OtE0hszhnVkP2V5MpJlDHo/dyKFocG2MxwDXy8E6pnAiICh53JNmJetZBtOqFC1PU
rPmj2PN5TkxVt2jNMNWGN7MgZkQ0lhVq5rIgBEcAeXNy0Y2Byn8EOGfOavZaDZtAL4OpFCzw34C+
4QAwGNp2gKgQkDqPbqbYKkDbLDUnI3XiBDypEuMcWqElkkFFin42InECtl1qc5Vpn2SJBpNtbiYH
5W46qw/NUTz7LghvX8CegyvGNviDK8b12LG2qRd26XNWrJM8Fr5SIvNWB2E0kLHxWQz2nWBP8e11
W6vdkktjVOQGkVfS41pGejgNExL2AeSAwF5oqudsl3nl3phNCPWmj5Ub2An0i30Qq1z/hLX9sPwC
8XI/oKQpRaoM95lHt4v304QcyYNe26rw67qh1TLW0hK180DUmItDAEtivEdI7qbOlvi9ogA6Im1q
1a1A41KxkhffFVpxLi6tUptQ1/tA7DnMcGMWhxmXzns+NsfARCo+fG4f/bt9SzraI/uX7wSsWqvE
ciZqc4pzEvE9WK6glhi6/oN6jp8bW3MiUFROXoAFvY1t3ZateqvcVTb3hpbhrQd2UHh3aTUbHOJg
DAef6kZ6rV3+lttHrFv7WmjX0MEJah+oo8s05W6qTnMSZ2gG1MajH43WxDy21gKUBpUt0v+gCFBe
uvSwOs/alJ9weOS+qUwAsWWez+xEWH18LK1Q61yjExq9x7CCRlceJOtaeoDWqxx+Sh0q+ynnGoJT
8Y8z7w2Gq0y8w/Busk/ojNLSPrXSqc+1fKbBfioBA9oEHg8AmJIW5UaMeUCxk13Yt55cJlaJVyYX
D1sgjX5S3lp+BDllF+e0jEon8JH4CKG4HTgQOQOlmOWswuPqA3Nphn4jtBknZQm8Gk/yWneb5mYe
nlRORXvzSxM/8sVGqbbVfHd9iteuCEur1FuBK0fAykmXrFxxu2TW9kP6hxPS52biPq9bYnksdfTU
PV/kuY7xadNZER6n/r71//wnE/SzIO7SLtcCDEZMZkuMRMuXZndOc/u6GdZS0XyNs26ESjeQSZNd
Di9yXHc6fVuLp15xBuEzFvaFYPNqtr1ulzGD9EU/CMde4EOYDZSXGnWzXrhVxOfrNtZj679xhb4N
K3rclFmJVYoGYFb7CukO7kXXh32tiO+xft/o0ea6xfVY+dciFWMmI6lT2YfFujr4PC7aIAph3bRW
bQDcCD5GUKB/QyTljd6gi5c4RhceC2NAesSQi+7j+khW5074UhMCzkuh544HAmhICZWGWKn2xJkT
f/DTyRY5ya7UU4Bq3X+zR81cFsxTEpMW+6S6q+WTn7jJdBPrr5l/O6o14wa36nyLwVGhWOOjOOEJ
G8LUz8Dfb+ukMcOEgclbjUYLI1SoTYJ+QMkbRvyhctD1bfGRgfe3fgLQg+F2rMWiwq0a5LGY8DBV
AOVvALLitPP7NN5L4p5rGbWl1bkTCc+bBoqVb6l5rW2mMvVxXYKgvTINOwHsIRWLn3z92ruwQrlD
LoslBxglMLaH8FRv5g2qV9vsUIKmIzZRuIVGmS1tc4s7ZC6fmZAZdUTG+q0IAeFiuPgGykvaTubk
OsEW6D9OEu7dT8D0fb48iApIbSq7txRPgzT99Aw5ekvazQoY/2TGN6zCD5ffQDkRcqNj1gSYhw58
VnY2WMrduG888Am+Vx/hreQkJaivKsG5vhvXL8WLsVMelebipDYV7IIyU+cg4z3u24346X+CMwW1
Jd4VzeodVdITSM0lzfkBi/Dl3BOPX9xTfFlOEiOCfeX+YGS4iPs3A/DUMSxPpn7X7f078ejPZvB+
feCrm3Yxbupgj9WmVFQinRiDLg1ZGkibcE7DKgIxrHw9hBaj0xK0PQDDjYOpfo/9vZJaSdybc8V4
IZOP/Xbj/DuYr6N/YUZUGh+seGQSg8xKQ+23hJeMIYQmL/2ZQx6PKx55WxZkdjUYLaySe/DCKlQM
67CfYLUrPzlfttNk40NvdNIfVOQNo8a9vmKrREuLLfJ171/YC8rM4DqSP52sytI0vI61F/yBPlnt
qDTQTXzl31uLv+Nucq99lGMrveVuJu/6VzCi4hcf4+IjWtDkIWLBbyoBe2UQ3EK2IMX0k3NrMbVU
RCpAfN2HxG+qOjd9tbIUyHUkrCshawGpmJPWOYEpwAoffzSC03R2FX4oiTMllRkzBcjXUpbL5aMi
jcKNdaaRKMv1jTlpaGY+85od9Z3dNXaIxJtSulr7hBZQRoxjLRkVYsSu4qENgWG2nYeEw5j+BpSa
sWCsqaTCCaDpBWRwYcMQzWF+GbJtNns6sH4QoHRnlZGpYex3GoymTHXU9WThMt3hOieC8lOOLRhv
Z7G3JmM/cgyv/z/Srmw3bl3ZfpEAiRJF6lVDD3Z7ihMPeRFiJ9E8z/r6uxTcs62meVrYOchbDPQS
yWKxWKxaa+uY/vP3ldmXHDYf1Vi89IjybXIFidvy1F5bXmpHN80uthvd+TLtvqX7/mqwKWSbL287
aSz8sSH++IYVProPfLxlYsRK0noBY0gFbriXxfw++1BKLJD3g3hQJObpO4XqBkFoxYunLjwy67qt
nsLUY/rGULaAhIiHjkpVZAvnUjntqhB0SFdo3UwHt/urMhoQMvwzJMGLmP2QhSO6hR21eEezOSLT
FG+txVYHr3xtOMMLIXiJ0Xh2fg5Msa5qqblwDaHENeMJipGOl1dfvrs+EIQdPKkhmbkJ65u12J6i
CqdL4fjMOPWFYqcBdZuBbRypf7L/n+3hA1PY0Xx5rqsW9roor54TwnDFS3PofFppdmBNaeCADTJC
wbWaTK9RZ2ToLUabvZkyBSTjkaK/kW5u3rsRDVW1wceTOozld6MN0y/orjRAZgX6IRuVANEhmxtU
rpZoJau6lv9GWaH/1E3q9AbtSshtVSOoXRNdsZypRT1CYgbBIWiZv8taqiNqK63khvVBf8OmKTii
Fw6kmG1707QRXcRujNGtLD167/kElanEooeZNcavUK1iaG8kGXJDCvVifXxUS5btk4o+6qNiHYyC
gM9Rie4LK1I2FlSejIDB/L/NiPQykz8zlAZgdkF4oaDYf5ztLO5wzL1UkEZUTnPxDW9nVr9FoC0/
Cz5whSx7PoUaQRHZkoGcwYmi2H5qOsnfHd8fKEJkpLA0B8USdkQFmjPaOX6/C/1fl/eEfAp1sLep
kEtYGHTOt11QWUaSTwDp4sdg3qvDt5nuEwR96M/Iop3SvNVLRdvfHHQrVCFmMBYl53oEqt/8iKqn
SItBh3et9Ec9eUzoVgpEulwrNMG1pCyi4LwGmqK8Rvq7gW6rmXn/40SK3mUs4sC3ABKXD353R6zb
US3srriaQrdBZj4vnAFvLuXWE7j0INCthdMQdCCgGTtfwDK00nRuQZHFan8/j6OTReFtNwS3NZt+
sCb7mwNuBSesHCgaWd0RcNkE2qtR2ZMS2Uy3jeQ0bs6orJId7cf/jExYNrMeLK4oGJkVk6OpxHbI
D6X1qiAm19h1EqIn2PCw8S4vpCwqQgJrEUAFXbT6RxRuFSNUIBBU8oXzbhozu27S3ZQnzlB04AXK
92EQH6asQaO5+nwZVraMfNHkRkEhSJ3EEsYcekaQuoN8vN/ggGUPPY0TOOUGFz7rRsUj6WU42ZZY
wwnhgx8yqqgj4BL1YUgbr+Hf4nbLTcoO3DWIYJqs5tZc9AAJil+Qs4gSt09BsQB2heKa+OZGRKQt
/lA8a9Hqg8ddU1uUBQS4KJ2HcrTAN2ImoZ36PwZuo37Z1X1QEX3tcOY1UBdD07A1tbavvf3FhIJc
e0EHT4CYAE0Vo4x5gWZyRn7CzzrR/NxuXdCl87nCEBatyqheJwtnRhIStMrshwCtdDGi9lfS/TS2
6KSkJsJBL4maBsNEieu5Y+F6UgR0wE7PdSRxQlAMvY202LiDyKI+JKb/AyKe4MkA+l1loRGsiuYp
zOkuR8X536zMB4RwWJvlrOSdgnE0ZeSFyE5VU+uY/c/LKNL9a6lEg6IcSBFF47P01oqiGGvTa09t
4hAzhgngLRYk0qxPN0xdaggrMMEJIy8zkyIBmNU/+ua9xtEFT9/QtOpSdgzbv2jYgxe2UGUOyRAI
5Jwbgt/lJfO1RTiAlPuA1XY8Ui9PNjbQ8s3i7l2jLLt75XdBk0oL2mADFdatj9IEk+0Tch+nGzAy
976GER6Pu2GcJ2Nhtwjm/JC2xr7pUWap812ZELsDh3M+3qnaFkOabC+tUYWdayV+YA3dgkpere43
aa+I9fWyAW7Nn+j9oPLSEA0QXTsifWbhnafk5HXMwfGkfbmMJR3O0l5r8IW/QBVO5pylWdsb4JMY
YAmqxq8Gg77W4NW9DCMdEp46/rgf8BwKMGVbxJPWAYbi6oZCLuu+K43felDsUX27v4wl2b/gMSWL
jSMWhE70ufnVcWRUKClG/xo/3BEoLg39rR5tkdct6ywY+RmKsHHzySjAhdCg9aU+lHNr11tHhMS8
AQD5MxWE4QQKO+fDmMwpmhIfADRp3Ax9jLNmgMb061xDl9FX3sMmsxvubzzySPwROG6JhcIwEDqp
IjGW5YemHtQt2ssYPLjq26NpPLAytOP81J5KulXmJDGMM7zle1a+YgpQFoL6CJSo9TuwDsRNcUiz
49wkG+P6k4f9tF6rgQlnYB6aZtqEANLQfWEcKXFac580XmI9sWFHqhy9PYcx3tO5s9uOIyDdqgiX
bLX1UEW6EwRpdCgJvmCablIUUxF+SPLDZduXVVKdgQgePlt6i+dl/RJl8vwRZS6xZUdjc2osJCRY
jNqq0A614bFA+LWxyf8LOHp8QalGKIrfzxcThRfzNJAO3QW4TFO0Wyp8l0bPufHYKIXtsyO0pGzI
T14es3SjoGDzP6iCb1HKlAwq69FX0+20wM2Jg0B1p1b7oLDLDM/JW5z68oX8ABRsFh12eabMGGbd
3KCvxRqdatwIpqRTiZorEGOa0LX9VHs1Gcwvg3KAuapRezta4eiq1QRxe02HmpqFjlbw7ndohsLL
GDVmE7xfxRY3gmyc2iJBT0GKaSIcOl/OzGwnJRlmtBUg1PYDgtbF27D4cXn1ZN56DSLYjJKiPGzu
p6USNnDG5CUlexWCXcwZ6o1zQdZgp62hBENpVZC2+SnGY44e6vvH8iGiz2H5OLZ7C/3hQ+mlyU2Y
vunqfu4OQ+qggDSKXLJF5CbzeevvEOynjbjKoYcInwe2kFJ/ytXJRc4BVfXjxtaQriBUNRYtaNTL
ileZBM9GKKonGLFOQfS+m4jilMXu8grKynFRlfKBIoREoVWGqZECJaaZqzXuOL1x9apXr8Nq79Pr
nkGKiZyi5EZjzti90uS3P781W+Wcy6yJDn79FYK1TqWqDm2HfmE98hhqCYfC6SpqtyEDnTLylu1G
dkE6t9D3BesA1F7QXnO+O0zO/FRhwJtnq3TThuJ9h5EftKVb2UNdFmtAa5YuWrOLyq0AlcZVmJQh
JphCSLLyRpfaeDFzEkhCJzYeeaAuPkDLvovt9Hd9mHbRKX7+BW31O3Ibudoeh9lzCtV79bBF7iqf
g38+TCyIRl6n6sYBH1bxx8QPbX0+JvrGnUXmINALCgVllS23MWFdZ32Y0jTX0RteP1UqfEQMsowr
Onsa2eoNkc3zGkrwRdEEKctZx3DaxlPxbpGALeDyXtlCEFxQVrXpkMxAKKCJ0miVnWy9JklPjvUg
BO8Sj2MWGT0govgIQozQ8IbsR6geYohOK1d+c9K22JxkVgB9gj+izyZH1uZ8J0BuPptibbECY6dy
r0KzwRbEnxdMcXcTEBEsAgUIicUGSd8IcXOIYQUQcr1qds3estzmPdo/T263gxKw6zs+KDjsjNmo
jfa2SuFlLnsNL1iGUmQ0nZYhRqAaVeGnERkz4yqaN859KQ5ifcg+aFyHvZ9PJTcHFHNFGOY03kWm
a8RvZnFHyeNlK5Qu2ApFcNgqUYaFyxUOG6x4pnIwA1SUb7XTycquEZKBOoJBfYhCNO98LANJO9YX
yBlaPLtV1H2NPkv+5AdP3WzrtLhOrPsM+AbfoVHE2tppMngCaRmOPB6uUGCmPYdPJzMItWJCHeOi
1jO4I3tg4TMd30n+VanscHZR3cOxKfQ7ssXLJdnmS/qIo6oduXyNCjuiYbh/Qp0T1aCq8pOXlRs0
dIsgS4axkKZDGQ93XVzYzsfXJX3TTpaJfFvZl7Y20R0EdB4uG4rkTCVkyeghdEAm1BLGoQ6amdQ9
hJtpyEFX6s3grqj57y7yGohUR3x3GU5i/WdwgusyQ9AXRItOtDKAfkvhN7oyopUHMT0dD5eh/hxN
gkOBgCWCS1OHVjJSH+fTF4LavfYtFOIPVwUaMAYHhC02heyX210V+z5Gp03hvaHez6Zfegcsf5AX
DNz3zE1OuqPaDE0Xl79INterDxLPUsVKjWE28EFzh6rvXxMLXbjsECwvfXBT1tNfXIgxAQbKAdBe
Cl0wYXv2AUUHXQ48bZEAh2qv4WLU781LeLAS+3XI7ILZyeRcHuUfjcrP8/4BK/geUvdIT4LuxXnK
PHBbBCCi3UNeyfaPxn10mg/Wrr9O7dG2POs7ni4z+4d1/NEcQG2n28GuebsFWVq7mxzfu/xhsigW
88FAPYGrqw7d8HODCNoIxNk+Psz/puzKU+C276Cy5K5/CjwN3EtLV5mTHf+CbekMlpzD+kGqaPPC
CBw0ELLUe5s/Xx6YrJr1DEFYaF0daF8xIIzvvasf0M54W9zGL823yPEfKXLAdvBovJQIJ1GO4F6F
XmL//h8/QVj0rExokAZQioZgqw2GrjftZLjFt/vs5v21vKH74dl3sNKKy23qTtdb9NWyaqWzKRBi
SIsEAd55MAXK4Wa8y35zB30o5oEf31+KPZq+/NxWvhuP/NHas4fJ/nl5+LKL5xn84vdWSa6xRh2R
EWH49O6OO+a+f9PcEaW1wQMEF0soM+sO2Bq3iGwkpzzkvtBbhaoQnEaih7OgWFVmcwKuad9ryh0l
EbLjqTOaLh5p1PZGCa5QUqHGDkeR5Pco9MathwDpGawzA+9oBLoTeIg9H/hUstJkEIJx5haXa721
E9Ww4ZTRp7PX9WNh3fHGDkDSnuW3M78tt+6/sgMFFbUGxk91tLIJe1oZoWxldMAf6DWP3SA+5laA
fPDT5QXeghH28GCiKbtRsb4+Gm3nqjihI/xdqcMvWrulKyFTOiU6N7gJhhyGKnxhSCF4tDW62BL4
y53WDff+A/fS4/iVf9X2+qG/Hr8oN/nvR/oTUccOR8mugQ706DTPW7tK7jFXnyIMu44bsEEomN0E
esBujzswrqbxLnMqtFE6I7o57X6v7uYrdrw837I7zhLzaCgkA0kQkhfndjVO6CDSjBiT0EKyjI17
hVhOC0HVYczQ1xFNd0iw/kD/qkeaLW4bWdyF1LgBu8JN/NNTBpiQ9KqasK1IgE6fX73/5fLgZNvW
hDgimKdMFZcpMeaaqAWODcwqCadptIOyYMFu1IIU6mVZUHmX0ZZfE4/jNZoQcsVB1UzVCLS0bY85
Wm3bRvcm3jtJBE6K8PUymnTuMDRUBapgEBFfmxoGGa9uKFq4nAglbM1pVNONG5Qs0Q+NaFDGogLq
Twb13DaCuJigFlq2TlFMNhSo7Bmyp1bNvcQvrvs8v/IHSFQY0YHVhj03nVNo0LutdYdQenV5uETm
GFADCep9uCAQDgpHL+mzQO+7ugWXCPfKsXUMy7/OpnQ/+uNBS8kuz9MdGx61wnQyVd+n3XQEUbhd
cagC0PgEyT4nhB5kB4amzv8e5z8SPGrRrgQrbnozRXwAqUOKB1a2EaZJdxjYKxAf69TACSLssMQg
oRKo+HKtemHDSbNs0r6WkMIM72lpj/m1qW4KbC/+QrTFNeYym6tj0vRpraoNMIMmsSO8Tue64gSD
l+nKTi3uRutGS1Pb6lBRs+v+In1I1uDCtgtTn4zxBPBuUL61TXxl8q+N1nox2iJHv7KN6e2ycUij
gjWiuPVyTpuxXYYLVS+OXFCYvyZIXJqGawamPVSuDg0T0Hvq4M9qWjtV95BwydNfw3TNrF8bX7OY
4qXJF+5DeD9JA3XE10AJ1LXG05/KUuqS0Zv9xGP+fZW/qEoGsqbnKv2l8McNfEmJGGFI8plw6AYe
bYWtQhOtrkLSYf7J1xrRkBE+4ZZOyJFCKZvtrAT1MVtvuLIr1xpTCEuNSNPK0ehbp0kfw37Ho6tJ
gaSLvoNupF0EG55J4motznCVxgOdhtc1YUtRpoY5U1GOljWp3SrWY1VzaHtCFzX63pdbD57Legnr
eYYmbKba12oziJaSuzyA0dxkIFv3mVuYX5KhsZPmxtA3TmU5InLcEDJbqlCF8aFUy8iTBrEli1Ko
eSElZzzHaLnvMv1x6H6jdRBEbVv1CzJ3b+HKhms86lpQ5ifYTWzEfWtS1ARBlrKhtwTE64TktlF7
6nAkqafMqWMoqNv8QbsCEhDHSj9cNl3JoXb2BYIVhdOgK4GFmdZZ8ZI3ZXm0WlJvHCVS41kNU5hc
IxqUoFhKuKI+OAZB5Jj0oTYjBy9Ju9b4i6JeDAnPfmgzxsFliM4gblk2zlhKK1I9RmaHR89aFH1t
C76bYlitVm4Yz/L9n8z1A5EKRHsI27S475bqMdQWliQ9+E3gJJt6IPK1Qv0O+ptxNfrjk1dHjGIa
fChiFBYquJLZpTJ/V7e00iROBXP3ASG4dZ/o5UCWOjg1zg9IjIJreLeUHeSBO4KbjSgvl81PahkW
gcKPBZopuM7zU1MfIxSQLUpzSm73ir5r/Ls62vPU0fPJvQwl32wrLMHU+9yCCNQALDYX6v3UljdW
ZD50s7Uve1Rq6kR5JEYEPi1klO2xSad7SKTrXkXDqy7N4ruWZ9m3jW9axvfJclbfJOwMqy+H3orw
TX4WP0EF9Humlrdpmrz7w1OGB8AEVMyD4u9pEtuzAWo3P3gnJuSoL3+HJNSz+OozBH9bFLSL+VKy
CoG33qJXGoTl/PGJbWmny3EoSnOgzMO42JY0N3mBdyrgRIHD1T0LkmOBvqvN6nBZeIIBfQAJa23Q
foz0DvPa83c17Pbm1CIl6rNvQZgf9PTVtCDVCDYVfWrdrHluSH/fUesZmlO2lie38YQWU2uLPEK6
uVYfJSx2gQf8UQ3xUSq1CTsZiBMbvs8Y+g7QqTJOG4sq9UorOGFRFUXplJpgsrsJue/WHXu3QD3N
31gOVnPRBoMEqBB5DirkP8cY5X5V6UAFaQfOcJui+CrRNs4Q+eR9AAmeqYhNv59iaOcl+U+Dzvcs
egABLM3dbnrX/WHDo8sN9QNNOEPqIWwilJpiQ+g6bq62ajV7RatvLXXDKy0/9NkB/AMkHh1FBgo+
mqGENoxeG2TNU9XN2gyc189V6DKeXIOU7vKKyZrzcTQiXuUIPSA4JixZ4qNy8U8h8pyNhxFCXxrK
GXJwMqdGcZuAKFIxyx2nP7vuN81/EbTP4iYIcVfLNbts42NkNrr+FmFVZ0qqJM9w3jRDnNs16gfc
odJD14jC5HB53LIlXUMJS1rSIuWxAahkCI5pr4HurTtC1B0EYVvk/RujEjtap64cyYjWIodqyk1R
IeOvk4PJNt63pAfaakRiGyusJi2YDxhfSfddZDwrBSq+aespAai/WuIkGirZBnO/iBVNfeyxCO+G
hmFHw5aGnWx3wqtDqw8MG0iVCok9rg6dUlGYcRMMTgphR7NlTmPR09C+Rdr4OEB2csPzLGYq7hwQ
K6KygiOT9klYZUCUUoeL1Ko+6d+sGhICTRGnAM0rt9LJ5AbBlpCXfF0/IMl5tOKXPnqrFvldxivm
BMrMvToaoIXa060HrmXCPo1OM/G+xbBRVfGkzLRBiZiOCQU31E0U/LTA+UvUbq9CYypOfjMaIwqE
JCLpjoXab3i/5XT8BI60r2mi6HlJPp+Pk2uxrg8VwMsp3kUx/ZL080aCXzqVKwhh45N4jNVihoPt
zGSHsv6DmqZuEW51y8tSQeAT/RiKsOv1HKuULo48Tk96+G0IQxQFPzTETaorMwSrgvqioCvuL1yN
jpw9gQbbcg05n7+8sjKraXAomh3uOpm/y+Nuz6Azp/Bwo8BI6tVWUIJJdtREm6wBqJCb3ogYIp4G
vDpbd5Dsvr88Kukex5uMjnMeJepii2YC3Vi8u2IqldRBtIqe9RzcB4ip6uyN8uCv5vADTYhe6iBp
jHQJLHztxuR4woyPVhjZyVaaU+pGVqMSbB2SiCpLJ4xqCrL9GII/pfxtqc3VGD73kMS9PIXy1foY
lGD1RVhUJF26s5QWDK3WTcLeWn+4a7bMXhZVWKtBCVZP8qhNCGRqnH6KLLcK/ASP0e1Dy4aXgAy3
3TREToD+k+vUjI2tlZOCo7YDT2eWsXSDnlt/j1IkVcsATkHloJTuOL4rzdHKIrtoHtPy9yZTrHRW
PwBF5fsy0NFwVwGw0PZD9aNrXSt5ztStXkUZHbVlrXCEbY1X2MpXG5CytS62QOBFB9/tUIprGzbd
/1BuJre5m73MDR6Vk+ldthypv1xhC/u8t/p4YsWCDcV3msY7Rqxjpm8dqvLgcIUjXMhnCkHKvANO
8sPwzCviGdyjX0pv2uVfKlCL4rDbg9x0IwqWvcadTa1wXwsGXOZ4ucA+FV4ausrB94yb4cn4le3z
w5RCL8qpf0OKi244Nem8/lHKNFAG/KnQCs1mUeH7AObkxtLQkFm5E6u3hreszqcDdYUirJ5C2kjX
FsuJ6z1t7iiUezIUic+NC92CMii8YNpXuJvhQLL6r5ctR7o7VtjCiuYZ66NSAXbQGtdTChC1OoEA
ZV9H5uEylNSXrqCEVQSlBPjJA0DlyrBXwBlDphjiaShYMFNUHNJvl+G21m75+yofNpZ+2aU54DTr
tdQeiqVuesuZbc3e8vcVBk2RNEKSFLNXRzgaHrL2ELAr/hftNShQw8OfqqOeC09e5zBNq7chT1Sc
Qvl1qrh1+R5ukrJJHinQaELxHoaCRvwTMKq2LzNOENXR9lnj3dUwlLU7zK+z0tygEd3r5/Il174m
efF4eZ2kgcMKWDj1oibHby6BQ4QEn1U5xQxH0vr2gLooM4bQsEn/4rViPVThCMoojyaTL6GKisbX
kbAdOBlHv3/QqqVWTN3gu1vs+tP2/higeACFuRqG/RKrxC1aFLrgRz+hEevyJG5hCIdPDiUDC3TG
IDzFquFm4NvqpG6ljKTWvhqI4KemtKVG1wCk60qQWanU8Qn3ZqYh/Cq2giFZgQ0Mcum6RhUfil2F
/Vs1lTaRCdNWxYdi3kfFfey/osbbCL62OhKQ0zOhxy6+L8Njs/WYLyMcOQMXNvYwtEUeLa2wRuol
9NogN4H5TEGrMNopHtSqk0Zt3m+cNtLQCHzUmkFUgshSGPFclawpIoDmSvY8huhuiCN3IMQrqWE3
jQmRxNhRM2V32Xbkg13hCoMdm5CP5hJ3zijxmSI805qB7fPJG4sncHM42vSUQySs4E802cpwbYIL
fqdrUp2BEwihS9KjduGmyG8ZfYeelBuxq47tK98N6oO/lR6R2vJqzILXUYI5sEBNDR9AvCbmD1Vn
2tSvdhp7ujy70mNoBSQ4G5WqQ92GAApZeJxwmeRKvlvIXS7DbIznz013dRLFLY3Hki4wo+Xb1TA+
h/psK3jd17pu456ytWZ//r4CCxMD7/oVwGLyWyu9UXf84OjjOb9aiJuGndrtxgbsx1vKI/JAEB3d
FH3DJohaBTdXZBnIoALE8m092AEYk5IxQCeBsud6Zut1cSDphP+vj4YaewYmWpnZY4oGuNR6mvRf
ZdYdL0/7f5mKjy8SfGJZo11yqtH93ZcPYJ8Y+rs+Rb9feEVBtc/0vYK3ErP1rGAjmJIVeUPK4wNY
CNwaaMjQnGMq5uq1DvR9axJ7HM07czLQgcO8UglsLX5os+mq5yNe7NQjDbOjrj7qaXhlUf9rZb4N
/DVviKN2BGYSXvUMD0kDCfdtof1q0toLgsSuCk21+wZvHwtjyFBtCXdJw8LVQISwkJhWQieKgaT9
fd8eg/i9QpmQobrBOG2sltzBfsyZ4GBrv+wtf7l7VgRanI+NP+7V8kFr7wzcKRSGZ5evl81Dvvk/
AAXPGtRqahoDrKM0fNAPWYdG1dCiOXqXYTatUHSiOTpk+37ZF9kd1DsqDjKbzA5UFH8dk8TJus4F
KfSgbb4WLFZ2HttQ6BNTkHKhjQ25XWFGSwvVfERFAFxGp8aP9r5xZcLicX3p4rcEaa0xdvr8NGZu
3fU2ni03Bv55goGvLa2KKJdUmfjApJi93uBRGgF4BdqcBvmtXaJeGxFx/Yq7GZ0cVtzXKiQXc2du
vlAwfafhnTr9e0bF8+8QjhOCNv8urPAdYTuXOyRXBvCPgI3WyOs7v4gjG4xU0+7y4KVjh9g2cnUq
RdAgeIBhJkmQUB3hmHWbGoeg+ppsUVYvn/1peVEGy6mBG7YqyqL1c4Nn0AmNOL5Z4o0A8g4UEibc
QFNOSFzLPzXoa9k4yWTDQvmpvqiII30v1hIphMGgDAxrnG5NUMJm0y4Yf12eus/hMk6QFYawL0fT
ClA3b+BCFTpcgdls1l9tjULYkdFUpf64LE4WOj1y9NNtlb5cHsTykeLirAch2FyHzIClKIBg+Z3C
OpBJeWZwapt/nUM+nyshgBmwHtqyzZyxutHHnwUaGrIHrm88achXBEUGyLKAGsAUULLJHIIpxYp0
ZLDbYJe0G0sun61/AESKCj+a+KQmACinx7pe3tVD/5H0/ob1fj5iMFuQawdBGge7l1izFTDIClnL
bPl9AMJKlLvD8c6lT3+acZc/B1RJfkIssf06+zHE3Js08TduEdKB/ul+0lQdXVfCTOaxMaiFgYGS
IESb+DFT7YYldrZFVCq1cAoAiGMhZcCEWGxkVTY1oNdEA9133qO5xwehj/lw2cY/BweYzhWIEF6Z
IVOqdgEx0j2P7ufhMe2fcOjYXddsrJzUAldQgjstAl9LZwNQ3D+ZaNvMu8y5PBipbawQli9Yhc2o
wjVLpQfCYLxk0WGECuF0q5XfGvNgxC/FsPGIJnPeGjqK4b+xoz4xJLRjU0Ooz0JgVXzNdTCWoOW7
Dn+G5bvBvkf58fLgpNO3QhMHh4bDAeE/XrWmQ5W+KeVG0kY6eejmW1hUASPmpxI9CYagV2Bu/XMb
nHT1NikRWluvzHiJwZI+vF8ej9S8F5lmZNxAlydexvNenTI+B60T9waEFDW7KWOUa28FDlswwklU
s8zKhhIwKT0aFjoBdTiFrSOVSBdnNRjhNJpjk/BpGUy9K27BXHEMvtPAbiia/rz0iTq5Y95ezz/1
R+YOLxztgLFTn8AYe3lKJSUJ2M2WwRcWUISMYh+iXukzquci9AqkLrka3ei7+YoW94NvZ6cEAo6e
9VUpN0DlQ//AFDwIV3ojrCw03iJCNfuv5N9Xc5yPSXAbdavEWuzj90P9VJcH0/pmbdHJy23kYwjC
1soia1AMDgiT3yr0GPDE3uRRlJ4aFsdhbupLDlg4NXoezRCPAUZWLaQ4P5BxWnhbmn/fB03RMAe3
BPovczknz32gmnQjDr6lc6834dLnpH9MfR6iB4R35G1MwuLfN6yfIwoGMFd6oAQZGqry4bkvr1Tr
22Wrls3cekSCAcyJVmY9we9rzaHsfw86dNynfZ9tpXhlRyHBNQdY4GX5VB05aVqMrio4QHV0tSG0
KTn06pEPDQK/w+UhyQxuDSUYnBLmEHyq4C5KHWmcOXH18Lnikfu/oSxfsToOld5sg7gFChh1Mq13
8Cxrgkvrb0DArWIuJD6olzkHmTtima21DAVCL5DSMECOFm41OktNAK16/wERIvE6QDFOEAIkQsfS
rEeuiYbUJNEgN/718nCkSAztVujzUk3wnZ4Ph5TI6sUatg8zFl3Mu3g8+KrXbwlXSQpjELoifl2I
fiF8+ic5v1qbMZkiEiEv6/TMcCrKnmJI0hr6XNvocLeh2OZMGXqb/WBnNltV34t1ifeaNbZgfXxq
9WLAU7pD8tnpaH0/W9rGbUMWTID5geNIRC6RiQRHQTiHOexlKesIcN52ee8aDXhq485C5VQBftK2
9hOX8BoMb0O38SAk2144AmEwIH0x4HDPF7FnxGdzhFCJQSCHB6DcLvnJ5+1fXAR03KSW/jxwIIjU
uF2qWAZCTkRkvkfQXRb0hduClcuqdpeNUjqeDyCRHreaiiEsTQDpagPBX63228c8KwcVlzmoYG7s
aLltruCEIwSpyGLKCoTRZjTaUBq101g98BERbsog5hLlTmuhOna868p565Igi6mRcEH7CBIuIN8W
lk7PNV8bI47rHfJNhvWlLENwO1anMCGuof1sQdNzeW5lXh+1B+gAUnGdU8XeMWZ1o9Hmi9enQ22r
bRhAXDDKD6QC7WyPV6Lq5X8DFHcfNxO9rQFopQWSwr8DU7XjAkEi621qjM+X0WR7HR2YUGKF7hro
ZISwA8V51aB3uKwaI/hSuYl3gy39cOkMggcENWkMsae419msxnq2WKdGRjc3vYkmdo22fFDst4+X
R/MnShJdF3qA8XSHOB28goJpqrgjpGnTIhg8Wof2hdzoYL+zx5fhNnHAIUbe+XHYzbem/S2/Me+m
++nuFbW3B+vAQAGCtl7v8vfIZnf9OULoUw2zOoclPmdZxNEv8Cj8dBlBQj9BUX76MWJhQ0RFphOo
KbeOvqO3/g0oJ+5blx3YbXbVvSpuf1XemDaUcjDK7JR77VaoIjsQ1/iCubakqVBQBnwDnJxpeuLR
rV8oboGnissjlRC3LyPl0HzBc/SyvudeO05RytkM6KjENn1RcAImU+6aI5iyTH+fZrjDdy1k/NBV
hiZS1IS4atFtlY5KfR9DUT5Yc8HMhweX849IfW2ujAY3qDjprnwaHTOT23Hd7ToCJoQ0sPvpPg5B
VRj+vDx8mY9fAwshDh7jK9znADwGud1FhxwdrO14vAwiW0wG56qZSP/iWUGYYrW06sQ0EUorbD/7
YC/Zc/ONzhseTlJZsJz5oJpAhg4S0CJ1R9INhtGBEcfRgnsTQrToqneiJD30WnPsk/YQ0enRLF/R
tuvMQY42ce2K5OFGx4p0rBaiUlTLgsNLTHgqCiEKio/B39GmDqpz4yKws9qD9ODlOZWdWOwDR8x7
jrnacFTYwGLy+IsexV6lld9nX3V7Ethl9XOKtsr1ZMEVxyZQDbSRoMBZ8OnGnKF/YgRLgR/pUEzR
5+xQF0gOxqN/r+vFzTj0oUMKxXeIRrYEmmTeHgXxiyjGkjgUD2jIYTRxPYGGQadv8XDfZ7/mwRmb
3fjv+0iX1gIdEloMVcC6mGZF24ISJASOx+TPZXOM49cmek/K105936LNkDzvAcsA1w1FcTCuKIKT
jYe8m3D8Y0aRUu763YQ3rWGnhXca3XFtxwmUk8gz2cpXSvM1a1zBuY4JlJhUcLE5qrH7OToPyqGp
d/z7F+WJ117UePXThpeRrh4Fv8XS74l/gnsz5xSvMUunPE/RmEtPhmrr2g81/hb+H3Nfsh05kiT5
K/XyjmwYDGu/yj5g892dpHMJxgWPZDAMq2Ex7F/fgpisLCfoQ3TnXOaWkU5S3TY1NVVRkSXWxWvH
z7ywNPNnqdblZjRZwvvHhpBdIb90iaMucY5f9TWXdmaHgfUG7c3JDq+BlCXr1k5tvqW3NdJvbnlT
Bo52//WBXxjZryvk4ukWdPGfcxhNvfjomM2f8gRCU9nd13audFFiVyIVATUfcMwp82zeKIwczMw9
rt6V7pA1ufdzB1Jh5ol8Z+fRiVflDcg8Ont8/trwtavo0u4sqqkn0fnc7LArxStrN6CQY5b/tQll
+hvzQO7SxuzEtXJK80SCjdZPFVt5hIa422/MjXCDc35POpc7FFR5msteUmeH/gPn76R7Lr/B7Oyl
sSFRKcXsjopyk4yyD8IrRwegYzRv2rLaLAx4aVJnV++gGfWg9xiwcdZXuUfeJMhVQ3aUHdFWMXQu
cVM3WiHf1NjjYKvf2Grconn2LXw0/aXE0P9l9qeAHRSb6NSfzX4dGUwfQzhxeaX5+SpYbTJHJ7bh
k2PpCJC6eaor9vSdbNDrzFfxSn/Q/8YbHURUf32F2fT3YwDhSQ3XZhNvgX5V9I25RNp99aBCRwlu
XVYhwzhzdplQSSnn0yiLH03101JbyOWc9fbn10t71ademJl5uqQvC2C6YQbgbtG+gjoiyA+50kP9
fDE8vW4LrKAW+rfBCjTbRcmY9GMYwBaD3EDaoNKpA2jzUjPN0TuABvTOQaIC78rkvdYj1xjag6UJ
d6zUgxSbvpTe9CxZ8IdXY2bspL++1LQOFw5RFVkQtHKJSwWizg10EaTMsYbNALFt/dtYrk35SJfy
dNP2+OQ/QAVFgeXEZMzBq3JlDTlVcHNmpnybZPoZ5/lvBHZo0f3LxGxYNEykfigRFCicelXsdGQl
J+ioYZtB2oZ8yR9ddRAX5ma7VTRWLYUTgxFFxqVr0c+dIhEIcbW/sVsvzMx2a6cXpG8CTJyekDUT
fh7LLrIjjtS7xVIj49UhIYkDL4NI0/rF53mxMRji0LgtsDGIABVqqdtq7f0dgTioHCAzD1IwVUFc
PJs4nVdpjagUtTfyM6SuQCaOqn4UOBJ4c7PYCXWwuqy/nsVr288iUzkH/XjkE07SGHu9NDUsVpGB
g7Gix7SrFhzkNe91aWJ2C0slyHXLCMOSIqRMw1Ma2xzUTrR4+Hoo11zKpZ3ZXRCV4OuCwhwCKIAY
THHiwht7boe5Vy8pdS6Zmvn8UslJIlSYShTughW4qBS08TpVvU+jt69HdbUiezmsmaeseKKDERjP
B2ndDHat2Oah3qie5SinYgd5RDe1E4d442prnsK7h9h5YO7SQ206S3MndfkdZh4kq5quketpZzbc
y7jXjbnfNZatkZ3EAIj88fWYrx23S3Ozg1CCdGPITZgD2/q9NDHvgDkUzBDdkqu6ujVBDIq8EMEh
mCdJSFeOVGoQc6ulP9J9oR5M9jIu7Zars3dhZeapLCtKM6VBPijKVp3ZriUJArnBrheZV5g3bJFz
fHopfFqtC3uzlwQv0R4QtBgVuP/MnwayBd+oK9/SJyiRstYumCM9Dq68Vo6lX/vBgZ3/xvIh7WVM
sCJwDM12bEuhah4OGK+EqkUCmqZIdfQlOb+rjuvCyGxLskEPpV+TGuSRKytPEXiKvx7G1TweBG50
A92nE3Rt5lDGBPokfTC9yKRTmd9wBvg0cKpvkfqjak862PGKA5NWiXz/teGr2//C7sy7BAoZk3A6
8WJkkBJBAddARLT0Kru6Sy6szFZJqtqsHZGQdUp+VPN3ddgrTWZDD4kVHNRoqZfr378e19XTdmFx
tmR9XpQWL6Z9IbZW/By1ByaetaW7+ooVsIYClwCoKxjv53WQVi7ksVZgpQgkJzaon3a5nZinlkQL
T6ErTa4wcWFqtlAsgeiSwfEU6sEefiatPa6jw7iSDupNVdnZhjnDznomC9W6K+5kElxBnx9q+xM3
2ccotRBSQ1mHpCSYp0yUkaCQPTahrZJJkdeDQu/Xq3ZlN34wNxtkTbvU6BKYK5R9Jt2ReE2ku69N
kKUhzfYi0G6dWU551kq769BpU7lZe2hSF0ylyA16pP1Zq35l7mTztmp3Gr8R0Ukwt4FjCxdm99qT
EuNFOxnKoWhunKeWiZA1aexQOC9cdqQnyEud8xfVuYv27b5eh3eNn0Ege53sOaoz2/BBLClrXQku
PnyB2THhAcS8tARfoA/8oPeL0A2t59Y6FuFSpWJxrLOLtirlKI00mKLMRfMc+KSYrf4I/fdk/xb7
8VNO3GjDbiDdvm/s6L5YvSwlR5cGO7sbTTMHPNTCyjeZ26muyoRdZV7EvtP48etNtmRpdiumRj7U
XMdY1cFpg12Zbof0TgznIFq6OKYTMbt/Lxdw3sYJIAFV4wqWKgUi99/rZCGgvpblJVBzVvFU0EzE
7rOhCLVQAnVSSYBAihac0M3Qp35J/ZHvht7F4IAxcUZVW7gQ1SvHFBzqOBRg8iWA886KliETokhR
ZQbjNHUr+DfIc6P0Etcgxu281AzsOHGYpa+zYsfagxTuwAo1aDudHjvtm97dRjyylQEM1WyVBG6c
tx7q7p28S0a/y11jxMuH2oO6ic1g1wRgLjZ7rwX4EHVtR/SPLXhd6vpFaaYqmmNAPahIdkN1MmrZ
70PUoQFdgJLwkge8snMUcKcTMNshFFDmNwoSMnkujRriAHhABvUdEG4kjoXynbbU4X9thi9NzZxt
3kHLNVUmU9Ee0jcidGgX2xE0AZirFwue/aoxdI/qBD2kClrEPl4kbOzAR0hhLG0tG+STvgzi15p8
k7p93hzjova/PoFXbubJ0F/2Zo6tEQOP8AbFq0l6lA0w+yr3TOj+2Hhf21ka18yrQUuTFkKfxqUB
LwpSQFN5y7UVHcNVYZgbc5FC6opBStB2D4olPFs+sU9KSmgGoONuHALCVVZsovH7AGkBXp4i4i2p
kF+ZRaDTTBNFKw1MnfPrP+NGOVrMAqm9FjhD8TAEIzIDfscXdseVe/+DndlWLAgNVSEbjcOtU58c
UnIfLUkGXHGUH0zMNiAdqRXREvNWB6qj0M7R/0brAUUMCPopZE5RLJ5tBWWkOuMhJksNm6eaj25b
hHc8XogZro7jwsq0Py7SQy0xJT2SYSWBf6M1RGOW2quuLsaFhZnHj6XQUooRFsrsvSg9Cl5JgjTp
1+dmwchcfEfVcspwQBqnB/Cl1jadqcLzLqDzF+ZqrkhlZmVrqDlGIjfaKWwVFxoA7tfjuFZvulx1
qnxcj6pCyzEqeg1YMMZDpO+1IXE6EErWA3WLiO8nqBkPOzzGZRs9Iyh0cwdd9G7YgnSyk1dBd66T
pTrBtESzqODDl5qF7byNeW1JmN2seTDzczkcGdulYoeqFEm8trn9ehKuuol/75hfcooXezIO5JbH
yrQno27VRhA3ip4gKxokC01fS+s5O8NNa5misKYznMQ3TVXuMn7/9UiWLMyujbxkltnLsIBmmICv
lJos7Ptref8PSzPzEnqUjtAqw1ylmnxvxnFsm2Nn2o013PSt5FmJ6fdRbtfizkKb89ejWzQ+cx4h
G4lmdgEOhHyfBRWQwE7ZnLLxBspsfWw5nbTjkrJg9epmRNYLVz9qDp+qDqIydaZKYetk8FgB9yIV
7dwAPfdoDnzR7+S/0VNHodsJ4ncATJVP6ohmr4oC+r0tOlDbn1mV3/fIhTWEuzLAmAsTqlw5aJe2
ZhPa1aaSlUnUOmQv0E3M7GRfvBiH4Pyg3FVv+ULv1BWmAUC8LoY2c81mAHo5wmGufZOP0aNxTo7D
e2nZxc4YHOq52uZRu2VLLk7+epDa9PnF8S4MJYU+Cqzidep1P9vM1g7qJkztEBQrC8auuZKLEX4i
5SRFLvMetlDodHlcOiMgbfGdqa6+Xrlr98+lnWlhL8YUanGa1DHsZNTa6Km6C0Ev1w1LCaIlMzNH
3JCwolk9mdFkx+y2MbJrS1n7a2iOy12hTU7tYixoITWGZjIirVGMWFXf4nu+Jy7f5d/Uc6zb0YIb
vnrnXU7ezA+jk0puk2mRBH9kL5D7/V67wpa8CIjKWrOl92Kn3LdA5d+mj/9vyzbzz/CbaRVVsEzp
W2c+KlTYpfzwtY3F4c1cdDskRJKnvaEfKNBN34ld76LtRNvcYUj5t3Hb3yQuVFmUlbn03F5wKNrM
oeDW1sO+hG3UxcvMJicVhXhbn9QxvGcZsAJjIUa6AqeacGmQ4ENDIQRQ553twYBOrqImADsXEd72
pyzdJjG0w1wlE24Un4fywIN106zKwZXKY5wsnMQrGYbpC4B2EV0HKEzPcRVjD9KblANtbQFLnrSp
mxXQzgbGCpLLARRTN0OoQxPFy5YYJ4kxzebHOOmj6dnJyU0GuJWBvuhE3zEDNckMNLnrpNtAO1uy
Tlm+r8pvOV1VxqOl2S36Z6Tco/I7IS863iiaLffJLeChtsVkj4IfszuYZbAe28QxintkSSA+kOWV
awFAKYrWrqvv4F9w6vrERkhmFGuqhChQblpV+JBgGcRejAkKNd/NUfKkWgXbgE+UdTx6RbbRym0u
ca/sNlxaBfFG56NdZ5vRBFP8qmrPSX8IKHj6uM1i5mb8B4t2DAyWOqKKLHet8SaNT1xBG5AP9fei
WPf8FENfcfDlGvEqfwTpnRysY2NtWo95cQt6N0ga7NLhFvQ1Bklcs1ob5dms/SyhdtHuNX0bs1s9
30vtQ2g8WSj4j/uk2uUQvSuTjZHfZcmKi5egu0fdhFtno13num0MK2hWc5wfuQWZWvQmVBBUnLrR
Rw+KF4GSJPsmi+fciEBzHUBiwUv0QwgJO/LA47OUv9ABgjkBuCwgQaYzTNeAmpq6FZJrRW9Krjkq
e5aHI+QPpCJyGhRSlDZeZ6aP7efE+UNQrsFvO9Y/69KJrb0cnJDGasWDmbx2YPABj1ZbThOyg+Y1
t3onaX2mekIWGwlNFTV4DzXllNLOlnNzZSbfgBbys8gDf+7Sff85dJpaUidpF1VGWWje7ptpLKi0
sJnAOA7ZGJvKr93Gi+x0L+xatuUbegCVrYcddpYZGmQXHOEV8zpyUaplEcjqQgn948VSplreVBNM
MN6jNdbpnMThp0q2A/vprEOwk2/fUDh6El65MPArEpqoOlxYnh1MPR90o8Kl9gsehEahbWmPT5Au
zRC6OneGZxwKT+yHdbgx3MKNV5CtBTWPu3QTXPEPH77G7KILW5HXrMPXUBwwjcF04OorOOPOz789
gPvdtlxjn9jfrB9fz/znKOjj8GfXHMSJQAthoF4GIqkw+16ADawo7IYujW/6/jP/92F8s5tOTjIw
J2moX2V2dlQdugv9BOMs3XZVe8FOrBtnKaV0pZD1cWyzGy4LqWLVJuY0e4QC14b7JSSOPeQf3Zf6
cExXmrNEObA0ylnUnFLw7PzC7xrWlmqroD9Saf31gl27RS9m0pJnMXI4FGhRqqajorNXWVuPMt8U
4H4V3QsqTq6V9i91p9hGEoLW2ER7DVrSuqi9nfoxv/4qVzTwLif4E5O3ZaVKYU0leQSDtxZEYny+
id3kGLivyap3xzvcajbKLLbwTbt1Oh9of3erxfb56y/yaRNbFOhwgHEpugkAfp8dnk4Kh1RWAoRR
Q+UrZumUcK7COCjD3deGPq0vDKExFNAKHZR2aID76KasdEwLHYJNSLyBrlznkBnyqOJ/beTzCs+s
zM6k0tIx7QWsgFQV3N4j4jM7j8H0C+zthjoc+rIoXmULnnBpbLMTyosuM1gZd+j/vK3j+0LzuyVO
y+lPfHACs4HNDiQylpKQGwxMimV5kyZl9qRIVI9BtDjkB6OJ059SE/cLecxruwOtSwba7UG3bc4f
ekkMmEw7ph3KgStZoAlMeeyqnUK/LSzbkp0p4L54HI2qAirhARNoIa5zSe/rK7ZVnkEJyPbmmd8V
O+2QbDRHLCEhPz/LpnlVoJGGKo42UZ58tMyM0eqsKIG2xAanbmPI9lNltx5doS/Dm/qVnIWhTtfx
p4W8MDhbyIaVTVQ1MKgf6n2EzPDKcrRb43vn96twax4X0xGfEgOzEc4cq6QNvDNCGCw1v3dzp7UV
Arl6R/U5RDUW/Nrnwv1Ha7+SWxcr2fA0b0GWhMYZl5zMVfuWp7YYPMWZ3mfjSj8JBEahU79gNw3r
pXvr6kHEWwCUrwBOfuoCG0iec2XMOgCrAGlt192UxdL0pUFe3a4UKqDq1BqqzosIem0ahYVpRbDV
/IR0hqN70r7cFq/BjeFVSIccsxvm10sau9c3KxSRULqYQr25/ENjjg3TTdhFYelNvQWw3g/c9FW5
Hx3NKU/N68JenY7dp716YW/6/GIxNUlJ6zDMO8dQgGSpIbZpUydaoT/R7WS7wetvYWY/4w+m7XNh
cRbMGk2Q6pmEEZrf2WCXyFP7YOJs7djXXTLY4jS4xkraoEFk/bN3jO/FVtrHCx3+U9j6adTgyiYg
nMFMzzGAVVoIM6eTM0r3KvlpNu9fT+v1QV4YmLkAIMs6kJHCl9e9DpR3bpdq7MSyeccbwFObwgLe
BaX8Cn1vg4oUdAjJNBS5u3DNitgB+YCt6IFtjeWpK7pNYlKbdNXZ1Fqk+qRo6YHxOcyf1uTi684c
SJuYSSkr0+2mb/Tv3Qv0znQ/PBfru8IWa/Mt88fOjbd02ztEd3tncM//awTMx69gzQI3Kql9lWqY
sWzclPJ3qbk1I8cynzg6bL5enKuLjwQLRCVxrj9pMcetVkaxgP8aUeviY3Hse3n1tYnPCeJpNGCO
AM0bGnE1c7bJe27geTp5ZHB5a2gnPzZHX9uBhnZ4rm12r21rUOg7kV/5Xxu+6rYu7M7ea3FQJRT6
HdjYkbJRi3GPKjXYPgcvDN++tnR9Fv89wlmwB0kJbawZLJnWUxQ9qpH39d+fTsj8iALlAsgLwAMI
Wme4E0MUISi9SmxJpq0Ekh7BjdXfdXxFeHrMluAe10ZzaW3mBjO9GEORwtpgPTXMz+slzNOSgdmG
0I1I68lkQDfPExVEu/56uq4FjxNzFqo7GoA6czoPogxg+2urDpQsr0Jz83olIh/dLBZzvjZ0Nf6+
sGTODmreo63WSGAponLr8DBExjmJDxn7AakYnykU4NK0dnlrPXURRx8crx/lFt0Mmpkfg1Qs7PjP
iF0cNZCcqlAXBs70E18KFIxK2nJ8n+QnsYnl1gAVCTvfHwFSQkKklhdeAteOmGUCAARlKAsImlk4
qUYUbFul6BwWNND72Bc0Q3eNlwv310T/x1v/n+w9v/k/e1381z/x77e8QBmFgef74z//61S883/c
pC9v7+Kf0y/+9YOzn1u958eX7PMPffgd/PE/jeMF//LhHx6vo3q4bd6r4e5dNGn96+/ja04/+T/9
8B/vv/7K/VC8//HbW97wevprLMr5b39+tPnxx28gp7rYcNPf//PDaQB//LaPXoeXTz///iLqP35T
tN8JNAfpJJRtwjPo8And+/SJ9Tv+p2xM0oSAx1hIov/2D56DOf2P3yj9fQLmIVb81Tc0cRALUCvg
E2L9jozaL7lfiH1On/72r2F/WJ1/r9Y/wOp4k0e8Fn/89nFboE0PLa7g1aSIGQEdx399DKTEQDMR
VmNi921W2lYt+sYzuRTdGIRVZ6PSlx5uk4P9t4MEE9tE9oUXG3rowTihzrvpNMG1RG9DYLf7NHYr
Mmk9K9IrjkKwcMQUbTY49KmBxxPdlgYYSSG/OpcYQQSVxmZdR+AqHRRGPLzzg1A+FxaV6JA5tJxA
u6EBRB3xmNXL8Ri6JlSUqpT4WaWPbQoBlLBOIgJJrpitB72mJpqrO/GDCrUHJbk0srXOc9nYpzot
joYUKJAm7FjkilxLzk1tapKfgscH+kmNntK91UdpieKn1aVOSIrG8nIpI/lbTyre+1reGWylG6OO
FVHkPi/XPBIag5oaEahsJElQu6lqDg0UOs1MPQZGk4mbXNcjBa1DxZAcoEbTvzVFJHZVNBbGSxb3
OXpFRmbcgGMnOBSDEb2lfdpGDtdI1oFyTRSAYgaGhcZGFEuZQA1utJI0R/uTDPaTsU+oZUdGIkxo
mIAKenB15JURFXQEvS97LTMqCqA8TfFADlGAQnc0WrUwMdjeb4y1JH3mUlhTp+qkLC53/dCkpduD
mETJHQsVJLKDa+qLwdZ69NLIIBUnI+RzmKILDd0fcaCO1BuJydV+leZZEhd2HZlJFLtlU+TdtzKM
u/KgMYnze+hFD51uQ31FA1QwLuVWfjS6PhEDUOEUGseQOw+oZXlmp3Vj7QObn0sQb+wlXtWoGEk0
hGRLXnaoR0CdphrVbZxJYWGc6rrUM3EbSVlppG4BDq6GOXIXoBsSRLTqAHKIPNSM8caogdJJ3KiO
qZGdxsZo5LtAcCRGWGzFo/CGIlSYW4yQKHpJuZSjBI+c5jDcYgCQo3eR+Ws0FK4zVeDNphVhngJp
IYfoKsYTWRvKO4M2IrvJIkk9BbUmCV+QqM3cXh2rp5IN2ERlK4bMLypwUrhYR527NGpQhYqjKmxd
4Eho4o61HmfrNqkGE30BBojPOiOr3kYIbo9eXTRxuxrlgrLHpkIZSpt6x2SQ4qJfpmEnqZchadwq
QcZtdP1ZuavwmId2CVhW4ja5Bd4qHR0Hua1KzLRWgaVFa9qJMXPlkqF0wzOTnoykFVhNGmPCuB41
9EdHtK7YdiLT8iPRU5Pu07Yv0100tCFFS5A8SAa4G8awP8e0FmIdlOX0o2lPwVSDU6EcdSmRY2ZD
2k7XoOalBdA+1JNEXsdD0eZ2xAy9eJfzVE3WKFEMbCd0AyKeQiHVq2gaDW1qWtRvorpQ5S0eLm0A
pVhNkdm4rUpcQ40nqkRUBPTA1gjqCjyCJD3zc63X9EnyI2tXGmAYzK2DsCArIcDNbtdNgSQfRap3
rQwCzSuDXiSZG4CYhdmhEmoNHlgSRypLK0XiZ20zMd3HGl+D8UWXfVbzPrOLqAOal0p1Yt0kFqjq
10WTdfcJAff3IcBBNldaqTTkzHoV29eT0lSNH/M86PU1rfsC2GOqcq2Mn3suSSm0eyzS1pAb5EGM
cuQoRetBxJrkNqoC1koZYEHdoXEI6lsex3K4kRQzLVdVF4Q/OFV1ADpHLVNsHYk/iKVbITsOrEL5
t8/l8RyRtA19DQzBnV2avAR6uocEdTd2WuuBTVJrXQUXQuYmJGr6M3ZlZ7hDqIXqQycpPXRGSZ0y
iLeovQVn/Yz2zAJFwaqw1Hh8HkCMTe6CkIymyyVwuuffQ94OivJMJM4s7MsuxmlG90UGKF2loO9E
VnLdy0E30HQ/WMm5gKpAqwZQlH1tSw3cLgzaqq2kdj96JRRZ+fC/D44O0VuVi/xn/WVoNIVQ57p6
f68PL8X8J/9/jI/w9v6Pf8Uhn8IjG0I73Qv/GCHhN/4MkBAH4Yo2LWuinNEgCPavAAmxDkIdhAuQ
ByMKYAb45M8ASSLG75CJVRBEo7g5yTXg9v8zRJIU/XfwrMiyhV9CW4wJQcZ/fbf/QYxEINT+IWoB
KBeu1Zja3ikeKviaszCpM2smV3VW2Br67Fq3opVIXqUwQfuumhKQAqp6woRrBDj3J2mQcx0uXRNm
c9MVcRS5WikNxM0Ji1OXYRLkQ5RJzVT471jgt4Bsa16YKWmzZw1LrC06WFPTNnvw1DwYPYhlNqCp
ZOgcJL1Y6+NQBwerY+mL3I1l5vA2JJadSa35QmmWxTaS8jdBb6ovBg6AlwQi+RYZuebrnQ4HjSLS
s9pyIFK0IHu1LECXRvD/uaaRxkeJWdG3oA/ATEFq2YUaHH2SuJZ+B/MK91S4v5sqBR0h+DVrT5X7
DDMwJYRoFYc35tAGER6jlgx+DV2SHKxagkK9MUggN5fUe6UvyhPkZQL0Apc5u216Zu4yK9JWCHn6
o8FzoILGGKDXuBGGR8KWHklXi9Yxy17/IZfi2UIk5xh4nkF5oyI3UF8G94LRBbmfqyP3hiCG31Kb
sl+NdZIBUVQGZCtrTY27Q8/NkzCC6JVwmUDHNb3XCo4iYtize4sVRWpLpcnWVIda9DBE5gMEwfB7
FfiXPM0MflZm8ZxV6KgYmhEFuCJutoLoKpBffQvXbmkbSSfpKoOS0INOO19Cq0iYq6CzpSMjfg6H
64Y6B/9H0OCNVwBZiAWT3JEK8ZAgbDiF0H6N8uQhohOweTAry1X6iD1CjyfYITenKnYetBm6OsPI
lap0XBOa9QCWiDQ86J0EVKSiVzlYOA0A7PDdMgfUu8VJiLbfCgOr1afjqNp5YYWbJqgkGwUI6Wwh
JHcsQVSXqDEgJFxH9j8MR78Mm9JpBlnbBqlS27HZDj5NFA/xowV74qizfkRpGYQqfRKvmFGQjaCD
4ZotPfBqlFw9sYa9VepHreR0J4cBcqbpIDngXVBW6CDBtaV0xT2PjQwsd3UMfo1RRyQmmmyTApa2
6ukQeQEIrx91nsp3Iy8Lp7TM8E3AQbtipKiiIdxza0gxHkudYANKyq7CtN1E1BQbkSmGE0pjueVD
gtxVlu3HJCvWnJHSVs0mlm3WFaEdQ3oEwBOlwCJkCF5MhJ92rA2Np1e4v0MrFPeqZpK7UuqUVRyz
cqVEw4MSgeEcqWMdwn55OLipybdNhnbzEVGjyxXyvUOP1abOKLsLYquDlpOaak5e6InbpUV/Mnkf
erinYleWWg2QBXk1jnJ2qiWN+20Z00NAgCYSjI9HMNSBK5NqYjdGoEG0i8xSf+RMpUA8iW4jyj7a
lVEIUhlDfCMVYV5eJqYNhB8/xISBCYfqjwwaJf2OATaF9iY0tAEyjKXfMlmaaJ7LoYCkl3rPg3JC
JoWV4QcN67/VYx7YYzR42VBiycMoSL+bvZI6QYxfqyteYe+A2icfGc5WD8BPIGsnM0TQEiUhyIUq
hUFSi+MVIVVVvAkqvcRDgqVPnd7QbdkRdZf0EggCREK3OQk82ah+KG0CNfXCuCmHJkQ7oxY5eK5M
PO88F499Fo/DyghLOQDGxrBACYWlXUsdZ6iQ1SA7al4FScJ2hQwU60tAbPud0fGAuMziRwtcAZVd
Mo2s67bPXxIVDV9prVqQ51P1Q9C2qezGqUxDDLckd4awAMAsMIdV4iWtQfajxuB9gCNUhc0yLORt
L1hv2oSBtpB2JEdCKfVp3hz6NlyLXEbwVxWbNE1O0tikqOU38VphA1mRjLpJNDwWrN2WRHF02NjL
UetZgfGqqsU2VkO/MFQ/rmXFKdUB8uHhkSlZ4LR5eq4R3IENE7x/eFrJZWrj05Ugsp91Af6dr1O9
t01jeFOjswzeOsnUnsuRACEi+6RqV3mrHKCUiYcmKAzSzKOTdnFs7iYQQqamuzajuwB0pnmGLz1W
qzEsN0NcrELBjyZCKwNkLRCi8jIGvEAwngY6eLxrHMuCXsfQKpBuTxHMobZW9EXhyEJsJU2DkBsF
bDCRgjsa93AOyjrBRdTwYN+luSupw02Nx1lfy+o9HJxFbIlA3QS3mGrHnRKFkIlJes0xGn24pVlH
7aApqKdk4W3Zce61Jj+VlO5zFp+TLPGrtFpVUly5ZSYra01O1WOKKsYPSVHHcYtiK7klFS7bUEqE
y81AfygVVlleQpIHdFSF67Tq4AShIM/tUR/ApAVn6lddlPmalUpenRSJUzFD87Ta+qngyQfOdEsG
CpnsucreJkJhW8+70W5D9BFNmpkbq+9egz6uD0hNQI+mqegmKcPgpPc5d0uDVg6n+bY3LY7GDzw9
kAbRfCtWt3CLoa13JdoIC9G5clW4JJ8qMdYpB/rJaeomdBPJzF2wxRdeHhil15nTSa7bH8GYHwje
OIaZNK8jR49kDsAiHZV10FkVDlN+1uTgrEkZxClK6aUGMAVUji04ZVIdHYU6xfO08MO09LtYOpJe
Hg+pARh5nHa3Le5FS0MStedwJmnPnuK2ZW7fQvxwEFsWiFuZ0X3ZKXCSbbo2GxoAFCFnT10GqB+i
iG5dlwk/lHwwXjrkeLapVfJVUAcCoCnkUHxapo3d1Q15DlFJLXQ4cUEj9t/cfclu5Lq25RfxgVRH
aqomeofDfTMR7My0JFKURHWU+PW1/F6hUK+AGtS0BvcAFyeRJ2wpyL1XO+dcY0nWSy9+RgYbeKS1
zsGcqPdqpuTDcneHmwS4zizaOCm6OPhX4yNFLfWOk0FkCM5A+4uMlAmPgs9iQRloSWeWw2zT2GTm
Tbu3lfhgK+KfCC+ebIOgPSlx+gF5DRSW46XPugH8tQ06fYu8GVvUPO0gWABz0ru3At0YaTw098o5
yCBD8jm5EWegPyR49pfFOnlqxuG4WPLB6nonqJnTSow7CHubVI7+Q+iw42rpX/Rco5bMY2RPpMNJ
4ZGfsbfBHeySj46qxzmMITbrGd7f/jw10Y7MXbZWsfqRFFcGcSTKCn9SSVm7vcQKf1DLwrMKY2oS
LxuCbwb4ZSdDt5exNogmaDCI9RuWuYn5H4Lpn7CQ3s5oKQ5b358jkM+p1eYtknWYIpq7TwbJl2Qu
9LDDtosQ+SWgBj9TNfR3fbE2J4hiGNy09tnzMEJFOvgqBFuT2ozuqBa0AvDFpGRhj9Uo7qUMAdMX
6FC9DBUfbyPnA0qVKkTKbFOTmYJEe3CC3d/Sc0OTMlptL4xOMeiLoSi/gD1CQSEadEjWpR79pCXb
pVvX6aHDbyyJ68D8ZjLRV69YERgjrJ9J5zlETy34/zMSWMiBKYhhE1ICOihGrMnT3PE+r/FMEdlt
IDA4NZFBc4vWFRSVlYm6RLad/9ACHvsEEIL/oOfEfSHVcIfm2T4xdi2uZbS629Q3zj/o1jib9k3U
3o2bZz7paiuELJfsqDidcRuty9FUaHrfvCJMMBmIC1r+wmTwHN5tTpSPyOne7DB489PK5bvU0wIr
M3MAIpaAnUdWBu/jZjDwNA3U/VNoYBnSYy4qdBFVrAMKt36vdmYHJde1vZXTRPssrAaxvLJVELnv
p4Lj0CaRPblhGFE4uMjuCsHldp4ZI5A1sHWDOjcdu5aPeyCQjv1dQzceSFxX6x2bGI0y3YnHIqi1
PSB1ZtNZMK/DSyUovjDh1LKvJTbVa+MXDs6EZg0vPa+IRWD/Mlk0XZXl8NcnSNZNrCJ4+BvzKvQb
bYH0T3TWdXTXQXLRnnFWD2SPYxzOZFK3akqGusN+sYkAGbVumSjwYfQKF6A2o0DSncdHEyZdHZn4
rV2NGB8bAOQWHaTDSh5XJLH2hwDWWgUre4tSPHzZo8jkazkSfnJz3Xvvau1ZcOgjUSNoKSx4mM1V
O36uay/GhGtdD5laZAn1Ka4d77bASY3D1W0jAs6CDftZYhyatXIXMdHjC1tC9F2oMPwOaKGfjYdA
lGMU4aR5MosuvCsWTVzT3ETKXtptNmUS802ZBdfssHy1cwf4FTdjUD9UaObpT35Fwu7oBl8Mh6Vu
GNIPl3o9qUX189kWGLf9QePnAsCeuGGDkcAvpzIbENme+LKr/23tUh79ianvpmrjrHLe8oAAy/Ao
tja6VUBE02529Q7P5zfYZBRoDoMxAfL3OM7ESqrb6i3Nc12KrOHokgvYEUC5y1TlokRCT5YpTl7a
htz7etl5ikXHwh/5wSie+XLs7nFt9EncYpvVFQwrjejzaDYm7zTeHhXPOz4y8zjX9YT4zi6+Krvo
964TX8U4ikMQLa/t6ptUExTfz0HHbl5hqqeCItNO43MOvX5BUEmX6wI6yMKcYl3GqZztbaqDzPY9
2/kNOTOFTmpJ/Gcgh6kMehguxubVRn2/2+pV5S42LEVv2QNy8z4GHZ+wJRRgnj2akL7be+iDm4BH
QSj3am18tZt8K+YtCBIzr2h+DOUrHvXHZKpb1YVY94j5akDRTRCctdMfSbuDjraLczo8LHL8iCQe
wBqnenJZUPF0iSxDRI45StPjGKrIq9fSRzPSXbWw+zkGgDnp9lTE9h+NezQxl3F39cj4FMBkmDQU
UqHAPipn7pjx1nRcCLKj++VuLcZzwb3bhLTgpKPTDwy/SWjUSRXrdvH9ClPogmG+W/OaeBiMzfLg
uuZ9i8UntnN78FVxjIyPHssIGxK+hhHt97+XYFsftPmRBcJ9ouLWCFxlvp8DcN3h8IXWlEafzeTO
1dysiYmXrHBjsCOF3DusG2UjvqcNv49wOwrPBzwIc8Ri64+tGte0sPVxc8VHI+SfAFqsM6PtJ/CP
4zYYOB70lOmtdLnX6de19Gg+B8t+pvyLFFWTEUerZIhqu1uoBXLrd4cBtyAqrq68D5YVMLj7mgK8
jjUc241YwK22c3CcgSLCYRSlc+T8rBvxkT38TcA8PxBIBZ0ZFtdEiObvUBOw99VvMjARqcfkeW3o
RXCSyZ7JhLheoDSSATWn/qPl8qVV4cMIfN6E4fBQLyBSuMBvWURHHtdHVHEfIMlCzGqXolGM78XU
PPVkPEz1iP2l3ZfSe6IY3elawpKzvq7GFi/NrPOmLjLuuasfqxcQ5Vk/iVO10GPXk33t4OBw0WEY
TJMN45ysvMlLO7Z76tnzghj8odhOv9rsalQvjQf1mWhyFpTHNm6ffgPvANk0JwZrHluC+gLt8WkC
Pk7r4OiP5KUAOYsu+fofLJhBrozz9zSYTsXW5qUXP/pbMR6qDV9w3PMm4RUqzJgKE3zx02YbbjC9
IDopMvfAUY6AbN7lWP8tMBg6XNGZmFRxBQk+X6hdkIGku4+h2vxz3HvtAZnf2VDhxJBLyzJZIRtW
DiS+Wdv2CdzQCBWnY5Rjj3pdV+anaCcJkhqsUuYXk35oKmR5CK8/19Cx7IcJhhdFm/tG06doNLmQ
JJHReCfq4jlUIURJcfw4lxVwC6JAp/QU7IsBzhHv9eKnHCjPyfXBifESxXAqD9REDgB4aNI1SG0N
wqfJ4b0N+hR3G9JwiDk7I4Id+m30HrDHQ+EjR5/jXF+BUB6A6WMzhL1OLoew1e3eUL7zrC6SqQu/
XVC9jyQ+cYXAkg2lykXNWRqo9upLMHY0PpoSx5UaIQCK+Ik3LhcaxFrbI/okzkvRHIKVkjsyXIfO
XOAIUIndsNNNCrAIE5mK47QNir8twmtoLxCmuApME1Mmi215HUqo2035NnY+3thxP+LK7rAzQgh1
w3mdtGbIbCgzPmGO19wnd16oHosi3jW/tRfTY9PD12LEC/WQmOD0I7oT8iAejrOHba3FjM4wknpq
F/F5TqijwAo70JlLEQbYzZ3dYQXvMEOYL1G5vNzK58FiFa8bGe1YSaCDIqpPR2oOS+f9azU5OOZ+
BGRQzaxq1BRE8LZQSEgi3s1oD1iea460MIaPPhpM0E30WEFGkQgpclAdwATpZMCmmr9wCZ2ssp9K
VneNLXYTW7OocW9D33ywWKVh0WNY6SMAM22XzsTeROnnbTidt9bcWcwcIH+TvgteEew7JaBQ3qRW
CA8b0mAez60JrrUk/C7UODvCAiAGigjaBDRfHm3hxzYE9yocru2G2FwGSRNOfOT0DBM7YpB47Tux
ox1G8bn7AJ52XCO9L+Ya1FhR+seisBcajzQ1EaBej2AlXGfvpSzQxqNLjWUO1vcIljIJ+jMRbf0k
qP4QKoizeqW70Y5bwmqqU+VDVBa2DD419H1Lo78apsskXMZkXudZHBniTHEqBh/BioHS9KXdNQEg
bvDiA5atfjj1OsCvpWqrFPDe94xHkKFcju9tNB4wD36okdAUTto8akwBXr7t02WMH7RsXtpiju17
jDUKo2wdbDEIYdc0toFkVtddAdHgyA0e5kHokjT0CWIJ3bCciB4kNgGVPPg+Wt+qVu0cmMc+83o1
ICGIsOJxrMTm72rR1d0ZdJWq9k0hgxeH3hZsF0UU8jyw8AHqvqk0ggcbUsG+FvIfx/iCqxMn7IiV
yxZ/O17YZYecrfAHKg/+2LnFPhoqlAIqSZDotmJ64ui163FGlE0wA+HsCYjmqBz6D+uXTKX9sJEO
m5RocdNpq6511INbiBfvBZNzjFATNAChwmCrtveV9yh6BzNBmh3Xc4WtvsI5gc8o6hdvLSKVjMXo
//K2lkfIRW4dUsaMwWOMV9nijUCP+2D2beU41OpxF7EEj91ff5OKZwD6rSB70HX605PB9GDF4O7Z
qpAE1YL4/58Ghf8pCvpvfM7/Ehr9n4qk/09Jt19H6v+ddbv+67+a/yZK+v3z/8W5CfEfGAIgiQG1
hGjK2Me/+S9RkqD/AeXFbwnE7z+gGPvfREn0P4IA0lMBXQ3yd0Ec/C/KDYwbBGRQEYVQbfyGAnv/
L4wbPsp/Z9wIRK4oPqcoKvjvgiRJMIZNVmLSaDDZAOGf7yvg8cchZg4cDCEP4HCB38TTovFWERB3
e28YyV6WfH5Evj3AW9qZvBh0cagr7DKx780/WLqiTCFd5dv683IQijMITKRc/jVVHeZ00k3a2dnL
eNnZnUY9xh6epOrJFHK8Vt0ClqtqDcoUmN+l3mzXO6ELNAI0LS4Nx+g/Zbs4k6DChmSguHX9roa3
l+r61C2WPrtedgzii0I8Ki3YMYLg432hoXeUumm+XbiiawM9kkAxiDG7qPOjzE5anMlvRSJa75W4
8wy2EYAYv1Zagrtj5fwY8Lo+Gl3xx0KX29WvrHlD5m8Bb6+NwWcEAWt5xqbA363GdP9q2a4PxqsC
3ChzRT64HTEmL0PRXw36ve9gzQ9zWevwNgmeio5CHFErdp10uB5MYbfHRfbNu/bC8qVWJoLiG5zG
wcR0kzBQ+e5z6abprDVhFaqLNLhErsyaoyxL7FUTTJe59vrPNbRQHm3R+IOiMXKVgZ7/KjfRixzj
dUzrMgRLAK8zOpHVggtJOvG2Ij0bY6fzT9val7h15gpJ+RuXXpCZKhjeiqBEiRlUduxPbzb9p/N0
e3TT2P9VYe+j8YssfoKjE5dHS7cMzB2UPn4w5MMyPrFWgIybnrEE+QhFKrGEqe5tbdgh2qo2j4IS
GiisgtiAZvmIK/mhD+IjC5/bXkaZDC0HY2j1niMYHfhQDN5L7UxZBYeKTVcfQ/zswIaV6DR+7OqN
HQoJfIl0P9hw2L726yZFVqZJiD/nAOG/o208sFjvCZbMjIeDTBYFiY1tkmUOHsc2qGHwB/1XKJJX
cZnbOv6yUGikUty8LQp/ZEvAk7LV/73dA/rXenMBTJv99P1iX2kk4LsVv1RHUy5JgP+JlX35q60P
cVO9WSBa96M/qPMgBG7B78gD8hoM4FNJvOeWQzmyjgn1PkOQHJ5SLi8qAuO73HMSt5/etqLGRT+y
YOl3GHNfFNRYDX2eQXN1urrrZ6wq6AlH1x1HDoTAPN8uD9DKIh1U25v1UdQwTPMeySEHr2r/GOSx
JUxgBmTFW9SuRz+UVVrVLkpxx8MaL+hxoOY+MKQ+VbzOyi78EHX5lzN5Pw9DBHNR+K/m0U3V8H6j
nhhoOZ9Q5QMZDuQlSMbmrhBg5MiZoIpZO6BuI9qSktjeeBXnFYdBEDkICRsags9YP7qKP+iCDy8m
hlEcijQIU2YJ0sUvriHkdSsyY6DQltmEbXrlsc0aMD4Wdu9k4kIeeoY3EQEDbTbV+o1iGBp9bXbd
DIaj6cPgCN7lyTPtz9y8WOEAAYVmTgZ/ixMf308PfhSgdyzIKZtAECiocMjmH2PQ9smAb90zB3h9
Q10aXpD1X+S2+iR48QKwrL3NK8GPDilOX3Oxi4mGVEkDYVx2lUZ0N3RYT60haTeUD4JP/a4GLPqw
gdn4aSdXJNVW5POi1yzEwnMFivXFi57KtOi1+PpVwmlkmceYkVEHD4h5DfRDNAzz1xrgobG1He5t
EJZ7MvXySmE3rQFTuOkM1AwVTj0rTqqjcsPa69hLh5hcIEyMnuMKzxfisD+bdf4X6Wz9x1Vx+8/X
1L+Vwxgca2Mw0Mcgg4EdAIa39jWcyLjvoiI8hIS9Nh2osZj1eN0koq1FiEyOCMERJ6d6BkwVikuE
9AfRDySb56HsghRIfgDLBe3ycZ4+GzFk09b2WUDcegb1Xp7anvL8P6MmQW9dBaiWdNJL8NzH/fzg
Beu5bXl/q9fla0bJ6a31BXb1hSIrmXfFfcEj/acAN/On0QVSIv25Da6xxFdVFR56oyfArmjrqrc1
B/LaPaxbK38vrm1OivGZ2GUDhccedMn+gDefdlVYs11YRQhQIf0CjJXB2U8bB7xEqfXSeKI6FxjL
3qfVPIEFA0LU8an4ojzs014Sky7S7tdSXkBmW4QpsBZHaqnD3ehAbNuYNQet1g0hjHYP+ZufsXIM
LKb6MWSQbnEo4IoqGr77qOWHsEEB/AR889g2wl45Aihge5NDgJfPWdbnOMaaLKhncDHKzn6XKbxn
wwBqaprwFy3HwGvoDsldZRZLwLJbO6eLCi5IxYmu8/Te9IP+7obeR3dcwLCgr0W+0jbMJwgeGdcT
FKuN2uFRaFzGcG9hIWp2gSQHPEQ8erXlXeWR+2HFDwpsZXYJ4zIxwm8/C6YcUp8C6rDc2PgNDc8+
NDmO42qIazigBYETe4hHgKItJBfBtMSZ64e8DCtobUsfSF95h9U3nUqwRhXCkLMFYW8pRmTsTSM2
huEd2auZXYMfQVee4OOzvIrGAr+d5cV2Fpe0M/yuJj6IN3yVxK6JkOirsfQA+05qDGNnFL4AQ9AK
lPHoNuDNuDjc799K9IfqTLHrvL+ETwuo2fhr5ficEKAcuyDCM5ztt1bmIjrOkWREmmxt7L9ltUBq
gG8h+n2yOdxdcQ7aBirqZvEOPqDjBOk9acSB9fxadrCWzZyRLDBROkZYtW0BGsj3ywG6UAqGBwBx
3RwRp/0K7eYnpMHtFStOmNaYGc7g+takcv4PtOr3rkSScuvbE3xVhxj2DKlA4yN9PundapI2on+4
glCx3tyUoBgzreHmgcfMxy7sjz8bjeCKuo/C4QN89W0NkLXR+cScll+1j4iTiiOUcJqAyQF5xllU
p11pPjHkTOcZhcrp3Kt6H4ueZc63d/MSqodyPlOoghNtVvB81W9U1nOh2iKJ2DinkbkbI395r5f5
4K+PbNbohy3+VKbwLiWL8glYx9RMKqtImwbjBAFHBQyRp2Wz7MapfUOnCcL2W/3KQp06To+bdxNz
cNdM2xGQEz1JA2kXHgsgk+oLG7O4Imw37bBlZ8p3D2FUXra6u44Nvy0TQgErHRwWnNGH0GveHFHx
TqzTMVS/8FPElkM9lfwUQMVrgrk6LqD5QSuWJ95Wr2NDgqfWiR8PafzN8FRBlY2KL/Xerw4ndFX8
iblzOUWvvV1lCg35d+TqBx+NyZhF8LISBYY00J/C1vICVW6qKO0T4CUPVRFeeYOwgqX2s5au75sW
9X0/B0P2+2sKPdnsIh2auyAgwVVFT6aRr2JtjyGxuTF18+jP688aQZYWdB1NlpG439DH4S+pw/NY
Sh8kY/uy1PTZQi+YUD1e8M4qDF36XcS1xBFgRbo1wuFbpnaB6iyuPIcKptDdRNSyJOygKpka2SYx
USIddPPBwfiOC6rjIwTsQJbsJWzDNy3RLSn2oa6CdAO0nqtWXm3bXdAOjJ9/bYHtRYce8TcrEc/+
bDFpsKh6mpk6SFutmDHabKw7fKM7sPT1XynC2+zTvS2jrAqRn2+tTqTZ4gvr3T4IIJNh8y0qm7OK
w7vKQaZWLCUwzLpdDr2awPCXeN82J6uk/I3ELz2DhwHqZesBnYFIDvJwVXwXL38kvlW7kPcu8da2
2ofRfBxEX2Gv2f7h4Ce6PG+YRY/ztp1+SceBuoPGbFrjWhk9pNkgZr5/gmQZ4Iei0Qv4RojreHih
fXeG5NuhuPjRw98GMVBzAGtfJVacJaHPA0Yez/jfZoFUJJjC+wVpCCDA/dRz7L4IFSZc2V1wJyFS
p3slqzMp9cSpxCGO7O19R9mhauDQFnK6p+y+Ft5xhOyjBV+EJxIVQIw8fFk9JzHK9WAoyFMA8jcf
x+qTjBpQFDKYLHj9eAKoV+OcHvrnaARfnaDaqL0utog+ihVUhqRYwxb7jRcW9/A2VPu6UQmp5hHF
aeInDJGjj+vxIrcaqKhXXsmKJnFBIbIUaMQVIsxkPWPwianN+dA+8ZpfwTkwHKudel0iaPtmFCTj
TJJ4HVwTQBTiHaFd3oGqM8d4+DtEhQWniUddV+6J425Ji+IV6pcTR9zcQTfPPnQ0EJ8C1GEUN0vU
o79ZNUtSKK/KbBm6tIVF/E+r6vVzjuJrTU41mdYMMbO50/7Fo/g4kIL0YJIFwd4LMD2ZgiarpLA7
Pg37WHUvBLpxG3l/1QxlVjst7uirICUm2Ld9+dKCBChGdG/H4zQdRRfKdPILvN3D9AQ1ToWvmBH4
fc7eTkbRQ6t+Jfr1dN+hVpJP5IEzd1h4qPeRB3hyi8ENeLAu/CrfkVEMlZJl1a5CnNni4xehl6sn
2ftgMKTBOnLp5PRvRen4FTJ4mQRe+73hj0yFhzT+pYAygHh7ErP3xaNthpd5fGQlJC8rBXwYjNgR
6iYCt6LizzqOvLxby+UG/4B7EBVeKcCTkA2EASZFNMTzvr11ZnqsYfJKYz3/qp3ai99HEGr085CR
lnwDKfvrTPXFwQ2nxA4QfnQxwMtoeOddP7wj7eBei7XOsEcgsX+K8WP0CtK05kK5lTiK5JRoHYjH
MCbPhjTbQRZ9mJhQnG3c/xuqCbwEHdazD2MJejNHLykKVu7LBrKcfj35lj7iyesc3t46D2HPQG/z
lsBXJjI6UuikRKHvpgnQh0IKOvCMMp0q4AOwD0FrOYAuMx4cUMUT3E07O4CbIXAapHJazqbQh0iW
z2zQ/R4Rc3BqeppmMLw9OEwCcgn+jPWclPG9LEVazuJPKXHExZP810ohEm8IcuYBFKBle7Cxd9OQ
ZcwbRmqOyWsLOvxVHWbZ7gWyEZZwwfZlBTGjhJBuqNC4qCWDS2VhqbUWOGVJgNpvwZRMkuKL6nG0
zAKnBJm3VbHLah7OmaMDA/0x4CflWDvBWhXRBv/HMg35RgI/WZaaXXoS/cycnnUIDQ1ZyvuAdjs3
WpcaW+cbnmoymLcBp/QR3pQFAt5IZmVffOCovQZx8dR4kNkYCewIaC1+UEjEvKG67wrvvfXW22ys
yiNrx0tViFPf0+/ain9zh4gNtzGZQpekAe6uD6yF7o+j6TLRIYZM3KsIGJjmh9Y3b2zxX0SFWzda
p70p5ryawz1lmK0mSM6mRgN5DZ71rz6s99LajqguMXBr1PUt8MbvSasXqUwayO4GtGxOSwUpgmvr
52ZrHgbP/BQFYg06JNmn1HUdDtkaFmZCdhChXkylfhSPOihPyaNP5I32Dm+6Zkju6KBBm3HxONx9
Cm9PUP2qCx35trDB4QeUDqdxA0vNbMc/I4MaUYcB/LYV5tEw3lEX3HVblZty2EHj+yNZvbMwoFG2
Li8lhImKYBjtAa+AiMB20m/m1a+970bgJlj6EX9ybGQuqXevIePf9+Y3hGYtPJA9SI19AKECu2uM
+QGLU1Yu7h2fOPUX/ai1gV4vyInRwz18OigwnWrztvjw/LIR0QXdVH8g2OK2bd2YD3701JX4JToU
roNngz2vCl97tApIBbVzA8sZ9PzmSUKEUhX1exvJdQ8P4fPA+F3r7B0CIbEc6LsmfIFlAbSYbt/q
wTsqsv0bw/gykuEeVsN8xiW68wVx2C/mKSck+NBtkBHuSVACELLKEXUxqskbvIocoYbd0h29kBxi
6VO86H6uQ7/CfFn+J4KP4h8QckB7VDZxKt+G38MF5qMiDN/qBqWFi6p2nPTHsXWXMYKYUdSPi+jb
dCuqV/WruWVU7uZAnY1ZrmxmO8vMw1zOd1hhu6sq7X0nHDYOW6R9UKoLcAH8XtvzEMA0HUOwAT3T
jjbxbWlw7uDuRGbHr6azl2sS0u46g7WNjScxP6t7dEXUe7mVh6JtwfMArMX9pGj1CEXCW4DEg120
MIiRuATgArc7sjZVKlr6UGJH8CXCKeAEsPsenjp8uUv6tI5vc9QeamQpwpKaziFKETSwny1eaWL1
HwBi+SjplM8V4zcbqg10cbhnZbGXXiF2YsCgglf9uPj3sZNnEogLj2GNBPGkp/Bv0c9JpdjzujRj
ThvyWnWAsMaOY6jf4MmvD17oYQbonyJOTMa7t1hh0qY1Eh2HzT/Y9YnGmHwG7P5zUe9dzbadpPP4
2TD2Seh4JhXU4aQYTkBPx7SjUbIOsw8X6Hib4rBMXbU9N3a7X6bphK/UxXfqZVli6KK4fW1rREfC
xJ2orUMZDUJ8fvMeIwQ2Fq5n0KXMHvarDTTzdMaXIoOJMGXMfy2wE8C3Rw6+7G/SQmLTY2pjfJj3
XgSTV+IXCGlFhLaqAPOFwX0d+k/Ua1ClKu4N4vQGT2WrbP7xGSAX4EjIuoGRNQarnfe7Kw+fPRQn
zRwBlvWg50KKk7ddkQiEU2BsT57ULjMw5UNbjNG+DIecm19lMwb9IMLw6Wx95T52Pw1uVY9jWhmk
MVp1gkl0Swq/OS6S/aHQvPjwBYA3hL+e+vG/ugLbO8R4v+mCs25RzfY4j3Odk27q34AtQt9UZBV4
2QT5E2n12zYDspQv00eDZSlrqFWXX7kujsmhvIp4OITKniLj5K72dLYNHcasxaUBBIaHbngKwunE
6ubHdnP1EtFo2AUhHw7O4aEsKl4eWgeNyFZvwDtHA5JyEnYfayyrQs5n7vEpIY26+AU7tPxdYf3I
txEyatf8qX8lYgHAM10tybouexJhUhr6FzgePxoNIynwl6SmXxD6P9NlvYil2Gn3iIC3JDBhRhfx
U2JSh/4J0nD/02uGPy2FqNfV+RqOuQrJWzjwI9ILcmch012XV9CYR9fKvxue7RZiXJmqJ+I9EOx5
U8DPNGoePAp1zhT5l1mUl0L2ec/Hg6QQx0yMSKhUoYkcJeDUOlq2M0ykwV0NaU06VHgKMYCp7VV6
BnmRoFlw88a3zsln6Dlv4Ecw3gqQAgWgowHr3W6Rs0xWWz5HA2BoEeNMAWKE8+5/sHcmy3Ej25b9
lbKaIw1wAA74NCIQDRnBXqTICUwNhb7v8fW1IGW9J4ZUounOqqzM8k5upoQA4PDmnL3XtpNNZYld
l4efWj1hG+tvHZWaW2laH3AvD/RRjBvsBt1Ks0pYnGEzbKMhhSDTdMV2oqTpVdOJnuiXsbyrO+RU
FEUH4KP5F1ZvjoRtQF+6Y+gKLI9tq2EZdT61g0HW1WBvHT3xBoPiiNOwLwEAqWXhzsUlsg4L/aph
ZDVyvOcAd20zT/CvpTwCmjgoUXkqYu9qWyI42n2KLmXUXro6OfURpW4t+sqW8tGlIeUl2L2RWYT5
AW+Zs6pH4XuJ0C/CbKmB1kg7TRrYQU4V0aBBEKlX4TI3OWG8H8PoVtJeX4vegLqhEbBH9Zsycf2t
pdahsXKi1I3yy5yWy5h2mygrxG0xRxHms6i8VBFbNArR7HBZLxdZX+n1Qq1rjtrrxtDljp7dkuou
940bbgtduyk7nWpL41NfHfV96Au5jUkprSPxYnZ8OLOJNaqML20UTWusxRlti5avLxUF+xbMZPqp
t+1mn1kx9Zx4lg95pVD3RbNb3oxmYR8mKjwvIIymU+3nBWpfimhMboHKVo1hdNtOZigvVBOSs5yM
CFEKVFZWcDtMWGo3ne3gkFDDKB/SUu/x6/tZeRrA19EY1P2+3eaGVR2YdygeiG4rouhzNunVGpvf
jeqKcGPI+Is+pcfCcLZjnGUYouaToeEM6f1007iyvJopF3yuSj+/AX5A9iV4gtvA6incdxOltNSt
rGzVB+kisU15V4GoP8WkI/CJswcWax1Z09Y3IoGVMJ8vkC+SwKslIxuQUsKkCqzwGgGofh+GJgHm
1aRv87kwyFKMTfUVJZlG64bCdd1i7SBCI/JSDl6e73RogEWMxJDn581tFx0TIEFXoU7zhyzLlkKw
jazZz8v6dYpogU4EsaI/4TcmeYeoZpyHdm9zjrgY0iC5cpxIv3Pi3iHNwrXng4/FgFWuKLEHJl0j
JJLzrj30s+w+B7JKD9JJODSral7rQeP5dsnhX2NLWVYzwyabhiNPtN26rMdii9o9H9cj73aPPZj9
ri/qngTtwsrG7ezIIFjnaY0s2Y4ynCije/Q1xyXAuTTqb2NQhRnnOT4ZVCLxh7lvsgjFTE+1SDc0
56mLq8FrkhKNn1g0E3OizEOG3PCyqdlbbWNkERXluDzCBNJYxrEKgA+TUQgZCzvTVnRu9JLMmfZV
MyYKLWHdya2JF+vgG1gmbC6Xs9NWFYuoqz6RTMXflsTzFUb/eUun1slXVN3E85gZ4601l2Lj93gy
Wj6RZBX7frMDREFsFYWgfTIiq6mG+QHddbEzFacM1iv/OGPSugJxkNxQw5gOcTFm20Ut5hmpRZXB
Lq2DNLvwbqCKdR12iFX1hBJUn3KIJ3AEz+I1Zx3acm5L1u+qa6J6PhhdG1BR5+v/XIexc9VM3XgD
PkHduSYHdpg5UjuZ1Ha8kljUfqXFKnpusZDhuXDTa+xQ1qWBveRZKb+eLpLG1uN9wa74SI298fGJ
Rlrz7CQOAfH9yK4Sv1T2LdBKc1cGGgFzQU4fcO8GgYFOrcRUgqFsWsADlykMlFWY9lq0yRLkcZxH
OoAMthjtGyYQSY0mqdwrIXHH7dOsLYONU9LNHvoCoLWgfrGbLWxIeqnd+fTvYRq4TIu+kWcXc6vG
RxTHzZNLLderUoP4DQcFdFWicKpBsu2E+5K5lb2TjREiLmsNdR/NJkAGYZbeDMyrxBEUhbdN0lfM
QUWL8r+osbJ3TPF3/hCaN1MbYbrka/eDo9UPHAWHaKTW7g4IipGa9+qwiOEvKzOUlBm7Gm2xdKnI
bImfvREy9dd53IUnl2NkvdI1bfJAujhrE9Nh+pX/rzSRDFPKs/qwwAaV5RNFDhXgG4uHFIGDPrQP
gQnDkJ7sYD92HK6eKukMFDecabjo0OcfqbK1B2SD+rGYRv+l0xqbkgj183WRz9PGDQ3/VDugM4qE
Kj6VanYRoBg+ZVaX3CkJfmHZfbuXeA+tj9UYBKveIqNQz/PutnIqa2+6s71N8nF8bBBku7oe3sZB
H2yNqKbiyfzpPCMYQAQ2WNKiI5g7W6vHvXOj1XOn3U/14Fw5g/NspZX+irKb/U8z0OmzLTooSAE4
r9X4idaALtQhGWXp3xgoCR9mVMsfMhYl2YxLzW36QL9S3feRpVNt1qgKA06hzQdYXotGZoUxj4d5
04yIIUDQWHdTW2hPSMgsD+dag3ukXapUseo2mSmnJx53dsTJREFP0/zkUufgi2qVMk4uq3rdt0l4
nJrZDzlqWeazHsInm2kz7Gwr24Yx5amgByiRUy176lTm3CLR0J2DCnmmKx2NhBeN7fCQxYN90aN4
AXpecJbp7JkMa2gJD3gQqWxX9Gwj0+DkGPJQ45j2UJO1MbID8lQ2TgWQAsULazjwnutU9M3llKT+
bSOG5mEKA6qhaZvhVJt0+niC5JLNWM4FtSOkMXBaDc5U2Jq82OjdqzIRacjALchNKfMZ6tacdmpc
BYyXU23Vbb2f6DEmK6ln/c08webBkl1ap2lGVbvSclS4me7MhpeXmIsE9CL8uGK0jpzzWg98wy2l
bZWuUkX1VXUiWRWmTyWwmXyTuY8OilNXmOs0toZOOPbXxUTQoPSxQ9tFn6+xtdvphpl5cjeLx/QB
IyVdeuUAvUC7EpSf5DA7EPst9kZF1lBv1QIsyWwnALwPOuuR2UdYtERaJE+LVxuQB3qV01T3/Sc7
McRtnBr0rRIDda5kwHyMv7faTNsNUM4mnPhp/WbXwurQKgpV6xuTIbabSzQCQlPhldNo5oYicX4x
tUP9TdKgWg0FjBlh683RGs3goLM79ciWtccfwMG/0s09FBn/nPMn3iC9/i+CeFnw8f7Pcrn7Ovof
x0958oZSsfyRfxVzxj+k5oEVdjg9kDMh4Vf8UMw56h9bmK5EsSZ1MFMgr/6FVKh/YFxBnxDK5U/p
9sKVaCi3gvGy/8HmAZXKIRmT8Yme+W8Ec2dULRg2Jr8KmoIUQO6QgL9VzZW5L0Fld6OHl9e+VXKE
LiANLHtNzGngp6fyr5zyD8iwH9dypQPGFhgl1aK314rGlOw4Jx89yp0hs4mWn+ayzPZ+XwY3SYwV
5s/X+929OQQZGEAV5UL0ens9Z5QqQUIxek0ByqUf2CJnGROVVXGG/POlkDaWP8HJvt+a40hj4XzQ
PhZnt2ZFjsbelNI4ZV11Y2hN/ZmKaPfgDCDCVlXqs7rxCaNMiWvwFH9/cUDWSB5RF5rCPnuHoxYp
bHnayLk7z/cmrilqgIDgr2MRFSfdNpobYKfuIUZG/OXPl36LeXS+37dC0GlzG4IslTOOJL0R2vqO
GD1fi7OTkFmyNzFi/EADviED/jxwDEB354/XEA50ExtgiwVN5exNUmu2p6IdPWbFBF1k2x3BdXHY
ySpxXy9DKohyrEoynZIbid6GtnI73cxxz8H/r+/YAJAsLTIwIZ6e06D91mrjMdNHD7llggyPZukQ
FsU7wN7vf83ZgDIQxTpEXxssUOd42EAUY0RBf/SEO+AUz4wEZgD242AVW9r0YimZOWxVmzxkey85
s0vTpcfipq3xzsN/q6f9/oqR1OpEmsEMVETxvn32Fjb2Pmr5Japr5B6HUvBotYN1qYFgoaTRh5t8
kSb+/VMmFohJiVfuKHl2UZeTiVbO6eTpfszLVcGrMalg9/cX4QWyxFmk3v5yEdWWTuJSDfeGkvSX
RIYJGs3yPxgwwgG9DFWI+ZWJ/u3zY5Et2assA8ZU4WWXBbQ6fZm+k2T6mw+RBCMiQMG8MT7d5S3+
xLUWkh50b6CXHUH9UTMIy3UtMvXODP6bsWCSbguLyDHBGp0nHtRO2iPv9gevpc/hGUbQo2bqouLD
hId9Y4+tBoPQat8Zgb+Zxzk9OLaBO8pgrjm7N0x/GJHrhic4QKazUkwtQc+co5MH9M48fsYj/z7a
GQmWAaMFCBkxvm+fY1qVVp419PM6EHlsDvPI/ISIAN2ZO9c6WOrZgicw0v2Idlra59R4nCl+NZqy
uQ6N2K82eVIFIy1t6CHvjNffPAdlS4PNMJpnuCNnH8UcI7AIBHFPtd0aF9mg8q1BOeBisET4zov+
zfzDi7RY0ZQFIcvRz2bcttfJoBmHyXMl1naz3LG+PFCfvmAPfrQHWpt27HhZGV7C4Pi7cHFeguTS
itWEGdbUAXy9fQl95xsTebONNzhLnwJSoFe4VvDOsFrW5DdTrDTY3LK5ckzg1VgTzq4yqtppo7L1
Zs2MwepUEwJ8DiLpHAw7Gmnen2cb8d2B8PaCrF6KpykAptp8qW8vOHQFQm49Ljwx0YFYw9LEgAj1
1O5XTdj6lHjdUHylBVXjFE3GFLdjikp/r5dAUgB26KG5ChpG41ZIfSJNQu9ygQpLdsc0M0S5x9pQ
fPGDMDM2HVTIaJumtNBXWQIYBwlaa1lea2MUXvtEfnJYjdA/LWJSWqd+jsRtZ8WWg7yJItpIPkZm
3oZmPcd0/zP9kf4yRQUC0MOPWZdSZRARi/Gmy9yQYIAU+jgFXBPgRWy7jeAUrI1qZYS2iwcvL1Bv
yV5A+sqpj02Xc15I9wYyl296k5p4AuQahF+Mko7ryp3mUaNqPhX73OpNeKOj6u6b0YDF4vpjsBbG
CLl/0ByV3ZM5GzVrvFUCyBoaWJu+i9szRZQunDAiuQABcn4nIpke3pBeY8DDyj8XSXmT66YWrd1O
4o4GUgUcEhauvi5Rft8XKPFChNNO/MkHqQbKy4/otwZZXMC1T5tXHyTg7HVMuvoeqkMYHnxVRce4
UxAhMt61DREEa+FU9XaCSBULG5ZaVJnWlejmoLisbLMpjouiCt20dCcV8XYrzUyvioAWxQYRYW2u
WnxWnH/duMzwDbJwIOknthqCatElh17zG/0gfC1/keaiFgd5GGDZymv1OSgoKR2MUiSOV8wZ/CrT
19sL0rbFFTxT56ltS/gOte34MTU8Bsod4IQ+vnBaod26OPDhzuGsbVfmmLv9xm3YhKwAYTcARpGK
AwRzGxiWbV0h3yDSTn0qJTmJu3psqTtpKJ6HVS9b5EN9UlkOP38J1spbKj0WiiUfBSdbvnU1p9oF
BpWmxEcTWwjurNYvaCpqerARTDvdZpx86yYJArO+0ESF0M3kaT5MiJML2nZdO3n0Luv2snCs7jqz
oEBugsyIAMfQoH4CRjEJ2ETAELw8GMU1WM7oOKZV02yQZuXf2ANMT0x2Yb6L7LB5DqYc5hDVdlhe
rehMogHwbwRUvtyYZnFYRF/wuMTIFvKp/WQhuTfW87K5pjea1d9SZgC1adIyvY/kyN8Bui4WXogV
Lt47YVtRydUreT+amgaVxHXjaSMKXi2dqdYZb+YRY75FO6ow0EGZnbVVdllimyjtpmVEgEAijcxt
tKURZ2XZGtEeqoXW0lP3ULhyYCAzKZBXIlIsMu2Ult0XVFph9qEZlQLcRjXgA0g7OX4MwWrdjj3l
slXLLMhcEZqI67LSn9GQLHo2Pr4wVGufwg3jV9oABTuKQ7hoQr89Wqql89mY2EPZ2KTutlOB+BH7
+VflhP83bXjsqH9aQ36BX96/Tl/C1zR9bX724n3/Qz8qC7b8h02f67IfEJIjicuu8EdlweLf6CC6
lY5ND9Ylrrr/XVrQzH8cGmkcwiH+QienbfpftQXN0Plz1rKzs5ZAB/70f15cYMYns8YwoNQ7DkYh
zqdvFzwaSrXwlfBXXWppW5DP9SrwMS+1E7CJn57Mb2oLb/e//16Kwz4nYP5h/3B2KWtA/yZcaFD+
FG5wEi24tfS9bKVfr8J+hK0vlRc2pL8c/tAPwjupsPHELjV6iXPEy2EUv7PP+81VSEU1dKXYJPAW
zvYJnc49+GmNxG4aEdH6JitrS7zBn5/YL7lGBlUpKR1OWJSRbE6bbx/Z4klCQYr7Gbrb16o7VkCO
xtxadXG3xhq3CmbnosRSXdCatPGVIFHf2EGxKXS6BFXPGnojSv3kzOH9n3/Z21PG8i4pKSgsOxYn
GUlS19sf1oYNznMd6F+MZ2tdtRkCKhQDkBuHDSNp2vhNFL1zrP8+QP57c/bjonjVFa5Wg0tSVXtz
gMKJPbR+7AdrxUp4GAutOLS6aNbTCIjIdrNyg3F+8NwkHg696vV1bcirPJTjTpqQQENJLRzvhvve
rvHtpv/772KDCkZWsGXkez17S/UgJuD6OdQAoFPTplDT1qoNge427gg17QxAJVTGJ+MOIta9HAUK
j0gVT7AjUORZ5nB0SUnZzQ7aGx+09KsWBQFtX3q4Am50Ebx0s61dEgk137HVGHP610inYi2yPL/R
RLaukc1l7zzuX4c4W3vHZWbSLWEa57GFg3TaoRl1nPfOzFYT4fiuCnAD/Xkgvd3h//vsXMFuGMex
aRtnH9KcmAiIIkRt2ElmL2XB28xBJjdlAcJHJLHzziT0u3fFwHSR4X0v3p4NXCRoVemMNl9UmDrr
oeppUGWT3ODvLP+DB4hr2qR3YblMFubb4VpT6NLLyoB3Idn2WbqBpiQW+Xujb3lCZ18F1WlqzVTf
eFXnJVSDVmgY6zxB5EL5VTTo4zX98NpLIpLRqZ/oW91AItd19OvT1HXgkxliO8sB9f6pRxjSO8Oh
TO5xo5WY/9oMxhNegIjNyx7p3otrqmhTQMvYUlYAouOKBrXZqHtpDLK9DyC2ihTDp6v89J35bzlE
nt8aBRmmc475S1Xx7RMkSbwYuxCseQvRfo0AH7vanKQb1D6krlK132hWd0qSJnpnlPxm7ANqUMQP
6iaGd/NsVRQoQpuggl4FRSbcK3rwqDji4p2x/5tJlGXXBupoUTNA1/329vB4p3UuOMP0II1Yryaw
xqOJkReFH4nwU7j1mdDeuejvnilpTLpOUY1KjXF20dJu9Z7lMVwjDsCVNMbJUVNuco//q9rXEaCR
zpzSrevk0eHPn/pvHur3ktTC++ZzOM8vT/hGZugxIHw5ZdCgQ0nYOFX3zvfwmw+cyBU6CssiwSbq
7AN3cTlQhEOPlNJDXSdCjHunwhGO/zF4Z3ieVQuYtdh8MUSUY9K3la5zPkywRLoGQQIcuYyXErcj
YouN1KDoDbXI8X0094HTNluQItHNVOcPAEbQmUlX7LA8pwiaze7AEUCtCzeP//Jx//hxziI8UwZl
2rMXrXwLp6PBj5s7O7ylQk1vt5n0d74Ucf5Wzy9zVgginsSVmPsthCVq8oypM9ZhT0q7Nk/z50T3
w0Nj+81RJ6DxAeFpiDqGTICoC7vbaJwgO9f+F448JqUOy1xIEN1Wm9C9COCcjjsEt73iGCecGG7t
AOI5QyvkGZ16/fPg/N7++XmuYU/NPlgsczWfPr27tx8jE/OU1hX07NZ1PaRu1ddRpuqRDzfScRx0
n1s/x3QBSBpFVOHEyAwaA8VAR/VgVTZh+ly2WgBdiY8XMht8Jy9JMoc4wcI07kkZ1vTVVNgGxG3V
ki+DDgOELhZ6+gUBoD5rIyxkMnaHIoIDN46pP9/gWdl0GawU62gALbs15uylk/lz+bma/WxwmgnL
SWcAGo+K4ZnbSr0xChXmcXaNnGN6oL567XHAGe4im4QcOHyen2nrrIGp9OdftHwdZ0/coZUtFOFE
gt3T2frYiCpQUJkd9jzF+Jja5jetsrXVVM1AjKx0eudyZx2q7w+AuiWhqwjbiCU7n9QzDAFNzse8
GgYEZr1xBDDZrZFHaeAysnqXsKFE9OXLde1WCSoXTvimGt/5LMWyG3x723wSTPrsX5l9f8BRfmoD
TEgDlhMFGkXKYd6gJ8FD28l2zXa7O8KSnDejMdsnkTbFpTYD0BsUIpIWoibKK5TwpDEan0qRMX2U
WXIR1RUJmZqlHnr0RxQGrVdTqOOfX9X5pMoxlOa3hbePODOk1GcfuWEXZgmHSltBS5dblWtf0oCU
6iQvknfe0m+vRBAiB1vd5tiz7HZ+ejptVZV1T2cJJU0O2CWrdqWNtVuFuvbOlZYP+s17ILh+OSoK
lgu6++cNy6m0JsNG1rGG/m3vXw4kMcDuz4ZhM0a4lv78AH8Z64azdK8YfstOmgrz29syZlD7asCd
0jaz2FnhQuRPrV1RerQD3zso/XpnLmcyQvc41xO+J84+LEVpGPM2k5UvZ99cuX1Re0ZBC0BfsDv0
0+ZLI0zeS8s860fwfTHDUJjgPIySYukJvL1H8ol0tNI5hvq82YB6fQAicQIWCUdNXcbRcJE41i4O
gYv1yTsf1S+jhs8JpJHkXEpBA9nF20unk91Napgx/xAq4eFf8IEpuwk77+G9N/nLw+VSko2hTYCz
oHRy1n3CtNdWDgLhdRrkYtPXCk7XWDromBptk8QodYayat/baSy7ljeDVTjkmCsesGBzQ+v47Q32
AnWq32HXw7Xf7AjqiDexkQeQ9YdgV8AHmHOFvcwsr+FWWseq9ttrI+jUocbX9Oeh/Os8uvwWlBIk
tzuGg5jh7W9xo76aR97hItLVNiB1YcUofJ0riR16nSLz2pV+r1+XcouZOkQ5imVA795rvy+j+M0j
QX6jmI6gMjkMc3n2M2B1WtjDshL6vC1vmErKkxRlsa05bm1MFQAGqv1dCMB9I+LRuJZ+2ewQ8U/E
F2n2lzEzd98fzP8vgv5PIg5/GiO/FEGPrw380uLnCuj3P/FfCUCWTQ+PNXcp3ailzvmjAiqcf/iA
LFZ+ZnqUVD/RyEia+sd2YBdxUEEc5PKG/7sCaur/LDUxk9qbzgabAfg3AUAct96OJGYMBrHFj2QG
gXDmnM0ejTO5FYgOmJld32+qOLHXXY6FJxiw8pmdflVmNbCj2rOmPj2mumi9tugudLN6qbL+QFd/
T6MCsKEedjs7AWpcA4ItRECwm8PpNY3UplPqFu4J/OInv/pU+CVkvQxURXwxIRvFK/WEcRUhqtVe
9Xr0QJBfe6011dYhPg2nyVe3Mr/0mYD+MxC/nbU3NUb+vo1fAgtHLDyZZgUbcHzMW3ArfDk1FZv6
kfPjJnRq0LU+4kyAudcUwi6r1rQ2UMKOeRrtpNbcyAS1lQwNslMrcC4OP74HvFVaSbjxC/BWuONf
bfhfE+zCJF5McOByK63/RnsQZmNarrNg/hwn6TVcyAwAcppeWFW7oTf3wm4bB7tZb50w/6bNtCiK
ovtY19lNN2X5WumQY231xY6ONAYPUfg4alX/Eut2tXZaROp0MggBGAKxSGoJk22xJ61BIWjEyqTc
E9EYbUVgj+HcuYmM1mUTYyWdIUHa1fxRkvvaQvDZ6U5ORY2SsDmGl2aDP97smus8Gm6tXlyblksT
u6U9WpwSBSUmK/LnucbUqPBeA1tz1q2en+zCB9hT13iotGXtxpJDDtDCKHay2xA7VJqku96tEcLO
t5afnsw6u9KUedHUYbei03UPReougDqwGHCLrWRGHyzN+YKH6UZzJFB3t6EfyX8Myr5eme1UoWGw
sg26X4UlIWu0S74VaooEE86y2DdZepXGZGCj6brJa/NeA0x+nyxy1dwH7ookP9/RzXzUrOASMsZ9
Vc+YRqvqc5SO+toeTeOb5pfUGSc54NdXELuA8T5GroEi2aRvXESReRCLSDyOqdCNoU8rlzy4qW7s
NetdtUkC/Ciyualr/1tlmCd6V095QmpCjdVgNdrJdRRV4mgSciJ6B1TF1EyQnW302pU6RfW0n4Ds
b+zWwd9UQ9CauivDbuqtpqcgmWbDulHu8MmKWjKLUkdbGUXM76rCj0nBMxIu7uYkskCQh/Yx6QDv
pOqDrqUnJw2nbVjpNZ+gGK+QjRzSGe/41MXPMPBJsamr3tPNEjNswtcoiiuyzR1WFOQMQRp9NuPu
ZBQOii5HYtE1dZy4p3SRm/uRNRzaGLdi1lVYeCxE/StrZMseE9rVAK9gl1dw0IXztnLAqaxwSXwZ
DIzheQQ9ICUBaNPiAoSY/EGqoN+0QwYgO+UDD+mOBADAnHj8ovLkiJauWUFZ0bfsMdZsBS4chMea
NlbAo8TnvBc7AchvzbYAKllEeGfo2nsVjaDoaVxDKPLC9Dqi1eiVfCBhe5v72laplxg1EkMh/hIM
x74zFTGS9U1otVggYgE4zqpzLL8T56AudoJ7U/QlfG+jOkpNEh2iysyrEbhtSU+kjR2mh5pYnZdU
lsN2MnzjI3aQe3ZmxymY/LU1dkQy5YF9VeJtpWhv518KTLQoAsBpwOWNDxZgkPWU07ZWQ7+giHOE
a8W1OY+nZGazY7jj3mqAkfdG7jEQyptBaZcYDy6bVH2dnf4hjofHNLPXdRYWm2zUXvEhKi/KdBKH
Av86kOXamsWFhTmxAeK4kkRArfH8r4sJUbw5F9q+aRNO6vYw7JrCRDA5QW3W3A5uYbTOAJwXWn8T
ut1VXCTMBXqQ7ruBsJYgGC47271oIFNsSo7N+1npxy7TPlayFStR9forLSkgUy7zVync+HOSi+wC
/i+e9HFcxEvjUU/zfIcAraU0lgOEaCDtmZWznfr83nbS56S+K3AW5yQo4vvC7ppaqdf2AbGsuF0f
/PQwFzXzNz2H9nGSojlpgbjIh9mbu/wC9jUJrA7BWdCbyHkabGvYwmwEBkUq1now5vKLnjB9TkRq
nlDbXWslWo4+baEBdniVy7Qdt7oTXA/ZJ5HkNJsKaBlOMl2lkyU/9V35NQraZlcbISDt1t5Tz9mH
hbYdWn1RKhCK0hAwEsqLIZgBGEZXQAweZzuSlKGzi0RLDpHN5GuTd9NrDe9nQa5M7evkuOOmgpIj
fdc/CJnTsg+QveR9uU763MuJz5BVd4pa90MtWQ06/5LEhK869ZYZvH9iY0f0XdiEgf5aN+kHw6GW
XVi1vQ1rBlNhQ1kgxQDqKNQmrNJAnwni46iLs7lpTATCY9XtabMTT1N3kBK74c7q9ecxmrcFgKW1
KupPia6hnjCYAAYzkdsGc+9JKVYgWNQUW3xMBmQXGLuqieRKb91Fn4EfdKrxxcTYBL28kdg1c23+
iMDgyZVgUsyB/Ai7zFivSM30cpQ/e6xD/TrMR8JkijD+HOGi2VozuZgr2wntjTMu0CY/KdYhqauf
0SRlh3kakr0WWh0+FjE92oAPgOjn2a2e2J5C5rHBDE8Y8WTb8Eao/5e9fg+p6ynLk+YB59IAweop
p3x84CRpbVEq9WyQ0pzVnElWw9fl2Sk6nmbwX1RDecMpqT0G+rCIucNto8AY6pTO8up1AKt19A13
2MyaXW36yf4Ux2rX5459yAxNv6+C9gnOJWsZ/imnY9fem09WUERru8aEFlBbDYAnXuDIzddmheWl
BGe5SpOyPZiuvp0WBkGCNqgIrts8vgiVfgDXvyqgWhQCiYydV3ugiNS5+o1B0lTiQHiizBhTjCPA
7dGJqqPvkzRMBBruQND2jdpOvgEjCMjVGhjzHjrBAwFtGGEzOinUrFZk3gzXrSl2Ybt8j5IUYATA
yYSArJJeHDusmcVR7zTyRKAhSz4G5ROi1t2jGHyZMGqraWRtrQ9DpG8jy/rQpDTejIX1H2sbNSEw
i0GcqB5ehgISERpXRtKxzuN4JnwwluAPLPEqmnRXiGOu43xR02pCX20nwd6yb4KceGhQ9nNDg012
2bqH9VaSjFA4GQ35YJf53d6PyouiEruUbgvbLqy18kJrW3dnqJpXDu9zG020JwluvktyeWUCqVgl
sOF3pAV+KAxJrJocbI7iXbevuuER8QHokIkFrZ3kdZdz37b+OXAkMQ2sZ800f+v74UQIEfQqOi1+
3uxTHJX0NMkCofjTRxg1Z4pPldoOZGqkCwat8U9RV3+umztNH+5LCwIwbL3SvC+K9Bm3wlNeGDht
3S32ysOspUcg3wc6AVcV5WcImfWmiFOxGQckcKUebcemMnHiTt+KxP1oA91Z5oZEVs/kbb2SzXKJ
ohKKQ3FsaIRiX9/Rfd2FiVjZUblL7OFrP2ReBGq8t/rnudornYN5FbCbr7dmpo5mcoXs7IUI22MT
HHXrLpDzbTGqy47AQAsGmRvGwHDqo9QrPl48eyQ8DqtirKFtsLeZoHIApf9EhxtEX0LPV7nsmcr8
M376vaT4UCandqbyoQf4/2npcF85fw3gvG+AomBjta51nKTDjkqd4AVfF2Z922v2lvnjJIkAQ2p9
Y4+ZN9d3RDaMNEbHnt7edRpNWLYqcdKjiXq9MDcDiGL2VbAemHAOanoee32LYvopitITbcgVDvxL
+AaPkRV+KAFBruYgCrwJB31KCFEadTfAK59BAYNzKkyUUWG3nzrzmhC7HrSUG8ereWwmmLYa5nd1
ACL52Eo2L1XbXUy1jqPZrHedqd32pvGhKj/iJDliJvnCSMIl2iZ3IihytG2hv+IwAkI3HD6DLCca
vEzwdFnWifgyE9BVtp9HcQVc92aQs5c1E0SgRvpE6uBey5xXuZTB6256jDS1nCjoHLOMBcuw7NXz
yF4pZinTc+2Y5g79tA+mI3elRs6PrVA9Squ/y7HSTXpzDQFyHYAxS1gDQw2XutWzBHSjjYXaX1Hi
eO77a5WWS8ryydTce7WgQmvzo4VlzmDaY82o63Unyg8dvRX5iSzn19m8BJR9o0uPWHa82kl4O032
vpm7U1F15m1dxF/HIjoVuv2YGfjvbWvyEqvFgQpYw9eubEBIidteCKv3pqj8pgxIpEHvFeVHETuv
ZCzvszi/DCJ9vAoMewU59LqsCMdtevOCRZvTGsA5DLBUv/gfMIbI6A5GBFRhll/zqkiIDCkOWmHi
ek0d0gKH5pQukSOIM5G8ETlSvySu9lSXRNRP8bi1dVg5wEGgFLE0pNlwADd0ZddsSXHqFhzcQBxi
/SSX53+xdya7lSPZlv2VwpvTwb4ZvBrcvlPfa0JI7hKNPWlG0kh+fS1GRNbLCCC7YQEFJDIQ4S75
9atL8tg+e+8l8pDgut4aJl6cXA8Ukonm26Brq7FjrEwwcXKDhU5gcTdPA6L/Qaedo0XNA/9ar50i
fIwb8YaSzrA1gOjFetm07fMwF+V6dCqNvwauTzx5z245U+mXD6hLTvbJ2u+hNpx6T5z7Q9jMkpS/
EtO3aCocWGoAHTrSd05xnSFfh7h9K/OqYPwxIGeJsaTLJvtZcmhdS8S0U1zXwW7uw36Vhv5nout7
CC7exurDW0mSk++W0+VWqxsMxVdz4l/nrlmBprN8IE5EwQo1e9s4diAsqQiyQJu8wVHxNoZyy0OA
K2efoZJBqRnnvRmy300HgqyacA6R7xF93c8qyHTU/BpTGr8QG3gU7ZJVB4SyfLf+JudOnPAAMw70
X+344eC3NTxy3TYAdajw1Ma4/bmImeANmoULijFGbd9XIaYCP9rGqVo463ob1e0Xgt5tAUohLmoL
e0lcoIAkebODPF5dBanNYQI06iYIW2MzDhPNt34drf06DR7SwRVb3tKR+wN9miVnyIRpZazH2y6G
2ZH4Q3xJCXTiAm1Axbo9ZUNNSSkwVeYVHgIYtthKmJTatniPw7E8+kYKYGv8maBVhvQhTS6fjTx4
rcGvaVqyImWffK/8hqZIL0b5LmIzPNQTyXOKweiuAnf1Xqb6Oc5o63B9ju6Jc5oVj7Y5cunFpo5v
4GMOUOzMaFqsfO5VG0kvQU6QpTHci+9xhwus+rG3GjPaEqTiM64NceTRQg0EJw+LStLWg0ODQW8X
VFb6YcHWI0gyFHtWlfY+6dBgRtGDMhsaER/TrAjKrTkPBcssalRNrj7uHvE5S+KrSTkO5SvUayfF
gn0K7Oc+Fp99lG+s0ToPAdVnfBJBRnwkfNSqwHiEH0HTfJNv6XxZ41rYiUpCQSS/C+0F4/UUo8Lw
WM7Kmm14nEsIJ3SduxCL++TgW/qcyJ6yN6xRjWWMGxrS5Lr2qrNlOUCKcCPY1Qmp9suN8m3qDies
1oehFGe3/Sz8+GlU4e2ghzVrnF0f2qdA9nSlF2vVQ4hMB/UeL+UkRfkpc33dFuJcTG8wA0iuww51
k5txyl+Nqrk0eXvwGNr82luDpj55oXkX1tnaSaeVkjSjVIa+uHV265R4tFV/mwwv7ZjdZ00IeJr0
sxc2r6gK7jFgJGZgrBWPWGIoCemuZFcknbUrsim9GILxNG6v+9iG/lZMV/j5CV1Hd1yWtMypRzeh
S202vpaCntnpX7Roey7j+pxW6X0+2tH1MGb+c9tLeFU1afS5TlZp4WwcsGGkWlZmTI8YBuSLkZns
UHlOwU5l0aKyp0FR0ze3Gio0ZTCx04itZ0KOy6v2uhvsdGX1M3iDAHpOn69pynnpKusmGeNgbdc2
0+XsVutKtq9JPk3JyrbujUhJJqLi2aZ8q6MzC1hQw/jeR7ucipOckCETivhWuayPsamjqyoC5UuB
n9PvsjzEWULqz0ZQXIUcdvudqsNnN5mf7Ig755CX0zmeg6OTiCuEoWhNpc7ConLMhFNilu5tkyHH
brK833pJchQz+OXBDR6SanzI0uJ1oI3/d2fD/5fz/wtXzD+T8w919auXH+pPev7yJb/r+Ubo/LCI
45HyCvkHqWj3b4K+EUY/0PJJ0S2RPfary27oj7i0Ffxwl5QvNgvSoX8S9C37B5UDEdYEPM8LsOQ/
ikv/xZWDA9Nm2YqqjAmIfBgv58/7KXawfSHY7e/GiXCUQ4eC61XeuTOzO4fn4Qpa8qaPKSfzwpTj
6EusW/+E6dA+DiN9klacbOaqdAh0pvd/9z7e/r6c+vuQrP1n8xUvbQkyYvkKCRmyfP6rySQNlLY5
OCd7CtKp8YqrmORWmRN8aRwn3zcawPQ2oEXmGNSzWVyaEf0PkSoVRy736QFEd0NIsVePhhiURxed
cqmrt+pDY2mKA7rOuuiGbs3brJ67hlta7BJNqUv7MwWj23HfjeMvmy2N3GYCigqNsjF3EJS+f7GR
/c1H9j/rud/+qtg63MjhJ8AeJ/zLek4J6YBJZRpkc+8/jkRAaK6K2YaAeA0O6BLpQ2pR9EyKxdhL
o0/fSq8xiFlNiGt0/gbpldHZ2Q3UJGspow9/Yaqw1j2043/+Q7GWV/KXV4q32uLT+ds/8NP/yXIg
wtYeTNile0o/xtusDMonllVbKfhYeL6jbwY5hU8jBVq7WQ7uzRw1BLUpj9jkdceOJ+7t8UgeJj37
qCy7f/Hq/mwX4X10AWBhZjcJ+GHf+WvKz6+xIYVj5u2aRnUPddfiMAvNELGuQC9O84Hi9fyGSpT4
pNiOXzzm4n/h/iBY+de3yF2YQS4rN14H+uBfLqlKwVL2JfjvQPno6hXlLg7lzZA5Mzd/TcBjbian
oPis4FwtaOdikKrzVZA8zT1EwFxW1hnmn71VgTYvhtfvTTbXVHXOtBjAEr4nsdQAZjWmg1/T6U+L
vX3rpB60Ahe0cpO9T0paawk54rn2JlSmpsqfFeWH6zIY9oW2gTkY+lH4orlqNQ2e7mTTEOZbffoo
HC0QDxJ7qPZDHXBqSkjtUCvLIs2wvXrtD0MFrZ4OvxK6+t6U5iW18zlcaegGSIALPsCZkuFYs+03
VsnUQWJRXvhCqSN+pSzuHF6Gxym3GJqIJm5zG1nZYxDk44aOD9ta5Yb7U/tl8R5aDCBpGy89I52/
9DVz2ucEAORXtYWmX8ZbMOpCl1+GUdDBCgRxjTkMaztGOTQ1TN8rMmDps5nR/hsnLG3msWzfI1+6
10ZZTOekCac9mah428QyPQpvrA+G2yrgywq7flpd8GF2O2IS5anP8aJnDr0qCKDyWKr6eqyoX1Bj
612qbsigawC5s7ys3DRAJ7aTP4i9mKzqgqNGfEUAGHAEt8PRYrfleLB64YjTjMu6Dx6J3pv9NL8G
Bbuysvajm6KN5IZAOnr5rFhAdDp+C0NNQYwJCnroPeex1hQXhyGoPU3/zgbOWvSYaYM2w6LJxHk0
IiQnh7k/QkldBXaVbAdjLqkZznnvJ5VySrWFKjiF2OXD0kq0mSrL33uyTvfj2D1MJSaBPGg5cePx
XWHOLSj6jvpHIbII0CgWxvUUslYsytqgsI8fIo59sWuZjY8IgSlJ4sljb1kV21qHb9NcZytYGG8w
7I0vg7LBdTkqces59fsorIpzy2L4z6kL9zM/3uPg/mlMVE0Boj6Ohaagduo+rda212OEcZJcN3CW
wV6z5Bq2HjutbeF37XbOsNWQeP5ZqtE+D7NxJ9rsroipqMsVxANJ3XuRz9Ay3CbeuX3c/coL79bD
tL3XrbguF7yeKNLwy5hZOA5duqYxvVpZcYj6nDLv9pAv9qbNZE7WLV3FIqbS2Vb2eRxi8e3ISV1z
rzEjvNDCftML2JgINSjFuIY9MBcpTVHsTFktJ9NRakm8som+eFSrlfKokeIzqW+aKZ93eZZ2hANl
RK9b6962jgfdmcNElBVoudIDw01XqnPxWslezqtSc8tTY3wviZl+AtJxj9kg/FeDgPh7UzlkcSOY
o3GpTIh9BWIkEPBIHDw139d2NF+P0IX2OAz9m7Ctfk7N9JIoKIWLxeCiGiuhItEjTLfwFqUzKyr2
4tMcF/OpLsv4jg6++dLReb6uI/9gzfB/4Fv6rOosqm3zKKO6zcvCFMGtFv13zjX6bpu+Ea6IrJY3
RUKXHa7EYFd0HKGdKTtOtS6Aq8zZvpNOFNPkMjYvfZU5EMM0l1vhnvpi6r9Nb9bXbCnk1pslNLI6
LlCBEz/PbkGTUNPv27S3ThcZ6+AoFLex0Fl8Xl7QnoRfwgXJnfw8KSO/DlENXlJyj/BJ9AiIM6a3
KHTTNxVl65yjz71BHPfaTVhocWwkPV7q6mTR28U5XEePuppptufNulf20rdqK7XzfcEIZY5xRIx4
ZCT3kvQmEb3DSiR9AUNikY+mW63ZlEM/32Uup/IuGdhduXSW7bO59fcQaiRWCpVuzBQaDp8JtJHI
5rBDHxNyRlfctamiuiooBduBNnvV9Eg/kYY1v5Gu9VVkl5/5HKVnLKbN0Y0N75FyWlAjSWQj9GTf
kd8+9JQ/UYjWv86/TVSCem9oSGV7lUyc2pGxA/qlmuCqDSwEdTnEN5lf3pVz95y5NVZNy3/gMSVO
jsOxW8t+PBYRBdd23Zx8qS8QYJEuPWerJ+e6SSNrZShOmHkq5TFoSuKxbgtyPZ2DM4eeE+6ou6ov
FrGH1Enta3rapKQznxxySMsF21JnTMeNKVMyAFn8WU1xsBGKgsWy9YsDJFN4JkPzIpH8Piw8k08p
lA0OzmwEI2dY9r6ut0+DRTEr3Oxc+TiO2b87Bz8HtyOY0LdjNIiji8pz53ahgMLUFruyqKaVXVK3
RzTYvenLrC3WrcvnmyffcDDQk6mW9L0nVkfUYZfBr9E2rmSXPsE/woQwxbftMNDfmhfZ9wT4DUSO
D50hDmj2Y+GLoyOmOZy1g/dVIaR/B0nPeZ3T20Y2Hey2chpXSGjm7ZhFDf1yhlFSAdiaCU3jRpMF
RzXEI0WJScfty3JCe1FbCMdehqTuMQz0lQrPMh0qY1uFCZHXdphMeMPxYFj7bhhrs1z1tMA5D1OK
L4YTdVxQxDa3LVwFEPLI+X2HslGQVCr2fePQIs3Dqbgida2Ds186lNdaYTWrX6UTZM0m9SglX8oR
A5LwUSPdfTMiPz80VVBerLjouT+xRESJ9rruuguc2j8krTImiM+szY/mkgPe2dqR+q6vppZUNmVv
jDyBcs4zRSJXlquT714SPscFK/SDXTNfXfMxB18bymavRlFdvEiN10E58n7Y08Q7NPWxQ9SAItsL
zSdLB6s9qRfXKqynXgImgBJTXDdVyE138kiqpWX0Yeadc5AgdIHUhQGWg2FWARdsI3LQtD36zUAb
IGsCdHj6Jd1tP0+FDa8lmagycYJxTwnmiCGPPmJnI+16rrdiUrCCoDTrct11XfYU5HAtbukMXIIJ
fnLbi5SqX+h6W+4y5nnuTeeKSJV1KXQdvwFh5ajS2UHOeT8Y6mkrBNmBVSQzdZWMDSHwuGvik8GG
/wQooDU3Pi7vY1P5+sEZ3PZk9z2WEhZ9wUqkln2Qbj998g4wp/UVNixnyPz7uq3jk8DYyGMM9lVn
j9aOWtPhs1F2eupnA+4u7QLprW3HzkvdmM47s7az5bfMn4YTAMgLEoxXOMiDL6fqALQHqXIfglI/
yDhSnLuq57KVNdiQ9CXlfVsjPa58O7vODe9FzQK9xiVOxSiKYdJj0Wvn6n5oB+eChNVdZh3M4GTY
/XQVG/qVDWjpPuYumx0ym5ZcDrFWXR3wXcZriz35JqP5RK4rL069dQe741RSX5Ft3aAfyktTIAl6
cSy6AwtEy7giJ67su3SO2EHNgK5/6QjpzmS8/CUTENRmOPQbCAagOhu7eAXMtq5ZOdEMy1Iz9fzm
cWlZQp5KgOsOEff3wIxuDHofjsytwTqbGhZ72Uyn6MqSI033TuvRDt64qIfzTJh/ZdvVB/QH9RnS
lPUq3MI/ukGrLihK068iy94QO9WptmZ7Yes0lAPjqXr305oD8CzzZGPOnf2RxQX0bLtNrjqM0Yc0
BjTQSu/JUQu5t0+uVDU2r9bAcFCNTAsbv+nrDwNHAlwuIMBPVchtba18AQYmlT6EgwpbQIbLqMh+
lU15Sw98ds31W141tOpCeODls/tF19gYFiYWNl0es40ffpd55G9K3Z2GZtiXeW6eTOKUlGTL0bnK
GZG3wmu7m9Yi0MI7wSrMRawgAloVM92KLJl/peRUVk3pItxDlC8d6lipqaj0ewR/fGOG3Z0TJ3xJ
ldP+YGZV/JK7qJeEq8Ju77lcNFQ/UpNbN4fKZrNaBDxSaRGRK5afBLGHwVgneK8uIRGDMQIV0wIU
xuFGBYHbGF8FtXM3ucoWPZ67XFx13+lIswfB7SGMDr1PG8JGGp3PrqTq6kPnUleyBbIcgaecclbC
VjerY+M26or3/Bt88ITlj/2UUwOYrhxjKw3k2BBCq1YOTAsv6hay6p3uiFPlefiStPQGY/pZujrk
R6JYrRsZ15c3NPFjPBZ3eZZbV2MZVE+hjTCJ2JNPrwlYNaDXkUuwvY2wdhTF+MkdZd4PikKUSWOk
NDR/XmE166wBhxb5nFEVpcfHhBvwJhbMXxsnCRGO3Dzjw+94DF4kRKJIoCEx7azTLMieCy0y9oKM
nAzfw6UGgHlgpMvPrsR+13ajfvThPRZjd5FWWzxMBONXdlFO27hh84A5vq6e6NkcN2IM2GtlRKsp
z3cN56Eb8/RFlz3R3so1SzwN0pZn4cIHtFvu5hEBhusxc210/NHZKttJ3njiCHB6WMJkM3aY9waT
Dng/+DB7+dwUfnDtA1n7pGNPnakn0luvzQUjqzrSTP3gGmH+FouBtluTEmtgRU72s2NWfhEj4CDW
28kzg60Bxr0HrlIO+qOflbyhkVhRwZ/ywOWVUSPfdKnjwkR3GB/m2v5p6mQQKyqTwx3gjGBYExXo
ji58mAu1VNBV2Dqe08zOvn6TT/4jEZeSS/73T3su/73uiv+H2jAXK/U/bsNc9bKvfqV/L/AuX/C7
vou7OnRhQ0ckcJYKBef/yrt29ANtN+Ses2QefW/JVv6h7hr2D4f/xi9b5AKWUgp+7Y82TMP94aLr
LiUXS0CEp1fwnxi2CWv9WY0iaMkLsxCR+X+bujFe4N9nhDJJ8ddi2pxIWN0td4YyMjBFGKl54q55
EBPHJ+EzTvJMXLX6zQn3Zd2tHXvcEaEAoPQwOFS7TERuIadMxC/tdGJZxxdw7A6N+25+aCaMbjgt
6xK7dHyp+6Ff+dA4X5wEysW9ZXwUnX+wu3jrSB9dtR+M59r61QwW9oozy4oqcOAQfBqtPMOpy48V
zJRNYMmWc73Z7ZZzrbCoWQ8hq/LwIV76FWMAryzNNpVAcx7SYY9OnRk4PRao4U1WONHWVZzy2XlF
mBz97HoM5b0336cOQlTjJw+UxZAm1Kd2MKgREphEMS0AflpZpNsAOnSbtlfOyqQjbSVhTzPz7DHB
HgxwvOglmwDvkPDMc4v3Lh7eGbmA+GnFTjeiwt9PftVluKm67EqD9jFtlkRHB4setzqbu21BE5jT
nxT0t7XqUZi9NSEViBt6xey+FixTdRpuetQZ0562uvs26NYPy+9eOFt3hgMnn8Lol2CNPfu4lPUc
3Q8ugGqrNVdURoq9gpLNEugq9/ynefT9g2MB/BrNMKGBh3elWtqg0xXT6RdCzMq1eAJ7Wq5y7tSZ
bnccJQFEZ4dwYi/N7YjdHUMjxpa0WWGDYY682O5HPnqvvp8Ta7GNt7n8zKKRnuwrHdXHQecEjGjw
lyvL/oz7udoXZtqfUSLUdY+c6VTeM+5LFnJoRHiehCeBfJVrkXjmY4sfP0jiZ6vi+J8CjxHei5/O
+1rp67If8OC4gTpNYAujboZMF55xMWGDoB48MTZekXhQDUYLPHTBlDy4WwibO1e7RAbHLSe4c83x
FV/oV4tQgO4vT6Nfbc26OTp8SFshv60sp6Wj3Lscs+M+3dEjm5I6YL7FEbrY1tlxx+GVX2QnTcc0
DUubIGZkXySCvcFGtXQDAgmYmyzwtMZE4rAKD0FvbvkpQ2BtKKEnQcd+XvTGRtMsNud3lFozduBF
G4EyhsiTSA1b200h5GY0zQ67crDA6TpUJj24dBuZVGqsKbXEvnAVkgo22dxLLM02wwDnwBMmgDX+
gMJIdxXgqfqRvlZhPsdiXNkutoAYZc5dSl4jjgLUqqyhaa6nyTg3Idb5LFpX/fuIsdOv7nqvOdqC
9GVlbidNe7RTSh63YjqMpr7Hm7O35vrGbay1R6eK46aAT6ue0cm81/UL+u/JQrDNCg841rCJUhgO
+GSyTvI7OKBxKaHtbANN8uElNV9tbcF/jts7NGo6Lph+zV7vbOMC9brz7nPFGpOWnH4HGszKGMHN
cmd3p9HVD32bHWd1R88hC2/ZbXBsXKg5PdBnTrX2jT2AAcGp0lPK0s5kNqb8syPTIjTgGBrZVnbK
uVxwuWf+0WnkqskN2vPffGF/x1ibCxfX8PA4wreK8R3Awq34VH1WRC4C6ksa+L0SmWIacb5QbB7n
WwoE0pUHuK0VRDjsJ0ZdDBHBujEtQrx0W81fsYH1rF4NWNwa737w7X2X3WUZq4rhevDS6Dw71qvH
pOdhJB2s5NOaMFkU6qn2vRrJx0T/zC8lzTIzLs4ShXThO8hJnEJXkzfI1/FShdXpGu9/FfzGPxlc
d1dMmjY0xxx3IuYGiLuKmO8Kn/S6ze+6+SUKPyLwMBpLnymqHV60LZ+7aJuYwx5nHIZK9g4LCjGP
10E5fAdyPs2hcZnHB1McRYeu7YZ3rtM8qi7diES+NW6wF4lxgMgw4DOtAKDXNK5jC4/mS2jJJd4t
rqWXIgJ4M0cYuKefyhO3bCCqVRC1t5TWvw9ctWnV3ZmWi5/GN98UzxpZ5eM73ohlrI+sS5KrbcsK
MXLQyHyX41BXi5uy9O5siWOVhdLEXyw9yyy/lmCn36NldG/Rrkt1pWecn570dwxow3Vd40CxqHTj
6NzvWmL8h9a1+i0deznnGHXflgKDjux478ygOLYaxZTVxwCJqhHjiy9TtafuXz45lYWHgocs06H6
GnRkv2DuzA9yRPwdfBZCXm3nr7KaaEIpmxNhhhF8TQxEsnC3g1LxHlgn0ltk7VzUZLoLfpaNlZwN
JZMjCy+mdA08Z5X1/akYgv4ppoV/E8oZ+0DInahOQaalHTATMYQvwqkwcuPNSaL0WWmyChYP/yjQ
d14RcUWKK7x4T7ERbyPPpGCxTvA6hdZzNPHeSfcef3ayz+V8O8yhJjNibzLTfakEJ6BVa4/NbuzO
RJC+XRMXX1CbFfp9E5wSFZvzCts2bVBxlM1rPljzCt55wvUkrCfbQ6QY+vPkYgeK5hfcfJt4Hn+m
XR5u+Bu4kGfG9eT5xyhojlYXphtV8QMOevTPKt2yVM7XjofJ3O+KdIfSuula8QL7+rX27JfGbrZJ
TnCtroajKNvbskESq9WLDDRBSCk2vk0mxLbMcKFtHHBHY9rZFDz7VTAvj5dVY2Jk9r1WQ42FEAYd
diUyiGIpeNHDbKIAzf25G5fTLXisc9GwkzDrrnpuYiPcTVOMS99T9M5Cj+iJOEds31POAt3e9VV3
11FTuild5d4UAQb8XZ7CNN/gS+ofK7cWWxcD9ruPXxzuUCXZ+DWcdlgR+lT710wNjZ0AC8VY0hyB
22vsr1Ow9vvGvq1il4EoRRWqdB7sJbCGu1DmxG0abFHPnLVccfQ7t7mLWcxg9gF+hkpGdeWB+pgO
72C1z0lGSc5mSbCcWigIwv6GqWsVw0A6IT8yUQa9pv2yVzlhhZbriDI+IzhzVaubnJ74N3cyFgxR
2V1cAC89tzDlvVemqKlzCuf0M4pCufNbo3+t+TBsh74jGEGPpYXPOsJyv5I8X0/h0BUXFLKAWTHv
jtwTvS2ugWmXz3j5KTwMeIrm07408vncOUlyZ2seHJ01VSzNKf7L3Z8yeiTVd/YYL577Kp+Onaub
Ha51ljYC/70zxvrBwIr4Rq5KXfuCB5LOYofDYxRsQ6V8mFBTeIWwWN/xUhZP2XgfFDHgecov0iqT
z/lkRUcIJLguyx4WEi9g/tlrO90XVnBsYiQNaGfxLQ9jc6dwkm6ypd9GaPOcN45x3aNZfbLcqZ5F
UFO0qTufSy9bwmikPFKU1wTlo8GoDsjIoX30CbKrvqRNu48gBVL0gkJMcCNzCIU5XtiSpiF2Znj5
U1LIl8kC5RwhYnFJYrvM5FZ5mfVOnWd9Sgo73crKmx6NOa8/SnpuMSsrWBB1rg+K4+mmsITaUMUa
7+wp9J+CKhKE/Wr7EIGqXreUFCCLl8xWUwj4m4zgXZThj53DnvZM2fYo5UN2j5D1M0VdlFX3wuJz
l4Z3c6veRPLY1rOmPHsgaSOao85S1NIZb0Ts6WOcxOKmizHDuZpVaLgEOkB7co1GAjSE+4gjn0SG
2WKX0hyA4hA5HDdmBbPiq9UcGqqUchInDy52Oz7Iely7y0DCbHjA5h0fG0uqCzVjcDvSn0lKnViT
+a9WHzxnAzBZCkJ3Q+bdxq5WJ38Ay5F/F/wsN1OR3seZ6m5NdLIVOJFqI1Mj32KCfvEM+6XyRkbb
LMnOHYDxBF8w55HovggTSFvwpyOqsApH3+EaeamG7rZzlDp1qud0QPYtsSp7H7XqaRrct3o5t9gc
UpIgP1k2olU6GYS1NLw0H/Y6ujoHpghyJBlXPig+NSYqKB64mTIUS4tgDgbcVTn23k4a9jO6jrwq
ib8cocRH2W0QsZia+dx+ZZ5oN46I46M0jAC4mxFejfFUpfRr1u2Rh+ziAY8jveOiV1d50ffXeZpm
e8TUDF0OjzNXRhlt0rGtNokMerWpC8IfRZvQzucLYEYwpqxt2aUz56iwXIjeXc2O11SS5MBoAAhr
anNT8vneQBcWn6prebcdcWomQ6lLNxSY6Cs3ocdVy0NjyLjfNTkUrLOvAOPNB4+KjlcD2BK19wis
k/WVmc1e9m2wyUWNZGf5bxyKgSLP40dSF8NaG0n0u+3nP9Jb/j0x5ab5qh46+fXVXX00fxVnlj/v
Z93g30hEp/73b7+cfNVL8vxP/7KturSb7vovOd1/qb7o/hYEX37nv/uL/+vrt+/yODVf//1fRA6r
bvluSVpXfy+Q2D4ywz+WVN7T8vPjUyNP/f7djr/++79++5I/RBXnh+ljRwOPRIsDQgiaxh8heO+H
7QQulSCUGdBPsxh8/iaqWN4P7HUUkeGjsv2AUpj/EVVs+4drg3Wgv9NbYvK0fPztL/+HE4337R/i
Gwga/kVUoZQL/SYia48Nz6ZG48+iShtWOC0GdFGL2ZswBrjgrnpgT7okbUijgZcTMs0slnnKxwzh
1Gc/siTOrjpagf5DIqeqfJe2BLxLpnJ4h6Mpz2nTewgGzUiA0rTuyfG9eJF3DpQ97lWD36AN0V6D
mJUjRIFsXcJ6OlciGQ4avBoNFt5Pl9EAoJd6DLBb0GM3PpsmIV0Zm4IS5IwS5VUftCNeaheCo2P2
xXFyTeuAIYK0p5grzFrU+tKKMpATCpN+q506PNu14e/t2LUIUHElEkzFFkxeDcc29qDabV5dq/uk
O+vssArmRworqic2UIR5TIkVwZHQjYczf+gty09CzdVdIMPr1mEp4IAiPQdTkgUUC+K63c/CjtNv
ZzSZf8tEJGzS6fTeu/VoHmtzVt1Jmrl/SXvL+2gHDQtpDOFQme5D1VrGUUMQ3HceGXg6CaJtVVYF
Vg7zkAYZAMDe64Od5OGPgT5QG+0gIxtUlOzGefhZhp2+a+ypuWmJEJHpyaJr30WHCPO535phBeVP
xU9cFdPab5oM1meNAI0wE68LoW7nqGuOzG3j0TKFurEWBWVUA0Fnw/OX9iRCyE6XHDMkJIbUxHoc
QhCNKxDq3U9JpBTJR1mvczm458kXzjsbfmNfZrI8CN6/Y9j1ZBv7tDO3EAYhxTdd1Ww6l7wGFWb2
xgy8C95BUgR5OVOusrDfLZG2IM30dGgis4E9yvpErvPIBArXDPOjTku5BtKFlJIF3h3158YhaDCi
jQ6TVCOa/BxOJGFN2pIArPe8h0zGnBJUEfysw7F+pUW6POThREMea54jMKbsMRuCEcQqBujcX4iE
ZV6fRIIiH8W+dXQiTCstf+vrMA1DxCQM3gQsuqjcjlZu7GAQuxcNLfPsZ5GlNmWiNDr/hLsxlkX9
MWk97FnFmrS7zATE7VmjbrUhaC0n6yitiiRQMaaZiyO7Gc2i1XyuQ/bxuJEihDzWO9DfSIkOzk8x
GBylo32AcYAzk9LGc1RY1aaGdreP+zr6qCvVPhmucB/44Mx8UoJ8ozxA5a5Ve4TharTBoFM/k9k1
TlDehnuZzwb5y/SlYkTd46jlSWRiKTMFUDU9D+KisUhx8ME62xiLmSfCBeYlJnlHr7ZQOkzFyJA7
IvhudcsIh7PuHGTTHc9I5ImqSu+YHvaYcG9kL6I9s9WBEsryepT+qelKecFEc+h0Wz0Es03ozhLX
gec/ZFH1UdtSrdJWHjSPuI2smuUNG94nOzKuMM4T1XU/Zy/xUH9cuRftVNTryMkfLCMK0OxS6zqU
FiEy13+O8O7tHALFBF3IGQblB+0a5s5GibseiwJ/lTH/dKQxfOqhuMnj6LGu6/3/Ye9MkutGsnS9
lbSavMlDGtzRODCoyW3Zi50kShMYKZHoW0e/rtpBbaw+KOpFilc3SFPMnlma5SAyM0gnAG+O/+dv
qknkG2KkNpRqH6KZvDlf7wOd3uTd9DjI8AGJ7ccgb7jQkQhP8KLDvZGClBA9V5l7x21ecCgJz5Fp
PYis/6YkJV9RD8F2zMKnQNYfPHOOvsaYH61KqPurWY7RM3Fnt35EWGOZ1+cZPP4yFrtZI8wriG/S
bnyej/GpGxkPRj+oa0kuzRYvhs89+gA3tkF1dESsQnRNT/DMqpSxKwrzDBZFtbMlrRnPoV/WU9hb
1Q5T2mRbTyQIaqXWta7sO4Tteo/cga1RiTm+hzXovFQ2RBJjsQuwiYkd3Oncy3h/yMawNyn8K/yJ
IE0WI2SQ2ZlXk6J+tcUIdIHZ2hYNFML/77aFHMiqoaKxZ1x6E7yWgDi4swky3Rki1ys/jOiMGrhJ
Q7mcT5rMuVC4B6BNyL4B1z5TZ+2pR7Htt6NLn1jZOOEmN9oE5ion+ha2ydlch/fEEJy4Jib+kT1u
KbMvrbKGwTpwptC3fkYDjLla4d4Abt7nQAcjK2OleikfOoP11MXJh7wnAhmin1yrSN4M0tqa/nCd
Cdd/ScNIoL1tcadvfRLsGuOKJATCcV04jopfsKNhOa5dVGQq9il051ZsW3teGOvoq+oehb2EM5SM
FJANIYZmripw+4pgZKsADitauGp1A2ERc5ZOix59jpc9e5nObn3u2mjV+VnofFgw6aRt97Tw62+E
2Y2ruBlJis/S5vuskbSVPOkeuLuGkIXsekMTIUrOB1W3/k2nCK+sZuChNeYQVMFS+cFVSQQEoX59
jLU+1NXsqWv7+A7vqz7eNJAjOyx2u344ISMi2dXKvekIxNuiGKlWYUtngJBUxIRkYJ3JTAfQObHi
yPtkTYEO5NfGiqI2wFILZt8aRKLARTNwrhKv3kuDBWdgVbPmVgBZeGrUVrTj+FibuRtvktYyt2bT
LEw5XVf4cE6VRArT+srY9LHux/vc5Rg8i8swrbcyd2FG0Nzp8JMYEyyX+xQhaIWv7TAILpeF1W3j
ID4JUfrEsAWcLtrWDcEHPqnUESS8Kv1iIukHeUKuMqX25zFZ8m9jVJlYpKi62/il2a3p9m+HGAlV
F14FdrrxIUuzb3MCrKsRt2o7FudmNj1V/YQkzKcHPZo3FYrvdVS510IQow3SVK7aIOTq19c8I84j
ZZAiTTMnGu4/DC1EMW74hGQ/0D1B6DANQDJZ9pi4EzYeAUmudgmEQgxRMgIVEU9y3xTL2nQtg12l
zNBgG09TOSYfgFyafe5bDzS12Tk1XnmAlSFZM0OOGNH9GBOjHWVBi0Mu9AR8UsI1gjLk8ibOhnSi
k5Wdhj6xkdO8CZypP009ZF15DBkHkkswbVI7HC5TI4zOcQNITzK/Sff9BKaD+pG2nR9gEjEQD72C
XR9vK+y/L0rbC65QImUbzzGST0Odz+cocds70jO/KpLidzWi4Yupb1/qPN3VNX+KyZQ08qE/pQxz
vyZaKJimNqYWc4ObWhn5O9GUCwbGNIJJ646f0ymodxlU5G2DRHWNAPrcN9wHAjv11oQzeJ9D31r4
6AFTAILgwiLGTqOOnzrI3WdTThd87SoCM4CU+scaWnyrpEtxQwNyAQ2KaQvyXgCd9LGsfIwb+Khg
N8TG9mXZuSdpyPfYJgYMuK0ciIziOAhBl25ETTWNujHLOW1su5qbc2LXLMjkkxgbhLFTDYqctlNc
zwAA5ejthjHKpx1+VA8hYfTd1ojgUmzyyDPySw/HPmyc6eiGpwrM4MZMsGCgzeNiwJObc5xdG+Fk
ia8aOP20xsVLZ1z5p7z8FKE1M9dWm6fRFcpFE1OL0Z7Uc1WEA1JnK8KI78zP1NDuazTP31FLqN4A
hMwShJGmX4yfzcYNX0YRWsCOY9xAYGcVoXfNQpnFZ1YXaH/TdFJXZ/hyUhIaynTPC9OM6qeq9To6
TYZjiZM5nmFh1KUxxx8ritsz3A2wWDXYz1ajVUfxSQDLHbxE22cNrTHSDhChnWuIngvzePGscBng
PDa90QtX2dD3zdVgk8pz3qRRdK/jSm9srpFbbQ8FAC4ZA+NZF2d0OhrLa05kBFJwGuY+2Lbf2THH
fon3HSx3vj7m/WlNOO7UocFza3xJLsRcJZoaOQ/kleNOPTcTaTT9qWUG+b2fOs6Tn+ShyeknvGpT
zW7SoWSCqkH00aQLnAjshX7tIkmU10mf4L/T9wmzDNI87i4Ex+uvxWS4BMC7GEKt4RcLG4V9XMmH
IdSGOisa12U/KmQMzYWIKbqdg06a6iSkeWfcphHOPhDZa0/fFrFb+5+FotXOJW/CnMLMfKPds8ZM
8B1s/1Bi1qD/GYpkN1201/BvsLFuamNflGVRUAK0oXupBO5EZ6OQUbYNRYxaQJJhQxXMztF8t/p2
4PSJDHD7IBuxciISmXMv8MNPdluIR/Bw6oCyCOgSx9mUbzga8uEkaIh2bhG9bWZs08bLwZn1STyW
s/juWb2n9ybJvrR+WmK0udnU2E+fz31SXhkth+CeJeYOZ4S7KJjMHt7NdtR4/SdDt2a1SZJxLK7N
eiCIHHIq12ML6jruTZVWIOS0mCctnG3XBw90xt3b2Ezz03hxIGqXM6fRcc5tFsJ40xPEREysjxHI
NJ5oxOKEv8ju1Jst81rVZnotzaZfQ53iuzYVfjz0XGT9xR8Cce2Ptg0vB4FK0jA/RYdqhIYX1uGS
xbfuMJl6GHo3+SDivoNA2BIdNRVNSxNMuJgHRNNoPvqZSzCDibHeSleq9U9qavHP3PhaY9PUI43n
Cnt44Ghoeuf1WJDjLnGg84OxlWu3huW/ToOm9c9636N/Xbl9eg8l4pE4c/cyLkkxB8f2151nX82y
77YZH6AIu0tcBBDKRsmNDu11REwSZETVjZi4oWH60IQwhetE0xcvIWVOVRSuB8sV27rG9aInkAp6
mOV1j4jUun9LPIHDFuhpCbD9a7BqW3ePbdnEj9k/9l1cPD/+jFotP/oHaCUEkk14bT4MYZoX1gJN
/QFagUvhlb0AU6aFEhQOzp+gFdE1y7/N/4WzLvkl5k/Gjfw+WnX8GMbzHCgCfeQBRvUWZmUx/E/C
Pf4eyzFJ1ZGWom3iAqC9hqzi0YdXWMBCQAzmbbHb6929Z80VXANkTg9GZyRfE78kq7uaqJxXGJAV
4z4vRNtgQBHSP8pdYj1WEtcZc4UGK1LboHfTh0IrGCwOUQr0emgUA+CbxqMDZTU7t0FBqhWLttRw
qh2jWxiM3r3JTduFFzHYLWKaCFGPncKDdSRiRhUUQC0L1RA2vx2Np3ZlSZzVlGGxjIEuuj9Q2L9G
8w5fDMoKlKZgjR68EwhZr19MaM+jUzl0Jv1gODNj7BaF6HLERnN0kSUw4RMfyHsV5GX4+ad5dETh
ulCv/qWl5JMwMoFGeL67MMewZX09ciQ62+K50IKHgENu1V5No6jesX79oR39eRRBULAg4hJBJECl
6Rw83zTUU9PRCtUAbwhqVA3BKJ5T58Y0IBBYp06ii/5ctXAbb4ze7G8So4D8jelK16VbTRN8wYLI
2y6pY5sK9oCew+aC/RwNT5pMAFJGFtJp64hJr3b5BM11JQoFZz0aNN4ptlOrj8LvS5xrmpbGxWyM
o722R6fPNqBVrbNrQ4vQ9X6y70jTs7/j8lmjmomon4bbdFbZbTeI8UtDyMQVFYZ8oUXD3QV7smk+
Aw02H7GuXqxT5NTTk0RZsakJCUDmhkbgyZ91RpnVVzjPYNxdn+VWSP6lMWFstG2y2UwuRxJrZ6if
+VCuKUKQydW2WX8hG8dGS6a95tlzsdZYjwgdSZSfAyC1MqF/gmiAkn5dTp1r0ofP9ISDgFle+yG+
B+tMlj008kqKB4kWA2cUo0MlFqOOeYapOo8n/UDDaS5a097nlS/rNR29CPISqh3kdWYFNTbFrWBc
k2zUA+wCvExAtyX2NkuDeQyc+gkkhBpW+pHW27cn6KENvsmu5LGr/XCch6/oHsxQY+aWlOnvJWX7
GfIyNDdj64AuemLcDNg0zjVeIR0P/GWIUkSAnnUF2mpuhhoHFlqC4cmPP+jfHZP/YIX+9G1+cQ0+
eyz+cfk4Pb/qsvz4mT9OH0ORoo6mm3QNAjt8gohoSfxx/BgQUelXuGRQYaj+w4Pgz/NHiX9iMcYP
Ev6sfjBR/+yZKJitUmH8T/6I+i3TYHVAQbU5vjjKcP+GCovXgbm4hH97vI2LUP/nf4j/G9thpWvD
mDlB5sJd63ICAe+FvdOuSk+4E2OAF+Jb1nM6NN1VHTpdfG7ONPhIzEmQ2BkYH05ErWGFs2prxwpX
EQagxMxQfaLzVchEesdwya6F5/CVeRcrQCTcdVZjYsLKGIUJXSPhTkdJ6vTtCo8Qk8K7sq5dMx5f
xDm3P/beDN/ACtJ6R+d8P0vh1nDJq+IxmduZa3aQdHetg6uXmsjZTGNtfhxYfPm+RxVwPtBObGiM
GtNOzzVEFO6Kg7XNGx2dDa6TfJMDAn7H1Tm5GGN4VkFO7LmzVN0nV1Dsw4wC59UoeXeONEW2L/z2
nrzenHwZcjexVIxOAPrTXYGFQbxNMGXczZEhHmUjYAvmHfZYMMvl41gl7VcSLquTku1r5bSg8/9e
hn+UgmLJ1PrrWnD93//VPv/j+/857bHcef65EPzxg/+7Fmk2+jaZmGSXmPitYzb851r06FFi9+0D
59PCXEqOP9ciUYV0NumMET2ipE0v88+1aP8Tt35yePhRCga8MH6rFHR+JFD8qyQA9Zb4fpB1AwHN
cYkVWRbsTwsSbvQYZDX+XHkQtrAYQx8RHXxct4Oip8w8Xk3ILZovLiqZ+GuH3Fne6rCTU3OKX57I
283gAwp738faSANcK4jyLL8PueV3HVwAr3iYgyYhei6qK+MiLsbmrgYhRlcT+MV1L3vvKdR99mRy
KfvsRXharSEiejjXxcOUIQ9e0gmWxEDOOjGPL36LpwXX3DoqVhprimpjp94YX6R2juOWV4juHsks
SEheCzqo85AD15Igkd4Q9dWcVqFnPc+h2SOIa4RtbXgpIv0wmVVi3ZfCEOmDxFm4uwpLHFgVuNVX
B0YYvnYtHakGD+BheolQdN1Y2cylGtJK9NWuDYRYthn2Fx6u1tXK5S4KuTRNoRet0sh1+othTrDs
FK6XmptRx858AxKE9VCrQ1IIsBjsxCfZQaeGpWMleBtlFU094idU7u1oslnd2s7C4TPIuY0yOY1s
4Dn8yD9lQMTZphQhgeFNVc7cAkOnGk5BxNDpOMo22ksSn+v2KRc6UQ8WTRsQlDoyKsr7JnIXL1r4
tDVVjY/xAyqZrQUZe965YZPqtags+MwQdMJ8PeX0PTe9Jerv6PZgQXdWVkEzDYZ4PWsRXvmuTgl/
ySy0AQbtzXtjkKS4WgsrfV21ZjlfGXYy3St7DHJwWhq1dGxG7rcEUAAH0mwLw/PIjxp37eRklm26
JqHAUhKu7D7p9MKvtItkwpSRjhRwv+AXm7ggfuCjo4UsUzMPcGaa4a7XZgeyUiCZxkVUdMWXhobK
0j2pPBc/WVl5K22m/qeiCEBjhIDGMsA6xaiCLgyY79B5RDSy9XurJkPMtJeCSbEmRtcAQQLt/z6g
jqbUgciJ2VgRddMGlaTCzoITB8WynRbhzlazfw3yPD9W46AJXTQDZM5EmuiWMKEYAfVc2eNXD5Pa
W9GY6lFXo9HCvAoJguxT2lno70y4rhNON866D/vgMRH+3IAfRf6nGFP6eu3JsXAIhOZ30ErVD4mR
Fze9yugP+qVOn5MaE+sNNW38FI6xfTcNHqX/0DfjSdZrA00DanaWj2NbHDsqnPGM8qqXIWnwZoy5
MX00oiT/xL+prjH9bKKtgoJ3l0axdZH7SQFOIayI3OykkFgw1xkG9UAvYUd8mN9/SSwXsvUskFbx
WrOuWg1RJV9ELctbpE5YEDbalvDXYRK6ELCH9nM4oSGksdw6yS4Tacb3AJ+9MsamxDo2ocPKZcD8
kOkQY86ppveB3fLsXg1jgl1DU6emeapzXdhrTO/addCo4JE+eIJwLukaCPp2m5xLkWP/ZowaSzE4
NeBnM9eCYC3DZDpzaQJ/MQfdPllgPGgjuKNdzXbLtQL5L7o/M40cYqALM/8IbxzTXu2AS58CybUX
CLDNp8wveovbs1L1Bgvf/IZB7WSxgUMOR2sX8rk5xp8lRhJMOtHW5+BL7lMJrFOsupqfW7VpNH3S
nR9d6Tqo7mo/jWpSSxHthb3Z3qrAts7HskZNbMhULPYBLffmPOoeQPg8RJgEPiMtLeJa73KtnS/4
C6rkNKiNYFyHRpDfYOBujDxxDl+Utjn2HlUNPY5UnqrcFKg2YWaotNyEft7d5VY8DiQ6x80dvc7G
Q6XR5uc8d4k9iRHN3pqhIHpiX20kay+pm/zSUXn6pWu84lNt5FBTcw1bZuMPLsYefZgRPOrgVHZR
LRj+2k3Zi9ahW0JXtRCd459tyRCpMGGuK1tHSiGrMJpvaZMn04XiyjwsmubsecwxbFmR2xNcYUbD
XorlU7+Ou264tkLc26nz+KvR/5ZIU4l9jr5JNSZks6c9moOomgr8zLtaAFGEHb670q+U2lpF4O2l
Br1bTUOCX2TeyPRFgpJ/scjFQ0SNVUZKqoLpo09ysWGx4TK54Mhhp4Aoenmpkb4DT3rlJLFStJyP
bRpYt8wUvGxIebO++wHENByVi+gBDwnrPkdAMa4Du9SfMJBNT1OlA4SL6Wgiekzr4AnLYFmtpLby
L9jeTGov7JKeHYoMptUYux1eHDG0HqyWfngHq8jmU6fet1YTA45ICNsam34nzco0raBmEASDLFjo
PERP2/j28s+gIHheVJhuJg0+pYXOwXonw8ftyYjlteO5cY2VsQHxxK6d4ENhxTkX5jriytrwzBAW
8Bc+aYsUe3zfYkvH8NkMEaFaRYXAo+I0HJ2mm9ctu6heD8hb4k3gWcN55YLBoaPA+IBx8YJc6xwL
2lU7Zhj26Rbfhw1OG+6D0k1zlnWB8yIAJiI0YASVn1R2wL+8NNHrrSegPdCNGfJ+k7rtPO5BYFsc
DTxl68uutLG5xX3A+iiS2njWxZzcD66FHebsZzxZK8d8oMyQKIf4hXjXitYqrHMB1Rk+PlhetC9I
qKOr1bMYximnMV8UkB02QwV2jIepGXwlaFb2dOml8xikM03qvOUXbMoplU9hBcccGd3ApYR3Lm9I
HxQvhUqSW0Er97mpCkS1uQ7SlwiHnwbjRAVLCSH6eF6JrnlRldV9g+JAxT9UbnLdj4j/OJ0E2g3Y
W83Ma297jQmGni9CLdNvHo7neNNb2tkKJLJIQZK8QdUfDhj4ACAnV20JFMPb9Jg+feBl32wQt2Hb
SbcdtnK0FceTiKpHrWmQQZtq/W+D06UXADrWJ84+lZwz/4MBqs/cXuIZ0lb7rHS4GPmA3Ajm0mK8
gY81f4cIp+8hIuTxJi4y94MlKyqmsmh0gY5Jw2tTjrafKzg87qqxovGDALocNw67n7dqUX3DQEqK
PEITOA20pzBru2s7zynP4A1V/r6E70t3ygydDfZXzYeM9vbCrC9di70mFFcJKRCXVTyjwO1yOjWr
3BWzRCnkkWEyRfBt1tGs2i8ykBhklEn/Ma7U4K0NVST7Ip+HDkdyK6UY7VV1jZ4e8Ihtj7st/31A
GC27LwY7Zc2uSdKBpLJQ1FqFz/k9+DQzSKJIin2ILd/nfJhYGp3fGQiUpIF8G7f5xwaPWRMatKhO
x9S0HlXbNLf4NwakaLU2/tTa1N5d7UxEQkSlxG+ytI3IZV01E0xAvB52gzIc55xvPXxEUeO/wLlb
GMCxa5tbC4vPDnOljk5PEaj+q5N0JOvMrYFqpApaPEPpMX8Jp6kxKKmqAv71lNzhyjHHG68g/2Ww
snHaZkOVnGSGuVUGgN9qcg331Gxl9mxVYXLfpYFhnqRWa3weHWmR5SN9CLh9RUJfJiCXcKJ36crE
l8tctdk8nIWdTWg3QRf5uRgTLDcJIzeek4o+ICdUVvib1Gtgbqsoi6JdiMBsH7kpROex0KSv+IPA
dscpVXcLbxDX5cJwERQNTTiSKhBo2jWIvdH0dbPZY20YBPlO4zSxs6Ia3gluYviqVaRWXjcSadhK
DAVOGA5dP0CBGqX7Ku1DlxQTCKB/p73y/xvNV9Gu+OvL8raJoSy/apcsP/DHJdnGF1P+iLf3FndH
eLv/745suf/EQG9BxQGxgOYXJOt/Ob7CIwPLpytiSrqsFlfoP6/IAk21awvosB6yaccWv9MsOQTm
AcoBqyCgSVxxlHWYBhs76CQiw1viTQ25G0LuEin1+R8RaH/ZeHjtE8iv9d3lP4wDRrDc/F/fwiOd
lrIdHHvlpVn90PrZeKLIN0G610U9dx3CIH56/Uf6DYctIEYj0NOxIU6T1uw7y2P/dO2HtljnCuR/
NUJIW/kjsqk2xnIDR6fknaF+eYPLUKDHdJx4gZ53MNQ0tQn57iVEmDotvtJ3IsLLqKL7tx9o0cm/
6qAwwOKQCleaVygxB3z9RMLFRhflEJ321K+uCwXzZSUHo7mThsEenpXlc9DmED3tTlq7UaiOe4Uu
HjSw584Wc/b17T/oyBtm7gJxWrxgGOcHSKe2oHKDgTgrDMQ5/iVl67rUrX4EPHkvQvLoWNzNHJju
zCXnYKwQ68G8SDDj0HgQYDI/dPeVSh3idzNDrN5+rh+tqH8hRj/mKpWNu+DKMPJBkF6/6IHcKWzY
lmahTqwz0fgBRh2ht20w8bl0+r68TmcHGzWzpVXRCFTutUl+AR5R9ao3Enedmz0FbSmT/hyXsmmH
7V57/vYfeWTOYVPDZJPIBgC12Dd+nt6EsfezSBFP17lRbAMLv8JKlt3m90chExi43Cb+DinC61HM
Iu5U5KWACTX9/JWabaRjLuFqbw+z/LEHL5wZxG6Gowdw3aGJKIByg+o5dFeuxH/SnTsgc0/IbxzD
uAjkE355cKT9re9Ieff20MdWlWcirgD+X+bWDw/Yn/YJaVdD0oYYt5gN5kGc0q468UOawrteBeKD
k4SCGqOX0BJdjzt+6Df6BFMvIKbOHcrnnoP09986s44uxpLHrNj+X7/10Ctqt0yBmTyAp5u0wmey
0l7+zn5yZEf2uOAQy4rWHNOMZYb99OAG5qeFDdkNbZ6Rn9BhEPjAxw3FW+6CjYHbBt/eftfLbzz4
zMxXmvv46XLkLO7QP48Y1JmJpwBU67BpcApoNEW67Tib3x/FB0AFtSLVmnbw61HQGApFsBOYaOqa
22rGj4FsAm/3N0bxl9hseznYvIOVgWhBCtxVycfSVX8tyizeevVcf3h7lCPbHnwJ14IkyCbtLSqf
n9+YIWeRVTknCwC3vRcR4TnBZJQY0hnq9x8IqZCSrARw/F82PaIDQMFb2Jwkk0NdHNNgUwS4Vrz9
QMtrOZgCkAAoXZhwPq2ygwcyxybPoYYxiiZhm2sr4JtIyeUlgaKRd9G0xOda3nUf+e9smEdepS8w
ouEMUTAfDrcyz2my2qjAo+0hQUqCk/aum3uX0LzCWL/9kMthdPiQ0jEhwmAxrhYuy6uvBhqk2pGj
fAWVbEeAJ+4PVrGOTEQ2RiHPak303tsjHllZPmeBCdjt2JwKB9WV45de24LgYkaMec0ELLhBxize
ea5jrxBBowdvku3aPKxzpJvXsxyUvXJA/U5KCCu7DvHF1dB11juL+Ng8oX9qo2zgCIYR9PoVhvQ6
encAth1NNzz1Q0+e5mY3IO5FfJBYxM7DD8zum5l8M7OyzXeGP/akNI18i3fJRF0Efj+vu7Js7QIJ
A3tIvqQfGXZ26fpNewl4X73zUo9NFoeulUPjwaWYPyg2isGche+QhW01w4cxKG5JWcGls5lf3CC5
QJOWvjPgr3MFJqzP6WLZnkv/7eDVdgU7JMHfNoIp9DgJEpZzhB/O9ndnpKJ04l5BfbJQfqzXb3BM
bd0FAU2jWFSLeVArdyW973f8x3/9ToxC4rYke57Ou3cwigPcN+O2ALpf1sh9zMj/1pVD+z0L5nn/
9gP96BO+XtWIIE2LunvJlpbqYE5IeK88KjcYakMF7zz2KvixsTVbm1j0zgd/wBIPFuNADlHugD5t
Hf4RyTPeGO3GsPv46xzwW+idkQ8Jpba3UU35I8Z5JsD+bhywBFjTxsnlChvr/AvdLQAPk5zafgeH
Mr6c6L6mG9n2g4WKzKi/+1GB6iiOTETamCnDikQ57NzjGm2nRHp0GKwUsU1PvY1j5wktWvtC+qD5
wXGK5HPpDS46n4q/mr9XujgCiMK+j5Bv0bQD2de7kD/4S2TMHUTzInYukEmEPCJxUmfQGCKECtQx
sNt9TeAIWa8O3rOWM+LbQBCbd/b2BzgybzH0UtRpJoUiTd3XMyoDIomjEIpqrx15mXfVV48o0dO3
BzkyoWAALYnPsBTZvg+O9bSKSq2EY62SPp3OE8h4J17lR+s6z/R7E4q/92A+CbzzXR/3/mUpHsyn
pI7NpnRizE7HPNsTqwkBgzCpcJP35Py8c0AcKXMVzV6HUp5Fz+3x4IQoMgm6mnGBKlSlvg2dA+Cb
ZpV/3YwVmg1qs16vlU9rkRadD7Tuyem7FemY7L40uYHd377zqn9U1ocvwGE5mViseNbi/fZqk+0q
y25LSlykDzI7ayuX3mFgxc6JgW4PyjWtpsvaYbZBY0kUKBwRGFe6x1BuVVZYeq7C2FFkPFsF97BM
RcFNPSJ3eWe7/HV/5ntDq8P2Dnc7oJrXf2XpyRJnUCqWoCYrQyNk3KSV4bxw6ZfPwyTcqzDCVuv3
pyHFP7cRWKa29A++FohfjDMIKTlV6VjkT3b2Jjdj1Axtaly9PdSx5/MAFGBawJWV8nDGC1jnhre4
o0VcZE1vRl2rxpsmLp8nJ7lSOGO+80aPrTEII6BNNhcQlO2v36gV5E6ONhu4pBvqE1058lPG/7ie
u3GM35n3x8YCboIETDHhO+LgRRZFBymx1JTpourw/Dboug9WdWHUc/d3hmIqw4ABnGOtvX4sj9Nu
7ktKlrkVw4nKTWZHxs2txXXp7U929KGYi0Qosn58++DUG+Z8Sqaee5Q9mRiqc64SAii8ZFdyOU3f
GezYtrsweJj8MLZ5sNePFcHBc4qADWlAzXY5jeRecGF2n95+pCOj4NfIfQp+OPX54UVHhLnohWZ7
imDcfEibtMRTSJPW8TeG4TlgApkKWvjBlgMJO9GEDAIKAmucFpG0LuCbmie/PwpVCUWJz0XXPDRM
YCMDAYOiDhtN9ze0q6ZNWPvynYW7bDwH26fkOo0hO6Ay2O3Bs8BBL0nVMPBDiiwORTt/CUR3Tbri
RWkApbz9SEemHLsQPH+Aak4PdbCOkhmzm9FiMA4Y6wHOjrfzTbIDm0j+PrK1yAPAvblp2I63cNR+
rr0R4npuAodwpczQu9AzKjWPAIN3rrtH3p5F6BQXNGq5ZSW9HsWBy0OfnLuMR8v1xIOKeTpCpIK6
5eXr0BrkO2Dpj53m4HOBoLl4oy5EYzRHrwccfa3gInGloMGEW78qUvnZEXZ7ZgBI38xQv77H6Szu
oKmXLlTQDp8L/r7929/x2GNby/piXsLaO7yazpY7Yu7Nbl/H1XxSJ/iCqQQHHHxvkvUUtMM7S+HY
eIsprCdZDhYcwNdPnbNGCMvgqcPGLE4blCP0rVArtXMw0152jJu3n+/IPKUjgswAoi9tYPdgE0ZL
BRj+AyfGZWzndb7YCLpYKOndh78xEuiZBCohtsuSr58MkpoZKLRoq9aEFjSQebbGXLk4z7p++G3o
gsgcpcC0mKrLPvx6qNAvDRHarOnatK+1VahPRljPl643vtelWZCJg0nKwbWocByfMvtws3ci6Sfw
sehEyz695lS485QxbTK7oUkTQbbY9OgyT4ae+uzt13nkAADiAuOyQPlRixys+gY37JTmirPq8ZP+
yDsIsFuL5nemx5HpaC9NLv5yCg/+6fWbBNLAydxib/EUAh6PNHUUIlgxiuhZB8Pvb9DgF2yWAAhY
/h9iGLU1czGT7JluiHeK0/omzDrk/VMCL6gCTXlnmhx7hXRalk4iLS/aea8fLptnY7nSOasUzd7t
4lW3H7rovRV9bBTF4UXwmAJNOzzcKLbgbRbMeyRDH5Fr4JmTvHs3ODoIQTgezTSPzfKgwsmDoIQN
xj20RFlyCWvcuWpMIbZvz7ljmwWoP+gqT6N+OWmK0sJBZ3EZIkPF29uQBc7GGrFMKRLjb0xvsBBy
hNh7lzPn9bfBHMGlNqOgJ4Y74ao8+hdJZzjvwMXLIjlcvlTxYDt048BYD3bbpvGIUuuYAWNc4krQ
OCF2farc9dY8nw516RDlXl00JllDiPTfRUiOjE71RnnAucX+cfCMYSywETJ7lnCemp+ySoePcefL
D4VvBb99hfAoeyzQK7Z69culxUy6MJ60Q7nYe2TLGXF/F5Vdth8t7E/fniS/bokMRfsdzjvsJJ7t
9ZeDiRbNkJlBrA2yeqGCkFXT1bXzGBujalf9ApZ7xWppGe5+e+RFvMg64yDknR6sZ2J4Z5KitIX9
lRPsUy7Bd2npeB+5g+LfHZVWvKXai9E2S7o4b4/969LgQkgBRpuGLjo9otdP7Rd4t+TcLlZtTNj2
cjE7aclGJp5Kze8M9etaXxIMbWI+qWExBjtY60EAyaW0gbSU0anrtBja06CFifL2Ax0ZhWocQgCA
Lmv+cNsCZK0S2HUWd6YQ31/slNb8Le+RDo6OQhdzKQpY6z9QmJ96al4ZTWzMlOMywxXVxYFihQmC
uX37WY58HKY+uwh99z8EEq8qZMctc0tUnoVMc4be1Pb+yp+gGGttz6dvD7UciK93FKSimMnRriE5
9RfYaIrkAMsWxEXmOr4Pu867naK2e8T53bxhj462fSTFbx9kDEpTksOMRg2b8+vJF4QKv/hmBOQM
g/DrOGFbWvRG+PT2ox35VpQZUFIgnnmCovz1KGIybGKwZmYE12hUTJO9oSk0bf7OKGzJXJ+48x2O
UpVuSuY8ozRFQiKAgHOl82x+Z5RjMwLckqvZ0lmlN/P6WdC0GlHaSmtF22TeAlvOa8v3cMGBbfrO
1nsEtmM35CKoKGmosP2DSm2gazYRaGatalXW+P/iPLM1VNrhiU9heTpyAnyJB9vdamHgOoE84jtX
Vd9f1SMGW5mBw4PbOMMtSly5GZzJ/m2ceNmtkSNBBmDn9A63TbecbHxDaKgMXX5il1iFa4EH2tvf
9ddKklFYDwA+tEt5ma/feNgEQeyTxIAFaeh+tpQqzlKNO9s6M6N8zQEZv/OJj0xX8h9BSpdBORYO
PvHktX5Y1XziKnTNyyGz5l3kwBB/+7GOjUIxtAAK3Nqsw4aKhEzazbGLlZfKrY/8GQ8dpkTvrLwj
YPSyES86TB/Sxf+wdybNlRpfHv0uvaeDMYHtA96geZZKG0KqKjEkQzIPn74P8r8jXLLbFd53hL0q
l5/EgyTz3t89hy7RrxcP11q1OP3WxaiVfVnmnjgxLKnuu5Y09c7NkuoZKxLmsLKqL6WeFD9WmQ5Q
iEcozo6blr9Z5f7m8aHSsCXFqD1R4v1yyyyt50gmrfgyOVze2aBWsZs2/b3dr+ZvXup/81G8fKjd
bcsBYfgvXyNem0QnYW/v8rKHzZ53xYVYim4/MUT2mwfh7z6KMtQ202rrHKm+fJRVu+gIthYc4+HN
uyeq7oCRtgnxu2X5v38cGPGjOwYVXbcpc/z6jQ6TtjAoQFNRN+L22DCGcgX+GuztKLR9Bxjm3z8N
9EwptLLmbcfCL9+Yb3MC8YwSTlkDpydnzOgo9KX9zVr39QpyzZj8oV1qUbygzvrlt2JYv+lduNs4
82gENbjAQnwi2UOO6etf/kKWDviCnR7lfr4q8+stKBbaft02BDTTtQs0qefR3OHp/ufH+1OA8+f3
+fYxlIKhudJbYNL2y+INFW4d5cjHeFCjnNI5yA0Yh2ZhnfGjQktbfVQKUuXMJUIutePHbfIeBEJY
mvW/vrr8LLziqcqj47G/VlDMYhlX3aV5y6hIHYApMHnN996h9q3+X19dikHcmCbfJUUh7+sXKape
lhmJDK+EMeOLtDvvTAaj/vnqfl08tyQevQYarZ8ddtv89SGwiqIpGSXjgevE/Go4iLgau/pN3elv
PoRbUjBjzobM4c789UOWZkjV0On2rvTdKkyl2QUgAf/ttoVSncG6DKbFp0rKh/36KQKgWjVPXDBp
eU0k2NeeO5Uvf/e12NuF/+V+5HMIIaDjJG3BEWf7bf+0YTa7EdWYJa0dWDvnO87g8nUs3eJ1FYyF
QrJ01Uev/PlRqth/syajecMlkdMXm/KBYQDia/h0jJIcfVO7yw0LntMc9alwz4px1t0HWWLyCQTU
z/aQxaV2StZaJUc3U/0NLh53RhZIP+jEHri6QP/DnIWYwaQuhdTWKAOrdqzG2jJCbV0YUGUGiLH5
1tTNLprL1h3C1pyaC6bk0HM2Iu2/WS1W1qgs5iE5qukz/b+a3rFoO+2NKbdCAi4qcxvCk8icPdNn
kCBBSSxLcvQYIBDbVL+JfcEf5FWxuMvTCHZ1CHqndq5THtxuX8gqN/dF2TJnY8AEYUzZxvG+mzES
P9f9kN4zZ6QWFENrdlm2jfWADdB4U5MJh98tmpl5nwKz4GFm6xJHnjP3qHSEfJ08FPKoI2bb2MOB
NPzLJo9Z99LMrPNTLtMCrh07u+QQe5ik95Y3IwOUtrkCJzBUVYboHyqPgUgHmYxJ3Cp5hEU790Er
FJCdxB8LqKM08sE+M0vF2j0gyFaa1qpAiGZ6U7oyniwgLmMg0bM0YM0r/8F2UIWc0q5evzPaReSu
8+fBDFje2lsnLeSNPbbMc3TxXL6wbUH7wVRnHWMncZip6aVym8DJWsYuEq9oLk2NmWK4l+A6Z0fI
J1S9vCNlPwqYstJsyYp7zbBf+xzD1ejHLP85qeYi7MtVsjFAPcAgVo2QcpfpqsFt2ZjiHRuE+TTG
WVsfk6HivxjdemYI03UaUFdtCvjfdBikKy3Nekh0qePxLPP42cW2Hh9dAEB3DJx6N0BQrFO+DP4p
S+32TIfxEoDXa3cTWezXRYvFEyX8DiYqOImSWTOGYIJ4tXJaQFkzNSCBR4bkiKWVYLSpbPzQZ1eC
j2F4nJvdA/nGIthq77zb5ItkVBd/ytBsTE4iH7jT/XS6a51xVWGj2HHuOhdQ4hnVM+a9hbGVxzj9
Sh2Oz+g+jV2dG7uVv/99HOeiPKzISy8qVBbdDj4o4zK6wibJrQerK85hNzBZ2sw/GHRz36eeZA+s
SR1ws4XB/Rm7rVmF8STqG/iythcWet1aO+CFcKOBrSobfBCI0zSiXbFetF5WztfkKMQb/HGMEhOS
r2bfMwbXRzWWz4zBvcoTF7np5dO107WW9eAUBuP2wlsSHoYG9lxQ2XmJMUr4DFRrQrrVLTmJ7lu6
tagOjE5kJnkcZ4yZ8e308hKe4DQGo9birLE9D2QpbNs1qJpseYaI04DQRGyUe6/Nqq17wwc3d1EJ
BpMY25uYekUDP36D2JrChHYZ2Ar6vhqNQDoqRYY+j+3LoM/jXWI49cxYv6hPlYVBnFBf52VnyoGk
E/ZG4iIYUYXNRLHN9pm8TgEFgElSb0J9k2Qe1OS2J0SxjvF44aR6aRzzbKgugNiiixz7nC8PAfRr
WQr9nvW/e4WjTLfEsxrnSL4PxbIzKfVNjUvn7y0Nzl/E/DMzadbUyjZI/Km/zpfccYIZJGeyIzrK
HzoMdjzh7U1uxkWAw1t6c8UtQYu6oO7tLf1Ow/6OMKJmoMkt3gx4KTcybhwG0kq9Xg54O7kmCSwG
f7dwPMDsEkPgDbGu1ElQ+nMTR32SWdd92ZhmuA1SwWteTPzMzMP6U9gT9k2ODLoVSxLNvRrME3XR
IsnR+FXTw9LG421iDJAtXWh+9lNjj4u3y53eeI0hUry2A0vBGbT12XoTouIofBpji1anAjp6ufD8
TsFUteY3zRixqrdmhnOFxKd0InDb8oZ6GvdmYwH420s4LVxsFPPxrvGL7jZzIWMSspDDNnTL6QZd
m4/KYzLy5ar1V3C7zsh2NEAPBIcV1J59xZSaesAPDreVIJzrnAnguT+JcK1NoGfWdC8XcK3181CB
jDiBnrAfyzJUCjT2oFvlx5K0ClRD6qxnUo7Idis/ZlxjazSZEY8GNp6B8zwIZuQWFmh1HWMIBAR5
ZsGkmoOmMr2T02u6wbB0o79OK6sAFuHFe9dSkvv8fjPIKTs2+13izNiUOordyI5Km2QvoJvlTfPr
9LFw6r7cTZaH1inhgaIWXhRgnJkXzbmByyITEdFj924FxHvrDoaVhETy4zMLZK0MGt3jZ7eZW/cj
Rwj1nk1DPRw8sjhViBiIs8daDtkp670pBRBddhRnMa9RmvVXOFSz5pdA4udYHppJZrc91Nw14hXW
Qury8M6OfuPfe1AaE75IMWs7nf6TExoJS0aEOla/VXNmgNyVg7IDNgXM9CW+C4cSpYB2Lmc1Ylpc
m6E4Onnq367xCPhLl01zBVO0vRp618adlK5xpJOD94GSdgJZSrXOQVXxgv8OYAC0vk0VfwSORsrv
sptlHV+vsTGB9+mH2P2wCwdX4gDLU782iMXmEfRmnuO5QPx04LZ2+2sdzChrh8FdemmKNDdJwYsU
BKWNTjrIhBiWfZrFtnhhWpbBRnvQBtjJICB4CrvVyS+1wlyMO9+fHPMA9CQ1Txx56uHEoGih9iCH
Jgf7PMZdBITF9Naqfhqul3yw7hTz6TE6PxRw3rEuZtQmMT4n3ksUuatvQzZaH/+86/7LIc3Yjmhk
BWjic1z72vaypOxYzhfmGJYJT44JYRN4sLx2UdLe/PNHbaejL7vVrbmyHVoI/tN5+HW3qlkGuRFr
tXcuKVPeS0KEorW4123o+ftWxMNZlnTmqVPLGnXdUEX//Pl/+6sSWqDAtwUhv2YIJqmnMi07jjEI
ufdN71iPTWzNoVe0zW/aHn85ZnBV6cZzpMdBjMLiyzEjlVWN24hYch3TANaAphwa1c//skTBMcOj
2qQz/EN7hbDblwsqgOK4E28us6sxBbnsvobB7glNgTH952v3N98dec6tXkCMiW7Dl2rIqnuozVfi
u4W0dcrZ8I93zkba8lJhXbGQZft8VenlkLvqbHJi7/s/f/7fXdDPZg6RBxhkXz+/yZmnZgtHpNyL
mwM+NBVNDm3Uf/6Uv7tDGHuhasHoEBGkL+d7hFgrJ6nJ3mltrSJ71rrIdtlYLFPs/+s7hOI8zQw6
EESp/nJEbHt7kG3lEe3I/Dxa6QpcCgb8f/7zL/TXy7Z9CnMNvNmoLn3O6v3pgAgrjB0MFSckleSq
zdGDxTfn/W8u21/rIsY2EkIYnn8Ygd1Gd/98Ds0yj/RBwsdoXTFdc/4GsO2UY0ACWm24B+VdzR2m
Gn8Z5ytRGloE3EBqO0Dj08nrxpFCc5LRXvWr3zRDtkfg1zWHTj48O/rGpDIoJP/6k5VQzuyaDTTM
e6G/JaDf9jov4P0Qs0X3mFHrN0zO74Igf3fZDeJBW1SISq395fwf+3gVeKVuK51RQaeo2cTPqHj/
/ZdLC8KgJUevX3ydBprlMPWsnJBvKhhQADiedX3+XcPiryUGZlMpzDBDzdQRv86vF5AXWuYlG+Ke
/D42lN4YXioU8zujk+5tjYvvj1/q/7GN/7UNuf3fE/CH9K16+zMlbvvP/5h/B7y4TbExyc6zTJ1n
e5v8h9do/TddZqIX0FqJydAH5sn73wF4/ho1ecpDtDp5ETn8rf+Iw23ocdtbaZsipE9I1flfTcBv
+Mk/PWQ0ay0CebT42UDwkxLn+vUecaQai9R/S1Xt5aBydCK7ohYm0xjosx/bBg1v2dHGhqszqzio
Oh1izIKmIoG6iuevTC2Ho0eDswZEmW59M+n65cc2Le3mzFjbHM56Ktjug3iSPWrTrLZuYsYHxzNG
J3yEw2S8Z4NmcZZXmxd4lhdLsiBxqBo27efxCPQ+VGLowyyt2TviyuD/ZlV5rp8Kkt3jmZU4XUAW
PgdJxvp2m/Ja60NQ5T9NoVRyoS39YARxM6f5gaGT5lnmFoRIXsxuf85wgJLHNVed81Ys66JfrYx6
qaPnj1pHfkmVKpwNa6ihORrjh9fqboMoIRtxVOEtsY5DzIUJ3Zqg+a50CiFP7WCnlHLTYgxd4CYH
5Y6Qvz1II9uhB/7JMWd6J4mcgjwRZ48BCJqZjOJiziar23Hgdn5WRqWdc9IRwJ8KaxE0NfNmIhi6
Oo9eh+xlB5NNndGryf2dp0a/PjqymfUI1HlDDTEr3/TcHIvA8xpxSPDEwOVJlvLOXyfwYhnKRCoK
qS0fGZbLf9rohupQq1V2qXSvvHVdNSiO0NTXKPU4aXsxr4nWYEhd4p/YHBotKDqhPWoxNCT+b57e
Bf5Ee4erVLjOIa2bzAnAbbUHTRjAqyACxlRTe7t/t3PMl4Gqc/deN/I5YfTWxGkSJ9DVA782xzJa
3dKNj+MCemBnIesKHRvaF0cgu33vS4vj1sr30geYjOS3Za3LV+Vq5PQaq9cBmWSLRZliptyHZTTt
kYtxmoLd448bVBOR5JxPSwgHzx7CTFbatem0K3CRjHkikMY5jheZZGaBBzlLT1LZGVVahoVgi2p0
OncG0nZzRwlvLHai76QWrLIqsyABGHizrn7+bqGc7E4JnbWfo+fbiLYds38X6BNfWksMXYQ6Pi3D
SU9xRs+UCs9Vt9bvpVvnVtRXWX2rZx7aaG1xsp8go8WVRW2jiCS1LQXf3p7XcBm9dgztNil/aL0L
hnhcXJPKXFHOCHGtyX2EILbReplvAbMocX+dcxA1ngsml65q22LEtTdsnENtwsAU291B3qu2c9Bl
pKJWB0wT52J0uncLxGIaJNKOX7BebZq0XoCfmXOVQSTsW+tD1zsKPJ6eusNOrjajPTMT68S9cDSk
h4nh6h+ZP0p+Op+g6q5birgNRtn3bjDGHbU2QwzJB7o3DQI+eHvQrWvJF5rpXXMRx86qHxLQzekJ
V0wM4xodNV8JZdUl9CWbwkPdju39iiSkZ1fbmd4+Hm2YWuBecIvYkJyXnfSzH0VOQWrX2nKq922v
vE3hbk9R29QzqocxxlyOy2Jzf8cjrajKhIVo5fI+S7GVu3goP9JG71y8a1qNaZcuERGhyjNePGm7
L87A2FvQSsN7arN2dKIJQfSr7eRU9eoWMdBKteMj41ia7ePV9N8W0YM+cyFgDYye2P6lIPbx0+ps
Nd/FCCOgTXJLFshlnPKsbPR1jYaE83ms8bWcTDmw2JTUOHo0K772umqkihWb5OUpYQrtpV0KfQSn
BXCxrGxizt0Kj92l+D1ZFN/8FCetP6NLr0ol2rueXuDyrRhj2ZxxinBPrBqAzODsMCzs1LXlYdmq
3WcXXFJxZbmD7u61IvY+ZNfzy1VD7wDyJPFxacgM3aYnM//dMCev2icwAlNgblN7bVBbRRwKWHAf
I52j1TFS6eR2TFnTKj4MajnsLt4uWn/jrXFiwYlaO0mFpQfNLYd5qULdAQx6BOGtprCbXfFAyRAV
w9g3yXU2xjCcQJ+2d5VGIwGhDWXKCAhYzaRNUdj4g6rZp2hMjALo59psRbCucsPMoykXFNvEWBB/
wi1zSokP0NSkH3if+EvMFslV8QnF5HuvLyAjUO1qKcn94GVAWyr7hGk6OIoXFtwNsml+AjfJRQDf
VJ8gzl65CYBIQvEi9LU65on+BHfCLAHiaX4CPaG7APdcPkGfCffnxNH6EwBal7kVyE8waFc1VPFi
jSj7kE+mPJ/sZXx2zQ0omo564WEFNDA2U4rOv4spS0CPxiaP28UYz53xNMsyp+f5B6u04Hh/q+jh
6GHNC6YJi2zsn1fEHBO+I7S8cDFJrc+E1TYMqrURUVFFsSxbVpK+0j+CngTO37xNNo7q7EmQqvYf
fNVxbcrXJC/Mo/EJYK0+YazzJ5gVQtQquSsocISo7oYlqhM4ro3ihOhOjjhkYs5vxQqBY+eBIuuQ
NNoX5XMFIJXZzw0Ky3wBi4r1yYptP7mx/idDNv7kydYGaNm4sPjR7U/irGlRat0NbLN8DjA59Vlj
A9Si4sU+n+Zb9Ut7db2lumn7jWbb5EV7H38ybjVlbEvehr5t8PmsdcA0ErOpoRF3w/SRm+vyDfS8
86NMyro6TI0tLhKGIPVdWfkZGDK7RZP8udf8/133f30OTfzf2+5zkn3L2vVvv9LSt/rCH5tvT/9v
ArLscVFrELKkTva/m2/h/7dJ5YWsLpoU8vDbqM1/9t4Qq8ytVkKmgwz2H3/0n7235bMtNzkYEgok
EbvN5v8bVQf4j18235/+ECgnxG6Ie5Nv+lpqWkCHK4WMj5WsxUbnZizwWVxo6ChN82ixJ0VBVtja
1dyvA4S1djrxEtpSH412nJZKnU/tWPxgG6ldF0mX3RixvBcp2+6AjlET9XljnPrCJG80soO+zHPZ
fjQzaA2S8kYcEj+wfxKK6Up2nSXF1aEEc1MtrIJzlwKNw3WE7Wy2nhpvUTrDp3F2485QEHedk/GW
9gnZvCS2H383Gl87y9mSQODrbAmPfNQgR5aGseuAqtAV1Nsdbo2jbnQIa4viyqW1Pu3q3jGfFTMl
P40sSw7dlFZ73Szrkzn7qLVmty0CkZIJWTtX3JYpUSU/M9eopc/xnGZjd3IQVL14YvoYfUVFOxsL
ddSpY/ahtBIdH+Ggpw+OWxVneo3CYAc18ntH8ydsEbfvrDm9XijuBr69mFmYrNXR7vv3rGX3khRq
DbkB07DFcLRnj7+zO5HvBze/0K2FAloxRmlWMjNMEq7XvndNee15vKAbpxheNYRQIXltVOuq7INh
Sl5pszpX2XqJdyppxU9qAHrQ5MYdNTG2sPmLgi0cwJSkFw8eFRkaAJ4BSYcJNTKYPRGtFboslsl5
t7rt+0QLMx2YjvFdIEh5XXxj27m98Dzt4KXZpaOsNnJYpdienrei7u9d2SxPdj+cpI/kCxVkDA9Y
lOhBsimy9eXIAcYI6IOcpSKxz6oq+TFNfTjmPiR8IgZB2bwyNxulizx0BU65BoQQ29QJW0S9VrBQ
f9ZLucus9nagsnnsPedtUH5A3cbbic53kO2WEKEtQN9DuRyZ9H+hbPmUOgKAf6NxG+7S0jvGuoUL
jrUyz8vphHcNbifP13DENKNFk+C1PrfuitNtzc3vtATIhWvUbiD46NwCt1oPvw8u/yE3u+Hk+wzm
22yO7aHPsJC3Q1guRksPiD7rzi6X9BA7pffQ6cBs1tF0d8KWd6uZlnujG7lg2OO/F6kudnQG+0Cn
pHnuww7caw6s7F3cZtY5r6Y74oMcZxbLi/D0jXv0vxzwJBvZqLKcy6nFDjqZywusr/kwT/Mp86ud
s9TdPnZEc3LirL/ycCLfrF0ZPw3IVp57585Jl/jgtn2OlVf49wAThh1NYncJSy9rbxR/Eik5NSfL
lhRZtZKAU6CN7eMqZob5hzK09aoKjNKAhsBAyVmbG8aHG4+gpvQ4YBc3HGuvS671VEeT2KcqAE/a
IUxj+l3pjTozbSahPdIqb5qbV6Gm5vMZGIk5ONVRduUd5DxcZ66/nOKuEZe+DtfaidWxqFhC3Lm9
dOrC5/DU649VO2gEAJvuzUnyXV44QSH7ZoeGOzTZtayDz7jL0h+d0T1qMX4XP7kC/JjwlFR15Ems
gHNxXVTlR6dxpgP+tXL3M286evTg9OmR/QqHyyZkyVlO/KSoz/z6edOqzZyorou8+ZZY/DplSwFi
yu6NgQvJkSPMFSTfaj5LF8Zj6V8UxcXqxrfzlJNGwZQ5QAxO0ickuYwQllN8RXM+wOLyms3E6qfU
g31RqKcsH0NLMNQvqp9a2jgUVTIhL31s4cdiaQ5ZweLMUYifWv9G9CM5J86T31lZYI/Txttyew0Q
QR5ykr2My9y4GP3KPKeo3YW97UWFrA/xCnUGDWEX8LRyx5e7eUzKy35VUa1l4WKCf3dFWh402wgn
T7qhvhYTJKXqWBYMcfT6draf06OuP2h9lx2NQV9ZDZALtuuL0rWGmArg0KaEJEpr90XPhmdRycNC
D4yOo1fyhTFERuAXuofMzhnkXDFTdN9k031j347fhrUlLJwENynsb4v9WWDRhDtOU3IH1mw5shNq
rlcXua+UUZq2MGHRnTyorHsuc6kuXKe9nfUXdscsiPFwIBE40j5ezmbdPcQ4RAzPu9Ry+POtxmvG
F9f5qOh/SRN4LygJZjiWPWWj/Moeh57DE4+QL1/NYmIbhnS0VZwdZaz618VEsAhU68MqFut11gyx
Y774RNwG+nw3vvhGXAW5dF69Mo08LYZhOlT6ixLnrd1p17OgUE1JQN1hrSaHcSb6D2I63RNPBwth
Jpar2TXrsM2n6iDz7uR2TnJwuumQbDhykTZXcKVv1oVsUKniRzKAj64vc/b7zhwSOOnCfLTc51if
zjkGLTt2oM/phDJ7hn5nW1DKl2YMSRSNZ/Rnp31HVhr5SuY8lu1s31i9Xd6srXHwbNJjsRbTF+mX
/bRAVW9l/9LosTRp4/X2IY3d0yhElNpFv315l0nsyqD2J7RD2TpBml6xo9YSk2DjGsdMUnwvOg9F
CsRW2qq06ZlPChhp31TuLh1q9Vz45nRR5cWdNRG9bRfrXJhdf+iW+l2q5nUgt9CMS8Lwo5LUGCXZ
7qS9qmCrkEG/XjQrh2QNSLCPoVO7nR3UjvHRS+9k1ZwoYXuDqxejzWd5YS6GAhNsaYSxNG6bhvMe
Jw3KQnnzqIz8aCT9AHW6cS9r5Zr3ojVB88xJFqRtMUDhGvULg9U2EPCjtLky7xK9qS7iCTZD0qPQ
xoZZHVeOLU+N1ayHNB0iQcCgT6aelIF7NIkE1Ku5RGoc/EB1KLMnOv61l0ViyGyqmKt/LQV46HLa
V4rSpbDLyNfJY1HIWo+1UR4Y4hXwdh2cL5g92+1MxdTwDtXgBJWWXmSXxIe5rfYyoRGLqAoHZ68/
k47JQ8Okl41pQaIm3c+CN5PpqSvbzh7iYTs9LepS80cuYTJsXWnHC3SGS0K97lU0CtryrNVbjaA/
VpTDegbiA6H3t1mK0rOn6spbvAhtCQ0b0vYeU30R1cZ17CWS8yf7B9Rqp0JmcWB1rMZFQ44lJvhl
d/p9q834eyXcdMO4MpMa6G7V+BcqYSYwkfpzTZJiV81ATVokPsfJWqqISPpymQh2TYN7RW2O3q9P
VHDGyTqxWZgG0ivUVh/iildWOZGfZLd/6qiN7GCB3hWpGbnMBJ4nTgZYX3PJYJhgdE4qpfgE5MsP
q6IznpME3v9ct088M5xPrXAsCzM02in/metOv8/QDB0dO49Dosrccpn5Prh1fbemzW1H/yqgmuRG
HTssav05718WX+j+nnbPhnRC1Tng1LVIZElxIB73USMHu9VKkzfZWF32RXMi60fIjVJLrLrPbU8R
6D1+Ib0s2j0RsHE/VfOJguFPAJF9hBriSLbotezBVsdO3EYz54U9pvD0bSI/ux9GQcW1qJEmmVQc
jsLkbLtT+vramZTmnHSOD1liAc/u9eWCfGfJppjbakWx8ug34rtFleDQOL2O1yFz2UFWWZC3+swt
oiX9vd4SCyJGUy3Xzdh+c5oScYCShUGti/qNk6Fp92ypbjKDKk3OuCUbsFNvNPeuu1zQedYiG6Ht
fZnZY0SG3/kx5CmFs9qpLjTpr4gwjDyUc1JHnQLviW9tPTqLsVa7vjF/9nlJAWKBonjGQNjZMhof
nWd9N1YgoI1KzrtChnHcvDpZHd+Qo1KRA9qIIoZVHwvnw5p4a6S2dQOV/rlPdC+gOmEfKXA9YVFB
yFKJdCe7iiIz9u59YZvvaVdCxpzXSzaJB5c9tZvLIcAbPCCCwb1LQijqYKBHTdHk4GB1YnLZlZhw
0lal9RPjCZv2HiM6JOuT7mn2jcaEb1rcjNDzLzVq2VHvFvltLns7QAR7ZDjoDi30w8DlvoQTx79A
n9CVEiyz3eGHESvjphgcGgpyeVrz7r31ctw91pXRJCTtXGO+iV1mlGiW8/JSqP1QXrDpoLoJRzEh
tTZJcz5fDGc6s9jF3CC7Wa+TihkqAybouZP41jF32dsrZp3C1iv1q2Ey9uQsP3DPBoVRXZZrpqi2
qiiRLTs13ufJsE5UpNNh+wwrQo5XX07A4l+s2KNjkGrjA+dG0np15gccZIePzB3ih7hOjDtnrKYf
VkbsDVLKdGUq3RxYDETxzsSReZHG1qCiSgxxRHNoYOc1qpcUe/CBpK71PXPG9hzfEaVZ8GDhqCiE
Euo5rZnc123h7xPS/oOlPoTSdp1NHlhusC9pFk+prmUHOfp0okb1DVowVpGYNFpMipKqbUWDSsXh
6A+Otivy9WQl3mGhWLYzOJqEpVqyoFL5vl9kcfQGc7yQuToNiIcDnrrhCv+52tuTUJBQ5pAkqLer
4gH/UNZ9R2uf76hghYzhAvMXUBKb/HHNjCnoLWtz7nWTfrmOxlVRZyfcKd1BaaU4cyC/7aAV0ACB
myb9MUrchi5Jm3aXyh8uTaBq3mQGvjUtUZOs36q1QwxBJq+59mPpn9mCOfzJsp+9Cdy77ZcnIg0W
577JOE3l8g4WW/qY4qsf2G3vHcLRbmPxss7JMvNX/cTMdpom7assv+VgcMqHo2YuQS1PQisus0qd
FkeYbxP83shJjWfyhkcsQFccUVdqsO3PtvT3MyZwt2fIViJk31WrsZtnvBW+sUST4SYX0sU+XeNA
ZJSub8Khaq2gkl3EvHMapM3qnNtlOgedXlG8J5+5d4YyKBZ1XffVBp8c7pWggAKJ4zh4dhXUa3mi
/H+uO+xiptWZz2IM1UGLx+GZiXJtN05zDQqsKY2otiDMj31v3cyLZwWQNLwzq4ccwcbZv8wHTpqS
IfpDHy+3nWtNP7oqFyGZ5zqclW/c+5VgYwAkaw5EMizZfjLrNkqUMe+MqYzvfbqYOu4rl5FAwxgv
ZrQfD2U/9BfM8qQEn5OJEGXppndm3IAlJ3q75zRZHyZfVieChNNR1mscDkQs4x0h3+F7l66Ram3z
oCv5VmiIO0Lkwjy7hjsxKtCPNHdW7zzBp3Fy9J5NilXszTSto2RwCvTd8tlyxpteYQwrhsW4LA16
Ko1LtdiiL9bzDFPBNzhwzDpqWc2d/HNnbM7GgTAc5dv1JGe6RtpSjwF9mHyvkybf4TPOnmLUpDgS
au0wCH38YefsaSLEyjt3tl4Ti7dqU3C92QRwcjVS81kUBdtNrOB4vgsfD21WveIvO/ixTYxazWxC
hzNXtEzyTJnBkX3QA9Fp9X4wBrxOtpaclfOMWtMuiPGtpfe0NMtzOrNRKwpRHyd2YqFj8XD7g/Y6
K940pTIfapT2vSmrw9BSmFlaeyeWuL40V55MCFFnkJVQeM95zpFf43kaXQ05s8geOxY1j2Y5r9Wq
uBySH6PAdNokYxXVg1ed9LxJQtwSNLqk+agTowy5rwti+YhtKGEuJ52hg6njRZBas4m9lxkdmmKc
5/vcP1BdlmzfGNSojfoFBcK4X9KcXmU66DvXaKzDuqgLk9eNiZIJLRYgxUH4V7XQS1Sj5Tvz3+W+
Goo+0hM2Urkrz7TOZwpxGKrd6tD1nbTvSVzdxlr3cyjkXpfJg0sy/an1HQnIUcONJfClxGtm3upz
clPA9nvyRsHrntD4VgVDG6uZuNXnVPuBbS0/MLz/6Lr09uvStaKablGSe+dWKfbrYvhEAdIlXBCe
lYVfBn6Ws9dJkntjNK/L/2HvTJrjRs51/VdOeN1wYB4WZ1NAzVUkq0hKojYIiZQSiXlGAr/+PqU+
916LVkjh/Wl7YXfbQhUKyMzvHSt1llQ/rIfOuHJOJbXWcHTKY/wPTQdOiRqVh1Kc4lRGBfUQkaz9
B0xDn5pOXVM179n5UZ3iVOmoe6BjtjbtHVpJKzRpQiKtIrSXbIdM8on2OTJxPVc1G+yuV++ma3Am
EDBqyTtUtHbHK54wz6ISnoQSp6ARyZfYVkCHfa3SjcyleBEJ9WBTR0Y20IrYdFbHmawvOFm4Do1h
y9XohPYlztPkvMBeJfyHA9mYXpTE2gcDfPRbDUsR9kNxcHr+H22dlGFjWVQjZ2+FKveMgUYkupkJ
bNyQEeWs2yH/MKTjDkCm/GYnPR8vFvQU0dG7yUt7U/Za+SRbMYYK/up2+JRrGaASnk2rv1OO8min
t4xt4amnugCjLGHTPvIVq31l2Z/AePl0pQBn8BwIyAk2I6beYWO2fvKtnKcr9c3wUIoNzBs1KpxV
HmGXaFedCaDQL+PTVANU6S3jQDZ4Y1QN8PFyBNqsJfcomct7i98bhGq+mrdgGpC9cYu9eZuV7RtI
DAV5sHeR5fTjGncwTpbSAAam1AmDQcI0pKonp7X3bldeUS5e8nGud8vsNRcz41cOZvtjMasHLQar
GeWgRclkxduWBqZomOziOhTSvMrptnyWcmtP8Qv+KHqDoDIhi67oOsyjh2z44i39ofecYKWl835a
yhECSEMPV7VhKhT2BKmBeRXlOjHGQzv2axLznWeNZpKv9eTQNSrwlzDOzsCPwcnVIUGnklP7Ura7
Wqu/Dgu6GgTduJ28zRKzf5rBYSLUZlUX1DIK97m01HeWeAzCqCjuqpIKe1pPptpuT7AfXuQYtbqU
Zh7ccgMoRJi8ht2rphtBgqPQihYo5CFDv6PpN4SC75kw5+mhKarjiIg6UmIqmCTInwiKutpP06HI
5MFJkALYlUb1TqDnK7LFORWx2NPQCtiUxafEJ5TVc9LQQRYRjUbzWWvKZl04as+RVgtpVbIPfMPx
LmZ6djrQ6tYk55Igan/FFxRMKtU175d+paZS44TeTEhK6uEI33igDC87kpIp7jgodsDL2XMyASMm
jkmsdKC8p67lsdEy7ZRlfUuOgb+TY/B5oW/pgTSTLd6KuyawIfKbhVZF80vi9Q/mPH8POOUqdMTr
sogPDQzNKimBMVzg5+9lbFy61jhS40RzeZ2ETh9vmkJYK6v7bg8Ye+Nb5wTzehfhirn2tnkPOapv
Zso1N6i58jVFXiDmiFT0ro2Ptt7k9x5VI1HXWOVb4cNimPO1FwLnFzKUgLpuCgD7muJGQpIiqdtn
d4r17SxMSql7lie6Bv019pUTbKS9dTI6TuWksUJ0lRM2sbmjoyykFGO5z0puO5uq3FSTHvbeS+9V
9alspjhMqymklHGTe2DnBCy3j66v1Q8i0ax1EzPAFDC4dChRyWvXN6CLSSYtb6iXGVP2NDzmpncX
c9RUt8R3zlGUvBf5Ds9uta3j7lB6qmA/B7nLWJn04eK59ziJxNrodLEp8VJRV0gPoS2sBw0rDn1R
AT2UhPSum9JbS87FptbhDZtMyr4NDmKwGu5G48+P+rbb2NZw7gJtz4wKyuLQoWyl36yWAsfczC7s
l/m+qMW2vrXV5V6z88eeyJoPfmLq38HVMsYGn7j1KZXf/EF7iTkGrdrGsPew8HrYkSAYdiMnBoxu
U65dNEeggEmbfZ/dqrjpJNuOtbdX6X3qeTv0YCcEAfRrgrH3vW6sNEE3ZGHIclsnqcCnJM/tkpf3
rOJUySFf35kIu04O4N/OKIXUtwSXdIBOn/A0isMAiMNjqKxnWgIRbFrpERneEubNskn9Bh6i75sT
48Wrm1uPAisW1VDicXT9iEOaUSZRdovaEknfXxOjpx1PCrmmD4vatZZq0yTpoomDDVG4HKmGlMLE
fnbXcz3itaGQfG0aZr/Ds8UqN6n2w4AZCVxssptHfR6GJ3jSU50O92ZPcRnj5ZWAF+M89JMs7rCK
dxzlnCT9Ik1nX3F0Ujc2c67EqRRufJ3JAllz0kSMjZSHRUqV1s2z1G7jG1VAwrB2HUXz4HX6q53P
+VqlRQHYP+5gCqrV2NiPddwegScXls9hSyIvC2rlOV80W79DjhLqxskv9cgufG2vaExkCy0hgMZM
D5iT1FcK25Y1RdGfzKWct31bUNJXsBYMYLhyBAtLmqthWt2mLoqHIK921HGu4snyQr/39XVWW7sg
e5ZpHYGMXVkTtbDDvhh2QjyVJu+OImInzPBFrU2/f5N+3DPrWdkHx7UZWMd0MxLiQGUWjV5mcWHs
o7XSUFC8ZJk2WvqQpQ59mtr4OGZ0OVuDWNeUVqmx2iE5CEJyie9nZiBGXzOs8mwKlzSG9RDLq8+x
7SDyV6NvxYZ10EHBoibIE72+m9GmbTWt0O7m3tmMuGIblC87e4JMsLVKVCvAsmGVDqO/z1rNitx4
uSOTu91WyubvU3W6knEQrHIOUSSs6JvCae5iv0OtDHBnzHjgtM5/Gir4x9l285WXyvkiOzfbyoKS
uC5onUOCzaclo/aDbjVinbChhZlFsLf3UA/tYazMSw/ju2LLMddYWYEGl9EP54EW8NYozlkc3CFq
us8GcO1kTKOFgageRXTLWY8mK8hWib7sDLrqIr82ytXYxl240LC7WpIFJEGztBXUifUYkz4QqT44
JILorNEj7hKRWEQAxpnpftXGlbtzmWFYb4Zh5YvZONEI+L3obtmVyFH0vIQTcYNNPFABQAQ4gjQs
oTlHoIEOzpHMuW3FIZHod28yN7iZ7F3QKmNfxhx0oJ9QoWGdwd1FN2n20KcI7H2SKJ8hYI9UBW9c
ZYSdlz6wZe46n+DnuC3UiZ60OQMu8TBYyqDj9Z81fcsswte1y3VR6vWL6QzmIzW+n8Z6mR4cXck6
QgLWrbPq1tDcY6rcosCbVs1Y++n6lh9OY6XtX7RU3ieUYzA0mH2UKtt8iKd6/ty6zO9dHetHXys+
gNjWhMOBCpNtIY+WTBK4pymhbi25Zja+ZuXGX0zNvjM4nEzlJ35ZQiE5ozhlsk6nseAjwNDK4Tll
a5swb+nerdeycHacNE9Lc6MEhoPmOvBAN4N0hwsSivS+jvPr3Kn62gw6gEbBuNSrbZUBQuQOgoNl
lerpi8u+pOfjA9WJ9wH2hCwcetWE8yReB+vL4DbQypJStxUyWtjNV8e+I21iNTreppmXi1+DDqQ0
HlGWuOwCg0bYpBnP9GByWD3IjJp5i/iVtD4qAuGL2UOMDMJ1lZX55pNyf9ZUmkU/PnI2vwVLHo12
F+Ut8+lStaxIw/QQx3nCUj6GNe51Qote66n6KNxdOY9bQ8Ts/kyuhWG+4P5Oojqg5XmuKo58xhRs
cm4D9EPJnGeAAAbYZjVdQw1na/sgq5ot9nwsG3QVRqgOXgoNJ3NTr7XGvsuV+lzYNjg2Spq2zg6y
L9fTUl1TZEwHOx4C/BXWwam5H9McW8fWguSomvt6gWr8AbUWtQ9aGTgPduNANw1psS51R4s806Xs
VW9YWgMksoX0hw9zOQUR7Yc2/z0uPyD9pKDX0ZLQNLyjdPqzGgiWd/PXybEudU8PcNogdS7pJI3p
MWWy79pbuJ2aw8mVh34BTPSatqV3ueTA6TG8OjQSaanYQTD0a7+tGLiJQDjj+zbxF3a+gSqMbjeE
08tbSXdB1LUCnzUihadlSgokNW0V7NGQWimO98nfS6ICPtqmQkkxu8ToCcPUzuMPNiJH0Z2GrTfz
ow1+WrykWOQ+qmER7LWVe9faiDy20mh4kArtg51L74KTszynHZDiJnUZrZVl8dRSAndXOn1yEoOr
PQSj2dHX6zn3baWCt3hMaaxeSAI9ATboqEN9KAsSL6hLqG+puHND9A/kY7wmBMg6dpI2VfiS2H7q
RqfaGqPy4H69DB8pva7o0BdIktndzigl32x3mUIr9kBxGrMrt4iMsVUjAZ+2uBKnO5q+1ZaW22SD
6N+9z+vS+iTMG2+rT/Wd59icbLzWeSUL76QsY3wFtM3IzE02OfRQoSORU8adUzXpibtVn3ryJT/r
xqw/LGM/bHrDqtaVxFGX5IKRSStCVP0ilFm2YAfr+5XTzM7Voib9jQImfW2Ut3CEOZ457HVb3y1A
+xluT3Hufgyc/gOKARMaNd7YkgZYbMz219qu9p5+1gN1nu0YPsMz0s+pM3OK8B4cVTyWmvo4Fhja
lZN4W1Vz6A+Q2UKwutc4B3JM+Stb9WOufy/FJO7LtOFLjio+IVnO7mbdX3s4lgFJFWqbTUzT9anU
n/FHiZsGVaPRu5FpiGiLwluNSoE5bWiksxJYh8aglbdwmUQQZx9TYz7qpi9CmKHgoRJdhCw78i0t
wTM83V6rDs4X7dabbTZ5eMsc+JCYCA3YCKIUrvKzNBlnR3yyzHFdvzYxNFz8GbxBtksRyj7dDVKM
oHMYdSEN3T1wvb9G6mBw9Pc94ymp8pFW7JoPzXoMG2DKLoWN8+W3pOn6e2SuRr+bUJzC07UpwM3f
x2on6vLEfhkdNaIKqeEOHPuV2JLQI9l+59+glmQZBf3aWhlBrjEP4z48TD1EmNeC6RL9NB2Qpml7
Wib8j02LM4LoAmhqb9ZwaXvFhciUpQ/tQsMXrnjDYQPKG2ZMyXjHiVks7hzKmRlnNfRtiV2FhKJX
kdXFetCa8ehN3bKpTZlv89Kyj0Y90k/VzfrHZXHe2JY+e1awb7DxnkAf2OYbHP5fZilogM3Lkg1t
Ls+Aey78Zi5PmhLOeRgb9VgBR/PzBhpIg208a5PZxBHg7Hgah7p6S+e52+HBKgiORHTOrtweBfUh
5arU0upcW96tbzce3tI+yR4ddxg+KbNxksiuh3kJATfB602ysMZI1LH3RErKtJNDK3fAVWmEYPha
5lN7IQLPODa8+HtlzNW+Z1k+lt7UngJpIzZynDjbWF2hCA8rtTdq/NJ1m5Fjhp9A30mzJgtk0ZXF
9tsTF4I5Ul0Jg2+iKaXYa513Kr5P7NLcFFoGNZH5mCD6jm0MuQiDVn5vSH75vj6bHJ7XDNeEKeAT
5xToyf2UAdAUblxf2rpBweKid7G9xnicjSLZO33RQ1Ex36yUu9T3JcDJbsBzgy4Mx/fKtMSXvDbA
LIwStVw21XsntfOP6O+a0O7bgM/svJF42oZO3dRnLFLt0aCk+tnOh8mLfKFJDmLJPcIs/Xb2mzHG
O54Y9yWK5K8epeZPBjLLc1XNUyiqM6I1fm9D124pIvnDEsjxRVRt9V2vewO5nZMXO6sxh7OFeAeg
QU/GT7LzyyV0tSALkVYDKZfD98SZhzuyvvU1IK5apy2COadw06tpW6QN5AUiETWmlzF3GCWJY0p3
6WAw74spiy/USunMcrzaGOKNE+9XFy0+hqtsAfOaA9feW0Nv1aEUOb9Yp3y+QSBe8HzM5zLwkIWB
kaxat5V7PWmXjewtogVUOWxMDC5Hf2o1DoRJEiUI40ORd2nUaPRc1HgcPmiNLC78SdmRyc796rhT
q8MTSTtd5W1hPKMSwNiFm4AMHt99SLzuo43rPkxQ25IcktCmXfnBLhkM/6qDluH30c3sPlmCkXS7
efncFwOUb7YUL8GYZlCFVnBH4Uu5w96KSatD5tPSgbyxaH2/q6vKBQoj0JMoCPA/HFOngrliVVlk
E8i0ilHKZckDSQoOEqQ62VHT4wEiDMUljjW1nUSRblKjhEHAqXBn5J085k4frKcm7tdpZ4WK7SEc
hjk5dYbPc6VGJ0wRqx+MHI6N5jxb3JMQP30m0AFUcG6acdV2ffAVyXz8WAizfZ7EmEdV0wSvQjrO
9wyDzUVZc3zfOYrGe5ivfAejEJAgI+pgB/Z/Owz5fn5p+ci3YuU6fyuWUX7QIOjWiXZTE1JfcUdA
yoc00KlDznLvSzqoKrwNNOu4bXwRxUalTpbRFEDeCwipk9f3s1Xhhila/p5eu5tJY60PDM18WpxR
6qu0lTa+cuVScNjdihWZaWufIJfK3lWmNUXCGvvvpW3Ym1mvWE0qMDqWQD6CR7X3riilvB9G5Ual
pFgtNnMAUgPhXo7o9p7hNZE7DRQKS5Q5eCS3sHp1hdlv0p5E2nVJDtEt6LDaj0lV1ocRuwsgaIc3
nsemf+v9scHGg4H1WNtwniMo+H7R3CEKBPI8JbSWOBAKlnBQOAc3r/tNr1qieINlONljTHhGMzgj
ZF1vr7Wp1j/FdTCvYc2g3rqL1QqAfEZYjacnElJdGv/RmC1x72Tp8jS7TnfqkilPyJiybzq8srjM
uY1ucyyNYwrTsO5r1Hi2BjYvjVyjZWTqjsY4JQ+ltKwoIIFgRVm5CZ5WNrssJw1iZShHHAsHaB46
WYsQw4mILpbpozQV7dYTWeiQeyiepF6+WanrX+bZK15VjRI89KiKXxYbIKUr9LfUmcgUyQt/3nLM
bTdaWX6fp6FsVritemLpCZN5NckZjBzo2ch2LTQqzph/6mRTPszO0Hxl+Ecpg5xQ1OZel6/VRM6W
hSZqptvou9FXRVRp43yeG7fpVpUbNBc8hpCq9JJmKyMf3bs0fuikoLR7tOrHQMRIDmGH9WfiO7pb
yK8WPMHqoa2t9WJNEAV5hG7s6ORoxvIbZj1Ky3PDWR4lis0wmwv1VlMuFRpeqn8F+02uUD8Aw0tV
orKqtI9yYLHN4zlBXJKPKE07zpq+5d6RTwIdYM7tN30yzWdRTMNGNLl/mouBQ4VbLTgmpb3Tuw4G
jfwkIvshdVZTyRICDS4BVNIqu2h8wwO6DLyFGR4jsl+Wq6B6YzNYCs+Y6EfWgRbfp6lRLY8ZZVjn
MwksRhGr9YRizYV462+WQGWzrRD1GujpRSkr0iy9ocWOQzAyoZSvjLQuWmRjhQQm8V0mjIgA3179
EDP+rlrq0buotKghs3lCsFCl5vBoSjDRVTV1zsXXIM66dh6eNbN3n23ZZ1vyqeBnnaQHS1B1jhm3
pFA6B4G167Z8HWyOni4lucyM3bAtzSVjW2iC57YY3Dct5hQcN/NWqxJjnfMHRmJQ3ZHzHfJ+DXPT
ytWAhZgSkqueOdpaFAAyiSe5WcHMk1z4zie0S+LEMFJdjXwhiUtg+B2kIvJZI1XmIvxMu1StlOvJ
Q54n8iq/6n3zmUB2CL+FY50ntHzNyx+EVVyRvDX38pQuhvdY2Tdqs9VvRH6HJy200cAzS6XOxsqn
9JPo3IMxVe2ZOSU9ObXmvox1nUZj1stvCLww1N+8VftZefMjoVtEUTu9YcK8g4A+pCWaJ4QC2ikn
lQmg3OrSnZR9dVeNiFmIcFoKxAaukOOqAw7jxNyZL3bvJq9JnHIHpCe+arMCrusZo5JcxhvfR2Rk
86q1B9sE0gTqncQni6w53BV+cfYrv93LuKGIfvasZOfkwup2uL6mUDHuraaiYEIio+a+qYw88mNi
8Zh9dDtcEl9H0ibZ/TzLf54WVX/GyuxcvSBpj26HGLjInBk1q2n4q77k2KVU4z8ZNTCTJg3oAv4p
RoEgyO9xOXVQ5y0kig9w/ZTD4ygIGsMj8WkqSpxZU29F3aSKdTrbCPYaIcqtJckrCxEsQLKkk5E/
D0K8eAsD82YJHPWCLBZYp0oZvxcHAjYszcKPsmo2yKHK2iSs3MQ58bAHHxxCJB5UURt8eWbNFW48
5hC/N0Ct3ZQ0MT0e/HVvtvZhHN3uOearHzHEDESZ5f0nwOQMddeA0NhCoxmVjQJ+xa/yaMnMWPnk
pIVqaBVgARm2zVQ8+maPsVeLj8MkrTVBasvR8/TiY704MbY/YvISD6CwS00vmgRjJ8NqhoytrL8M
KebesJ/9G4dv4mbXnW5tKEnPVIk6KwP3ecodMo0Gx1mi2E3wiGuxc2/0mtyXiIaPVFkyASazSdUq
auyk8+JwIY4EYBIRawGspKknwUH6WBuaRiesZT7bAelKeCqKB+E38Wmog+pxbpzirRpxI62o1pZn
IkWhejsURGvbL90bBWWjeVqE/tlConRftPGMxIMdg5IT55Ia9hCC5Ouf024aT7ZdsAnOg37vCxoL
ecaLeyvoy4emVelHKxX9pkNccwpwM99PnC0O0PegzgQkaSuLiY29A1Zd+LpcAxD46zJzvPtg8lSU
zqZ4ajhYfaxrEOzZcuPTKOp5kzau/5ZLJ32x0Rx/m0p/xMrZytBdrJIByi42ZENyLshF4d5Zc+d9
dtucHCU7yzDHzESsoG+pkh1+6ORZimLRQGrBhbUJhe6McTOEdbD2IMLxix6k+UVYvtrWbSo/LW5W
RCXB/V9FY1WIGuz+mGqTt+vKm9jKXsQMtDzqq0EDSNQlHxwLbfpKSqB6cvx8OI210R7myqoPslw4
BVjshprS8Nh4hh3h41BI5UuCBMExvk2JwjpuD+nrNOZEsGUtIiDbcYKQA4tkTe+CJFuTWMjAPaDJ
+1q0FpZZUlDwBQQghjV72hcjx6jcyuzKARCP6+RgYIeSeEWU3h0Jrc32sfRcMsdJ9rjtsj6BQX0w
Jl/8phq3ScBCFnR+tQGi6w8+cFLIcgpDHWMoIOXdCMseWWPmKmtPvv34maN88i1A1fhMgbWVbLUi
cA6E/bJBBQ1Mw82TFCDoK8STSCf4e1qzg53lKTuaPa5IC4wPMTipLUN6dVYmZhvVLhND6+BirHG9
inHI2Wtz1prsVku/ZhDxHo0mhcPDaiZIN/3S0fb2oTbcfqcGwwoFxucnQ1aM/6pzgCkzwJmmSlCc
1WLkhg62erhJvXnhxzlD7jCq1UBbRUPIW1lsJzVPzA/xgYWejAU4zHuJ+PG75jegJP3NFWtqE0aj
ppE824Za+jks/DF5k05p76xq9DcmUmj4mKDcGamoQ4dXiMN24KpDwwvKKWgosj1Jm8MRYGU+OG0z
vsaBGT+LxKFnyg5g7JTnN2+tvXgbJ0GhZqqWm6GTMLbkCqzEvOHBrWrv/yJLwPTmZgm2vVWk95M3
kl+Pl2WJGtDUJ2+gep7GMbUDO38zE8MqQo+FDHzF5EB5a7ZaxboMkvWijcXOTHWNb4gsBf0fcQ0H
NiDzYvkJ/4z+S/vZJaztE+cX/5Yu10Z/wVkHbaUngjyLoN0VtdV/T4mYuKJrZqEsKhshXa0hNTGm
YU08CUItcnjWA0F9IaiKti0T0e07ZNpR3RGYjOL8Wwu9f+cGJXLNqZigc4bS5TToGxa0KuWsT3SZ
6IQawEbgEixhiIveriF+oX3MVcxp6KQ7hMrNmWaf2uk2R2fZdMjFXO7SnhKQlEwEVgdPyY+LV8Nd
8hTCWHEsunCSOPu9HL6SVa82ROy161nTkifZI0pe1x5Mu7KQM6ZWM5yKBrG9j4gsGktekI6YxcdC
aZ/cnJNk3+bmgRbJ5FDJtntWS6JwbBT2RWAVOpStXUWe3qsNbZLJ5S+rH5nJbU/uusUgh6HRgk3t
UBpHP45cyRqNb2o8sz/Bxvc3mwOJKIi4Wmdh2tCa/lWIWEY5DnrSqetimVei5AnzCAj7zOpQrhld
lk1Vz1Y0zIVZr/4iA9nHqGgF2GKGesPeZVwsGMuT6ST+OdHi8SOq//pZIJSJ/pKIb1SlT+6WUM90
m5KPAerDYPxX3yWun1h5slNI8h7SGP2x5s7Z2sA2vZUMMtsBZ9Hf+VP/617+B6nbvw0NGmT57afU
oB//h7+dy5r3TzKhbonaBpl3Js4n6/9alzXD+afuuTpdmyR3eSQL/T/rsmH+0/X4n1O9Hug2HlcS
s9iv++S//+Hdcoj4u/wVGLewTOs/sS6/My6TSXb7k1xM1ZR7MHrp75Kl0l6JwSqQrpPo8EXlYwma
7/vjN/o+apLiZWE/OAbLQJS1HOvWXeGN1VGSrPLV8bF97jk/T2X0L7fv4e9gsP8qh+Khkmjl//sf
t6Si/x8X9vdnMixKZkyPf7vuu6TzoihZ41SOwm6uH5EUOC/1NOeQUWwen4NATM/BlAefHGcw/lQP
/3PQ1v9cmmB57oVuG/Q6/ByilE8mb5mXntGBaxtBFu+JIzMKaVPqD/1sJF9//01/dTmWWJLDTOgJ
7329moUh28cuQHY1DNIK81zxShZw+Tn2kepDa3tvv7/e+4yo26/9r9e72dj/JYnOSslyHbieYS4I
gzK9xhzX6Vs/5b/+/ko/h6/9fSP5TsRQYcd1iKb6+UqJbOtqXjJSOEvc6lpW7NNkHv/QFfarBwWL
/61eysQn+/4iWpcGg9vJc+UP1RZthvG9bWR7mmmk2Jtx33wd2HKjNnfNP3y7WwTh+yeUYLnbydsz
yP56dx+7bMGIK5KzMKkfCevStoA9MUT6i+NfSzUAduTBSKSuq11jPP7/WRPU/9xdcg14RG26lc13
b0jgtXMGEnwWWaWvOX9iQZzwPv3+J/zFw2kQSOrwRbmK/z4/P3P8Pu2r5Cx96bwO+qxtDX0BHsmy
5GxiVn74/eV+dIG9u6mG7VnIr7kcdUbvAsxMsFsIYXFOOVodqfTWPlUUdz1UuhVffFNTL8FcUP/h
QvbqQ6Z3G4/Xxgt1UKHN7z/KL14TXsfbv3iEiZV49/OO5ch7FItzP+RG2BNRHUHwkfkRIIj/j69k
EU3hB7pFoS9rzs+vCcctDP2xd0JkCNbAXLpHtwD82wDE/P5KP16Gd7eXzkhy6wwLGJi+qJ8vVXBS
ib3UOkldGk89t/IzZcj+1zrIluEw0QD0wYsT8LshKbIvsTYQmzynwOe//xi/eHOISuXb2oR4sPO9
u7XK4VReu1jOIcvylQOQFNbJYJ/RKNRrnNDLecZ1+mGZ82JfUBXwhyTKXzzT9Mgg3mRfwW1l3375
f1kAiyVJOY9bJzAIf2ei9NxkeeJFZPy0mxg13/733/ZXN/1WukMNG+mAOtvsz9cbAjth4zVPtuES
TlS0mVOESE/hswj+GT5No6VObeIPH6XmGzstLq2Pbdr/qdb7Vzf9Xz/Fu6eMhT72hto8taqv79HN
irsgjS2kF6Z7ARDRL2WKdmWG6GBmCZI/PHm/2Aqo2NQd6mfIc/XNd1sBdvOEmGrj1IMrHmj4cnaY
cBD2/f5W/+KdtdnaCFP0IL9ZGX++01QIoJOrjRNyuX4dO6O57ZMCOSgU5B8Cf9+1h/1YfW2SHC2X
GNwfYYs/X8pDuk+8hQG4sqRuOCaz1xLEnvQbzRpR6Mf4ns+z3k17ac5mVNpddnLwsulYCJ3miTb6
6s6xG+tOAYQmK9Np/T+1q9/e5Xfvum27JvSL51sW3SQ/f0LEFolG5cTJqNv5NLWdjRIjyB9MybRA
9YO6Ll4rvsWVV//pgb/9yT9f2dBdWoZIFeP4BMzw85WDpKdiUnOP2iyz+5iSJugaG3c1QOBWd/IJ
qG5GPpJ6pEmWKAz5DDcvl1ltMAGV8YrQwukPp4RfvIQkANF9GVi2RXvd+5XPUsNUYWE5jiiMNvGc
DWdRyOBRYhTCTJmIa+uRnIFbjYg1A2ukhIr68Pun8xebG5VFFpWmnGfxu3Nq/2nhSXG5BVXpHTVL
dmf0d97JFHF854DcRS2ZNlfNRhGOIck8KLpAiHmzSrLmKMP4wwf59/fkx52gzpebgWj13dsIFGWN
Bl7quOjSt9h1cDOi8jcyIMhhnOkTgtfpt6JvGyhzXX6vrdj6ZLcBaQBYJfdEp+AwGe32zp9m+09v
1i+eHmK6f0xKJsfG97189FQU3EDr6JhSYMwYEofZeLb35qCGc1N8iYm/IH+TtHzoXuS4rLihGOLq
GJN20kAuE9T/h/t125DePdC3fCi02nwsLBjv7pewe6Vls360BjkQMuQV9QPh/m1U95w9RF0jagy6
FiK6+5KYqgK/RpIWj9V8SVqRWH84mfzqWebjOEyG/IycP99FKddTlxJhiMh0zsS2xVeJtFbRcTQo
vCBQsfUTVZDVVVHugSClvNMs9prf35J/X1zg2hyqyW79uHC67w4ShAPaXjeZR33svY2UOUGNxI5k
Ud9Y2cswY0qcDAJESL/9w0byY/H4t9+Ca/qUOum3efXnl0iCn+i5B6NL9MOOVD25HUXlbfA16Ze8
DYzPWOzbbwHZUjf2RsZ7FeR7L/VJ3ub2REUR9H9YW/79XjgcIgLy8qhK5ST+7l7kiNHidkmPsqqW
Lzra6D3BcdBubibsLrQQzuBJ44i3c2OMk7//Hf59X6V1DJGxaXErDHa+n++GhqYfDUZ69KmFvfZT
Mm/JO8y+/v4i71LFb5sdV7FpnGUN5b6/PzE5kuQjXFrHBRfA3YzAh6BKDTldO8r/w955LMetpNv6
VU70HPvAJEzeuOcOCmXIohOdKGqCoCgK3psE8PT3g3afaLLIYIV63BF70NuoswAkEpn/v9a3uD5X
bGmfuLsko9YVpHTtcruy/Alp47jOemt+LDuBBIXEnHDz+S/74NbzqdElMgqbj748mAxZUGVOww/j
7pgnI8SNy1xIcJwjgkQPD8tqKukk8dIeWcqX2/p2EhK2yv7VZHCSQ62D2552FF+LXNt7Dpqq9UhX
sPMr0uRxjfVgd9cZ9j0mHAa8Y6e+38e6w6G9ZYfDHp4P7OEld+QICuRbZw3u5HMKksAIFapcYu5A
XqSDT14Qpq15vA6H2jlTqrG3tja1WxxAS0ZVk35pSHej5xx0t67AQW4U8/Vs2M1FXg+DXw/hc6P3
d71CQE3MYrIpKjq7DblfG4e/PbJXeL8Xd0mPJGdx2S2wYTvYlbpNnLGmunuzXt4PNNbeegYOsGvs
WpYb8l/D689nzPsXZhmQ4EAWTk5dzsGTY7rk5iyc/ejKEKu0V29TsJdHPrAfXBVvpW6S/WsvJ5yD
QXQkELOW2PtcM4IvgyuW2JyC5B4q4/TC1Bxpt59f1fsPustGjxhJXtBlPV7+/asjTZFCI3PdZt9h
KVlL0pc2GW4tgGaFeeTS2KoczH1qVGx5KRfy3LhA6+Cdq4usH5MMC9BMA25bhzb9gRY034OOS77w
vXiwId0S6fxg0gFCG8Skg92irKE4dYDuXJhwcyNkaeC2dYUu7qSlJRkhcqtB8PTOlFwZCpvzOiHz
ape5cgxOcwhDP3ss/y/aCET4dhJmOvuir6CttnVmfVVNlmIi7uRzW7dTtHZBOD0Zo3C7VWc6HTQ8
j3C7DSL57LmpeuSbxDH1aiUcI7mseFyEB0UdCVFmb+aglMbcRg85gyor2yx77kJzPs/xBiDw8MBq
oYNq9YAPrjQNnJvYP1CheOnKqaz+mZcfLiPmhbMU2C7Y41Kl6LayPvvVVsXYrSMQ4C+lm6AppLz0
qy1GujkxRkcISI2Lqo/W3Y8Cz2K4BiQ0w0WlfPWUAHIf8BrowXeRGxPa+iLLLGLG9OSsSEV6DYZx
cW6Bmr2jCGDSrANJXq2SuGjHszkhfQHhigkHozVHzN9hAEWcRnfCzcMEuOqqvgT9IAvfhK770nD4
ue9g9wYY2RzJDK4mA8BLkXXGjo4Fmtosah5MPOcYOA04jNskCut6U4sgmtF/Lt71iXyu2DdRM0ar
HODgL9gDhMENmfOtKdJOrS0+lMgdYCbPNFRnSdBQTCrzCmxJRYyZZ6mzUhNzjMk3g47RYQvBRofo
Ze1qToVDHkeKwvA5SSx0BZ/CdWt56qRtcwvZeB1F2pp8+bz0bQgK9NOBH6CZduJ6nWqx+QVxuRbt
mmRQ+y5p6Bob01Rj5TRjnIhp1fB7ar2l+xs4ob1EJqXVCAwPD/Y6thwgHD3s9x0CKu/ZhgMtlgAk
5lZrxeOwkhDzvvIyEGM36jb+GGmjPdxYjZhOrdbKH9lW0fJh/Ql+9Ha0PJgi1HqcF1N62ptu85Wl
kbC7EHn0XV4Y0beorcdmk7aj9dMp+NoC/6nFTZNZiB6CrowBIc7TOHEn9XmpVxV2yhyd7FulC+2R
dhDD92lUJ37lZOos8wA17IaYUzPqpaFOT8KhkVhkIol4MkoTFwBS22NdDjqXLrnuptMzgIQWiE+e
kVRmwCDexSql51q5M7rVjMg2XJflXOm+oUX0TVumUH8mkriMdyE9f3yjJnHbO1WOVoloHd7A4oti
u5QrCcqncrGT+Bk6GtQaU0deXlqV4OmKMB1+OMngwuwQbvSddqmFPG+yMn2LpD88F0qHTDQ6xIuV
uHwx3uSpR7stzK4qtoTkRSFRcWA0ROLcyqRCJF3YYX1qlLZ1MjaTg03JRle9mScN+oE+IvkmTIDE
p5KHPGxQXAc/hIMvc2OlJJ+twwbD7lphFOlOzLLqHgPPS7orKDvqhvgwE4hiAHQZz0CahJQFvOBr
UaWx8mssPpAglA7kDNEWy02g+jpd41tZmoWzN3q0Fj2dHMoYoyF7LVCnq6F13HzDB1M+IygyxCYj
o9DdyMrNvfN0qjQCBgFLAy3AHnCpzQkrjwgqD7GEiNgIURp/nt3U3Oc6siIrESBhDGYkHFgCYHKo
FDPKqqZ2UJylaUgYnNFX7a3jxG6D+YkywaozvMSiWAbgfJPV/QI7r5ZtdoyD4T7uUxB7yLmKhJp3
wr6kN4rpcs61+d7yWhafcDDzE7Rps8epTmm/3FjY+IKEAxLVsUftOglGjlfOxEYbCQbLL0Sfdrjo
IVEULD9lee3AYkAWPkoSVlBuPtpmY15wp4jdcyIvuecBEDkYuDq6u0yzfC8vBpQAYaHjWaHtjVfO
SZArIfVscaRJAz6tGcbureRMiwykpJfgtxatasey50fZswFDjpEFPYIZaeRwhoxZBw5S6XDf8Ks4
xKB6cw75gi+Lr1Rg/bQ9FV+gCklsf+IKqxNbm6Nb1OPVQxvP5o9BL8fn0UXABxNVy++x37AQJY38
qjlCXYaQWQjwzgvIceRzIGxJRIgKBDBtF/hAJ+1q28VKv9Yjm7TQLpM8GekSAeo3lZA8jbCFPMm2
XPtSopriA9hlmA+klTyYYjBeKMgGXyAGsBNx9NG5KYGOJX49z1gQ2evq5xl6dg7XzRy7Ozb3WJlI
2+NbCaY0CNezrte/lM4ekXjFiCwjZRo9zFIvQ+kbk5+AM4JJCaWjb9Jy39q2+iYVVIzNEA9udgqU
NflGzkU6rHmvetR9Nubts8mLtLtJc21sbj26lUzlIXgX4hfw/IIovseOK0uMfIFzBdIyy/weg3i+
Ska9M3wnd70exUeeMOmh3ZyzdaFsn2hj1fhq0li7bXIv7FWnBU26EqMqX0YaNwUkfL67/jSLBmda
Y8vhtBrTYj8nbCcMFryrWNFaebFJjDgx+OLAANP1ot+P8PVTP4qtEtm5UXpXKAfA2OlWyJK+NOy/
Cy1P6zVbIigNdWFN6TpNnOERGRHeCrMtloALC5Qr0XIabpAcFPBkmulPj27Z5BPQIvstaCDXWzXC
aIBKWHl/w5l7xp7ZWQgeq97On1t0q2or3GZoL9RkT9ZpmEl8iFDWiGFx2J2yoGX2M3F94WU3O9Wz
ihuAzgMhEdckxGs/SkuGAwUVODPrVqsw53W9pAZkiEx0qN7qmgVHJreW042XOas8PS127XwUcOxE
qLfCVlvNdabvdc4k8z4gCU17yEt7THd6EMn+FJk6KueiwMmLhTTQxIXB+sPOcOJY8UUIY0D0omUl
WkkgmpEiogUYClq+IrNwa3e6ieGOqbkaswTofdRTPd8gjeq/OmXAzmJA4k8pjabUJnPs5luLQytY
h64bJtsGdOpDrDfOTycAFuoXA5sf0FSx+RP+g7q2aRZ6aHEyxLLCbpzrIXANVsAcD9KqmfIlKLTg
DvqBx256Zc+Kz7kHoEdfDS4S+VXtWfa3SIsjgm4c73ZGhXY7UXi9s4xIoJOCDMlXlAnvovkLKuxL
3eJSCKOhOut0NP1rF1vyg5jS6cXGbIJfebDsO4jd4530QmQmFDNZ/2YzcMn61CssPXRv1FbmfRfc
1HYDwyO17W7ZZ9nwQpQ143gNWw8ELqBpaWyX7fWFxl4BEHhCysCqg455jaMw+p4jUll3chYXnokq
sjKyLtqxo2dNUaoFgCgIeb/UpBrmbVBLNHwp/+Q79KdmXEej7uGQYfm9sPthwKag5zUYYtHiIVRT
fk1UprtjkYGjkEyVmDfozSkEBCamJFgkIngJIj2/qTIXgJQoahIskRurta5mvpMWy6cCeAQjzRcJ
aioCW9xKbue806KtyJRhoF1abIfY9+Qvo60rD+tVm6frvBx4fJPMO8zgqTDDbSUFTvXC6wSKhn6G
njfNgX1bZEN2X4FQbLdEGRfkYWpt9ziAnWuwNrh1fuYFYOv9pouRElEctX8mU5k8dQikFwofz2Tt
GB6pKglLpy9bFRbA4zoKPwOqK87ZkwfIUHbC/QbNl6KA5sz5nV7nSAVRiWXE0w6Uoze6E4QPVawM
pLfe/B1fUArZu7D26BYhiFWmmm5k3qAwKweU4M6YumplENPJ9mcaEIhSNg1OrKG9G8pE7iwNvw+e
TDZbO6sxtU3B1su6GLk51wDP4+Skim3vnO+t+B3Mggp4HbVdz14oGXLcYTQ3SkIwm+GuECGobI7T
wEk9lXY/clEOj1NWTDc5kypbF7Jb8oDHvizWsi4654TlFZ5BOxl6Ctogq89owwTaSlJu5ulPVWOw
bovxZ5N1TIdItOPFHHIxm6pth0crHEKw0kZo/hwnQil8NVrVtqongoak1QW35OiUJMu0U3pJRzr7
5c4JGCAiTMW30rSHaINemiiM0CgLex8TQqWgXJN8cdK4qWdwvKpbZM51IxscOTUJulo21hQTiZNC
g1uNjUAOByALMQZETaFD01vn5Dil26AI8ArPWZCv7ToJXyhpuTCZbMcBsdtp4zenSXqxc5Ue/Mpg
X53aOIkWKGASPC5NiUuE/lN8ylNQG9Z3YqMi0xy/yoZXuwXcj5IXLTf2CRGpc8vTstsg5AR84tbe
GK0tOTgXMxQMUFRgG7DY1JNYclzDH1EDQMQXVQkTQUYIOsAihgRpSWNJxFZFAmXczLUvvSng89Qh
p5o1hxz1a4YU0W+bySCrB0GIGqlUSPex4J9gqavbm3bIgFMG3JpVYaaEiNdOIL+1PYvEtmpx5q4G
EtuzVQWimuiksNe+oVcCooxNQbe2ytLzX4RRa3d14iXcu96NM7ZLUvL/ZGeo/AxpeKkvIYhDlbay
OfPdhL3aJleqH7ZabheIMenQbhu7Z8dMvsnUckZykZ86kWCbjbvBHi6ayk7UxinHWfqEx8vvwmyK
dkPtBRSxjkT/KmxCCZe09mIFZqCpLmfWeG014pqe/XLUpseusXB3ZN2I4FaRfX3XdFEDyCwyw/vf
BZv/COX+gazgVe1q/dQ9/ddL0cXddPmUv/zPPy6efj6FT+3zU/M6Yu/3H/pbLGfrfwnXMB3U+xgs
UQ3RjPk7Y48sD4MgR+EKwzQo4i3CrH/GfMAZ/ov/lllDdRotm7U0JP4plgNT9xdNEgMVFWdHjzDR
P1LLvS0gomZ1qZ0sP4EuNkQEeVDt9yqMDUYUUf2OsvGUNG8iB8LumPztbYHZI6DbXF4BfjR6weWa
3xb0POHoxsgGyB/s+izS6/uhHx56e9xwFmZfIoDHvXoKX/4uIL/W2x1eFkOxg5KC+42ikFbX2wFH
MO4B/LPaX7CYV9FUBTvJPu5I2+jdKICHsLc4lEZ5ujRk346SpIhep2RqqKpgjKU/bu4wEIojKqK3
XQFuHvQJadEh80hitPXD/jNKMy/DG7zs4kiunpcdbQ5NR8Tnsdfe0V99BojUHLm0t2XRZVA07SYz
1xU4ca0lneZ1CXaaQ3zJrdZicsIjaPROt3Ur2Mi2Zk7npe5W688f2NuS7zKeZdGJoYGLms8zD1WK
7jTpgefUHXFi7jdwYe6a4UqfxOjuyEjvH5qF/BQNFAoO1KHuwZWB+yzNJBk7v4A1veeolPood7J/
YxTTNkyaAbRWaJS/vX9DqsBreH0HCzaq0z37PbB8nYQBeWSgd68WtDiTd5gDvWGinT2Y6Qm8lXCO
ZIeThk9tr9J0JwfQax4S6S3FOvNX23X5yR8/LdKJTOlQMWcxsg4K9DpNWoDWfIs7E8iPI4px2wih
bYu6kkcm4uHjkvToqM7TmsUphujooD5Pp8zpFUdLP1FhsitLKOpAE/MjoxzcRSYfKxRzHQWyh0L5
t9bhVcehwbhdegM8+HQKbjh9iF1AhFil4s1Y6FBsZHjksR28X8uAqKikK+j9w/Y87KkQGliQ/wFQ
Wu+nMwtQAk9NunvSksrTOsXH9fkD+2g4zksOs5GXi3Py2+lYt0p4dQ82EO0pByPdK4qYWIM6O8PG
qnEUQHZYHLmnB0+OS1yCylnZOdAJjDYHM9MqnKQlZg86lHK0U4o5t2ltt398YSY3ED8TN9EmBf5g
CY6MsG5tOoWABVV7Guq5OIUkSwZQUBubUVnNkef20UUtyxPKZjp8fKDf3kjhLYt+riU+L31M2FKV
bYiP0f6Nq0Ki6tDcQ2qPKuHtKIWVxVNFedIfU7haAVGBwPgWhnWXt7jGU2Pz+fT44Kr4jjEVeV4Q
tQ+vih4LnE+H6T+T6uKzdFJ6ANv5Zx9lJgSPiE0Gfy27Ae/g3gElzQZ7clK/rmKHugCSk7Rvy+3n
13LwJVlGQYeBBJFNEtE87sEonSPbmIoG6bJNtIRMzNOmDSHBduQ6Hbmgj4ZCDw4AnTxe5vrhUKYR
urNyM3+cM4ewKzHetoZU9ASm5Iho56OhuHOkjfM20apfnuCrBaqHIo2PRlK4ccI7aFzj2UCZGjMu
jqfP79/7uWC5jmHREEWVw4f54KKgbeJMCiPiSewQkCvZbEv6bOn+GxfE2o45lJ3ucllvLwjykKu6
NssJNNHai1nTZ7I3+pqynl7I6ogK66Nrop2MTJapIXix3g6mKBN5nJZzX8+IGOftGi50khyPdP8/
GMVz6AGTaI60is3021FyTScagVfUV01Fflc7P4opc49M7w8H4UViF81Mx1L7dpB4oNscGAyi9UW2
ibF4XYUdlLfPJ8EH043g93+NcvB0zArUaJE38JoChbu1yihvdjV9Eogwt386lGATQbUA/TQz7lC9
ZyttnOrBSn2AEjPGxYXpnZp28pCBQj3yhN5fFh1wFjhUtQ6HLuvgCUnge6YSlHE86D1nqesW54SL
xE+cJcSRteH9cxLYffg2mWxRGOvgDqrA1MqpZChIqenGbiaN9g+l2M9v3jJx/yWfYSVgf4lMC1Us
xhSUOwezoUhclaEMonQfYj29MPuy/JYhBO/OBoqtlZ+aGkmrfzomhxDk5oubAMncEmn5eimifJWb
qgwzvzIsi4wRvaGvb9sgtZBOCItq2OfjLXmXBxeJLgO1luMiCuM8cjDgUis3CO2mRtZLnOuuRUrv
zpEV6KdOTt5XTTkyXUqGfbOahq6dNqj89UezrdpvNPkICA5IOjQxtZiU7B0JShjYdY6z1knHbCfI
9SJeUiDxnYUVHnEHvJ9yqGZ+R3kuM+G3je713WoSMKyGxedIzXlV0AIaSJZAOhv8IJ6YiLnP79VH
owG/lMC8WO64ZW+fTdtk1Psoe/uKfJRpC4PBvG9E3TV+40k7OjLa+9m3COl0b1HUQX063DaQBphA
N+L7Jyzis0cROeirBiAR4CNAR0L5Lpvrzy9w+fq8nfAMyWA2i4XLnLfeXqAeOsiNUnrqrdRRNTsv
00yMAAjjdVxTGRNC3X4+4EfXyNtLOZMNi85Z7u2APeX/VgNw6MeK7ExyDx/kCKoWvIafQho6Mtc/
eH7cTCpFGH2IlrSWVeXVZ97KSFPTGgH8lbMKJr2ure60qU5PE3Lejwg9Pxpr+RyiSV6siYdjeRX9
mUllNA090Nakqmtn+RAm+yxv583nN/GDpwYJbjkJ/za1LTW115dVAOt3PLCp/iyral3XqXtveq2+
KYm223CETIDYTOGRb9j7J4emC8WRtbyAy7v3dlC6xf0c4+H2ldO2F+2cw6fUyZAB6WOsJD6x7Z9e
pCeXvQVXCvgMt+Xb8TSIPHXksUXrFbHU3lDiku7jpj/PIqXvE6SkXzSzttefj/r+KWIV1E2Bj8zh
fxyqp1sxidKlw+k3as52M0x5FBk1iJoOEdTnQ3lcwNt3j/XLwmK02F5MCtlvL5CekIubtsr9hDSP
gX4n4X0483XyA4q5+JrNaXabtihrVzFY7vLIYvN+DlFuYL5i9/xdJTrYl2ZArUQMAYW+dtNdlFkO
Xl5QuVxJcA6XGqTjO3JSwad8ftHvvuOCghRaAN5/vE6sPG8vOqUpMYH85Gsnc3k60tE4JxfLO3Jr
PxqFNVRYnPdM3T1c1uaBZD4d2oNvIjZeQ6eBUBx6/ZEZ+m6uLL5rfTHMLhJovqVvr6UDUDYYoA59
o4F9tGzIkBx1PK5Izf/OUNRUOCs6Ev/D8nK+WsjIgW26fMk8MnPlnKBZHEl6nfKNjohh98dPiA2W
zVdIoFa37YM1E669BwJqzH38lUtXmtVmHTRZ+Yc1ZUp53D3c28v0p+Z1uA1B5ABcuIBhWrSqorcf
RNl3Ygr66cgb/W6i/x6HNit2LGxHh4eVUBsbQPy46mRtEmLWesGg0dmjvZeOBgj5UjPbbWdO1Z/P
dI6yVFIwxkJHdg4W6dRK7MQpptxHN1Lvm0BLnuzUIgLr33hcGB2WQx8p53KZpK9mRoi3oCHdJvc5
gPQ2Zd54KH2NctiRaXHgT+LucR+x3vIyucj83XfX45LOgNov98EMht6EPCm8Q+OJNM/OTrHg0jOm
eFMocwV3pd+5RNkeeQk+eKtf/4JDo43MxhbMjMGBsNcA7Hq9Uzz0YrZv/vyOvrpQ92Bdxi4+Ti0v
l4/1crzIpXdvoRg4UpL6+FqW5QO99LL7f/vYzGGYNZI/2GvRxG62HslxPvB+qR95bB/NfooPDs6k
Rc9z+JEpmnhYYPo5FgDkaEqMxk0rTEVVih2fWAHzD87RuR07ZHx4eZiAWBTZ7VFxfnt5E3GFUi8Z
FnVu0fvRnMwPWdhbR7avH63AFrp2jtY0V8ShV9gZJo2KJfu7QLflCp4AcEu3o8wiyP85Zpl8f028
zMYCE+B6eBust9dkxvD2lM01aZUiMLKMKvwtcVP++RvNOGwiOcRjB+Q7+XYc26pw35UsWBai8WTV
DoIM4bGJj+zn3t87Tu6OQZudpqdOx+3tMC6xD5UJg4+ZMCEjnNtpPUQIGj2DLN3P36hlMr/Z6Qi2
VCazjw4iVURxcOfI1B6gyxDSEuEw3yalVu8q1FNXkWOUJ3if2iP1qQMPHGuVy+kd3wg2X47Upnew
9iZ2ZU+m1o9EygPMvqoytEZPGcd/KIOWbLpr1JH6Q+F22EjSys3Mr24y9e4pewatuv384t/dZ6hc
7NNpaFIqoRlycJ+bwkyiqiQUO3VrbRu7er7TKWZcRxYpMp8PxTQ5uNMAvRE40xMGyECf+3DTHNRF
EUAZcv2sLDRWyqnQBnmFoVa03wqr0pNsnXqqhn4/C03ACObkO89XzQCdb0c8Spn4GWXYuzod0/gp
mdqmWMfor1GMzKV9mXHSurHpLNr7dNSJYmwqZYybqXFxgJJo6pyNdY4Qs24sZ/TNZqzDe43v0+/u
SKw66p8z2z1rY3Zi6NDUjaBpcb07hc6jkaPZq8u4pNx3E8hRdAlajTEIvuZ6Jk/aPBJjugoTUod/
CEnoI4JnXla1BJy7McFxZjlZSIhiw62sH4E55aADJodNxvUUpZqLVjvUwASvDI80Iwvup9vmZJKj
+9j0neEkDbzO0LIu2jgJ0PHNDgrUTW2hOz3PhxStzQZ0b05CdGLbxYyHLJn75OcId3DcgznJCF5C
yTk+Wx7uYSp8Ua1scpXGAQlzCG4xXhf6nCcP1mhF4OfGeAqcG2g5Up42QVPYX8peySWlAiHzaccD
BkiF5d4geVpMKNdDUVjRWpUygbU9LaF/6ZxNBNK3w1idB2ldT1dqht9HIFlutmfB0KHQ8iYCLtdG
bOj7IVxE9xqI6+KlNoPpJSl7zTy3Fiqk7xFe7+5rF5HNhSPSpDlFIqP60zAsCTCLEwrB34gkS+0l
vZ64aDcMwp+CTRX5Amhl4NMltSjCM0sRsx2uKQZG8YOGQ8RchSzKZPsI0UzPxWTR019ZBiiJ77xt
aUCeuV0Et4RmeBA/7cpzt21qjuZjPhpxskEF2zhPYxMRyUIJJM6jBOeIiVswJckL0XVEztsNaUio
w4XWtM5VkZqwmXPUb1yPKuSvBgPgCzaWVuFScPLwxOr1iMyvGjbYRgGvFduw1LWrlgNpuqpaFY93
Vg95EDKpsPO1OQ1281LHgf5IUF/rrjKH34boskJAPYPjqbdNWijyPB3i0Cnn6fNDg8u9W6HIJ4xW
h4HX+QaibmNlNGn8DWF6lq8MLAJi1dpBT+IpRcYeXS9x2bBaC/C67py61joC4P5sDBCPViBLCQKD
bqRBj5VE/TEPy+Sq7RLjWYecG6/LYZqtnUohGsqgAEZq670iRBW01EgMclsKn7Bj21nnWVXb26LS
zZcwsQhs85D0D7uZgzjKPINwim2AmO/RTXJLXISTx8DT7DiRjxAE8wtOlKncoOA27iqFRnBdilKq
vVvZnLmaKCV6xAsmfdqSQRw+q5JjysbMF0V1AfYPe0Zid/cxm+Heb0LgjmiiHXZBFIDr27Yo9enC
xWTQ+TWYxYja69xJMnuG2k3hhuvIMfGuIJEElxzBcYOCF1xEFcp4Pww6r90ndR+SYB8n1t2coq9/
mGOHjGc8VcmEOKygv550hrhn4Y8eKixkN6zdZoqi3nGSe0S5BcuNV5M0pFgzfzW66B7tIW/GM4oG
CXRzDGhnk76k9AVt7Yxr9uCBhnI0zV90MzDuo4FGNVJk0SmCm8xB21FExzoEsq50vg8lwO5rdHFG
+0CmsH6jN1p3ZcwGxSOl4Ww4Yx0qroYZIN4pGeOyPCH5G0sbOIX6tuqGNPPLXPN+DVMgy9OpG4lG
lklvxudVZOiPWqTbpKNNSabtUAaFL0AXQa/2XkvSDMF7xE91BYFEq4gdo7c1Ysyf5yFhLsYen4z9
4ER6SyB9L8xvic6BHaMM+nsiKuToxfsp1L0znFD5fF71ETEKrV2m2sZToVX6DgLtwZcQnR21InrK
+oK0MzLWKYTtYaWn80Ky9dDu/QBHK2sglaWLCaaPBmvDWoJqNXBJcvRbLZmvs5mS2vdGb/XvHgLY
9B7JU2qcZS1WiJNJRCz5GAwtdIy90Zm+0adaSpQ5Iu5t7rUVAVxk0juEaWrxZPutNebht8wY0x/V
UJvkzpYesSKGliOGsDKDtQHQcEOaZ68GSPCzFdY3gYbu8i5LrUY+oAeMwx345Z61m5RxvFilZd5g
Q4XgayaBSM6MQFo18TVN3vi6rgK4mEiwozXxUORXgeRNiiV4u8oecGhZ5i6VmTefu6RA9PdRV5UB
dsGKr2QaDVm+hj3rekzEBP8wHGCg0d2AdWbXTMzyRw3pr+Njaen3ZOCO6lQQTYgv0Yv1doMsJw1W
UpZTelLk41z+auj2T5yZhvxJRa77UsN/aJ7HVBGxx4yq7U2sldB18abWbBIq0lm+smxkFubEINPl
NatV256UuRWO+4p31CKZo8Pzi4es0wm9CbMmeDBrp45vNa/XDSa750xkHOK4hx+WhsNNahA3eEtC
XydwVhn4p3Bl9KQCeoNb5HeejsUGpx60G2bJjCvsoomUSvctXruM5ENBFMMwe2IC/Mh5pnkoNABU
yEO7OcdPmM6WMXzvJF39J7sL2/AmHqq8fbbQS/MKxUFkXxLv6L2IMhj42OuyQwGMbCOGxm1M8+nk
DFq8CUqWZVimXZqiGHA87jBBBWNcf2VnVDONYWMO7snoZIa4Eyl2qysirl39wenTNrwdudM9rLFa
Zdg+5trY0l6Mhl0STlbke1afPSiYCdPNNFiFtubyk/oH3Vby12U6if7Ujs1aP9VBlSu/LHp86sbk
Wnu7Rdr6rYoggRKwlBC/CiJrPkv0WXknSPkpno+GLGo/aQe8SCwS+nDSTINprQ0vNqqrdmoUS1Cl
eOZ+KzpeTNLU+kL7nueppnZGVIckT+uMcA7fWrlbzpWZcZGSdDj6I3AeGPyDnphbZChouokmMMcv
+DtS8+vgWNpl3fQloCraud1zJXXShkRIQjTw7VQY7W1koh9Z5a0iNKBDq298caEEeju9E/JJ64hz
gi+lCIARTiUJTB57dNYbPk9URDWCVYTmp4FDeMEKlIGnP1XhpLRvdQnsnTuUT/e/N9P/EeH+w7A5
gP33//u/z+P/CV/KD0S4dNW7lzcK3OVP/K3AFfZf6OPQGCx1LcpbOoe9fypwgVUuVbaFBfH75Gq+
UuCCq1zOmSjraPygcOPf/a8CF5SllFQoFsokx12aUX/Cq3x31kQcTD2d/gR9H650KYi8qodpNcJ6
K8UkiXMp2iUof89BE6dbam/PLJvHpHvvigIUNxjEWhqqaN2c5fT3ajgxki4U9Mj0upZsynRyKoyi
8THQ3vsD7TIM0Ds+inRh2IW9HSbKtLnWsg49POv2xh3qcJ8GbOqIrrfOpiRMd0HbFu0KMz15mMob
Ljnem+tX0+DL3wf2NyrgZZQ353h+BYKm391qLvewMsFxTu/HSknwwE35I8n08HpOd8RTJr9KFs2f
bT9gYWGfvc+dxZRkRARsaAXf1KJJqy8OBtPvdoz1zMCAbe7Azg4vzZBn173NQaW3KUsBqEnPaSDj
d9PLzCD0h+a57y6Z6JEMvC0UG3EaDsNIzoLGabWOdPJecRktIdpJ90y8vR1tsKUyPo0qYjzM/ju7
FPV9bqYvYNeDS6fC/OdlUbmVXq7uXPyj2JHJzcgHL585ESt4A/9ZS0ge/vk/rCW8gJ+tJdmTit8u
JfyBv5cSy/4L9wYdvqURhZZoqaj9vZRYC90WDb1LvZc5DzP5X0uJ/AuFJwsJeEAEuhIB/KulBPYt
AihWE/4QryVF7P9d5v45v9uDv38932mrvJ3xOHOY7bSGqaSwPAEQXXp4r17vPODIMJvzSHig5xLk
Kst6Pm9hL5HWHpRfo0JXS3Qe8IjIE812zDz7FPZL+4X8dZJ0PDM/ayHq3zld7G3HVGv2NYjMdRHC
oWulUa9sJ8T7PLfUUgQHxn04ZuUpe8BpzUnDL1R91jiKY0duvphyeswBfyF2uOlmwkADWIwl9PK1
o/hc6mOFJ0yf+CVjvTJrsc8YverhUyp1ZTWjvZ5wWp5qsshWYQZCUEvxy6lpONMbfLmOof3STPnQ
l+mWNLMNES7G6WS0fIhVu+oroW1GqAr7it07eLa43MyS0Muh9dZT2gR3df00TRZR7bF90pvJuA2F
w/i1cRvm6VZa5WVHyWmLvuCOrdMuJJArGueTKqhP2MStZTOdlChIfEBRcjOotl0BaLgqNIWJlMjx
yBR+HzsXQkvvA20Dw4GYvUxeGVn8EKELqq3RV6RVl6lYh071nZ0CMH3SNsB+my9620aPqB2Ktd7Z
0wmuYm1NPsXs9/BBTuMQH+0YSH+UHiySMD+Z8tRaxUWU3hRNdIZ5F+yNlZ+l0tM2Gs5kH6MkTote
f7Y6Ea07+2dUOftI166r/M5OorWdbym8X8iu5LCt1BMoA8KMLQEB1mgu67TdV91Dke7/P3vnsSQ7
kmTZL0KLgQNbAM7dg/ONSVBwzu3r+3hOy3R1LWZk9pOLSsmSJy8iPAAz1atXz5Wrn0cESMYhg/cs
wAl0mAf9jSeKjtubToZPGJxR4Z1GzzYnw9ghfN2RbPzbuX5GJkR18EkH3Nv18hXP6z4fWCt2ZX4k
oJbFRFX+pOn4HZPppRyeJRoRRnptGmapRgTpOv/ZPFthZlUHZr1bkwWMADyEuYXLkO0Jho5YuiZW
LoMbkU9MQoOGjMDbTJBjPpKNdSx6dTYq19pV85yyzyUfOqfY9gwUCnDrgZRpvhdNf4OmQghD0X7L
Uf+uaiuC2nYw8/GYuQ44e5/peqfTisiBgXgTZ3djnv/2qX2vd+rPmFmxJ+uFBRc9/bU6c+sbC6of
2pdNClRQ9emzZw3PedbfxI14tDT+BPveAaYdPTJIVow8cvCglx5q1R4Tp/rqx1QhscTOJ6S6L2ua
3ibfJEt2yajmZ5Q6v3vyazO6pmey/QZzJDHCTA4/8TCEhktEhnAe024hTwOdIWBXmxxLMer7LDa+
88Q0jokGrogIZrhKNaDsTCuOiGefFMGEqSueHQSk9eCTYjCldyo+2XHKPQdCJvUCMlUkBIbO13+c
1T4aknZ+PLLwpnRSqEiditDtPF7+InDSLnBKCIndDq9LWKoOb7Pcrkv3oV9nILNHzF7JuzAXExh8
ca6KV7N/rBc3YgkUfEBJICTfO698mLefs7UDaRO6zevkOT8JjBiIGRNcDfYBgfWwzh4LpFMK/eZj
HuarPberak0PcggRkH1yIojpgGt7xEpAw7M+eGxhrseJhHRW39natb/tbLpyuCxOHZIeKi31rIMv
F5F8EIv3zyhzhYh2L5zeqm5dvSnbd7BZpb5PUkumR79rdWKDe7ds3L1coZWG42DK/IQYmjsB/UVs
RIJSs+VITRK+qSE2v7qm9G6FD3Y6IoVluh9QZ7SQZZ2GoPeaBGKTUEQ7HDI0uACusZfswKeYr0Ve
LEYwr6Lpdn1rOt+xiEUadlWmyGuCo8HpnJFpTEZUF8PCopAggaqoipZsptjMSEljSgXwf9SKbKu4
bwjWNIiBatoGyE5QDaZgm9gs6juFQWsj+84jbsiK30sWteVKtuXo2aHQE3KlHWuqLrLrDwVvub0O
+RsaSfFJ/MBNlRW32Om1S91X5lMtzThETyDJyHLWR1NvyEe03OG97rwqumrqpo81PZ3HH9+ymv3Q
LCWRNhOvDvJDR7C45y/7yuiOWpn4R5Lp1xnAzpKfBnu+MCgI/JTsWacJnZFDdOr3E+mTUFj44Ou7
2ezBPPi73OT3zjqERsA58RHFuo/VUZ+JfCQKvnK18jKhYyI2DE9pmuasUMh36DgbXzbueZ74P8b+
V1nFnqxNsr2cZM9m537uSPI0bC9ashQnnpuTg0Agq2nVYaHNw2bGz33UWD2W3bwzx8n+cDFvBsY1
RpRl3GGreIsOTjy+OAkbn0xiQys99qqJZmA7wTLxShpt8uCk8uI18VZNLNoyQAsaXIJP8ZqU5wXo
TmgILXDi5b6otfJgFcUJeO8QpNYiQ1btsevNkqq824312OAs738hLv0x0YO80OnpPpnWJtL9vNib
8YoBz3U3XWEvwdKsm2bh3VMzJEuZlHdzuW6RgP+6UTuzTYg00V9h+zde8m5awNviOj2VfXM3VDY7
sgSvmWOwptluJNm2cKbN5Pkvibacm0Y9oHqBUEVDjDq4OqFgjj40+Q4z/N4V3Z9YhzvXLIvbii8c
LZba9XpHnOyinSd7vHE7ZjJd7sNgGp06ffKt5VPOtxLgdwDA1t/Npb5NUrwW6tw5ZXSlP02US1yl
3vQDeefFyrI0bNhPOwyLzi72NUEwWcytS42+adb2eXCXo0omdSM1mG+ii4GtrFs0kbvhmj9V+Qgw
2lLelTarWZOVPanks5oIYU1HUu/nAxKCzu7gGMimOcoley+VCFfTIyWu4nppR/+gDyARa2vduHwC
jZs+9LAbOtbmXc7lRZRIbjUhB43jn7Q8+XNNhSSvfYG52XuwdgCXbealiBg3X1fQMHi0PADjOua7
PF1fGqPdkmAVxULfx275Hsvu0pBp1ELLi8n6XElWySaEmLLc4P8qKGOuxLD81bSHvQMRBqzRbV7Q
8XQi9raevVQH0152ZlvvSUffzon/NeRuZKV3vTwnWFqaliyjlXwxj8PYfyJB/awWQX3zPFlyI4Wz
G+bXligy5hPFy9gIbsFbXwl/Vw6sR0ltbxhsOmt+aLIPY7vOq2g/p1L79vOEq/+MWiZ+wWSdjNwI
rV4GNpiyQvokSmvPJVF5G9hNxo4E2fKF7vBVn0XxyDuJbuxyy9U4qWtb7OLC+XMy4mgHSprWnzl9
wXNwVS5hlXQPKfyqFTE5qQO7edXYMAhtqRNfP1c7GxoENXQFVomjEBgyFZ8Meu2mzEx+5A8nJhiZ
pOz7MkUxmuw4AKZDIlmq4juSjV9tL70ZMwikNqtoPGouid5k6aRyPE2srvei/mQafmoG78bPMQWB
DOmCJev2RC45KoxxRCbBygm2Kbp+W7KL8DanU8VN+9EQzBjFrR5v/HnajO4O3TENJ3FjDQxNAPN5
e0l88DMR7Hs/3YN4e1Olc08a4BJptfXut19TwfzHSPYgYYcNieL3mHjAXJiCk6FHNQeZRpTs2BMx
Lt0IRTRMQSNZRLMXK2vutXODTrOLfRAMqS1aaqKye67B4riBcCz13QCcJVvcXaezSThtRJCP2nqD
MUe6oeWXvpoL4tasJzLs40BvmEMiwb8rMpH+0pS/E7oPa7TJJeMZ2nTjnT/Mz4qU8iDzj65qD9Ai
2yAzMEWTgnNlDGZrDEXL3U7klDJDhIYwbGyrYBsVpMy9Wp0B2kMyvRSJeiqv80NtPbXsx24qGKhh
zWhOpvqrJh04lmAryunQDWCmIB4QTu6foR2cM9gAiY9RsfJex3L5bvrsJqnu/dH+kml6vVze2kWP
ktLbyHHcQBfI4Pt1zpOtV9peOailvcV0Je72zlCf9ExdjCzWOf1nfg6knHSsNpMtHrFp3Jbg6xZZ
RQpPY7DQuAaGaLt9g1Ui6OnvQrhVsGvcu8bTdollRf46EJVdQ9rpkoSMoSZsnRjuHGi1K2hvavjw
ehuoWEzQ2l73lmdTjDRzJSBa9tGefC5ZIPu7zpAHcx6fKQSPI9iDrexBYjDnPQIEpCZ4xWnlh7Ce
jNuqt77tVDvOnF+yKr98mB6bsZA7taabwb7nWnm64tQ6a5w3+NCGoOss1Bp7CuZJjsdmGV9zUwud
dLxRDZnIdqf/QTf6jRexHePsZfTH85igxVZ6+naFclhY0uvY3wPZgOi4HwpA/fWHhPjb0RNYlLc1
8PNuEpsBT0GY0dxtiqJ6bevRf8FuMcBh8vZQhpawLUYmMeJWpdzIqduuQZPRE5IW9uoAS6pI4Y5c
P72BovHZqnTTVeVz0i5rmJV+yGj7Zxz8sDBb99hPty2bfdLt9m3XihAaVDQ31p3nJt0j8+lt1hUz
k1uq08Yl3rv1trNyW/Ie5z+idvkRJVAUN2F1hhlzG5AyZ278cdq0i/GJ1MTQZzV/ZOJ0gOQS+8qC
3Gv5Um3ZeY1MOWydqiYI2qP5MN2pPLGnT5VofVouWdKx79Hh2+ujp8yvuKufaO910s9DF3uI9LfD
OBJfBeytz92tVccPMyFPtjQe5izeTIa7QSHb1KP5U/Xd3puXR/K33650ykIvKJXokSq4ct7JL6xt
NxTPsj5XfXnv+jaTLBsq4cREwBquJU7QJF8jDud0fh1H6V66toV/pZzsI8+9bmPpElK1lrQPMWwr
OoU7qErJNyHAYuLYLpLf2BzVJbMyeRXqKv3AE6XVm4Fk3deWgiRI6tk8EEPtb9bUM5563WjuhK7E
mZ0hGCOyJf9QpONrCTE0ZD1BHAqXcVG30jxLQh7aKx/LasiZZL5Inp+wEjpqHuDUiHXYOnO/IzCy
564Q29kXX6Bq1iQQItYPean7YWu3y74FJ7LrJvmhGUn1jMin0dDFxlexFO1rT0rAjlHdtPVjciQJ
1fQC5qH9wcrH+o4WVr+XpjbvpXTsPeHvCZ992ZrbJPHMZxMnxRwyaSUcTotX48FWMrP5+jVtjobQ
9CS5yhiU4ahibG/hq4YsE43QKanqGV5zaTh5feZqydudm6kimq8yR58PI7PsRL+tQFIdy8ojyhYQ
6vrjYE4Iu7VdDpxA9SHuk/Uw4Wg5KlIinW6wgJF2MYJBamxX4Y8bkbjLa07O6cHGTvHWNy7xrgqL
TzTybT44kG/+JPVUlIJP3lXmJPeCrYzbRZbrT277NL2iZPkHkigc1Sr2SIrO6IJqfrL6DLaQ1O66
UaQoxCTzdbG303gePuOxd3a+veZfHORHxlDJplWT2HsCthUsUGv5JUumeRumibREI3fMp9m5Ms3G
CvYisbxNUEtL7iePeGHRomKXtOp91kHOtK+Lbapq6H9b5oXch2B4cOtsRz78S1mxEiFiMjhHcOOI
SO4E+u+qL4KwZ+vrERFGspOu7BvHGNyvxSizJ1HmfF7YyLOdLxpt2xhCPk1zUp/qjGC1Ev9kVOri
BBEUMJpyRLUxcU7l4Szq4R4AniA+PBnfE9cQnKnDoO5dBupp4M1l8RVjNnCDpa+1yKC6BdUzkKmc
rea+tRaa2JK0k58KbukaEB08J6GUQ35omSCcurzPjzYa9zmjPHob8nkFwGraJy1NY+IkpO9oYW0Y
8mjyVQPlDS2o7bqzKdfr1nylf6oZVV7JlcI9pGm1GaQ6QCq/17GNMIz2H4AyfRqy27WdPM55F+8S
HYisg6kTLmCOueYwSGgHwdqPKAC1S0YC8E17PTUpdN+AHCxaJcxMmQqTyt+BzgH2KpfpydFmg6G3
yc6NS19fRc7g2vQeldz6gyZC7EzNzrrOVaIMTNZDPVfJTvCprDYRCw3vwC6XQ1xgiyG+KYpnTe40
vs62IyQ9KvsEF5fnzp/eUL9Ok6/faWKxqAOqU2HOF3zrVWDkxRDlvp/d68ALL5rlPtTkj5YebrCl
n4gxUcO4J9p9gpI/j+5lcQfy1ruiHx/jqvnIK/36ps7JcCjTrLdCE4u4G4DAS08tBJNiMxCISlGi
ul1DODTE7BXmFuLrJbax5wTk0zhnKmSdbHQNtZUQarhi6TS0R72p22CsB7lzOn8hObCpmp/CUGie
ynVifqOY68Kx6u5nQaltGPRSFCPj9J40JSnAaiwUpx+sGXLHllZGmLtAmbRV96z1kHgDkjL8o4y7
jKG+W5yVa037zIgPAwveeCbEeJmNxtswLjeeTEtdSw/lTYfZ0gs0RVeuR+xn2AWyvOkvi7T67Uj2
AZE80ug4QnR/a850iLxbSkdUGYYDoswGWCkN2ig2UzziUnCn8UtvxzTqZ7rhzGE0NrT1xnfgNiXm
bmzncz0a84MxlHT3oymWb7eoRWBjtwAZS36Vor+GzZpxiR9or9pfhkfJVnk9AZlqiruQrNnkspQJ
BGOWkq4wvGRqQ1DF8dFZ6zvbs0HqgXfp7gvfND5iejA/aEdckvSQZPoCtTmZOid2lnfTreHGL9bY
Pud1j7A4xPf6pMM10aBmtWAazZqGHrnD4uPN5qDWr7BR83EwdqqT87uPZ/BcmChthVscDc5aWpv0
w4R0u5+L7t0pszt9GZ4mqf9xjIQzHyVlKX24djN1bkNhUaPWWHPUiv7NW13+yCrfBqkXG6fwZiwm
Gc9S7UWidkINRp5NyUbGNKxFCB7n1n03ausRJUnfyQ6On1+YdzPh2IGY611pu2Gf19qeeeULUOwk
ipU13KMz3THd35L9zBDtyVS6e67t/Gvh/NMLAkcpEK32jEmgvdc0xPTexiGhVn6RgCCb7cSb5BFq
rLvodck6bxNDGh9yrWHEoYOxpTm5z2nnbLye6f0onlb0+WDxvNulp3Kw/fK7sIwbYdXQB2U1RqPH
0qudrdvGFvW3zbPScCpHuCZuRT7hZWvlxivNaHbnx8Kxht2V/PEwjcJj8W05t7nxWinzux+czyF7
7iXpX7LepGoygYW/1gUTCCylaE5DyQJs3qyRbn/ie+NDTN1nLCGX9Yq/1hAA8E6EqIgqaIWOmJL1
QQOTukYbs+P6bkLlY/d0vzTNhh91a3MiSKYv5QBzL09eltXlXi+tKZRtdvTnqgyAzYEktawHtyXH
pqu6p3kcbwFtJ7haEbzw7qWCfiEtDLFJ1+I36bGpeIP7MIk222Mhcs/oDfvai1NcGRR5ZEluTa2S
d+BRMlhp3S++23Kv6rpiOc57AIkCxxXvKo+I/ejY9nEFwhK1KYjMQRDEms57ZjrW21hPdAXNS+Ek
W/qiNmJS/junhIEWSTNE3EyZuMX0oT1jda4Osy+dcmc62jvKwWmsrrRgb37xjJHMa5KMxdSTPV3/
NOOYAsGYKdHq8q8H4oa+8rdU+iv4lCyqTXaOCX+Agh7b6a7zmNOjqDzPKaq5iNv7WOAkRH5WF41c
9W05xz1ox7IJiWGBAN0T07UuH05RHPwY7Bb3CgzRsn5CjdeCvhRH6aTDrlssK+zXnuERw4yDzWpH
bfVE7hnSri/16JiRnzuR6vGimFJEQm/55CQsRSMJ+JxttJzlbbXzOCL37ZyPyrhovciCXPPmezKM
QREJutjEX7erqq0NncGKfYWI8RoPP3cuVrm2uIfv6W0Ayz65BlFfOt70D8je817MgjTsKo5Jc/YB
3INwyIKJheTAY7KG8+bH63r7oLS8f1zVlL9zkS+nuk6+lCbTd6KtCWXu5Z4tQlZzNIf2pL2OR7KY
+JkWSy+RwLncpNJLMckBkjdzk3fC69czm97aFvJMZBX1GST4blTNRvf8z6VFsEP20JCkGIz55noZ
bGj2y/xrcC63Rf6WMIepGQ+F05LvsQJdTzQYxAaBg0ky2hfD4T1tFn3TW/kPJvhthZNQp8wL3Flu
CzN/brvBOUBGgZGLUK3n5mbWNH5JBjU1fZw0n1NNI+sZ9j56NCnFffumcp/QcjeL1hi6YNlxqVBh
BCZMkp2B0Rpm5JF00EOv26jaHNHg/7CEq+nDbrWOOGpMwHhjn9Vsfk9uetKy7Khn7j4rID3l1FWs
Xjt1v2dVIbBz2Z5T9lBvZqGzoOzHDHMMjmpfSBUx0liBy8c1VHqfQ42sZmQAu27O7agORu8VVK0j
WWb+ucJFvLdIAsC1oWlx0Fh26DT50yrLV81c/phi8eOqW1wTLG9Z1wohefMRmMaxWCKz7Cj1Z/HI
fvjz0kGubqrkYLUY1hZ5kpV+AU27yxhiBUz9TnBRj1yMPRqwnonrXHM7sFQSwbaivGC6keUmiqPw
T4WOR9JQ9muvBp6cefYCb7H1I+OQJ81nAQrGd9hq7btkuh1N+KQvOT/JtnYaAMOlQx6zTd1mvtTZ
ez//tT3DDo1HP9EV/jCV2r9D7Hx0wxJ0rnW1DuoMsCoEX5YwniGrl0e74YU14htzUk91mn7WonsX
C2MFwIybEY7dHN+0U8GvtXVW0JqJtc1iz4uuCHpf1wgSGLVAUp5RNsT6Bn9lYPf6/dRmZVDyOWQp
TuZ4DJCooMqJ0xBb5b4ZOB2Uh9RAOCYNhGYFOK43tr6dnRawsNr7MMqDHqtxiL1kILZmvCmXUo8K
W2fSlS7Hhe3ZXVJa3rNL0ifXnJ5AbXD7W7YyvkemHVOv7a4jzkkDBugYMonaBG5236gPO6vvMdzO
+bIpAStEqrBoYIr6qeVTOKtc5wDXnSc95/sjqHSTKJAQuT4wTnupee7sSfw54jubuvkLOG+7td2c
L34nHPY1+1r6N6AO7zs7DjGQ32b/eNyb8iU3pBlYvqLinoCk1sZeYaXz/fETt+qaBVDvX0wE2awl
oW4dnHthxHs1uAF/bIemylAjsZiQc7UvnONCfxAOVGGfl1V12XOroPSns/nnqC0+agMzflvnEVHh
uN2zLVwNJosGhqGSYeOy6ASrqwdJCWKJhLkzI5K4/IshEaBopwE82Xlns3C156q5bTnk3abamZ4d
taMR1P4Sh1UmT/Fcnsy2pP1U8MUh0uzZwDj4DXc18Z/FNxdKHE6+1Wwrrd/VKep6D5w48o0WfYYx
npAlRusZZZj8kAd6odABYBrImoSE4Rr3XRfFFBju/IQCjNw1NntcpIGu/1D478tEIweY3j5zi5+4
ny9k1LxaQDX4VfkgIO+YCIUTT3KucyDjho7itT1XFIXla8FqhS4ZpBBHQ/8+pi+lXmxNsqHgpOvy
wcuBcZsFTG/eMuGIg+UMiI/pyW8wDOjxW+4ywW/05q+ssSOsWrwbuEJCXaTXUdmK6G/Ha2BM6aVM
9K8xd2p4Jp1k68A6iZgAhcLEywAP16/m9cMRZfeaqmHazRrin4soFFEz7odVe1/gV1VJi0RnzxE+
EJJCMsX8NT9a5U+RyZuhwvNNrko1LU+JFUeemB9rnQUBY/hD62SeKUBP93J9nr0s/Rin6m6lWZ07
BOpm2uSTRjvktSdvGE7AA+8q9R4LFTa49USDW6xw75HtdmzN7EaZbq7OGCDRoTS73aIj3tXuyunc
E7xezIdi4Ewy1x47V3ozTGwXTRP/4Q03fcPVDJETu8It44FDk+nbpTa/tZZzP2YLvprEueOM91vQ
FP39ZPTUmVg6qni8NSvyls2XcoyDmMGfbz1Wbn0cVnGEA0wpYM2ShVGHDlBEXsWN6GlvGstQbLpM
p96dcf+sO91cqJT6c1bLLbdsRA59f9ANI9SmvfBKikievdTbDWvyvfYrKG6Wm+qaYUtLKSqCInaf
erT8vJbFbrTsLbCVkBnig9G3r8kKnzMHGsxmyATPG8a5nvyZMafs1Zq/OPmBHj/oSmejFJameIgP
nbNeej3lzTLmoM3jV6FNx1xHWinvKTfnbcaUmEAfLShZX+4qdpC0p6EEeTfFm4YFGU3RN5j0Fp3O
2MA4jdjzGkcNkdJMVNxyQGa3t6XRlRG5I0loT+m+IrTGJAjM6xXBEpgFM5xVyglkUX7ahfU6uest
mhvRWWj7TnWaSBqsALwru03utb4CFp2Iddm4YkWnz5r115C0TnK1/pakCgsyGAq7eRB+/qjso18N
0VoYj2k13cwMTTjYOzqqpoexnA6bLM+xRdQ7Ro1s7k8afbTHk71yP26qNr8xi1Y995SnHJAJgity
ihVbR3utNh6ZOpgc1XdP4QQ3/9Ev1CPk5X06eszJS/+SKa89t2LMbrAkqdt6Wk6LoSh15M+/uOr+
y7r2r1a1fzOI/mNUI/LrqpNeza/EfP1Po1rjT0rmFY8GrE/7dsUozY4YFP+finig13aZEVLTanXP
y9RMVIAJK1SbuWDUu/m/fCfX9ej/Noni5rs674gZg+3wjwn336yqKS51B7I6CHfD7j9Jx+A3raMJ
FqzrVPkDiSjaD7K991SMdf/oDea8ZXDZD5GmnPz3n2/m/3u48V1ie/w/+i7/zXXJH/8vA/d/GI7j
XsGcCGwshBv8Av+X61LDic268XVXFVu04+ref9suwSQL/oGQ7FxzvYAN/G/XpS7+A6zdNTTNg3LL
3/v/5N/GRP4/HiBkYGzgQHTgNPNvuGxXh/e/eC49XRtiNim2zJiEva+zrK+iYhHp8GbOfGdkmOCs
qlCbfLJiUn/RAbjncduefF8b/Z3ttM30YC4U6pcyG9zsINgKm/6S1qj7E63HtPFLtxkPPVmI/cFA
U622cevAa7a8uEkChhSJRH8oqvHFzRHUwsVUs75vVVfrEQ1M4r8xWKjRv+SaVvOj1+o2yRzzAtuX
g81NCBGoyrL/yZI8vS1JpWmipC7m9GfpjauBwuk6/5Ct1mzd4kdCT0lyvcL4mFnufZooAPtLpVDi
mCDo8km4s/+Pi2SJ0pXTd/a/Wba7UI6Xkdnl99LSzp2ZgmMkJiNrqMmtwduR/6AbCXTLAQmPAbD3
IkT3MfqNHh8WS5oCdilynRLus5Umr0Ct/KNq/R4Xhr0oPlLOrpLrdvTWUDXmhPQUuxjMEwibL1bd
S8wUJiLalhSxIT7Nft4eXY8h/oulZZrasTzbhyplnvoCRV7RdeKD6apDzo17S9sozyOUCQzabCse
sNBQPVZYvQ694RQ9RK9Of+p7Ns7CJJkqCHOj9ORB1RqQdmZH+oNJ0MB19rfUcD31Olm+Mm9Jl20t
cZLtlhX02B2rTIRYF7Hffxm9Lm9MmSn3HrJPEoOE6ji9y3w13o12XD8pH5BbU8ciIim5zJItyR4d
krAlr3UefG16VtVgHOipzF/SUxK1y3DoEPKFVyeht10AaHxby0jZbSV9nu1sa13GS5MttCLa4E9v
qeN5XOdrX+4g0nbFR5Yu7bqDrEqLkQ0d1clKUJp8SMoMfWzQRcbqzhTn7m+KrV3/zRGHl8cc8W0+
rF3vdzfFAp/FYCuWZTLMPDqq1rAzlWu2JuWmrnJz37vMMVTgGlkuDg1pG8Y3irvLMqLGBmO2EeNQ
sgQ52Mp950IVKUUrGw2/dN4Z1gjPTAi0I8uzrqZd7/ksRzk0Yx6lsVGY8QUthFnrVnS8lJu1Mvxs
g3za118+sVXxwZ6W1n1slqFLnzEz9GJGBUsLxt+equnEB6Md+rte+GlxM3gIpy0br6LA/ojtSN+4
VPxmYKej7k96aLr0fhp1tVm6xsGp5/pEaI63y+2p2xlzX914LV0rstCFpl9RJo3Z+jio2P1o8jY+
yUw3trFrT4j7DluDvpt/YXhdGL3kHvC76wieYQFbV/1MkEieVIx283KXsUzLtF24DoU9s8GK6KDG
IJdrUSdj8oolcNcqf/IYy7nMdkYe33wcX4A2dSfOuAyHgXKOVUY7JP35LyOy6WZp5FPR6d5Dnav4
SGYtn3sNfJfvmUxdvGO8D53jO7dls5hPXmEQHHelU+4EJ+Fx9uwcA67M5u2qTes21hfnWdiduvcx
mh0LbRjO3dpNIQv8TsTYWdsNhZksqCjm9GqVFlX31JIYEaQ+hykj8E7sWmMm5683vZPwRjRJNj9J
Zsm9aa9gh78b5JOFEzF2bOvRULlIAsQppTiHCID2Ip3xB1Yy+ml2kbWDUaTaZZz6O32gJMvGXmzZ
MK0ZUigEI5mTEb10bJEbqLZPDOhIQcmG8bR0i78p2FCjriKb3ZlW9Fht+bInBrG23XYPQ7+ke40o
thBqraBwNpatYeUS2UTTT1bKhH1N5uSN+GMXz9dM9p1wuq1LmMkhLdvH3MUd6zgYT2fPiXfKXqj9
Cyq0tGSqSbILTiStSQ9T6mC372j/A3bbCKhImi/D9rttuszjW+y54307dIhTMZYwvV0LPpF5Z+RW
chJVZiBSCz/EwzYdnKz4jNWU1pRB/FZ55PVLrEr+iIe4bMObiZZlZGe1Qe+wujrfaL7p7xPDmQ8j
s97LgkLxZmSGc7K8qTlMXdocBwlr2uj6SDkM/7iy7E3djdXe6v0+au1pvoy4T4+ECclLXCeSzBeb
EFwIgp8ry48bvTfbg9OQhNQb5bj31fDl8ivcYLQzHtp52pZlkZzzOKv2urOaJ4tMkfdCIFoxFAZS
YDEPhe5CriApIr64ayqAYde9xncjTRdqPa+lIU3t6sCCr3mnJ9DntVgy5seLiSlsjefqxSrs+xoB
jlUeYZBv7pmR1ift1hHo8prBYtDkisepow81ywwliY0v4qVmc8uOK1aj3PSOM1CEV3917QgH0hrE
9vLNZixHS0qyDX/fIDP8mL5Ga1asqPGNzMxHkSOuGt6ydvyvGB8G3txNMncddp7aw9yrA36QccsD
1GgXYodwnHbY4ukS6+GGKSm3uCVIOAu1TBbdlpGDe9/GTns28iX7m1Vs9mcYA//J3pnsyG2kXftW
Gr35Nz8NTsEgt0zmnFnzvCFSJYnzPPPqv4eS261Su2V43zAgAxbKWZlJBiPOe85z4ojWO18xukij
nano2BvXOGlLDVrBFk09NfDlWlTCWcFLZwe1xjSGYWRfulVDGaqyDgMlrvBxOSJKauJRPSHblJIZ
mwivT8uWYcehoS5feB2q94DD9EYd90Nn+d2qB+PYXdmW0mRfSLlY/kW3uilBVQ5E+9Y2Gt4/GAlc
vLlDcqVoaURo39Iqm1bSGeJd3IjohrlNiCYSpg+JyFNG/NFsqBtVGph5nL7GxpsPFDN2dlbcEeoU
Xp742jl2rHZd16K0OAKO2DfbZt4ljC09il6xPsoSModM8D72TReuWtuo91rU9XtFmaLTHIrsKe9G
WAppKYv3QffZWIkCgR9ycuH5zNQ3RpU+gjJwMNwq8mDQ37jCghOfFXq9LmWVGY9KVw7Kum0FDTbJ
0B7SAe14hQnW5tZ3puemIVifFUm2GYdZfImpkV/R7alsg1leBh/PvsoJ+tbuU+dgZ1Z7J7uCZYP/
IZdN3Mlu79C0rriALtHNCx2UQ2Ldlw3ypIjj3nHFpNjv+hg1Lo45+ViJ7MX3p/Yeq5YTuFEYy9tG
741NtSxaKjDDwcW6nG7SdhDtscTO4XhjUOv3A02k5HqVNI+3M31g5w4q4Ns4OvdaFto3JbvfjRV2
SAtTGN9UsQJ3ZOwbv/SQUVPMTTnDFosh8tvYm9k5ii3EPwZZZwpWKbaj5Ywxj0x3RdjrOswKu3uw
I2s8kYuB2aPgSycDIfq9HXfEWURl8cCYPykOSljba1gscjN/aeVEgMGn3o/5QjEKTFbFOLh5pBG4
aYGIk9ZnCntrzbb60hkVHqRGKwEfkiOxnge7Mt/nTG0eeTL2OVbzOeUD7BJcfSFr+Gho+9iKtYdw
svWzUIbgKcPe/impp2D0gq4YH3tMeTs5ZsujPBvCZeyun6cgbc6hNarnxah6SPhfOCtTKdXTnM3W
Q6611dGcDMr5nCbBuafN7GOgB4WPNMwHZxMY2LyZDaW977VBR1NDVyVoPo72ir2G37zhj1r6Yhm9
Dl9G7Dp3/KbAP9AJEHmGhJhiGWn6J7uqWoHLqqmna6qqxuC5SjiPXdOm2NvoepaNIgOraegeCDdE
5VlRCsgppmEbjRfiqclZ0TjBoOFThRf3ByereJ539aiIs9arc7MOMoMcFGgPxFUzGGS+kb1Dy2mv
20mws0WP6oHFCHcSAY+xifxdrWV726h4IHMuIDdePfO+ynUw0PJZl9xRZFgoMma/Vu4zY6hOyoBT
c8BjmYDfPE+zcG6bCu5BltCZlWUOOv0wELjoBORAaY6LMY09haYEnijjYyiwSMgwxeOMSXxvycDa
C5G9YhK67fS+ovCUhz4+1VdfZ4decld7I/2xWEUCZ2/hkf3MDWrcByzdK7Md9Nd2GMNHMrEJE1bN
32IdtM4sprRzKXgT6FVVo0tj0csw+r1xUUsiEMxyCio2G0vOO7NWppCj0gjHtJ84DnpaSknXFbt4
6w2tX50PQ69h0DPjtK0ISHRx+kwD7/gl0EwefREdd+mO5ti+2oepz2+Wl1LfVf0g3zpy6XiFTN+B
MoE7nUi/kdLTNTkU/0E85PNQoqXudM40+OYqQTzgS9+7UX2rqHaqYZfG2pY093L2ok7vLCkc7PYd
TCsTg4EYmuvJxhB2QZDydcrlO/89smoDg9+3rtfG4NHj2uXSAduh/YQX2WamcmaaI7NbRfZ8dHYQ
AJdIOoPlXFg0uMxAI8g1aOqIf7qMMBybY0mSSxhdIG9THzsC3SFNiTtCpNI/mz3dWmRcqHUmfIS7
YK3wpr70lsiLK5ujn7WyYbCITdfPzCiTmEEA4iB0HKJltO2G34p3AeRJDquNjq220gBLuBmG+p0S
d094PtKDb5rO2pg6fxPFjnpdhkW0IQdp7nQ/rt/VuQ1RlWlvljQHPAOFoCyOSdPWV/xyG+c5D0yp
26lb6WAJ3TAb009T76P05nSK7Uw11Y/2mDvrSrVe0lr0XPmqzA5h3SiHYNDHtUgw6SdMeOgd58eC
vCo+UVibEXViW/COS8wiNKKnzjqbsrRAoE3rnSLq9vOUzsUBkr3/qURBYQ0UJT3UiTqDqtPw/bgo
K9W0yts5pAHR5BAYq0a5BeA/bcioJAqDcHqUyTS1t5mv+cdJC/qtVBz9ZlLzeT0Us7aRQfski2na
yNTS1thU62Nf4IchJqqfGCLr5+BbXzMgDfvFidBvZ9xqn4xC6Y4pwudm1IGeU4msf1bKtj6GaDR3
uBo17MiVzQhtkkzWNJ42bie6FEk4BAmhmwbnd274jVhmgcGMOxqs1K0x1ZysR8M/DuB0PY7XyV6G
BvXSfmI6p7adYo9aWXFfwD58bIMg2dNly8QlY0+zx0xO+WGnEz6dqtijT94/hkMxYIPSkl0Lr59R
X1uuyz5qz2pq2z4Ozap8JQy0ADsUukuda4Y/eXtoFQWQOhVgIEsURqDyGuM13TCJVjMIc3EbOe13
CvT/FMd/Lnjb/y44upewvkT5h6T3H5IjrW1Ig6BDISdyerUXCuV3yZG/AScKypoyN4GKbfI3v7e2
6dZvC9SUxyzSIh1WSzr8d2QEYiRRbLCxiJeLVGj9rZi3BnviB8Va4jLkqAiSAvGSxDgkio+Co+DS
YIA3UccLeQaAJJZx0nTGQwyq/TRXtMUYcVetkngEC0Oz7JsesvFVOUcRaBzM/Q+f259I+d/0zX8L
6N9/HUALpkY1ic2J6ScpX5Q5LghwM56CtbtjwNE5ZB47HFppwXYpGCP/gkegx4zVslLNyw6vKqNy
lat+fI5FF77R9IvlvSo/WZEzeT40zHt/wi69SsrBfNKyiYMzk5xXo45YJdioa1iLEzPFLeCU8kkP
zI5AGtgqwG0R8SnEHWdx8DFgbgktehEFRVhRRLFu0CBWjZVEpss9RaCgjAu2Zy3juVrK/ktqly36
v2rWhJutYfqqGTIQbk75Gq3lzmS9TXULUEJRsSr8+oPUlw/q5w+ScnsgVoIXYMn6+L3aLRqqEpa1
V8lurXHg1gd9NY30xQ9Ypil7PvfZZ63UtpQ2rY3mLc9snP93VU8oVQ02hbz3EQ7IM2CicuJxT0rB
7TrhlvznqGlWPsg1WyOnvsQYCuUv+JwfySLfLwNuANouTB5uuvHTZTBXSVsEMaU+dJBGXtBiQdVo
Edn++kP6s8/IolvFoDMLhvXPYrtGtWuY1WntIWGZa5bLghDObZedUpm9zXKY3bSK/oo9vowYPn4z
XArMtcGrO9DkaUb5+M0ERt3EpUWmh6lqti7Z9Z0IOYLOBow2XoQeG1+4aWE5sgcvKKI2LPBvsRq+
synNTiKaFqelqd90pop1NAtD5QSXKH6OKy15DKfU8Kp6SLYj4Wndi22KdX/9qekfZxR8ObwBVjOH
IAdnamH/9AZYSGaxgHu9MO1HrzaGdiWSPlzNc1u6emwVm7ozrNVMXzRqRpduognFXVFLuSqI++xF
Ew4rQUh1PbLVQxMqmx2nDKzmg7C3U1of0IVus7SlTrvCrZ3pQp61QhmuB8oNt1apgoCYyAnGASYh
EbZ/8QZZqj9+QfBgNdZqBFZTwthY3v8PMxjkNuxnFMV5RLXrnV7XROJoFw508ytbNc+W8/wXr/iR
28MnyisSCrIXoofNnuenyz1NOO/0BK08OsYfePDjOu8wkSfKocga4+8NKb+/GgV1EEJsmzYD7acl
v0ioWWnMmhC1asH2F+2mVKGm5makeDAP7U014c4vbtSdZQOUiMavv76Avi3iH9YmofLoAlbCsJZq
qJ/Xps5X6qkzA4b0Fu0raZGB6+gynxDM7K8IWPheOOnVGg+4dLuqclaFgThcCVmu2pYNJuy05qQS
svbQ16BrtA8YA6e1GYdE0JNW9ZYWbc9KcqxxGayw3A4H/m+L1bEhmR6kqnjIxlsS4z1nNk25YTZL
Ky8W0fXQO8FdEyv2Qx8y2E6pyF3LJX4xO6yhYgynDBHELh65JlVOoD0hKNJeUWrEx5Hf7SnCK3Ig
GoK6LPnqRo7Lx28f3/92Wcx1udX++zbrXNTF+3vxYZu1/MT30a6iLUNaix0RpEw2VWIpMPrXbBc0
jgoY2WYyz/VuL5Vnv++0vnF4SDZRn7g8CSQT+39ttNTflqZdbk2Thc5mpfs7PB0amz4sK0LS5AEx
jIYlNhTYBH6u9LJnJ1DyKbjUsBfmY8bBJLsqzXji7JFzle+Jy9DMgjOFCYXXjgYgsWW+5jSKjmEv
phF6m0Z6jnu+M4K8m/C3MzfzT4muWtwjam3AZuSZUH9FdZwT1HliS+1DPBiIVW5ZGOSI99DYRwoH
MiOXHepr1TjVc6BzYjNMz9doMeWRq0cjzjFI1eoI30anyKWzH8AsFsw8QidU2/xM9l1v+00HgKG7
r8O4S29Q0zrxYpgi1ddlgasE5FVERAmekepcGFhn8cEUIVhiZsujxRx6LCQuvSDhAZEFqnoImJ0s
CIJWrdbMMOuvfqgsCAFT7+t7YdROeed0g9pel1aWvioVg9S9HHTigGrWqwXEISu4xNnAdtUn4sEx
zKLUCnaKPeKQnKGI8t9r7L6tUjWeaCDXkqqdpCs6O+83ua7bxTVIYrUC91LGcuOYU6Ls2joz0tsi
NnJK0fsKtFFYt6LcRqISu4ZuIVq1mSCXLkqVBYiR1TzEvSOSFyorp7Pha/SPD4xLvpZIUN27ycE2
vyqZ1EL4iprgQWkMC7ujbfjvmmo08dYYo3J4JAQQOfAKAkjUyTpS7Tm6ZGpomAc8san9haxLGL84
cArqa1ky5z3iPDcsnKMFUOeQAJhxyLCa3fZDWtob067HTxnH9mDd5j6whhjs051SCKKyptabpB3S
VscpPS8dYCWay8LCQBVZRZWGdW5mHPkm8ii/n7MmMLx6DPqHllstIRPe27jA6kDeSP2b5cW0luYs
OxkNj78C9xsUtMcixgGQSdS+v48MHK84cnOhrpJQra9rOaDUuSSPByo3kcebEl03x4HPVtNguBFW
VZFv82gC2qpGyNLMktCiEzXSSZmS6pjPbW4jYM6YPJixjIom1mGUO8kVOmOZbHotnR7LTi3PoQQf
dchEOc4uSf0ouJZNpEMtsHP06ra0tDcK46gMmAltflX70ja2amNyw6gVe4NzCozf9KZWTe8yGOD2
fhjYPLKT1vmm1cCcqBQzI/bJaRQLj1hvepfKQTJK9pEu3CCC3sYYzmQfMTKPnnGcJj4QK2dU0X2b
tiZnKHBPUZtYSqy0TCDtXeeX2mtU4xnkiyoA5cJv8Stj33DUyDwIvj1fm04CrcE43cU+olqv1JCI
0hBf3WhW0X7Amw9ouJ6HR6KFYUZmUU9uw5A5j4cEW1UrBJqRwWZHXscNgRMFiOgjk9E0S5UTDHlM
lbZdMTWskggkmIY0l7qJPTX2irgFKm5VSO2B5Ta4x4AFvdO3OxAauu8P5kNCwGnYMs4f0qtIUTti
OP4iLc0QjvSVTtCQlL8SivClh+qElDOUScT1SGm1N+NAvvApD8PNWFjmbdy2cFeHQVeUe6ci2ssb
V3jG5/ZFG6qi3JtDZlp84BmJ4pgSUrmKatjG64B6F2PT51iAMIznEf7VUktmEEHNmNc7LBV9s4lk
ix9Vb5k+RZje2bx5c2br5ZueFflR5cxi3OjlQN9oA3xTuObYAtGpRiW6zLUQt1kvWcn10QKJUMzl
gPcYMtBXSfvErmeVL5+zboAAYoMftrdRxWbplLQ5mGZj0LRg23W68zL5fvFg4qxNr+JBKccT5fDz
vLZk38tV1uc2iUB0UC74TJXOKupj5mWuw5grvBr60tTPWBclXYFNaelPXSnlxTabpHtuGFW1G4OP
pmS2ECbJvfBHB5aEohrRbrAYWuzN0Rr7DdUxSnGVj4XK6HjZg4mcOcQhBLVGYxqy4if8CMwEnGSQ
xRq6d2Jcq1k48N0pZVNwNkiy0DNRFXSWpXkGTdS1IIsaEPvml2oKTTaaYFNmyG69lgTjhLzl2Bw5
1TCpppswhsQlVz40oA4n+QyzgvtzniRUIj3yEcrcOuxwbeKeCECVJZR0tas5IXF5EnGm1J+QeP3A
AMpc1xjpOVsMxkoRWVB+1tsRHtikNoX5ThhZfcQDM5FhmEQf++PKUTKfhaUnriKv66Cb8PAPKTAa
mVTsMAcSB+EunvIm8HjyUSUV93HW3fR0C01bzIY8Hz2z7rs4cEkawE9gZxL3E12/iX6XWTZ13qXO
UG494gdfMM2jmK/iJoTOY8aRNrmTNLtgW3Q8z1YgOHW2q5EcRjfJjCrA1qXM2lYA5mJOiFFekB62
w25L17qdvCQFJVCxGwdx1OsrIB1YXCFyh4ChV06che2XaIGYH5uEU6pcF345pvnGF4rdXuw5y0fo
JdxhOQ6cyLRzFziJnj/FaTySlslm2wqB2PPllvs01gw1xQ07Df64JgwZTud89CX9aGGY9Uez6Rr7
0CjTYG1NPYv44uawVk3GrNnYjWuTp1wD09f3bXPNsWtpVSxURmMJyWz4vKkrDW0UnUt0Ruu3FFuM
EzOoDuV5z6UbsDbpkyPDc5oZivXGnGlqzr2mlt31kNcDwrRBeqp+LnWjFKeWI5i+OMHpZwyx+CQ3
dpsUuedUg5SAHOpi7m9KK1emh8qv1f61LRCrCeTU1Qz5jG6caD/pQYUfhQFHXd8JX2KmxVQdGF+L
GiDAEc6+kq9NUaf+q++IolozpZQPiHnOmQ9Ozt4szfxTKbuFAjBXY9y/DaJJgWGFfjAtDnfLPETs
BpKHKazD/pL0bfapylu/3KUFas1ptLiN974aUymeQ60fbpKsJKMA6khaJOWKPDxOgWFmB5+MVr6D
Jza3L4wXeaemSn76ecxicV9nXf5q6YamP1qZRitZbk+1uS1ntYx2ASn9Hop13lcsKXrKmaqHPbUn
6RYpD2maFsPd4FDUonD/VhFEBjM0UrdvQ41fCpPWHbZ3f/h+dP3f0eefmmpp8G05svz3889Dl3/6
B87MS/65+XAI+uNnv5+EhPiNuvRF1ALqKR1rcbL+rjiL3zTDMZcTzaJIIyP9cQ5CcUZyVfHESkeV
kkPSvw9C/JVh0ipDh6+j4Y+1/s5B6D9EN6peWRPQvDmXcHX9JExqejYvFH7Tkyp7wc4kA1WEL7GB
Ha0L661TaOMmrU4/fFB/oitrHON+0nQs2E1oLKSrdGSHn16V/4ClKQ7pAiEA5bbAV0kop4d4irJD
b0ZXU11kLgrBNs7SG5gGmPqzLDomdfgY5w4GLVXMK7xNvxc9/u+K/qcu+A7++8X8/KVp/+Fe8uTH
K/nbz3y/iDmX439mBGIt5eF4+rlUv1/EhvmbvcinnMmB0posnH9cxKBzF0ELIzTXv2ZTEf/HRWxo
vyGKaiq3gwr0YvFw/0TD/RUd1/omcv6gYenUCH+fvpj4ydFzlwvuB5HQSnqjDBdZkATKoffNp9aw
upsyGqF74knZWdU84GQkpimKdD6yvb7RgahtcjZrxFFMrNw2B+sl3oRZinUX5v2ykTLmG/a3426M
YoyiHLNNzLTEIIHbHnu1Y9uFG8dtUmB9TTtGa72pNKARCTU+uU+tyzKmEKZxrCcQEIZeFWJjhK1y
BejnCYe4TeopUjZtb8VfSapr1zpphedEmbQb2DrKrT5b9U03ROpBAqM8ib6FjltQwMseCpvVM1PQ
hjiaF/ZXE+kXsJB2dwaXs5ZWe4id/kvFlo+thrwjKKTAZpg/GzoxRSvrCZ0NqGdm/aZTAtNF91Yo
T6GgaifNtjy292a4Ty6+tjhcxhtR5BdyHG/5XH2q6/xQ6DSGS+eIN+lUSEL7Q3mDheJGC3LkO6Vl
Rk9jia89sD/wiHVvLX89yBt2yfdhXZJXQsPTc3mFt4IzgOZWE9lckDEQLm8G+yWOpGfQw8s2cWuP
zslqxlOPIDvkhPOsQmFnYXUudsHblpoDZ8ItR5z6rR2rO9FmzzhYTmEijwzWX5Nifh6adE+z+nYq
mkfR6+ugw7RVQt8IGKrQE7IirYYyUbw2GTg9g4tE8a97GGgMg2LKGV6N9BRUX9BxvKKKT0lV3OkF
m9MyC46ywLGWtdEKmM9RaILfJLLPoZZ9reC8cOBzLcW5QkneVY19jalgI+2CXccU7wI73lM/QxAp
8dr42olcSuyuu0CsoaBcsiQnMTNjG7xVdDi3YbKe5mMyJKtA2wn9pssbT6khSL72+d4Oxyeirpig
jNoD8nmfqfqlJFjJEcDUcEPNJou5k24b+hhdRbYvSqpsamXeNEHxKPyHwtiaZnpXa0g+3biFmrxV
lFUcRjeEjgE1m9taj+HK6VdGK5Ys25WeI00XT3PzDCxhb9Y1MxrfKzOxM1Fpi8A6T/18ADvwFtXB
TegzA1HTa1rysBJxBK8rC3GLNHVgwD5L3ppeO/gl9GCsvZi/VyO1Lq4G5qG3sQPraFx2cGXjJ8pK
hor6hSvoOEPAw3D0muivsX2nwaBMiWcxgidoN3yNlPRWTYb7vIfRAEM1QFVWR2Mv8xcYEjrPF4GL
lbqYEvzX4ID/LR85DnsLI22U58YQ2EUw7GnoXP0zweyNOZxtHG/iiOBZugNHC2caIZElx9p6spX4
oAbkJpNmjeYAAMsgBd4ihgRvTppir2WaNaXDvVxuPuqEH7R+V3V3ZvUlw5pgcH4k1puLeDMyamGr
ijVwb9WoYmpzMop4QxXFmcZ0zhy7GuP3EJPjjMJVNUKMxDPapgn24OxaKPVLKsVu0v1HmYOnLsuT
wsEesLxz25dAe6zbPqj4GPRt4QR7fQjWw7zNs8U03+8a0XBYeJtMcdO0MICDJt0Oo/rkV/0VY/Bn
sjzvmk2eHzDgeqZHhl3meqzOIORgkOQ4bZsSZ1W5M4MDDAWzV54axq6dTr4b6IK9zGYfmbLfUH4H
JLVLXaWJ8lUdtYTdOeaP2iecRMzLZszicgPSpuLyrVWqBpL+CUkHGkbtfw39eeWoDCg4ExydONl3
DM5R5/xjmeefS9XAW4rcsLJJvTPsOdRzjy9xuF/wJZBytH7NUCRiCJ06z3bOocFWyzfHD+uTGcbl
GWQZKVGpHh3hXBvKfKqmwKHKUYmPuNzt687nbmVHF9JUF38Ou/4aMxIIgyElStjFRz8Lb4UVCdAs
GheH3GX8qFtaEpqRpr9yBLhvoeXCuriCcRweq7Be/KG5uhOJ1p/aUifkPJnZFa0O8Z3IGv1mmAzt
SldfYHeKxscIIHXOvSrdUo9hYEVe2QApatpKA35EbZlzHpzokqZMy2nQmQ+6NlDb1ux8Od2SmsSL
NBWPSjavk7Tcpthtj/kWaUdcU2wEEJXQuVwoEE3tC0/3B0BuqrNDEtvAnS/WkKafWfNTcM73uu/N
nYUcroLljO2XKuwfEbdJRtbysY5gAg18WYlMJq+rulOW3+BvTxfFwKQ0QuvZ242HXi8+D33/PnfG
Q1j3xzwe0I0Dsqu5em1ixcbyo76UVulfylpS46lgKYq4O8YDYFduc7ehUW5VgC5ahR1UrtTpY7fN
uUGGrn5mBEpsldosd9CstarGz6o1tnvFiIO9rY2kIy9SD18GcquAZsY63mYZBIIsAZAfK5/VRF9n
2Ggj0kT02gxeEkCCnchzuFjPrnI8xJqDMdhKOff184vaGV8pdwdQpDlIJPQE8kAMfNcaAQZ3o3lC
WT4lqf+gzf5bMvhkJcKrPndeBnO4DPiphOAJZbafQ0b9+l1QDKoXOsoJUNlC6jMJQ6gqKBry94ch
JBmkF2q0HQr45cDfsxOxJ3janD09ZRwMlu/03kiDkUc+vPU+ba5qyMJbsxHVxl8+sXSRrHQCkhuK
LrpzSwUjmn/7BFoeydhM/VOGuduVpgxOUZjga+T53RNRexF+ygMeC8gXcM1yY+dcDWNH0iMthe0m
xFoPsg0/w9KmAyqZT5YEf4B0hNCnEUjIfZGcQkwbVxl1OtvI1NqNXVNmpjZEzKeYKH7H0Hdha6Aa
Uxol2S3NhEWsxXbpmM12sJgLGoAo1O6lHF+ryDwFAiZE5oCikZQRG4F6YHshWKfsB9JP101a70eW
EUMddnXTugWDGxf1/SpIPjmFA4OV0cFaF9OVPVT3dI6Rz6BJhMow5TbJ/WBtANZXk/wwabTVhQT1
exwwm9LI7ytwoDMFTixsLZGuuC4PFuOMY97G9bxqFUNelTa8ytYe0xsb7A79lFDnqM5yzE2hTTnU
WMx9jnEoVXFr03a3H0L4dIA6NoiBgF6Uuxk30iOHzQnLPXgBlWfa0HmBGfjrkRyrN1Rttq2ytAEa
bjxjApULAeLr/88KBwBUTzdBhGNG6dv9pGajayutcCul21eKxWVt0rFQTmdaAT9FDXWDvf65Y6Np
lqhC/3J8/O+49U9tmaL/9+PW+dLxQIu6j8LB8jPfj1uW8RuDTkKHOFMwBqjOH8ctYf0GKowzs2Hg
VDM5s/9x3FJIv+LSQRkg+cqfH+pIdPU3wXkOQwNjTwb+lHP/jQMX5SU/HuCXcC1mGU5tOs4FhyMe
J7sfz1szSZA8ScCl5onUDkolx0eriqmXW7ISq7kdug1DIKoGqhZoX1vM8WVQB/m1qkBF/vDJ/YmY
8FHB+ParkBFe3hVBYZMk98dfJXemRqEmHi234PEmdDYOUom6nSxRoVeZGba3ROr894rR3N8yitiY
Sq3lTKwvX4TUqHT/+NJkbJWhMebCc5TwyW41yF35+IVNzgb+vvEXL/ZxYP3txYQj+OJwYJmG6fz0
YuVUW4IHdOkBDpu8KewuRknJ4K8/zD9/EQbsFN5wjX07Z/9wjibfWgepUErmzJG2h/jYc1QxjPtf
v8pydfz7tM5bQRCw+aboiNdNOqx/unrKpm/htHZAEfviVigzMPygesDIhJd9fk3mcm/32Q1bl/Wv
X9fk5vj5hXFwwgVDdcNTpC9//8PbY/dcKwFHR48SZhjjHX2p0yYh8PHs461pNz79OrC4C/ViLODX
USkcKCJMPGmbK8g4dzAb8AtXZDSMarAfp4l83KrMnPE5MnqyraauQIBSMk2Z3azSe/jLEChWrPnG
Q0tmlb1NGDHp6oH41RSN+vsqn+araRTESHUouExS9EbH71MrunT7DtTp3mGoyGJfm51YOVmkPOWx
8cTAtwp2Rt0B8SQMILW1iAX7EaNsGH5NlgB19Bef3n98eAbq81IHjqBD4mBZE3788ERZKAkiiQfc
NDkrqt+t68iRf/EqH81Xy7WBToSaZLD1M3CP/HSZt9HYZFqrtR7Wgspz2poRhcoEyBx7Fao+BVm/
flcf7WXfXo/mcewpOITQGeXy9z+8K4tSU2yqdetRP8031+UGyJqK4p7l0VolBRrlBCLt1y/6J2/S
Mkx6WRa/noN69fFFMd+zlbLIWsukuyGTj5k8ZCcyGM5NPtFb++tX+4+benmMoMLR58GKjc778dVm
Lo6efC9UIqwhq6ymlaBzmBr/+lW05Zv5cFc7WHb47liD8dxq1s/fnFbq5CFNxxtEkr/hv9aJ4Nkl
QL6qiOwH8qInhZ1h4M1YXOgDZ26zySOTHbEudflAK7u4jsj82t/f/v92Gf8Uqv7Dd/Qf7YlXxT+y
S/7/mn8sM4ofhd1vP/eHsKuptHOS9GE5tHmQ/iDsYoRnyIf7WzCqYs7wh0tL+w0/pq3x5DcYkn2D
c/xu00LYtbnMUGglWrGgyOXv7DN45ny4qFhnVMHvhOJscQGrtvnToyLtB+qFRDKuJq3bx9GJOnd6
lYpPRUlgOdTTTe4jURnWI1CGQ8kMQc4L6cBNzeSoGYQ+Z1V9lSWmcoXIfGgQl6JSasqCk4nMxF5h
ad7VSGa1+pviw5k1o4ImMZMGl7hvL32kr8ilNgmjT5i4p1zQjBXYksBJdUEM1vVdfO/E1w2AfEpb
THcqN769xkBUHJzSq5utsA+VfXPdIhNLeQaNEIYnqBrdtjLX1P0ivvjMMsEZUoLWboCfuY1cTzG1
PfSushdfq6YHh8pJbqPOi4o7Pz5GJcIbjRReQhVhAkWXrPdV7WCQ2qf36X3sEVW59oOv1aOh3qHM
YEsOVvxpJMJN5xOpzo2g0sCb0Mne0FrKe2hKJFwf6MdRixU8hib6Emp3+X1tuw9VelUoTzoWJWHP
LuemwFVgOOHG1stzFW9VSoLmmJrkcetTN4EsRKpp9vbpeKqdamd15Kq3YbepOnkc6OKCX9CgnWpb
+qWoSibb1b1M78qb8ja9q9/+rX779/JneGm/fv8zvOjv7Vf9/V//9F+BQG3F1nzvv9I2sCV9OyiA
o6zpCseIP22cbZWcdBm7NPW6tPe5Rme4xiEtszccHA0gc4dT8ys64Czhc7n6S3oxjVWPIJU8DF54
N6r7pKWwfOtqq2JPImrMvCHYOrT1+tesX5rYDKHXM6curmvALCATjRXGAP5fUtvyZxfRynxt1ztp
FC58RsvNqMhwc7EJ6a8bvFcYCGgKBJQMuCaHip/m38k9BbcUHTuu89avzGuXFuiVbV9geebQlN+2
Wb2Ly3fdvkYpdcNpbVBngidBrqwR6Jg33fA+QxCD+SrB8/BQDK75gHfjk49009wwRZP5YdR3+dEH
ibkLO5PdCefp9C5Q3oPmGlK0vqcDIdjy4wXw2JEY6f9Rd2a9dStZdP4rjbzzgjNZQJKHwzNpHqzJ
fiEkW+JcHIrzr89H2em2jhUpDhAgARq47Uk85CGLtfde61sozY4vXR090AO3amST6wYB3ogAQpOx
rad8wqncjngro3ixW5Il3B9Bs8Jpn9gnDU1xa7yMu73V74Cp+d661iBaWQHjEGwcNVgBFOnU2Qjd
dlACrPCsOgV2N27t47I99a++OXODAH8NJ1lcNC2cs00EFdgKJvNGaZeKWORi1lao+FP9Ehnx8BLf
JOdn6+3az4/9l209rkuGLo9nGgSPFR0xgb4ahfw2ia8qRYcjUOegQtVazRthnTb9Kr/RLgDS8RNN
SATRBgHdCIK1DY9z8zQrXsLk3o/N1aJz1k6HwG4fRy3cKAsQgU7f16lWtuasHLNY47Bfsc+kw6mv
vVnbi/gkx7NvJE94+dejOibWJmtPAbuhpD4VdDpCsOR8NtFuyCl4JAglAY15R8Oxvi7ql8y3V9GE
uRbqGPzBa6gLQQy0QidIwWeBuaDbmSp9L38k9OPiwA5oJ8tEW5UEU9Bt49f+j4ttRKo3eQUYG8Yj
aJIWWXzkjX7LwimIvWcice7bdJs7+7w6grlQiI0Hm9qPbmLjnlRdznQn9W0m76R+tyhO+hPaJY8m
sHlgOyvS30z8qvmJhSAGHnJHBLsELHmpTzcpwT3QmqPT7sy7H1gPjVV5VVwJHc/xaiIG5PX/yIvu
TJ29/ja/9/NPdJZXvD3gPJcFrSt//c9RgXouzxKi2ocjFsb5ZL6fhop1Khv1FZbWtd+uaXRc1vY5
zSdjeuK2txJaY08KLaRU5w6hV5N5r+m4HtdJxzOF2hA9IQudt8r1J0PSjNauvUYLougoqjDa8yk8
eaRS4mMwGA/0mfzpODS3cXXUOLfFBrHF4K8z5KzpDHjYCd0HpbOuxiu3uuaqSiOQgE3w2TsR1+bJ
X4FOZ7C9SNtNutYkdzRiV6oVRh90e6J6yAd3m6/lFmVhtcJxJR7d0/SpGwISHAO7PovLcze6K3k9
QrMWcg/PG8L6DKT8HAVXYQeMzEfzAXDLmozyICIMOxxH2Ls8OzovEnPeIIK+bD2fX6crrX5sDLhz
xw4PbdLe286IO0YgKnK2psewEW5gPlQvkZMHFSwCk/Q+PPkLX2CdmbehkT3xYv+a5tjEwaaAJkgC
EBTrptMvi7YhCscNEB6t5vlKJ9zQj7B0oHrzCQntbONISXej5dVJ7uprZ/LXFta3omw2w/AyRKe+
Ykg67FzXAGMPtDMVl5Atik1MT381E8phT8kVxA9sRL7YjMksgkbAVjVUTyrFRTF+MeiGGr63yUx7
o8NTZPcBqL+KCiJoMGtnu04bsV3354SknY5OfuHl412Ruz9MoiEiYFny8XVr9le71IvqWX5pm+fn
9uyx+q/LP/1eUtcnUdz+97e/ZDr+6ycvu743v0DPk7TTVffcTNfPqsv5p/ygX+na/7t/+K/n159y
M1XP/+2/fC872S4/LUrKt7bKpfv0WZfrUSZcip8/7zWmd/lHPzefGtoBC7Ecm0mP0oRWCjXlT1mB
Znj/6IgDPJ8aEEMOaQD/3n6a3j9AxAHP0DvAeIk29N+6AsP+hz0kv21SMyztBfNvtp9vCycED8ai
z0HXIFwLKb55UDiZbivKvku+JTSCQemPIb17+gO/XZN3+ldLf+o/ZdOvg3gCEylKIEJ+l/7WbwWo
XRReBIThG4LreC8nHIgK4NWxXg3uJxXau6cjsFKhRxI+MeFvjxQ5s8jFJL4aU55VK2MQ/XU7SVBQ
H5/Qn4fB1GE5GPgwfvDNHRxmFnJM3RrzQd0TeSX1orspJ+J3Prlub/t+y3XjMNQlgrKWcchSuPx+
3UyU4oifrYcZRtkqdULrnnk6dHns2msRs5cOPaaQmZyKT9yQ7x3YsUy8I5juaCQdNBwzbsCusfUH
qwBZZBnM/plWYEycs7rbuFlhrqvJTc8nLal/Orp/Pp7v3Cpv+2Y/TxmfCfYYqi4szAe9ijIpNbMx
5ofajEgUGKFKh8HgKogGaG81fd9akowaF8Fnvi0ds0VL6ldAMD7+fv+8YU1CgxYlIjctfZqDT+FO
SZXPlfnQpbG9oQd6U1cagGeijv76QFR9dGZ0xPcu/ZKDbxjrcQwpwnogB5Q5VefUG3xlUSAY3hx9
fEp0bQ+fQmK6qVl9BMGeS/PzoCMjXU0b9Do+nycrYjMAhxDWdjjynPhlVRCvO2QG6uZM2IGJrOTY
ExFkCN0tgO2ryYXHBMuaDaJqh3hcy4UHg+wWfDQdD+uxwEUBsNZoG0lmEJELa3ceEQn1PCP4EKbZ
ZITXJL4TaEgIXEDSknhG/5Vg08wohKk5lPEdDZZNOEY/4yGwgUdR1CDTbleaHSEpYEONPUFDiqjY
2xvzme/M3Wkyz9O4JaLSJxO57qpHv6C7fKY0SHJXPo3re8uF5kdk2aiXe4LnBLalV2ZQZlg9lAK3
qzEpDP64mkH0E5DnG/YXt5egriGmLfQDpPFtULwijfS8KH/QakudTa6neX8U2iYeyn7QBRufhng2
Rs2at6+SSB1VYcW+fyYXiNi1V0KTMxO0FEWRvbgBQri6vTNO/Y2nZ7N1Mks0g9SpSf8t1mT8o9El
I8awSUxAUri8oEpB6tOjpw5w9vXcY/0+71/xU+PYIJIODHfUuLBou9KYLILWtABVYTtcsFUu7xnt
igAGBT6CxDGpoDKAE6zn7DL8RbwqtDwXELDIVoMjs5mqqgGPZVeDJP4RrgjAtq9VVSaphXDLfkVG
D4zur1O9MVDK4/0gR/DLgB+oHakj64bQTqvLWiJTEevX+pbkjN6kh5s5MdNTLP0/XV7F5M3MLouc
jm9MciH9UAOGnZfw5Qf4ahabmAajfXGNuWbk0c3uewt/TGJ7jMKxTZdQWY76CnEfnQfGRO1N/tOU
ZjETf5mbxauW0jjEuNb/tLH1P01tjgmhCU+QVVnMxN10cgayCApdk/JWxU1asnMKBUSDVVlXgP1t
i0NR9yZRVR+JWpEo1LW1XpzHQs/0k74PXX1Hrm7zMkzlgCbGavwzEbtRdVQahX9vNX2ErdR28+c0
L83opWJibp8r0CXxqqlDuBkmO9eL1s+TcAeqjsHLRCFWBwZCAXPnNWMxX4al01/xWnCiC+x1tOLh
iqVfx7JNvV3f6L4zrFqb0XxMyPlY3scmCvddPNPUOm2Rg7n7BMwpVaSzjIygrBjpiQF1/MHF3EfP
ZFYy2Rizu4RtGAIZjTaMXvUUxdlI6F5kjTOGM9fgr9qjPsJSomkePQwhmPxtK2BG305D21sM//sw
vEjaDtmLjynbecB+6Fg3k4ux7IcoCBr4rhJQ/D6On8nA3u90hVmSWmgI1CQjj7s4S/XazQBWt6lo
z3pBlgxNDL0dQgAoqunTW1wYDbl2SRODjp+sUjrEaJcRBAZNp/N3qqkIqnQcR3YgjdS9nPwqByjt
ap2/kkOfXynHRV5hsM8WwLyxea0YI9vEwqTKrbBGV+YpljYyTiujya+QbI2XXUNmIjIKFYl1myPD
xG8RkluaOonx0tVc0K1K0tgPpEJdEIBDIW8Poh4tumLo47OClUUtLb8s2VWJ4g2bEHqQ7fDwhFcI
xsY7Ba9UD0a5jDwS/NpwtguX1xCJp2QGSAIobkL4mrelRhbV2o4KWPCinJth26du4m5NDawqEsSO
yjx0mhgyoZd8VRP2TJb5dLw07NhBZcnIA5WQCiHNJzLqURVJp7igzc3Sjq7OuZNkRnzz24663cm0
8KtO8sZ3DBH9zegM5At4sZk+xzbU3iBWifrmarp+VtUkS62NNsFj13WtHm8GomS/woApEMU5KNEC
IDU0EDyjFN8cgTFqLak5T2Dyt24AvlLdq0HFXyffKZ5ic0ByZTayfmqLUhsJzhzKo2qUZbKLXXPA
MmQQvZdptt5tfahk/Tq15uTJ8QqHfIopJ46ws/BqaqMb9D4A0aBv6+SLge3vWzwa9m2na8N3ViiS
SyEHCh+d0WAkQeo1JuZE4tm3pJLPdDDn2HsZo5FGIQ6tntK1HixEgXqDbQaXoNQw13X69WzaQHt6
rHUYutgrMnNzZvRrPpJRbctJAzRGmJ61u5yHoyAfc0k0S2VByFvRmcjlGIHVBlEr2XAOcGwgdMt0
p8vJsc2XLqGdorSeVCa+gQHaXIJpRmadmZ/x6ITnZTqTf+jaPrIkKeYxZaFlGLH2/Sbu8L8RzLwq
Qfh+t1BPZIHdj5gjxzmLvk8pqrlVK2ILiduksRaarr1glCenPM+JeCIidx6qpwYPCfono+d7obIq
Hl2/QRhcgi0h42aSDv3G2pOwj3SCn8i/qsjz4m83ZE7Qjcs2WVF2SFid3gUyqWS6rbUwe+CRkcZu
CCVtHaw5WN0aAH3oJc3KubbUwod73Rf9VVF6lnxvSlW+tG8r0Neq8j/l6f9vpSsKht+2iH+MTm66
JlP/Ymzyr+Ax+V6q94werz/iVyHrGf8wGnXp7Rmgx3+q4H8Vsp75D/4O18TxzqRv0Uz8p5Bd5ij8
baEv+1veO3ymX3MU08AAoqO1xx4L6Zzt9t8Usge7W7IaPAeu5iLfZ3OLzudtrTRpkxbGqNW25pC1
dxOLIeUf+EqXMQlb1uSlb9LqzjLKx98u2jsFy0Gp8PO4VJw6EADUWK989d9qW6yBcqjY0m65cibx
61ZznbJyB4lOQNQn1cJB2fl6LOA6PLbkIOsMVt+eI5ey6/t+ira5HwHpZguyVa45f1LcHpRgr0eh
F0HZh/uNbIGDOgEOuFe4Bkehhig2rSqGrUeva69SWuRs/dHelSH5b7tGDcUnVcpSWP3WKViO7eK0
sM1lZkz9d/AtOlCsZz/n2CNV02Yh1iHgPiv1LtlSPBgbsN2f4XHe+QJd3WX8ukwHDf9wUG05YdqW
eh5thxDlYCh1i8tLxiZm+/jvitvXszOoKHkcACXRezv4/gR4JEo+gmBUlVxiXNfXYpbJEWnB2Ymm
pm8OG0h/7vN93rrik2bCK2Xl8NpapERwlkiaGGC/PTpk2oxjOxqdbKi7ceXNO31Cw1P0sY9414AP
ZM6UZHLq4P5R7gFc0Nb471bWnD3gruIf6YnzyTV57/LThDL5ZC56GbpZb3ocM3t7QoIIx0GbL7aY
WPLAEQaiyISi7ONH9b0rAGDDNekv2Cxi7sHzY9QYGHPqXlrzgsTZPnSe4tLPv+E5dG7rXidP1R2C
Sk/lUZedajXzAgvs9yapx3o794TNZkaIBOrjj/XaYzv4YtCzGcyU8fU4aN7eXgJqjSpqlc3SNcIu
5oXnFQT3TXgokkoQel77Ofkd0WQswV0WeWbDFBPZFU7n+GyH48FkktG5I/9qMoiaVLZL+LWUFXxk
QNeTJGJ0TSznWjW+DWVWeyrAJDCkjekHgz7L96k7OF/CsYUo+vGpLdS6g+cZthDtBp5moFfc929P
LfPK2DUcvl225tnW6efuxMMPrEjO0mkzhmVMQGEI5N6ftBHTkd0uTuipN2lDsjNZNfBvzgqoq5iX
+0rck/PANrqOIsZjhjWVm48/r/Xn2sfLCxkJzydrLNP4t5+XdFdngqYbbuYyLNdts5DoSkmSbOFg
xkjj0rhWeWyULL6yO5tT279MzW4gcHUKNVRKdVggIbZai89vttFqyFQb2EPOb7Sm0Jihmtqyw7aj
L1U5D5dJrcdXTRgRfquVo3eC8ti5TICmXSforCM80hEcDvo0XWvv6liZx0gnnevEDREHGwr7OpJa
5sKznG8zOFq34CzF99Zuu61BhfLJEvLn+wfXIVIKOGk+TcFX7dlv7zqrd3rCjexwE1pJf5tXyJml
XzufvH/ePwrtP4u5ko9Q6u13QJmVQq3Qw42IfCKhzOm5pKz/5FSWH/L2meNUPM7FAFW30BDfHkQr
62SuCajeGIPbQpCevQcA5risI5mT3O5RtFRDE0yNND95xb1zZHrubAYMAz4PGqG3R05VKyYIIgRm
A0JcxttZEA8ZSI5G0T/zboeoie80X3qfnPGrSvTglFljuL3ZQRD2fChua2I30eLUguxa6ozrrdEP
76y+UY+mSomJFY2jLdnb2jZLhiILdMqdfTmiHQu61MQ+MvpexYZdn36kKjyth0LhmmDVWKEcaW5C
M9VO+tizbmYtqqDwSBlfa5ksvruoOS+sSqSXY5eFu4+f2D8f2J8Lp4fBl/bBYad6rKyaJhXpUTGh
TLiXfPGlcuprgt1Z4L2RYlDY575lxjuh0an5+ODvX1IeONQ7iJj9RT/0e4M+m22bihMRZ5nRXmmb
JeRYg9ojtcojzKHuL3IN4EQFq4CIF6Lw0Ohl2znXrcvCDKdNLf27zINePWL2WZN+S7gFU7p9VZJ3
KxT+EKRsNNv16jmyGLh3RfOYJxUZcCZF/McncyB45hEQiJ3Q5LFOQ4Tz2I6/OZkILEQPxMfD+WJ6
16SZeIRvieQkJl+KOMShAZniGeIoaUMbdWktjsaiKS9DWiB3/wcfheENwmumOAzHDj7KKHPLSrKS
Z6QhkrViGPHYd7RBXKtTR/5saBdePKNdpOnx2gJCpOCdGlbTXn/yQUzO+eCZWbbAKMccWmN/3F6k
TMucJgQfpG5OZWcezbOjHzGvS2ijCcKnYXzRV45OUWjbe4SpYmekZb6uEtxNH3+Wd+50izt84bbi
3MeK/PbrId46LDQ2dptaldYtnTj/DBDocKIMZrskS3s7LzIecaNMJ5qn6p8MuP/lXOadRRmeh8Fq
SQ1HrObBHqWsQ7Kdao4+ijA8C5Ug/q+wfwks/28U4/1zQ8fp+V+MkdW/tp388dgyuj0s4N8MmP9f
mSjzzX0wUS7nx+IpqbvntxNl/tHPQtwG74vxDWUtkymWPeSH/9Onrv8DHhPRN2Zu/sPA9d9l+GKc
sNnOAL0GBwdcYQGc/qrDSVT/h73w8mIQFqWlbf+VceLthp4fgyyS29S3XKbTcH4Pnl2dwYgWObRT
wY1pBCSXzmnR+elV7Sp6VL9dmsufD+LvQXzL+vqfx/PnsQyPESzFKnfm6/bztw0JOhHRq5wOlC/6
kOzvxu/Rbo1W/J1k1v7EAvD12Wjw7YPwekgWAt7dPuJmvoGDx5AhEwGKJqIWzR3adW9NyLwQvH+y
SXjnxKhEaaZYTPktKAJvH/bcs+xlK4rOMBKkD3voTAJeQoRrxJiSHfr2Un4mE3/ni0NrgL4ZcTNk
p1ed6m8XM86J/3Baj8Dmji1lZE8F+dLxvCArPcBAf/3NcTCGqyjTuYjLTfz7mzMN6W2aGbVlr2RF
HLdwftjlUO9rra+Ou6QhgPLjAy7fy++3yoIScSnzcfUYYB4OKxFuSL0vScoAkUBmkJqeeOVWJxAE
7+hrCCybAHpqtfn4oIc3y3JQBq0ckXcYEo+DZyGmmindJb93TAEs6YWLgCsv809ulj+PAp2CosWh
gObBP/Sa9HVVMDAjGKs2qv488arkrFbe08encnh3oHZAD00Pj56dx2zi4L4fJ+nPVYPMqnKM5lYM
2XSZmW5J8ndX7P/6UIsqGg0ATZk/z4dKOI3TwZnASQFDCpi3krCSWNNAJGHczZ98R8ud9vbGYA/O
ekU/zYMTd0jJHJKyLkolSepIgdunYgrv46rv7ps6jYgxmWJwDOmnkpjDB5zLSd2BD4SBNk3Vw8E/
I466rvwYibHhtlfJEjGf+kKeWkxcg2mSuvPJ/f/OTYLOiAYLy6TOEr/8+W9P95j6ta8XJVHkYe1v
BAGGe8Bh4yeP9ftHWcRErI+M6g8e68SxaSgUFVYes2KKQHLyGtDbZ7qYdy7eIooyeIsRqsnd+PZc
yGRatn+Eq7AnrXdl5mjn9O68Y5NEkpe4k/Xlxzfkn2sHEH2wzO4iLIKQf3DtqMzcoqzqZZY777nK
PXl6aAjKFj9uYVykPt6atjGOPz7qO0/cYoOjWWXQEuW5e3uWSz+5aCTESL+dvE3TOSWQdFfsQ23u
bj8+1B9f27JGmewsKbhhMi1M2t9vjtqtoBRYKE8RkKgzArXSnZR1+re3IN4GyFEWDaFFiSIOLiP5
kGRuGoXFbj2BfKExjFtX6Ay+/OXJLKsUUwruct7QAhvom5NJa5/xXYuhbXKrcuUOIGhkY6q/PRm4
Va/G0OUFTadouUd/e54EZFEvs7nJBQlQmIhBrIA789Yfn8sf9wBPLAQh+hSshLAnDo4yUc73PnIW
mkq+dtxk83zpeyT9pK5Ktx8f6o974PVQixaQDRU94oMdPvq8ZBpSifrYiS3aEUWn20dTlXjm5uMD
vS1kfPSGWNDAxCxrLcbKwz500yP9bZdOcwee1mBNn1pvn9iFQlHtTQMmcnPKpsCtvXzR/YwZzKKB
WeVfny/zUp4sWiI6X6F3cGl5XiEjJOiH07Efo+MprIS+owVUfdZU/PM7dJe6mNWDjSrHOXiOtTAt
oobBxyofS7mNRY1kuZu7fWRV5s3Hl/bP7xC3LpHBzG2Au5HG8PamdOmm100BgUT1c3Xhabbcl5kf
f1KJvnOUZdIFoI2jsNYfPGCTjNzByid/lfoyovVhwSPsiAD7+FzEAULNN147sNQQjIR4mdCQfXs2
TpKmc++hn0/RBJHHwfuLKPQhrn94fhs2X6GqpAz3vJr96bqlLQJhtW4IDN9FijjRL26j8N+ZYGZZ
Phl9kPFpAumla1Vk+mkCMOaH5/RQkujeZs1zGOYlQYOhrWikJ0pvvpAr2Hs4baQO8zSFQgOuJzKy
5lgfQ+KQ8AGQi5ccK9F7bUjzvZ8WoXwZk7uDWKpb2Aa1mYrkKo1Hu98Oyo9AwvM+q/srZwwn2sb8
sQ1jRnbGleeRqbMyqpS5oYenUAR16kzebrJwnZ90qarunLjUd1bZ482pObvqggaN5n2Nm2HKz3RV
4KG1l+gJCB1uqNPCwxCxzxJhyMsZNOR0NCpA3VdaaCf11sDPNJ6y354KlHVeR4gc6YKV2PVyKCDu
YJoLeadmzkLeGc3EuS7VGMZbbJy+HViIweyrjL54ghg+rK9SA7kREaXoJldOpVA+ZYrN1arD0E0e
laNM+WAi3NfxuziZdQulP55h7IxNkj/mse3Gm8onIQpxuxXDQtFRAq0BLNftvrF7hhu1UZL42rhD
9C1LBz9C7zOaZDiMRnKrx3BLjnxRadC2p5Q+XGM2ZXLpTbF7i3gqn/bkZOUDcZ6e9TKrntEbcZAQ
0le5VzZ8az2ErbVKCvDPY9jFVyBWvTIovBhzhVtmOUn3BT/9KgZnRrO+cAc0FUBeYLHk7ogrqyM/
4hyytCuOZWXml4BgLPdmsn01HTFTlU7IYlYMotggACOUdj0xdGy79TCqWHvyU0RgVjBbINDPm9Qu
mhO4l8xAKw1N1Y+kmOajxpp8YqerXOWQnWBg49HgjljNZsLMC0SX3zZfqrbukqcJraFlBVLqPt1J
x6paS+0zgjmBTquw1E3UIkUdef0mIiaQ2FazjvT+h6A13J7afp2r5w7YQSVJK2sFU3VS+4xzvfBl
fKwWVDedOdeo93wI9T3TUQztQuEll+Sw1i+acpWxEmXSaifRIOjCrthgF+VlbWhGa1PyWRYYnDRM
+VZBowrtSIyz2z/pQ2FKrF4Ckpwp6gxCeEbY1UqWKZYLkTYpchB9jpbMUJcg66ZPci+Y46SOrsbc
Ap1sEP0szsY2rmCDRAg1wSa0/S5GBK5/L5RFUI6PQPIEoYA+neZjqOXbwUfec2SRCq5vJh4e4Emx
05+3gxVFJ2Pnt/m1n4PIA16VmgS/aXVtMnyKSUKELIvPj8w5H8VYmPXVhohkHCQLk87fMccowN/a
Lm+wsau4DNokZrYkZehejNlg3E0AqokX40faG1tp3PbKi6GgoYHty31rJlYUtJaOD8hWVR0G5EdE
2SpUXvY8tx4clSHOUeRWRWkDTOsGOXx1MrtWRzEVj9gTJFRYJ5UqIvuyE9Hg3pdl1yXXSFVldeQy
Vpx3ZsnMnVsIJsJWyFbc106bnOmV0KKNmafls46wMzqLq3ri0WxtdIFZWJXVZohsP/9SNz7cL00v
yYUXaTc82gj08MdlZYwvL81xoTVM/NCXmfI8GyUzlc7wk2nvkeSLRUwxE0ZXTMG/H7LYwE6tYoS+
C+/uofQ0tVyzvLhShJmj0Rxz7TybsvoLC78HZ9jytWhnkeppraQEY44ts8puiJ+ujMCM/LHZRWPo
qO3s+2lFEqSJDA3dvKvQ5jVOASZG8/1N5aRVErQSCe3WNqq6CcoxbcKHiDKS0r2sY+PUEq3WnGMo
SI5K1gvYzAaxo8Sqgoz52kZdnG5kN4uvyE1c9NO+P7gvNbxpZn2GIdsTDylpT4J9TDu/Jr9VO3Vr
PWnWvsxz9xjpnHJW0aB3AnKQMUG8aSVSe9vs2mkLvt6Y1zEdWAJ1lQX3yBBTWa4ivWzn45inxYBz
l+oKU5Uc2+O6jxCdjW7lFBtI6VZ6VOs6g8koz1PztkWSRlyAZ0fiWOdVPq3GoaD8HWkKsUdxJ1Fv
LUnjBuNQ5T2xrNX6mVt60RZsn10vWjhMdWQVErYbe6XtfetRQYtg1PBYHU8ds9kV3yRkQQJxaUpU
08yZDISGlusK01IaOD2w+Y1o7AjkuEErbRqHjGGw0QNXnivPygNtGEqSokcUb8FsVGwKK+E2z6XW
hM3GTmDMBdxQwAcnYQ170lcXWNOESHZVDpkTbQm9A8o3NcOX1EhspNuay6MIKky7qLQQRqZZpf2w
yuGnAAJJe5Ee55mpNeRFagly1pIELSKm+xpJTz2SSUOrMX0xC7MpAsbkgxeorpie/KpWfZDa1uBv
sqbGnoX534dQrBsEWYjKUFCWyDvMCYyoFrWy2VOv9vArgs4ccjNg0RWEQoe9e++3MpZHpFhq3QYq
NykypRxCNyCRcrqi6zfJwFUVjr3G1EhXKAm6PmkBmfgEBiv7zpt7dHuFAtIFJwxl+trqO/SjRRYO
4GKqsr2K5znz+DyxA/4xQ6i6qj0XUzQ4NAEeO58LhP5DRsWpg7p7gNdv8MiTtixXjD9wYg5Obf2I
vUbyAhws2lqqh5OxQgiMxzgr+loLGmIJ5brxUzzQyZzJRwjPuM0rqzRuel/gAIVfVh83epOiVtfS
gZhUMjM2XtQr79xSxsxgQfijzwYJPh1NEhLQVh1oX0I+ai9Lt+ZUhfVlFOp1dDGRbkoYRuQXDNib
tO+HE2TQs7XRWN/Jx9VlGZ9lEDdNFOLQBL+YcwG3umTgk57bqT33O5go6bifkXehu4wn1zgJ20xk
JxV7ifZGpgICP2IUO0yOmT5FaBK0WDFAW5Uw7PV5W2iJbx+V9Vy20alpoZf93oBtr3i/mrWHIrfh
RUouAJYMGyGphqz2G9sWE1b9DD9oldZDGK5tjVjwhBei2vUEqjr7BZcOTS8v8B0wjltmf7IjPc4t
ZQ8phErwodbgwB8TzIF3ArQh+K+hhHznd0lNZlwnDFJ2tTjJtk3odtN69vG+rWn84OJn02URrVKn
Jpe/5hIwa++c41ZZShF/0uZXugbRfeU2znxfxk4EKiCqO/KTmsa+bhAwHzsqsxIYAWZ3GoWkhwUR
9J4WFJmLDiIkTRkjYxuK/qGLTOthorbldjNFZ2wJeZdkbOtF1m57wkeJBwnFbAaeTRoBsd4/6PUT
WF+OU4dAWrfqyxg2UbgI6auKBZBX4wIx0c71RvdwnCsZ8vHKiRZ5T08BI7ORpA+hHrOCaFpYTKvO
YpO4Qj2KlwHwePfY8FIfYONAHV0RLNpmAfT04b4mtwH/P4IauaqMyr1R6ZznG2kYyHLMPGtJNS8L
IvrYuDb9ZjL9pt9PhQEBNUeDfeNoy1h26pGrbNn2efjJIxcoQZ6PsNiIoH4wzQRVhu/05PH5fi73
roRkz9EZzqzqbgTxOaRasbaLNK/XSGcxfsUx6DmSUlzoklPFY5jWKUF1XdqhUogsr71TJDB8L7OG
lukM0gJVmesML9DVq3sXc8PeDkP2UnpmUC1RC5QQSbVMnU5kT8u102h4iPW2xZJfpDRBQfJ4ywCf
cuhxgHiHK8Uei40ZpbkLf82JL0dWuupWwCZ0gRt4eOtjos6xvGNkw4fjoSFAbZC5W0wthQzIXAH9
kJbSbIPehN2OaTidrzqZYuwRvExPPa2PYGmmUrut3cjTbysfIOOqabL+Yq7JvhhVp1uBH9vaNZG0
wAVcvXe3ghDe01rv7W7VOgvCxsngZtgyKi/7jpKRLXaWUwybyMoCu4tDTMIGs+XldRCGO9PuyBlM
wdcVV/Q8hueolvIlr3rHWRea4u2Jm9ds1sIY5eOIjgRXum43owpk2E9GGGSR01IGE+Y3k0lRNZJl
mtunTNWJx2ojvmrTXDRXma7hRVi1cdaR5pD4enZryUJCDavMKQL3I6zGbPHbajlPJWnZimAUNkD8
iaeH3h1Mx/l28Hi8NnmOsHrbQQFBGdM6zkOk0v7GphRcooK81lobsyzxRXTp1AaYcHx/C4+2Pxln
Nu0BQXKUITytCTed3rkx/iPTbuPnptYUaZKlPz+Otep+ADWL+6AUvHW4TzWyfiutxuBjFVEGxLTO
5ImDjSTeFrCvWlSTBfTjvFHsgOfCtO7KxNLv+pTVm8U214ud8PJuTzYwycd1Purn0rbygu+hAn/r
sVP/EXVhKXYAirKHysmteA0qNN9mlZ1YARpX8eCMnVZdmhmYRSovFznEU5dQyN3kBUOyb1xbAMtY
putpE49svVfZ2Lm3KC5Fti57hqD4vcnXXIdW0ffbiCwc+6TwOufGdk1wwCNbQQgoPd0EcaXRzkhP
pAd1be16uAo2Zq9wVZlF/d1Agc/a5qIlXHltFxLGYmRjv6HZxIa8bG3cPU1dUSn0anT2zkBIMiKF
pFFkgY/zzTxrHTnmQlkrsh6MB39y3DM58UOCOml5VSSD298NSaOTZN/otbPhjmPvQPsUW4uPFwUH
ukcPbbUwI1uyF9Mo39UKHT+Ii15+L0Q/s/IxpR1XrpPiyuhaTx1bsiT+YooFzgs2oFgZh67sHrUh
bpLTwSnReKST7zU7xp8hrG9UF9eNKnB9Gpo/nktDQUgwyxqoWEOKxPXcYs7azbKHOUzwj5bsaPtZ
nGqHTojbcHD3njc4Pb0IGs/wpnWjPv8f7J1Jc59Itva/S6+bimSGLf9Js2zN8oYoSRYzCSRDwqe/
P+Tq25La145avIs3ojcVFeWSEZBknvOcZyCDKaTsDkrPPxsrM0GrH0hsAbymwTzGrawbQ3pVzR5K
sRspbMup3cq8O82IDderuUR+R8k3U4CmnKEbrFv5+NvJRybWOXVFmlFvElJZBOHg43TidM++TCYV
gUqO4Dw+go+D5qxucMVZmeFSh4m5M5IqxE81yYl0L4as/NZObDOoHh3K7EUs5a3RBstlnCf6e1e1
C1+5zjDpmJpxfGFdJvbOhi2dvS5zUbcHQW1snMRm1pvRQNQ082ncqcqjoBv6+kAILydnawaDvafr
FeJbVTlkftTQwdpdJ/rlSbcZ+85QpeaXMl6VLmR6d4/IRzuKpjHrAtxGlgLG+7kxB9qqrlPiDfm+
2mHOD9DRcTy4EE0wk+jYLoiF5UKn+gxwkFffBCpOc5N0puoPKiH0NonanF79pqCMazn4JsszHkpy
O9Jrhoq+k0dxQ8JNGqWuKNVVaZduuHE9zcClLaasOQ9iD8sCjaf7Zq51wT5txXTLfkG/kvlQZYol
iL+7aKVfKW6Hx2YMU+t+jJuhfM011ffegzOJ/sqTaw61ItT2GrFWg+lPGfTpjdczrAYFaPP7Pumv
6mIOOpqIHtcRl6WBhIViNzeIzA7ddBs3rnXEc/6GydpZW3eXtXRe6XeLLZTnl7q09GMeBmpXBUl4
8PzpRK0lp9FgKlxpAiLMyXKek8CZ09N/wilb4qJeU8w7w6yh92fGF8OrbQykrXzgkISPnm9yQ/WP
wBKI7mYfCPZgqcm9/Gcgddx1tH806DVmDInMoRivpNLLcLDNazozM+OLTilP5ylQX5pQas4YErxv
f42lfoagA5TUTETwcDSx3cXo4SOSWoejy8r0DBqQHJoEEOVGNyQLK4GU6teX+gwO0xgyd2GGxHh/
JW99Bm21rftV6xOZRlacJxyDW6ef9d8ceXMVRiKCkTdjERPJx8cbUpgM9DLNjWgg1+CEJqg+g9hi
/+YqbzSL97NhLhOGNOgU5wwarTX44f2QRyVQ+qwenRNmMTgHdwWnThSPTt3ufFXMF1nvBBeTL+gp
iqQ1bgMOvFfh2ZQ+v36qP3uB0DYB3NeBp+N/+kVGN3ZMw+AFUigPm6nHy9gQSvBNGH+NK/5fcLD+
f/PyWHmE/zfz6iJLvncfSFfr//+DdGW6f6wDHG81Y7CC1a72X6Qr8QfLD5oidc5q1Gr7ghX/r1B1
PG5NZp0M1VaBMNEh/0u6Ms0/GP97UHxsf+WZh8HfET/5b3zlf69U1gVyBgGPAVt5x/1PoiKl+Jwl
uJbHSWmNp1W+SHsDVFqUmwnd+QsUHNAqNcTCPzKaeYTVrtpenNiVjI2DzawdHLsYZ5TgRjiWJzH1
lfOSBnPWElZh02vl6VIc4rzBJ8iZ2viehEfYO4S21c8ueOuTgmFwHva1GdCtl00KWNHaJ4PoZPI0
WWaTnBmWuZwEVi8P7OY461BEk18halHuY85s7MLCChdQd4eOOg+PAQ6a7nzuu1EduQhkb7u6I+2y
BAFCk5jX7bJbVMokxE3qdHmdlwYOqEddHllFkTeYA3l+zkgh9BNin3MDFIRkQkccZmgu5Am67ii+
16DfLbZNYTk6aIEHGfgc+FMdOkdI0nt71xPNFiN+tWYZle5s2xcesSXmJiZozUMF7qUok5exA4H0
DTd+Gaip7ttinuaoneO6jWZE2/tVtqXwsQjGq9lPkDOKdmYCICgzvxSDcuutTXF7JqVDc6StFlv1
ZsjABYi9G8ijlMrcIl+zrhqUlvse94BTVOYxoOVcPszm6uGE2Wt+0c9GgGYFdfWzHJ1i2vS6Tq9D
1aDy0QUWUxAmxm0F+vGtsrH/jKYyHLKtKbMqjkRD8HTcInvZFKFFt5DOArd1lKrORVGmqiEgDfvU
rZMPj+Y09WozUhMpi6jjYkbun0mGEF1qeVdZ4zTPiEHAhjoqKTMqzPph5rw+Wvi+akY2/nK3lJX7
glI7xCYqnTyJTZMAjbedxBw2Zh6DghM2d13Zwyhg20m5xEcIkXlWdAB9sYU4kcibcuzR5GMt61NU
t50uziqs5IOz2sGAHNDE9WY7JqTOU/afTLcrJC7QIBWGUUtazPuu72lRuszjxRrWYpbrd1HIvVCO
vFlmNz912i7cuoV3Nkp9voT96yAZGIYN9fcct2WUltlxMpYznG9EHF3mYlPW4mumg+GMaDaB1Lqs
n3IXi4gOTIR4QLEdIKwnkfaD56lr2q2tCY6ARoBjILXyUTFRkHSuPiRWA6JN5vkRdScIaGrc9aW4
K5zYPkinB9aesEcs56Y8CFIHdBNuzQm8p+eej2YyDyzl38XC3skaY3V85SPLcnGGw9QdxL7Tu2IR
L4RQPiyz99R65Wkmvd2iPaY9kxN8X0rnxQDchxb1hUbWuq7BWxCzLCrK5MrvjPEAo8/Z2jMAP1lX
5bac/BeANzpEgF28K6cEqxaxLVxqOWyv6OV1vkljQ4GwK6YO/ZQ9jbzvUx1Ti+FYucZl40XvWve1
TO57mZyEYfLNaf3raR3qId/6Frp9vG2dKtiOxnDR+Hny2KTVV5w/SZoZ7aPczEndGLqTBTu3Td8Y
l0kKrysu79M1rrJKFlIGQ7ECyCK+LczKu1JNc+s206NR9Zd4fDCs6E8FXdWRK4dz5EnVLVTaFnS9
l69ejnxbTjLBLN5ls9C+nukDvKt8oscvSS/YMRnyIuyxV3x5IK+7dKwdwCMi7Kx2VTQK3KAbb1ww
JyMssWvKbB94ksPcGpqjvOy/2Vk37nPXe2EqWJy3cPsu6rD7ktTjtDVHICYz9sIz1Y08Ed8qSZBU
wYWoPajyg0vTZt6XE753koSQMHWKr33YH0FaBV6T7rFCLJHr+DH1nKc6bFdrMxCj0tH3vY579oku
3ieLcHeerdJzZPm4r/WkK3qCOJ8RBI2p5HbA2uOEKS+jjsw+t7OwO00YdZ8MPugffgANLkHjaVCo
a3+grjVytpAmS7eDvzxjOnRVUSWfeGPZHSZ/eijLpLruJL795aSJQBJgX1mP8agZ90eWOeqLoCvt
LXYgoCxCbDO7Peu1s+vBZneoGvPHbLIPzBOeyK50bsbJuSxRp8DPon1j2r/LWzM8qkjP2qb92NCT
d7dKDy+VJ0GHs1PCLXK26+GukvajCoDU2WyMCw3vKmLJlcQaNF/LzNXUz/qWHFi9F455IiakqetG
P5UH0hUtplmruyUshJQvisFyTNqDcygGUx55qdr3csSb0JZk7YbbcjZYna0BUjW+SFGdzEl7YZvt
sVqEcTzWzlf2t+rCX7jnPsAeIs+AMFy3eaHHunVF/Wqp+cRz0t1M0bnVUp4BpoaHDuur/VIbX/Fn
IKEn7PjWtXFctc5JM6r+KR0nwjNxtoFVmWwghUF5YAwCpNk+Szl/qcpAbpKmf/YTPNgD8oxPnQ5r
RfzBiLFT1r4QydUyhPAYlIeraPhi4Ava96VDYrV74k3++UJ4DghEECOSO+JoL7I2iq2S7Q5aY9++
il4UNz3x4KQyJExAnSgfBW8gxHNib2OkX0YSDFE+a1P3NJKIitQmRNxt3jkpgai4XqyKlBQCcZPt
lexb/ezbwOnEBveW2dW7xXzjICa+PTRIbINsPccm5p3+TTAUxXTWV21+jOl9Zbibuh/czPtqBcRH
tHthcOLIV8scfFkdY3+f4xo4lBi4MKECbDM3WUpXsyXlnGgO26TVs04zc0qWb45oe+3vYkh7gXnQ
oghL62DXxuTmh9iWlq4PCpgVq9hE1UfMv0brlpdnkZAzJ4Y4EYAzX/Tc6q9KZeIJaaAFVM9ZYYGh
jHjgXHe+i133kW/geRFV1WjvW+x7Eve+mOrSA3wvNE1x7bCGvpYW36Gxk4Y9iZ6IV6IDmHBoHwGw
t2Dy3mwN4eAG+BDPiA22gZS3wqym0rjMRJcp83gICvGIFGca+22a98Fm4eBzLaI95Ra4wWn1WQ4P
g/iROGtT5wpJAkhO5lbENxVGgm9uUzKLS7GwmNTBCvOlSDfQK0u86WO7Q9eJnr2FmGeWboWEpWp8
6PsQS2rXjmKadXMXSIBSUN2KoCpF5C77QrFw0FwQSdKpLyoWHZtsR3X9da7m2d/Yqq0Ougeqxmox
UNljbXbfeg6C7NZMlPSvtZn35OFYDkAxUSxBvqOE+tIZQ855skB46fZx1zPvVjgAbys8cpj1Tdky
peugLG3SejworEPg0VrQN0AlOjcevuP+NGdfpiLQ/UMvMXI5jkdIQtsUuCwnqZqH7jgZFiekrIAB
BkxSvf2ojCm/JOwELtUu67rA3/c41kV1BpvwUEwVhlq5P+b6nlmSuoorN/HJN/LMjqFNg49+NoYY
fqajhgSSlXM2HWpdigb3jrwH8CsN7ygOy9Y/pGS3Cj5vx9xCL6iqnVGFHKAQdsDaxjgsNmSwEKzC
l17hmWqH+JEhcLDCREUtg/WWMQQIYTpfdnNSQ4lieFMem01tOXfpBAgKc6jDZY8UJoSN2k+l5KGN
2N0mNn4mkyRNoJ2Xvt8QhNs9EKS4hlWneURgfXlS9ZaCIDT3h45I73srtpvHocyZYHFgEZGQ7bRy
rcNU5HGNc2yimF9Vw9ZOiTcKc+Vu6A6MMx368tjzCuesGIfpaHH0dGwov72SJbudOxuDGyk1bXse
94m3LP7ZogPryGegcSICti3u0tiFKYNboHZcTGWsClIV0ZEES1KcBuVQbfy4VMTUePJGkX+zUSIo
N7inOefQqMo/MV8aTnJyfu9y7Qus4JPutZ5bqkSfGv97GQvvtWuwRYug2MP5GRiuRxZf+YX2ynxn
VnAhmoxAJvB1ugZTBgN1T4blql/le3h24ml2s9KIKrYRsqAZqVVtf7Fmeq3nylODzCfCLzPeoG/F
DNb0iid6VohVHXmFrSzyI60lHBjFWXmMW6/eu+n8hERnOu6Kaj5yuzDHw5Tp6cYYNML3hI3RSArv
GEBM7Od2DBhc1w8cO+XGmXXz4MxjsguB3TdVE6d3jag0hsT9aTgo0iAZQ0d90dCe+INn7kOsuqCa
jfZ4H6q423YzIYgpLRTOsp5zpNv+uwpaTC1gNX2dppacxbE6SzKW/TLZ/qYIOMuLpYQ3UvkFDVkV
Wtgzt86tzoZbEt/T41w4xN1V3h5BXL2VyejtkkaYJ2YSoidos+y56tZG1q/keVXjrWoORBwVuYLK
AiYaWZNDgJYzNvfcCSXqTDDeQVbjTCeZe8cYYSwXKF+b4yHufG581PBPZiZNmd8XP0Cf/yIx/zBX
hvlvkJhPlqrrT/yFxTh/YA0J8dQm5wSy8opm/jCisfiDgP8KNdtxIH6/86ExbTJc3ZW9DyxJWMTK
pv9L/+b8AZJIPABIANx+8Ju/ZagKVRpQ8D0UI9Bsoa8gBRlmMcDrJ7DVL5VFixzTC+RZow+z0BQ0
NvFl4THK3zmgZ0lgUOgxK9JzRjM9H0rP7OyYLi9gEk0cOGNVy+tu/KHO2OyKKZkuQ+mm2NK7WWtl
JIa1giwAklSZUjiWZZWSnygE4z9FYxu12Ndl+8Lyu/zInx0CODG1kN65U9ORbuZErlzYTLAjVj1J
rJH0hj7djDrHTB6GrKxR2pp8CIiVij4aGPWfO25qfFuMzKNoG6jQKUX9+dxRtGdFnkHlsiuLAG94
iQ1/X+UwvnWmgn2fZKI1KtHoU6JYOdSWTY5WPNvYUx7Ct/F030Zp7k/EBmbEee3t0aMN9UTWyI1B
dNh85NRO+RD6hXXhpI40d31SJpfd0od/pvi5PMgEt+8mtghbVLPLpD5lDlng2jaY3kNsccn7xCSn
PcqdSVfns1WG1ck0Friv15ITfzusWqRjp6xneW0vOX4AS7NM1q7wl1BtfMqSZSfGFMOunKSzOykV
4L0rkSKdM38YzsLVjYF3iJlzHWVqWE4Iy23VpaI+KY+ZEwQ9/Z5VnFoe4Hgk1aQf6iQOCAwIg5Th
1Kjr+A44e3T2E5SN6kixo9tRQt6UvWszRSAtJrZmtLSB/5x6NVoDgUPY3VS5/aOAZunuTNgJhwH8
ucXZpQ6eIXkiN2dGSenFhudOG4o76USIBxmPBUHSneaua6xDl2F29x1g2bwpnAxqqZi9EX+5oWLH
1Sa/1sFVnsasmwHwUS8N4yUdDSIQ9JRlp2askPn3mXpFV3rbY4qIpYGCcb8p+6BpcIQMsuthAoHg
AeFxWpYm3iNMszoiehfLvrekLgCIHAFPw59d92pwxtyKxnwQMHxTbFijsYS4SgcxKSRFutIPGuYX
znjtUD9bvZEx+raZ+mHe6S5f2xLuQ6RNM4P6bUskp2U90tNDQOm+p1YVP8fQ3S4RWJpPmaDXWONh
4e8OfkvKoocnTME/s+kb4S5QgsQgrO4QkwTURLRX+CZgTLL86Rhuczna7jo8A3WC64ynTr8VzCPD
KEhbdFYpvpLyxOo76PGZsGS2SVzFlEvEGMkRDbmYy0NZkNqF9Y7jH+BwWgzVAyhGLN2qUdd1Yjnp
1ieGMyPYzyq+mLlrXcUzFvpkLwGCpF0hXtoWP01cQjxdRWokmxJLSO8rWRwh/Em/pLxrTB/SYmn3
RDzATLpsabkwNCkZ0vHJ+TkU1T5IvtNOiiRyO2Ri/OEEIUe1ATId114bRXzUy9spTTBIxEwBARIq
9+RxyNf3E5Z5hm99bwaYjM64mkaYyljkYHiaTMHUDlo2KTNpz8Mgr26FxdV2sZ/Pd8s82enlWKnO
Yx16Q3HVaafDcVgYXrGNKbuOHCttcUFnHNTvks7TJRlQE66iQysBULFMr/ig4MKDnmROSfBBXFGz
FgORbpHBlA2/ztpca9oxT4myrhPs7xJZrHcXYqpIrqMcaYvKMTtXsHecSKKvpipYgibeBp0de/sZ
dsqjIchOrpzWGnDCNxpoGjgUU0zqDK1MOQS0r+WQ9EzcaYsvS1VPTwo69mmjk6WMktCt8cmYG91s
lefYVyxYbe7muCpXpa0DhJrNIHDbDJMqsW344OrItsHHNrEz2PVm9oJ82uH23KSXcSpSyrUBz5DF
8pOrrK1GnCjjZdjXVsue3Dq8gmDGegK0q1XVebx4tTzFNzOHRT/nRD86nEFDVCxuXu0pqvpw58VV
jQt4y6IYskTXYBOhf4UrZIzsDZYGcZc95x3LWmePWSayYYNhiYDlyKd24zge4bYLXe5JXFmm2hVM
Q+GEEarYQ+kkoQZOJKBcNLfYmkU9SBsAqFka9H2JBDCUuVXdZSqN663fCwiKLf+Ao6JFc2dlMoRZ
OBSrOye+aummrCv3MYVQk2xKGWfbzsuXdIf8FbGm6fvOiw4z0Uac9fljQDCBqI+dSbnTdBdjPGp1
kZd25svUV/XFsKxJnYwm/GMobdV4iDHbXcfS5YWrPffWMrLlsRys7jk12As3EG+9F3idBoIPKcSd
lkhG4ZZ18tVJ3BRygS9PS3NZvmWmNZyHEFwlYSXSDqMGRr3c0g6AqWXYNF6RrmreQ9GgR658SYrU
xE8/xK09yQiLouWqoBR/LYx+PGHIlGUA1U5/mEryFjYp2vdLhww7ylqByCkaO6tNIwyeyVWAvGMe
u4PPmhmmwmNr5KPJEHZPI0zpbPRuCgAHgM5u9XMsY6fHADlPiNhwdDdBpcWI7DwtW3T0mkA+PC4b
m3SFkkYVb9IVJldvkDlwBvC5kQTTXKBxfoPXnWLM7D8ZNhCxiqVkD7oLbF/pL8tSuUDyljcNwVkS
mmNx5iXGiIyBDTSub7wS/ct2CnKHNUDwYnw0FEYH9h8mlYAXYLil+NpB8zKhCnZke8D+Y5hAuCgU
BPqdkgzSlMmOv+Tmsx8k0/RizqBqZ7KMSyR6b0MO/TbwmKeCaBh+ckZePKf2U1JCRSUuda4Uk2vP
IbcMGQUDmEX3Ij5Wwzyk98TcwQRSBmaVN/081hIcIwcVhaFBOnHkscubm+ptSBS+DYxShCbxN6AS
ZaNbWodK8seEafwxb5I/pk/d2yiqLdjGsJ5mtn7AXH2dV40hY27iMxAABmc4e8Tza08+cXGh2CAw
2rWroDvHYFV25/HbzCwNC5MBWkVtwThteZutpVMz+KdJkaMlcJZEwlLFkDZ5In6PyQYsOcFryt2q
J8cm5he10iGGUh0jR9HgRYntvAy6H8qT5G0+iI0emuwVcjEO9dsMMX6bJ4qZtXtUMj7y9u3b4JFl
yhDSXrzMvFMCkcohaX1KYRayq2+DMa+ZuLnuBDqIoULrP4aTaT4gydDWoQqG+FUMmEwcaiQVM7tE
MQN5xYKO0lpYzNt+rAZoli2styMMiIr5eNUNDptZjJnaeB0Utsucjac8TXNr+G5QRp8H+MZ/8+tZ
+HszmItsb3ZKgdEFYzjvpjqrrc3im3imStdL3C0gQRbw0Ea5Ztoa9m4eTNFspOcmjDO5sXLjGzbK
/oBSW0dd47dP7AnZgNOZCljqpsgc0t8n4rR7PBRQNQWlLXcOZUdLtTYkoKixtXrqe4F4bW1RUMGH
WU39XSytvfMGC2a1rNMCO3XT1yU1yNiXBwoEvFdaVwORxJBemqjh3LzFrYfQdj7V9ob5ED53AzNM
d9NNE1bDVWxqb9f4hG0zRUxfa8vLi005IlyKQu3Mpz2wMNxxSmpSkWr0AZHsFGMu1XoESXVh5QUn
ZprwiDtfpPeG2axMMg+NPhqVLq82tYuZMVTxQqRf7KFLhuPalbDpR5i88hQXNBTFMyRMcgSICgcB
nWRDUw9hG03QMBT1eas7eEayDFrrtAglmTWJ3RnpDkbqiBcvIhMD1JK3wIzBK9ydIxfUjQwAMO0C
SyQTqocaraK8methA+w4+wSIp2D0QoXT82gsJVW0SuX3pMGrd9cyoc2fmhJdAqbEeJVwJqusWbaL
Zyq5bFrpo1YFV+29Dq7Y2A+6jRbXb8xxT9sRuuXWdxPLBf+CPxjv5tkm76soat+/DNjz45NlzUW+
8DumP/dIi/QQI4iB97NyBJHQ31B65jYFQtdU/fKDivNf/OAfq4vs/w0fbOamG9R7Jsf6//8AD2zn
D5wXXHAAy4YnYbowh36AB7b1B2wfPknC/ZhN077/L4/DdiFrOKtziMDFAw4IP/QXeLD+fZ7lCH6K
Th9eiPN3eBzWyo56hx0g9ua6Dqm0jkmKJUAGf/5OVS5DZzRVnC2bCg5nFyHNa81I5IUcGLaXw3Xn
juNXo+jMs7Bx4idQ6Y7vxTG7J5175NH7nQLSrJzmNjc19mG9EfR/spk1Dzg3VzAlB9Pvd23ewxfm
k0prSkZczH7DVloVzR/vAkAFbIbnRcwpjmIf74J9cJICwtyGEq6iaKG8N3BZ2fCht1uURDtVURtC
I3j3lr/8uMB7N6CfXXa1EcUUSdjkpnx6eKFu3Nou4RPMyQyGF2+5tcgS1eWiF4Zf4/nU4b7+62t+
JGatNiW+eH/NFQx698K0ngzEles1BSFjcA+jeOUnIxH89usLfYaV3q7E0wTNIcGDdfvJEoiZjJ8Z
TW5tMqhGI+M7qxpxKixSjs96NKhIQgjNxIngCYnkBOGcoCtYhpl0vSzxTtE/u0eBK6YxGgsL8U+T
2qFkvjkUxybEyz+FyzQs0vYyDFFchvJLYyuGy+x1Rbn99c0Qh/GfS4T4VNKXMS0i3OZz7pA5EOOC
rBMwKIdeC2aBgH4zxYJ8MHiMegfcVHO21YNPBlxlc94b8G4fQuRh2WGa3PJ0mUbzPI7rZdp35kD3
2yfoJFJn5otxyja4DtBtsPB8IyZQenDkwKCpWRGPt/u01lt2Cqs4BqDGgW8ZSp5J0EiQjnh9VNP6
0BBNLgR58SSd2s6Y7789X7U+6mx96DB9EnKT3t7FBPd854ggRjDsBAm6D2j6xCemlfN9ziUBnwv7
hyRtLJBw6zVnyRYaNxa7y6JfHWIcJizxs8HcpRMsC9gRof3KhHNBT0ZeMF2TZRgEd9K3o8Kzx1hv
tTs5+RnSQs1fjmYbsrTqdLm1kRzNkevYINh9AgN4569m/5HmfCJT0zKT/Bpk+6RNcsJWzNoaT6Y6
JziOzBaXPCPLQijTVgyeoDgQDmChkdkjEbpKQfZu5sIeH1uXSfxZavqt+iISSrdtH5fVFSJoYAY9
zuPeXRCBv7hLVS27SedZEDV+qPWFLlAeR+5EeNAuGNV8JQPJwCFFecjiVn2cHLwSpiXmetAfNnPv
VLgS9y6Je8PQmeM2SFR5PLgVXhVVknHcFwIIBG/42dorAjd3bupx5CMOkPMGBBmh4mS40w2Oi92J
JRhxHfgplolHTWaBDIXLGM2Lq64xr0+waIoT6zWNdUjr4Yz2d5kR4LpFLGW3TDPG4U/HDaa7xpST
s6FXJpchaSsGL7lkIKMxEcyJLLHDrR6RzZ1WvDUNOlqV846pJi74pAwQlxd0Hiy8QbYPat2kx6zF
Ndxbt26U/dbR9Laf1+vWLpXFLh+sG368bv1qPQR82+2v/1nNLuyMFmvGJTTCXZM0SHRg4HBvqGTS
yBHaCLaeEgSBEIIT3mR5RbX1u6/588cMgxF7Bqwt4P7yWX9CvCELWVPq8yjBIy5ru4K3MkMzCwj6
IkvhTKPxjnA9eG2GeBuHvdounXfmMGzaxAmMuGU+asnj+PUvxQn/8QxaWZX4YAR4OlE9f3Yx//eD
yZTPHVtvNx8UgLju2zNx355P2RuEM7brY0P5+VcY+38LsH9gXfvudfxHtsCBTJHvf0InV+rP4X0h
9vZzPyoxPoE/yJyz4dQK5JsCcv6/SjHD9P6ANosDBAxZ/sX3qSD+4tSaDHnWA5CKC2TJtN8NcvA4
xNzcfwvFY5Dzt1wMP55P5JDRcGFCbyEjX5ePtdLc35/rLe4cZpxfJkCReNGoHtYVgixxiPmhXaON
7laUHQaH7x7TT0qYT4zzH9cNGFNZfEvAaeZab7y7LgNP2Y5NdpkmO8eU5yN8MfxX66ibzrys+u6U
1o76kCbaLh7+/qX5XPD+WesnyM6fLj3HfltCFr4EvmHXypt23OVhTUhrnpmYWLd+mpwHSyb3S0JY
SkSk2URiDNK15Dfl46eY9beH4Ajme4Hl2mQnrm///UNADJ946C8uV7jWoov2rHKrUKSkGF3DFowC
teBWX3q1+YRMXGHhUzFw2ZghoX90jEF6ihlx30cIo5v2N2/oJwvDwSaX9WqvjrlvDuLvXlDNrNvT
S3hBzrzJiKsM6m7rjF11O+tez/hCmEKejlZfN7+pmT5uaD8eCpurzztaPTbNtfp9d2F3Dpwqlcml
YA08SXeQT1qG3jYGjz0pzcq8H1FefjHCVt4JL082v14d68v/d0n/19VJIFzv2Ma+6VP1WQkHzYUK
L/LVnZphQ/9kMQfYJ731O2fIjwKSv64EmR6EHoIJAXwf7xPvF90uRnwRk1l2G5iqPTKrwTz8/dsh
RgBz8dXrGC77x4tgQAAQFq9Bsg7FoZPoW05Nsevbvr/99ZV+djs0QpS46APEmwTg/WsrRws/Dbu4
ZBg53LTKay+xw2iPf32Rn70dfJLZrpise0zHP97OUKBTVWV2WWMM0UYEV1THgjHAVS5xA/71pX52
P2Q9UF6wTTAy//Rtyon8ojgrLp1uGXZjnybdpkqG4e/JiH6sAhptemoX2wlCET7eUR9OQFdFxsMq
lpu8Qj6gVljs1/fy2fJ63eVddg98lXFkZ7/hUHv/cqZGJg3ZapcS6NbYtn470hBjbrxhItc9UMn0
15OF4/MWWw0EnSoPKrxnGsv0D1iXoeH+9e/zk2dLTc7nhQCCLIjPN41QVLrwLy9UX3fHBSTco9Eo
9O7XF1nv6dOXzNaKXoTOHEsP51OX3JCe1sWteWFZcHnhKQzRIOv7tCyedNj9xsLwJzfkWRyero+F
nU/v8/H5Aj5W0DT0xRQXyTEUWRLQ7MT93XHxse9/Wyse+AxzHXwBTPezC3Bep6hiSutizY04ISCi
jhDGpgh3YbK2DrYobUwEskVCK9hxnLsPrreQSOHk9tnCHOfYysr4pm37/JpsSGKnO7jxG9vI8yt3
COvf7Dzrp/jp8bOHs6DxDkYg94YAvdvGncFqWggbF56FF8mCF8gTSHMTdbMTRtWciCMxCffq16/8
J0fHh2taH19Dnwo95L1zgX0Rc/MMTd4m1bo6bQI8HlIbG76oLld3GdMt5zPyIY2vv/4FfrYOfBuD
VQFKZjOt/fgLDA3DVjaVCz/Gx200OnWu0zT7zWL7WdnAZ4NrnOnh6IefxserKGm2WO2IC+oK294N
WlrD1kpNBw74Eo4P5FSmj0aj1PUQzlQ0+JoEzJ68oN45ORL9bWWXKOwGPCSK33zY5s8eAB8dDCQP
mRY0o4+/2mJaGKvB1WQdB9u4k+kVyXjlEwNFa7cUXXbHzA9ZglIQDDjHV4qDCw6QjRn/FoZfslib
r8y6p98c62/15OflSPxFKDgI+YCCT0tjXNxwUqG4GLLcPIG3aeWbshjHEzUqplWuhrzRKfno1Vqe
dt2U3duqx3YiaxW0oZIafuclnXWsm7o4qZHz3/z9hUOOs02GmEcnZ3/69bxmUII24cLoXMjTiCCi
vAiG36Qd/2RHpPvESJ08Z97R59OTYB1QhGS8gLk0Ftu2d9Jb4uER4i8x9PM6h83767v62bmDnyf+
uBR0mIgH63n+bhNolhHOh6kutBj6U7MvYCMUGBbhbWd9maCPh8zGV2HZLCbz/H/YO5PltrFuS79K
xZ3Dgb6JqFsDAKRISqJFdbY0QahFf9DjAHijeo56sfrgzHt/W+lKVQ5qcCNqkmGnLZMEgXPO3nut
b5mpNu1gPo430YJT75Nb8zd3Jo+kzmPjrmxW58PBLq+wiSRueyxiBfNPOryr+lR8cmb47eddk6TX
ECCLGvDD5+2FbkR50h3LllgEJrw0/NquPRuqxLheKU1svUlH2EUcVcQJz7C2gmXuE7itrfrJtf/N
ZoE1mZ3fQihIm/jD9tf2rYOdoT3KhFoBqcIDDvg36arP4Cdgby1nnWN8tkH97hqzvBH6gima6uHD
a+bocjurAnNOtw6+R4sdIjOtwNRIkKB5vzdFjQBp1i+mYvmmrOukMZzQQ296rXoEbvRZ+M1v38+6
EHHLA2X4SBZeUORAaRNHwH7tnttbhB7kyk8+9V9fxEPyxb7z4wRgrvrNn+9xRcQtmvDmWE56code
pLvVksr+ZP36zYuQno0xm9WBwYn18TSK2aVsLHksB0gPhrTzwwID5pNPsr7TX9dIj57smmUAAxpP
wIfTtVC8SrFseexVqd/U/dLvo2URYElHC3LmJ0vDXxcjihICluhv0EZE5/rrZZuxWaFjZmRYpGL2
TZKiTslkpfdGN01rH5XcJ73OjDuAbsN+onJ5mjU9OXiGfklb1MLV4YAUQ303dQjv+znPN53R1TL8
5H2u68LPF4XLbdFi89b+CCv0X9YNy4pwVuokjU4R4VZyAFGnemN6blk2gbNuZ6U4QzwP3LMtmZ37
dj/POzwYVvEP74H1nVAnOB4wdcZOHyOAcmMCgdXMRxu9ZsAxNEf4kKqffC8f7wFeBA4AmiNGgxBU
P1LiZxSTCpi/oxS0pFuZyUsbvIo5i+z4yYVdt7QPFxZGE3UvJxiCCT/S/Ie2NGTPDQCMoj2RHM7c
jImhcyCw2dimIG9XgaZz1kqCw8SYXAFXUt56r/EOyA+W20/ezfoA/c278T5sD6kTx7Ze9cfU7LpL
NhFx1ehyuFJVedkohBQ18ZzcFXaK43JmyBZX4xYiibZz7FjHTKsrkJz//i19PMz++Cb+dX0+jkgJ
9U6BM7ZHNARIvFhsX/FkFNgFmO1FOQLmXjOtTZ5DXYHl+E9XtfXVdQuG+RqjuPK/f308EWTDV7O6
o1NqMoBNu04srPKTBedjjfDjRVhqPE4G6Ng/Ur+jUWnaIucWqHv9uiKveyvR9entdMbtjWZaiuni
7y/qX3bo9SUBabBcO2sT4WO7vFBQYXh9c+w6dx0bSl2/KGEF37geQdpc5X4Qga5W0C10N73OgPZq
IUWzaflEqsL9/eTt/O4hYC7II00p7HAs+fUyG5lAbFh0VCyxd76M+F0wO5k2VvhM+c76xnyDUmPv
CRMdsGeX4YB7fEthIK6qsm6ePnk7Hxfl9epwboFczimJCKYPexlSI7eyjf7Yj7OyKsmS7kFjroAl
jlNlFgzCk5dVM3fNZqIVhNDOqe23Op775qDUqYfgxXRHy1eiYTjL0hlhlVKo2ngwyyZ/++S9rhvE
xyeWhZklcZ3BE43z66Vj11CrqSqPoyPiZWPkgJUDV4ULF6bS8SB85ogCgjbukibwOrW/GrCVvRmM
U1ESYAizP9kpPm7R67VbyzKXb1N1/2KHaIthiu2xPmpKs6QYlFXkvHgAP8vG1X53y+DgWEfjDseO
VaPx83mjcA2R6en6uSFd+TqrOdRZzyg4VOXCDSLypveiqZDrInlaGrDBeL/DujGKYxoxwANiBgn3
k8XqN9uGZ2JT0ZCIgDD/+KZQAMf64nqXnTt7FzE+htOoJckjkGx58/ff+28us2dSvqNGgVTCNvjr
x3eSyMyROV5WszPtzbJkDpg3yifLxG+eA7qMhkHQDAurYa67xU91i8OhPBp09xL9jbkj+28IBe3i
U57XDCgBbBW7v/9QfxmHAE4hwYFBDwcwCPAfz3diiUYS8MbLLtW77yq4MzNYhBS1L93BFADYl0nd
dosH0cDLxgKfjSbnVzFGffrJN8m6w4f75cHiTMa8CdAKdTLmow9XmOopmYahvgQivSA6k2MTb8BO
9d+ndsXTGb28I2mSaUSSc/p6MU1MoThYmr67gqJl4ueImcFfZiS3dn7pOcBBlijxhj3sMSxpulYt
yjcVy+JymJtCPRBYv5KHhp5rO7TWgM58KeMx0O1+OmpLnd/Ah29emAcASUO7BOAWlBWqIQdgIwjJ
SUnGjVU6yjPo0Pw0pm2O04Y98aXv1PhYyWl+sewuNjfoUAF243R3dtOMfnUfkxDbXfb2OMltw6T9
ZcY1qQQ9zdAsrIxyuO4YTEeBV6wkVG3Qo2GroijH/q7r+SsJ8kz40Wco1w3iSQH1sRPkxnN42edZ
JR9qYcx5mOrKUgUVfNYmdEbDeNQMkBc++EwGXPGyuF/T1KhAIfaGngcIK8VwmDIPeYo3GcOuF0yr
oExkieOhK2d0Do0Btod65hGbC6DaRauNTrRN3fSlz1XBZD9mF8E3YbKf6JKYna2Ru2DLKq91y7OS
gCgPL/pICCv2KNcpYvwyqq2sKs/BBUNv69Zl5NrE9szelE7baFC86coTo3tmRB1/3TNJrdt1RqS9
iyxVV7epnNBsQMJdfJQNsvHVdXlmmi/L2I/cdjmWBnbPQO+hKvp9pekucvZi4gvMCxzykcZNetcD
yh3CzDTzW320WlQyoMhgpEYVykeMj2h4G+wvzcboY6wIY8e3E0K3b0/Y2dk2dbvQTzbEYe1odtBX
MP2ONvxFq9OKzdKhq9jBPVseMEJCV+/1pKNQTUoRBZkOiJHtakg6aAKp9tYp9HKjRZkeq0EvloNQ
q1k5i82ofansHLJKk86iDBDU9wVUrL666ZH4d+Fsouz2e7SPWoAk2Lqa8bRcx0vDHaTORdP5Q0MA
AHrWCbpV1XpVHDIK5a72orqDatO5yOIloanTtpqFFtPlNUbdT2paqXjXZtwfgyQNdxNjAmk3CWmJ
xoVewEkN6yqLn8w+6dVtbAjnprLn6daYdbvcmmmWjFsGXlOCDHrKbwHwu+yPap7iskJDcjVGcjxp
FYM5f2Drhwo6efqrnU812O3R0zflko7njmXUZ0aB8QfDfLerCDEwCPbmnwkaL7J9KevsDpMVPqVo
aJPbtBHaBS4k5RziaSJwCGsY90q3Hux9pYj+th+89OvUR6TCpknaSBwRQ3/fg1c2ArzTXrEZFmmy
hmDxiCFrj/Dlf6y+/1++8G8M1n/aiH4jX5ifBGfEN9ETl7l//fc/fuBP3YJlfyElESgcIWi/SkgV
W/uy7lMwv2h2r4GhHL7+1C24XyzTYmum7cS5DH0pf/SnhlT7wg/oDrsL530Ghf+MBYac9deNilAb
gwkUfXbqSMCJH1tcqFtdO6c0pMkPY9OH2uQIGoyVieh4ssFpizhbHsdFM++WOgETLdzV9m0tTdJj
QenHG5lOCJ1nLTceu8RNr7DMsGc1EGoRfy3Gq1xqnNddLA6NGtXXEnIma5cyoS2slGY6N2pNqHj/
x/gaepTuBIogdmQYeutCM9EZhN7UWvdTnraRXwOsBZBJiqOFr2M2C06oGoD0DoT3jYxVFO0MbeLv
Hbf/kSchNcKOGWS/VXvsRTjy8+47PtxI4vQyymajT6rz1JpDfGrqaFzRxEb+xmmXpwsWGcc/SJXt
sMkkjlAmEd1TqyZTAW+XvdVnP3TNM0UI57zRI4uZgE7ZH8Lhtnu/NXmxjaZXnKVtqcUPfRcPlyN2
VIjXrkd81hiXsNo1rGhnNsbOQ6m6yhAC6lDwq+JP23ZOn1FONWwZfu7QM/HLwbNGjlFkUazfS2nt
cUvpO8pupz7KmLOGH1uT86CBPcLAAa9eCQETeMlekcIiPwNAhMW1lwIYNPMCQBlN2yVniNO9XQ28
1tob0rrJSbu/BsMTD2eyYzMDLd5r1wro3ILmq+tcmry/OIQsaCGcN5zlLsYbZFJmJe5etUu0xZnT
uNColWieSTJJmBRwDXG8FqXiPdvtZCRBjU3vWZsAwvlGThjhDvWtdcMAfEZaqRTjrcwLZ/Q1s5u3
NSZmnIJJ5gY67PFU5LS3JGBiNGNefTmWEgxz0VOWEC3gaO9QiDG0RRxvBTsFoxKudhGBUsAym/lL
oaOKRGuPV8QZCfUJ2JXUr9lgzq9GV1Vv42ITNV8t6le7JZHgLKInDSlD5YAZ1LJIGloGhTf5Ok5l
vjJwes+JLXHftPoys6i73fg4TlGNfaRK4mCmamp8sL3LrrA5euAKkJcLyrJ0o3aiVQK63C6HjKVt
H4GkuPbaBQsQnY6YTsy8NzeN69gHC3COFzpob9B7InYxN8guW+wfelW3zwBei2O0eMWwWRKn2yM2
JOPEHYvS3MyWbllnjj5C6FLxiSyh3lnnWmaUEcSDur7FUWu4gUixyeGvsRsRTOlIiMYcE3x0VrXZ
eGq9ucz2zG3B/9twsTXCURb3GcYfLPWWuQPpZqNW2cdJ0Tl1pdkiv2r42XpfjYfiFcNn1563npNc
1HZBUYvacFLPNLue001vUBsHTDpwnM1jVb+rpUjecr2IvqdYK56Iu8dNpyu2/SCKQeW7g0bzUCRK
rfhVnI1KqOKTRWaENQk99eLRTpyjZLp1OQBlgcz18TjWTBE5KWrDozVlAN5yc1Zg1UCr8Usp8q9i
WZQnGM8QqyZyM1+dLlZgSUD2uE2X0ulJfdEKIkEgnNyIptRO3GMG9DK9JvUczk2ebVbmD+gv1IEE
Axl2eu9GKv3NvuTG9dtGRf00EBIUb/CS18N5b3L2PAxqLafjaKaTQ2vUcdMV9TX0B7vyuBwm0J6C
sxeVIDQNLKwBmLXWviVoJIe03dcN03QwexmLXJkN+RTiA5TnkpNjfgS6lRJnlXRqGo59jgc/w5Zr
ftXKWH1WMqQFiLeTyD0risVGkZnigQwtSobpa2O5VbZrjFrNLyqrrQTu+9q6Ggpl7k/VgkcrMDuR
otGExuFcQxxN9EObYHM8KE06RYd2KKF++0tqc+T3zbHBve87pQAP5bU0RDbdPKh3DuhnmlQLrZJA
mA5FEOA17u8kMcRw1F2CAu45b/XFW17knLoIyHHlFg3eWNNRc935LI8HHLb09s1vblK6Vx33IjBs
nZ+HHahrz7FVKc8lz33mtxHflU8WgVRDzS37W8m1WdD0NMLbZuSgTlvFRLAUdnOSHDmPAfwV0fId
IWw0MPDxMnhVqqch7IPdtiKwlSaQOJNeYpTTL3hC269Vk2ePdTM550lia98iHugXQkmSBRIrpQgz
5Jm2nMwX59WRcrhbyYQqJmj6VoEhoiHzB4g+xDmoREWGbRe5HZBK0/1mjJNXndstgd1Bv5QMx5u+
7Ta62ywwLskWeRzkkkBDsitWmzUtEojlvFRaMHoqSEAaIdkFvoDhRreFOe9kV1v3SHQIN8imYb7T
64J7D/1+HGPjis3RN6QUiZ9SUUHyKttyCSvV5QI2LefIg4bzF4o4zONkq410U0hymRySEqJmQFU2
kVClUMqSxUAiAo5nukowFokCuUsd2bnB7HgNGmm89sDEIfPFfuZF+cXilXwe1mN7o1gUdoEJK/JR
H8w6peWkNeRpFuAYtlnpWY/IIcp3hzO8CKrCrtstdXD2IKpquoe5bA1+DUbnGbhAf2ugQWMHNaei
9Au989jFp76D+K14+7H3uleChvIrrxlgNEtoWwSToGErN3ViFadZ4M+fzthtPaGeC/A190MWNTNF
Yt8MqO8V7z2vyvl9RN7+rpm1yupUmkcM33ZFwFHbfbWEUu7Ib6guO7r138kqQ+9vaH11S1OYam6Z
M1rUA16ffZpil9u5ygjJSlD2XRS9Ea+8SGH0G3JKkCpoS9HTVGH2t9EWvTQC8KtArXt0cK82zuA5
nGr4FztGdbBzCC8s9uo0YlY30HXcugbkOxwVsUdCSlaB9lSziP5DXHPmmjL3tu8iuCKpl0OWcGqh
VIEhS/U72MDxu6cKWKcxJrfUF50BnQn143KkQasNIdVht09tYk78tC6y42DGBcPyErJ8iH88vmNH
UfN9hvf03nEYDwTG1EXExNnAJCZcKGY4J65Os8QZZmMLBq0gMxuY611vCLU7Wzg5fW+dpIChQQrX
7ZKp9VVm478IRhXKsT/FeXHBop489ejxX8shj185zc7P1HbVo7vkC6tQv351RrrovEuHrzrgmXda
RgB1x2NuR/1V6kQJ2L+CDLV44DjmS2dWgbopeX4rEULlIY0o+2EesuVcxKnVbC1DeutYpcdH0gId
1fZdSvYVe1Ks3eO6r66gClXlrqqL6ZUpZdKFiF9qoBiAXUN49Br0x3iAzpVEjbPvh4x6tddQWsgF
C2hodBnZTyKGiTKkhgHwPumcOOAeXtNL9VGl4ozr6Mw1RtZGWitEBdKejrdxPVGUw63QvnNGKOkP
VRwSQ0AL3bekt5URD8MAA6WO29zxu96DyWakqZLtvIgmTKCYke6Egr7VNdkVc8yc0ZG3ZtYk3zCq
k7KiUPqvAUR68k0os3xzMe7Gocg5OvlCQxYV5JWSnudIUk9D0ykNsRfSuS3rTKP3WkTxcYXUryl+
9ZwFnphAnCsFsxsaH4l3xGSbGlAZB6D3g/IdRp4DuFPBWY4jQoqDIvMGHo01W3tc0eZdNmY1C2w7
8w9UVheB3tB5D1JEKEJA/sZkExnSyANvSIBY/D8rg8c32jvt23+7fKq7/7YdxOtTn1biv68V90tV
z20aJ/3/+PW33R+/j9+qtQz95TebH+XnaXhr5+s3sF38KP/Qn3/z//YP/yxib+f67d//7aUaRL/+
a0T9iF/qW2rOv3FUXv+v/8lk6zc/8kdJbFlf0I0zgkVYuE7I14rzD1Mlf0IpylyJ3qkNuXxtgP9Z
ECu6+gXHJGIMZtO42xh4/mdFrOhrIY1OBIEGI24E8cY/sVX+GBf9q3WLAFEzbfSUTHAITUaItjbP
f+pb6+7S29lKHBNOnihHR+ayCtxJdEpIEqTtbA1CUngKWNSiwBw9eBqRPnPm0loTHzS8mYXWWgTC
8EwZKyAG0SK8bq9NOuCzEeVgcXA0BRFHbSXgLN1GAvYHGV44YYcKsPatNtGvSMJTRDgkHjkjJsHi
kA9Lp32Nzcwjkoa4yOsecDVy8pYEFILiPQCbqRy6nRlLAwOogYtzsKuXWEkdUm7a6vWf3+hf/4sx
3ZFt/e2NK594CH++03/8wB+3rcENyHQVp6j1h5eEccafIDH3C3gfg7IMO/AaZc6L/Mdtq31RuSUZ
yzLVQc3Er366bb/wt3kKeBqY3TOJ+kcoMfMH1v9f9y0dJMdGBIJskNYQBpmP920FdGruPeemzxOM
IKlHmJFKHtq+qWV7r+tUkZ1nQ8O03erEOu5eSs2antnMSYDNIFxQmORhzBzh2Pbj9KBPkbyZiVK7
tSqj3g744/dAPTJAPNotD8ByB8eUcjvp4lNUDMu5CYplk8wKnkh6OfPWbvi9yHIKp8F0cBD3xQW5
Vi4IR3iXfl8QWLnNlHaAYYMrfkNDafyeu8DOYWdC9AxT4ViPVqkxOSKBR7eDAsrwV72t3POssfAJ
MxspD/YgPXLuGpskyamuwWGXmM6KQC04vYAV47EFmJruVFMFN0XLjbBBi8rrVBrCTva9Ogz3YDI5
vjY0lE6lzJ0z3kp3WUbIrpoq0q7MGlpob5JaWc0WWZgTYat+LnoNrII6cQrK4rCvtQMABAG8NT0y
RlXPiS8PS7WerqTz3TOGq55D8JwpUH+a5r0xHmGkyRM74QH8wzNIigtDdJuoPF+q9CDH/s4p1cDK
B+KDKAxVtb1Rk+hVISXt0LTye11F5Z7KR//ammAnWKr81ujIZs3sZ12d3AvK1AOX6qubmDeT19Qb
cxy28JFmSEJJ/Jxl8AiS2n3hnNwGieVMT2rZv+KCIXgO8vnDZHUPhMPtpa4cypYk0SSOimt65iC+
mql6Fap9Y4v23Vw0nBfmDe3rHTYoog3bLUVLHgiFXzV6ZzJvN6gmKMvyYImqdpvVbk0UWqRvWsW8
tuvyti215iLT5ZNlQGHx02jXjDPXdCDylvi6s7E0Df3cGOgcTlVK1JqcJWwp6FWgekn7i2Srvlc0
BRtd8Rn4AqtQCHbSCTkikBBI+5lFUFo6DvvG6LN7/N7zYXLsIE/wzY/fGQbaw6tCadTGThgLDKtw
foMeXavflTOz7tnt9E1TJy79JZNITJhrVKmW1UYEiYH1oO8ezcNBEJpLfqvBee9CI3ntCRSUuOrG
2N5w5o73VqKDkWxrDQQOuP2UNokI06Qr72HgIlBBZY8fA/wm6iHSAfmd4105GUwsOXc7yBzf1nNd
a5TXhpzDMtZvaLP4TTGbYa/XpyEGD25NZH1YXt6dDwb4tMJMH9Q52zKOwgzFSIIOkHfoAA9uhnq4
IEI12ZEfcGEMeYlzdpmDFSCTI9QDESZB/QAXTWDIHKli1MPCDAyLb1xx/AZASlYWtauz8B9zcUD2
1c4Z+NmvjUaGKySg6EKoEwjRsrhQ0ML5pSATs1PKccPuBlCmHCASVfHNitvei3nSbxXAtSf8XlFQ
51xK+tbz1nPoufleP7wWafytTNu9UryjVtNuCaVt6ILZyr2wTfbYxtsldfOtxjC+pQ3L8mRou7wE
22e7NDMnrgeSOQtzRj0Fo42YNOrcxSdNt6SFo6KC69zBRu1t7swpcreakNqZ0ZnOswZIejskkkN6
vegP8+RdxznEakWFc1xnu0RMz0xCTxV+bBqhNp2lMEuq/qYbZy+YyxzXsOpiZS6jjNTEGNFb9hJx
6UKSuOE2RtZLMub7uclJFE7u47p7Mechf85Ft8taRjet1AModkFUminzWiB1uvU1NQfCtqxrRenq
QKVgDHRz2E0upVrL44iDfJcSKFzpfAeppDc04l4XbbETIrKOGazjKz5OG9DrTI+lRTUJET/aKeYg
N5VrHOJ+jqF9SRJ4NWdnJimFPV0A/C0PXqpLvnG0BLe9WOIDCUokvKU6cmSbJO+RDvQdLKVvWWOe
9WpiUO08OK5b+lJziZqvYcFHGxZb81vC/nllGLVxV8uBVd2Nn7VU59kF4g+pGTh6kzV+tTjjmZnG
Fhlfo/nCRD1k6XETX+8tZV97DFSNKVHODXVUhyeEK+W5qQ39czVRD/sTDdAXoSvCBKJjSsg5KeMa
WDxqE5aMFc9SLR1JHGtz91KvKu2ORO8mmMxMUc5K1ToW5BUfy1FQpthtZFxNLaaAvm2J2shnb0sA
Z7uXLREQEIFomDcG/J7K64pjK2SylZAuAyWXBQ9mp4aZQjVPNW6BF0jTHcTF+WxCf/utjnFyluUR
pNSuHWI4fzsQA8UOR4DYGUsxDrAO6bl08bgfK7nDg/CO4LQ5NyZI9/FUkHnSESaxTRtT2bm9zLbg
+6ItlTYIu3E5b8tGuyLKPYht0gFWq+Y42ff9RC+dFlR9vXQWLcHuaVyydBuNtXOnDHO0nRwI+b0K
fBQwuNxlZhdtIrex72M1r54Uo1huYxLNNhMN8ksm1Nk9zMdkT76ZcmYaaXyQWZUcct1TjkrRzicy
x+qHdIbo5SdrSRn2hJXvKRBpFMrevu5bRVyQnSnuETWL5wTUwE06GVFIW6kLhRmpW4TO0RUazyK0
xQrd0ubl5Z+fcC/Tl7bqqvf+1zrsR231ryLtv9w5eJXO/J+RODdv4i1+Kn45CK8/8edIkzQiwuNw
/eqcZxlBrmXaHydhRXO+rBNJ5Es/8ooQQf/nURiXNnUdBRruLlQxv1ix9S8AYr0fUiQNaon6j+q3
j3pI9EaUgg6cHRPlLe2yX8u3KhKwHcroZKeK9t1ujeKODqPsA46RpEOaJL2wJJC28NMVuvrjmP0z
TmYtCn86fGMRwE7GGR+XKHKqv1ANHBrVDOm904jKHZximd40c5x+Yo347YtQSayKPRdZ6YePxpCx
ceHXnvLYNL/TRe4g8zXT/EcL449uwG8+ykfp0vpRmC+rXBZeRv3ocBncqEGx5Z7Kgbx4n16ceTLd
dEQpITGcCecTVs1H1duPl2MKzS2zVtv6BwlinmnSWQbnpOVac65Oxk1MXXLRDa785HP97uoBXfqP
FzI+SLJs4enoCZ2TxIofJuQ6+WCH8k+UX7+7+xBiUAbS2tb+4uC1424s6fufoOp51/wlYjUm+ncH
0KfKlugb8kFMJBzh39992m+/MwdrA0+kbSDm/PWmh56XEm/tnjroN6HkgEqTvjdNjqkWuZGVl+PM
8qKNcArnm+V2Nt3KMn4GWkNUshEN7I9ZXZ47rdccZFJoUQg0k9Pp37/L314blJ2AfPBdGiuK++fG
ytC2Q+NlzgniEFz8HJRUgMrHCRh8p++6sXhAhEz1E1Xgb751FxEFtxZ+GkSlH64MKMYEYqp+mrJe
O+it9MIFJPI/fzAxhvPwYxFm2fkoMweOOBKqqZ68cswDPeJQkraDu/n7y4d8+C+LjENXjAKfJ8V1
0In+egHrJM7atoaRsowOSa/gEL97mVtUBwRpbhWmrscRvtAIFghHXRsICRAo6hghGtrAYVBt3i0A
p3FIzjJ59p1j1q4PaTLDILB0ThlmbRJd2A0a1FBWk5IRyu7Z17mci9lHPhxdLUitFaQdPTN7z0vr
OweC911rlrb0x6lp35Ox6wffil0VeQTTUY2B64psJoXe+DaN7Sg4ifUQMWvmvZAqtT1wCYYasToQ
aaumaaeHuPuWDdUrSCee2OkiVqRxqic30kNRpfmTpWUpqeYruTOoHJsozsYwVqA/iMhZ8Yzr1miM
CbhPbVBqaW15WvmYy1nO/1izM1vOcJ205KOt0W/mcCkAzlpNXbZB09VElFRzyl9p+qh/MxNCE4n5
7JWXeNCn9zbLzL0reocxKZKDMXAhDt5wHb09o4rS22tL6QE/dbv43G4qQmEwEve3qpHr2TYWfbQX
qiMVgskBWvlEFyALjfJKJmcgu8cqjCm/393YgG8dKxpjkLTpl+pClymTZoJpvJkRj8XpMe5a5a0F
nZQzOjCtnWfnmXOAwynd7eRa+qOIbGiKpUd+bWg2Clm7LXHJDa0P4d0YDCyuYni/RxLKmz7Icqcg
vp6cYb8i0eiOTSUmX2MEouHWtnxwFTlcEEHuGmFj5O3VMiIfaMgle0o80ib8LAPAdYasI/8OhF5k
2zS3RjvozGm4SBFD5Bsq2xYjH1Lm6ExV47wOS8eTxKx6sqZOUukP1ACVlK3jtg2jIjsWT6k20iU1
lBRlq7bI+hneKoIQuO3VEexqD0Y+x5nsD14CKnvJUJJCZsrjF2ucwGBjlHPyIBbt/KLKZsAx3XFE
NaZc/+YgnCvDJcmmzEe/uzI8G2k0YVtp0bHKkSpeNowo8IZbspKhm7vypk/z/qIxKuNd5Q6dr3JL
k+d6nEtcTUajwUCHsh7mgmqCmLWEshwSBbNGsXjQ1kVhQRPy0CIphHUtiIA8EyUmM+EW1u5YzhVQ
rn5QrxutFDxiaisJthulHoWjV3Hun+OJQjVWE+ddkhIInW907a3SqTw3XWMBiTKZurlh0agZQgRj
mF7SSTPv9LzoHmXfpDeOdMqcVp8920gpBhQQzVzcmU5pnXJjSZ+9qXSBxJkeefGZV+V7JkZLuffK
ZDo2E4/eWSrMaj+UFfUDn7V+pgLkC1qgxD+rahQ/8A66bwLGqo1CZHEOo45lIXS1ynv0CoPw63ls
0ZfWXl/SuIY29xAJEo83Otd2ZY95eR46iqpeFrnaPqbmQhy1mMrsbeZrIFlYE+MtpVD1YudK9OAy
Qq39Cl7wY91p5v1krCPi3MvE10zEdBjVH1EjVlUhq4SObhlBxzd+5SoWTSJFOOlDpCTJpU4qocDC
H1m27zBBt7dRtbRyK0uqOOCmRi1CJXasu8ocx1u1WO9BvLj3U0cdF8zgslRfgwPKJ5iaWQ3ixZT3
4FOjU0PaXn7WgClLfXQneXoG4YB4KoFO6VIlGQaVrOJac1h1UHaDPBLoaVGKa+S3WKn2LtvBIkmZ
ZZnMkLaLvZANLCXMStflFTBljEzVPCdBainahc1RnX7R2BvqZrD0Zmac6sXkUhcil1ymsTjl3Pfw
e90agFbbm9ZVJ0vFCFbtAolHpjAPYybzPT5vx72cWMnrx3JoKwTspp5GytYTCswQsmFwmTvByp9I
L9CQw1DXWY6BltfSKpGeD04rjRurZKqHErvTjz0iauJRiIYvQ2XELnVQANF2l12RZ0ooesGTa9V6
7QUOv6YtwFPBmNZzCWJ2vGWNNbdidFK1TtfLlUtaAAZw9HPNSJ13oso9c1NMzFsWQ4KYNuFldwDh
mjqQSJdJ5ktH9RzTkj75ICXsh3YlF5i1iqNfXexRBINhK69jrnT3BQFH1rZj+NhvqkxNH4eyzK9U
UYxvSmJpb5y/EdnRueOrx8eQSLJdYlo9StUV04bgb/NU60kiNkR4EbB876adetvMDQPcekZRvmvc
Ke43i5VCwq2NiratkrTzhDK5nIuwnwomtk6RGa+IlLQZg2abTzsbuSjJULQ1EekAPpyo/OucbC63
dY5FN8XOrneLDCCt0YALVL0GadlY54UR0DltvmVZ70yhzmj3W6S6c++PToaZPIKay0vg2CRQ3Fzv
LNNuyOtuSrSAvmkkkR3Sf9B9Qwj7Cdh3LjYkK0DyNfMOoRPAQxI0WhuYH5lJ9Dy3/5u989qNHEuz
9as05p4F2k3yNkiGU8hLaXRDpKmk93bz6eejsup0KlItoQ4wwDnATA9m0F2dySC5uc3/r/Wt2Swk
S3zf0SADIVcrgUoUI0WNYRAMRXVGA+TEefjNmE303RRESMsOkZNstJaFaMvWI4eMq68CGHYzreEh
I4dUSCpJHKIeMij7WgmZOl6GRq+ghVuNiFY5ViBGTVDMkyTFqA/sLBx0+CFWZoLEArnnpUrMMk/t
pmsuVX2e+m1HyBsE965ipRI5UP59guhBOak5rZTjzFLgBpWVpfOh6CrjIxZM50AyHyDNfs2lUtkq
TJtelVFImd52gDdGSQexVwlb96GgV1nW14sGwJ3wtda6XQrNftKbiRJv6DaS/QmqEc/RsjBjETIo
aoE5zBraEIB/qEZSVKkBLEvlGj0+dHuHBPCGlyLYOBjTWPA4CZdGoz4QZ+GxGg2pR8gFgOzWNjEQ
dMZqJkBXQ9uCaALtxzwYw7DXn60HM+rinS7BZ9/gMEMkz5EdowI6u1rZT1pa3IufLgY5QVJsftob
OreC/dhaqho/hjLE/mBaqHV2rUs3yBtYRMpt3rdDzyumCurXas+q1j1bKsaf/op4Col7nJ6NF80Y
Nbgw3AaDM9rHvp6zLchsO7uWKZqzOSuPI+Ez42FezHbwcAcXkTdFCLsYDlGNtyCEswz7s6UOPUCP
9hJlBlWLzzAnGW6Q2mmoRTrSb1FduMwaGS9I8dZUqUVp1qDGfhHXqcb6Cit8yR8z9F3uJp4XhXkZ
rBd8foV99uzEysMMGgjQmRjH/kAGZjb6S56kn4ZktPPD8z7/f5X0/6WvFJY36k7Jn2375V+nP6sS
H+O/9fTPf+zv4pNKABNWWvyuGuZaY+1y/l18Mv4wVPqRLgUmPIQQJv9P8cklkBujmwuyBKLCSvv7
W04voABSc3IdbLo2ggTzH4EAz2sZJgVHiiaIF6Ck8PvWY/ov0oFW9iUjyTkQAal9kXiM5CbrqUEz
lqqfo+Q/VmnOz7VciloTR+nVWiCoVb+8VIdjsWma+dBa4NonLGgb1QL7+svzf6UU9PpFbB2HJE8I
VcbLi+i1zvEjmQ81BVjf0pMpUFI2Fm9f5JWHBq/XWiUffN0Un15ehGmJJk4xHbhj+o/kNuwr3Zhu
Z7MJ37HLn98ONFUIYRoVRg2FB1Srl1eiUDzF4VQdUo7B1UZBis8inmE3evuGXr8MpAMdQQCSgLMb
6sXkkphSH5KwNx6GGOsbbrT+nbrG+pf8WnDkedHyhPrN2s+9nFfpUncZZjmZe6uY5G6YegRhRif6
fAX2qgdp1M07xKTf70pQo6U+R5VDQ/BwVqfTO5f6Dcor5HGF12Mc9oCTvFfjeO2u+LThM4C8YcN6
VqOze47C1LD2Y2JSSLHQ/KuTOW1MBQGzA6z/nTf19uWEeTYgcuL9xkXR9iRcWls1hTfTg9a/jpfB
3DKPNLdvDwyd6e78peHRR+9h8AjRNyF9+nV+WEQnhmou9zmu/KcKsu/XelgiQnUzkka9LNFkuMkK
J7uZxSgiX2cnAZQaJO6jGjnRgi3OGttNVOb257rQpPDtigz2fZm55LAseSUeOywB3aZGG7gfqkwd
v2REESu37azrXLbrGi14+57Ov15K7Ux2NHsFp14+4PWWf5ny2FKG7LeHfSw7HAbu1JLU6ph7cB/J
P/QTr1cSVNeZipiP2G69vFLIZlfN6YKXUa8GihHZ3tDK8U98mwhY+qWe/+G89Hw921Z1DV6MhZf3
5fXyRmodmsh9mdCfxfEud44zT/tcnbOHt5/h758WdwbAkLwA3aahcjYM5xRpJwaXPUShxetKKN85
uTvvVKZfucg6g7P4sWKwHpy9KBIzhEzDam/MNk05m1A/9tHa9u07eWU0WIDSkTShdkL3f1bi1Q2a
LoNd7Me+qj1Mj84GXfe0SRureafk+uqVuMCas6AyH623+8u4s0jsNZS52iOST06YH8hZr8o6yKfY
uH77nl57cBi8Nf7FQGfCfXkljvT6rKHdlrpibmjxj15ix8M7y/lrtwNmAOOn+owlOLudxILz3dnZ
fipxtU44y3Zxr7GElIN5839xO2xNUFHq1LbObwcnsYRXnO8VN5G7ajIIxIKZ/s5gOy/18+1wJzrq
DJaMlTjz8pkJdalMhDb7yna/WHUuL2sbM/xU6OIOfrz8rtVz/U4f6dVLcqRmA2EgBT1vjiHltagO
pHuycGKPlKxyCw+t2GPgKvdS9jVZ9EpRvXOfbLW4k5frMHtRA36gq7FiAdt9eae2PeAsbPMdErLI
CUYxqd+6KiGYpuNjQ16ScXxOe+zLmPPr/rOhtulXYhutciONqiOcmR3lVV2V0zU5U4tc3RvtUczr
AdNxUthITEEEqfH7UenTd9+O5IU5QZx1+LAy8o6pWtewoW47DGFXHETb4SYdq9U5RuGnu4Ov5OSb
vlFV28c41HPgCgH0UwjOxviLBc9fvdMTE1871UNheoIuIxo7Lf2RWG7THbH3GJRfSDl4IBq+rrfY
81WkVNm0V5d+VejMscqJelDtoGt4GJ6tFdMRr4XdbDRnwOzUFeEYaG42J4cx75yrConJZ2FIoi8K
jCOHcs7CH41pdeZuznr5ifwFu/fTPHNGfk4a/UnppkSoM6DWLqzEzrZRtML3kliVJ6fCBr/Rbeo8
XlXOg/CJD2uavVs3SG7qpnVbL8IPxwuxM9LAokYyiTfpKCfiwbHYIpCykZ2ntkh0r3KsKSZvcDE/
Ufzm5Eydo/gRdzK7og5T515IJsJ900jcEhHy/i1qtazBsTpr381oRM+Qd2L8rEZavQTgoWZKXD0c
t9It5XeFKBpiKooOJ9IQry5JlWini15qpKvJqaJAGjZlL/YREUjkEbs9md6lYsU5h81S3g2mGMi9
yvqvhNQtnU+ooSpwu7XjQyrt6i6uwwlHGLmllrFvZkXCM9AnLR43TWI5J2o+SbqXHSKlxawq43KJ
J0pIsaZVu9aZOTMvUFB3bd08CJLHw70jWfPqhl7NFmwaLZ567AbiwWfgnzg35B3GZ4i+Rl8ax97J
sg/ScpanPCo0srPm6CO7/jkLTCXNuoAdviU37VAWD5HoIXxhILY/FdKpBh/2DASOgeyGzqvtViGL
M0WKy4Dsu68S3dXoz1jvCAVNRfJliFPrOxVVqeH1j8hkI52d3mVaZHzihYVhCkngnP9AQcW01uVE
2/spDrwvyxxV2mGsrTB5rJWOp71YQtIB62EH+2bepvfWVBi9p3CWJICxN+zKG5hSOsruE2ZIB2sa
1U9LXS4jm0D3TVNIzkZR2cz+AOF39iE6KDv2Q5HiD2OsfDDsItL8cLAFSIq5oZ0etb1ctg4xI0/x
iE0RLtIgdzFzWhfEdK9z3E248G4XGgWqHzui/SgwUVZ74jGhNEiZOx9ywjbqTRlLsnhcyuhxIMbM
/UADksRIoyGSEFOkit3ZotHS+7GRF4+1zZ/a9K4Gq4H+oIl5LI6Lb9ksk/s8Ic4ikBMfOnHDdkFO
FSbVH7msSmxJ9NH4vwUxYHSKrabyXd5FtBHob3BdGARKbBKrDL+JjnayBzY3oaraV3m+rUUHBiHX
1yRJW8Rj75uVPn9LHfIstzXGG6LhpC5JKgyjtqataOXTh3msTcv1awwzFOzzsU/DE/A4e+2AxDpd
LE3T4kuhd/3PFfh/yy7/pa8ynP9cdnm8/9eHpI2S8l+HLkcB372ovax/9q/ai1jjq9gJ22jajb+E
7n/VXoT1B9k8dL4RwiDt0XT2N39nMDh/mASYrNIEsE5A+tlH/80ysMngNjnEWgCZSWUV/0wB/3Il
5szuUPkBtI8FlGb/c4rQLztCxaErEpU0zKjObXU2N2jKgl8ezCv1kLNd2m+XONuos6fCNbL25ObY
vNTJ606ocIvRvX/7Mmd7ir8uAz5f5ZmwgTo7JvbKCAqFjpof5tO2MotTVUk/s9wPSvXevvNcOfJ8
LUj9eF4ovpicvV/uX1yrwpe8SPJrx/Ei1vqLNQU501SfTeKuKQkfNcaLinawGWfHpJBXveR0Fxn7
9ekCXt+RefHO7a9P8Zct1c+fhEzsGZ/GbzvbUmkI50GjzKFfxcodsUj7eIqCTBvIpeTFts5jlM/v
VIbeu+TZ9tvUI1ia6hQi2I8+lpLLsiLNxAKWVNUVKAykJ75znD07Vvx2l+tY+2W4smAK8pO5S2yS
XqrGx9jM9m+Po3NQ3/M1OC7rfBgr4uN8IKU2Zno6VrzcsLoh4fOp5GiucC34s5fM8ZejGC46Gulu
X90g3nvv+swVv71JtGoUWFVd0G05Owa0pjXoGbmxvhifarO9XvrCl12+z0r35ITJEYncMbXcOxwc
e1KRHvHWv3N4e95/nw8mTtcYxMCmIGZbf+Ivj9kNJXKKsWDpLKKtWNLPelucKM/hNnQeS9IbqyQi
uHsKjMg4oibsULwlR3pU/qAhmEJwHdF6S/nwGAonAmHJmiQnW832qziBZI13jmfr9/b77+WdUQag
hnzOY2naGiV7XPHKpLjsOwjbCu0znf7F5N4rXXdBCfsSJ+zXt4fKazMbNXMQgAh5kDKeFd4Ktrz4
fUpGI2HUblvc1NUYkK959/ZljNdGPTVRMknw2bEsnI0II3K0sGVN9zP1ocrqm9LE3l4sRlD3FRU4
60iuPUlj0VbNlNM6xSAcDlypnHSYeFOZ38Kb2C0LNJZk8Wc7uhXZFBT9CjUZSK2SzEdy3jlptGUL
ux4CrmvqZgI/NAHOPvLCIyjFgItL4pffvjckZa+8OwfpJFJtykbq+ee2xI5D/rLt+kRrPMR2caPP
40VkuZeiQ1FHM9VWBfHRxrhdkv4wixrJQPZl6KLALdJjapg04JLPxATSvA6D2uq9aQUx0PlVoGOQ
kmaGlLoU/ChQBQJyQvelPW7z1mCGFHtcwneyZVy2BNTRHLYJX6V/uNPtfD/rY0BYnx910Y447I3l
jMH6JFX8vaHOzEr2m9ZNX+1uCubG2rc80Yj/HHnOldU012Hx1NjzVWx0KwL6RClkO8zxHQXoDqvJ
4odVQUL4CEQxKk6uPULCsDy3ST/PxLevFzSL6oav/DRIDoideYVW3e9F/rmR/UVhO98nQ9l23YxY
4nkPeVxmNAIhgK8FUrCh70tJTq7aftHN5Ihn5mZMIhT1cXvNkfwS8e1uFPGO7fsFffidHYX3i9t8
QXRm0KWfr/SJz9Z0PhRacmdn/XXS5JZfL9nDKHFot2V+k7rm3jWjQInigGj2a8dRDgg2vjvYL1mM
dlWUBHk9Bomtf0xS3qhwPqTrumCZGxeMWI8eAsGdtbOMy6x1NuRBBetEUglOjysZztyvz7qW9dYg
QqB5Ikiq9pKS/8iwvs+RuS+bsMDkMO9tUd/RgT21YY41wb5XpukiT5RtWyqn9e+qxmUXLd21m8VA
+EOkcmArx+hYTBzubawEg2I+YC4Oxig+drDAsjDxCmV5DA3rUlgMPGU5GMl4CaIYc3d+qt15V+ru
KS3FvlHc23XWURJ1F2nGpZPHO11EpIBa+wiRjjnEdxO5UxujdkuvneavskDR5MBjQE1RKyXLZjcc
0ty9p9D52AFMmXu0HKPKAKEec0obdVcPFhnmfLdad+ga4amh6eVpfFT6aUuC85HI5GCyxwsDLYPW
Scwx/SEfwewRc03kX0Bp/ZBEw11opkBA2mu41wEWf99AQQGc0y9RidQRg9BG941a81tXFpyJ1GmT
6O1h6Mzj+qrjnH8PAQio3weFti6NhkBrsr0KNjFvol1XKVuQ2dsRrfCmQ1RQYh/rp+iOzfExk4vv
LuHzGOgFK5kZ/YB2taN6EuTx4tt6dC/iOCA8e7MurALogjZ4lD6O6MaCiMfarq8myjyUD587tGYm
coKCcTIWxd7SwsdCn9+ZoV6b5MF9Ohb+I7qd58vx0jboHHrd9Q2nvbadHnHcvEMr9M6yr6+Lxfka
RvnVtDV2sERsnG1t0tDM6wY1rj+5GdmIBJIJeFN5dZOjdUKqdUxksR9KYtBlNQSNUt5kZUTBhWdv
hR/jkZHUzcWdcPqPxFifQpU02Fn6b0/X5wkgz5sjWgkuWyOHjfZ5QRy4YEy3Fq2roklrU69nb+ku
3ybL3JPeeJz5/wp4HqKYvi4A001r3tkpJ+IIQMg7P+W1fRKSqbUTzaoBMPXlJkXn4Jvj5XGhNcd3
Se88IOD4OmRy1xeFLwjh1Y3+AoLll8TuvcZmsjCV4O3f8OrY+OUnnG26gb8p6CP5CZYxX9lkfW7i
qv6SdvbD29d5bXCQ7IJC3lpZzb+1CMa8SRQd6gstlfwzMuBLYSsBx7p9v7jP3whA1sC2pT8wDTVG
/Em216arbA1mITfE+qeO29Z1T1WbHAl1P0zx8E5r4bVt89r2WdvejOBn+cGve0YBdCi3W831IWVs
FDkGccvEoyhBipJOwJ4BmBlA83xUADei7rE2bz+jV85/tmqQg8vqoVp0+F8OB8BMRtzMqusX2tPc
xQHS528J+6C8fO/498q5h+RLQnItzVxb1edXqk27gqiKsDA9FAMZ8qnup6Hj17rcGbXJjPxOlV5/
zrw7mxy4JDwD3Dnc4fMm6pcNeY5KuOgxFq8UyoAS73agBuu00Xbd6LbEE2zsRgnWf7ieOpMFZJbh
oJmasv06ItasdrOxjtKYAmmO22LR9xbtDCFy0EHWsVvaQ9dHn5AtbOtK3Q14TRFdBSmC35k/U8x4
T9kFtVF06YgCl5nyoS6U+zmLYYx01/ibSc92T0nG4hdbx76l3xNZx6xLsDgqgdmmt9BsNvZo7RuR
PklOVXK2P6h5c2r50euf72fA9mkc9LWx71ltnAryuTMEZDUclTn+tO7GBq5XdsOF1cQBeL3DWEaX
c5p6WBavTRkG0HQRM5tHTV12Dsfs9SsZXP55116rzJjQdPfrZmlCJwzj5lNkknZfcWLp02MUZz9G
J9sbnJXNYb5r3OVmKGd1k6XjVtRsERO8suyDqdYdyaQP+nFkdcv3YawEsarcOVm0s7Rox2p3NCV4
Yr2/WKL5ap2/ZWseQ/0pacK7pc4DdrwXnZuxRtOAXbci4eic4A0d8vlSxOWTho0xVOCaVuEHtWML
LpwTZQhPjpa37kbDpfe6mlHgJrd4CwOc155d0TTo3ZO0zU3exseJouz6DMe+uVaL6M6Vs6fp7m79
c8nCxpAVVZ2t/TgblxgALpVJuZ+a5AfCsWOVDheF89BiJyea1zPdYdsjlk5Y8PVM+tCrbrMq9+k6
3y22iyyW/VOe+5OKJZONDLiND87qSxShcYlx0ncjG/GbciKa9tou5dUIztXMWPBT3iljLXIpf2bF
yRLzlVVcL3Z6l7ZsujvsBtjTp+JmrRlRO93p1rTTauM4FeOhlvHRYBVCXOrHCQV6qqJRNV2UHE7R
IN6WHFhTuMM+2UZexB+OxzQ9AuS8X2sh6xgRs9xFTFPjxPTEGFyX2ALsiLSzk+yWHYQ/xusUuGZ/
gCxLADPjE0qT3i477ELe+m5aZQhEITw7Vu7tigekcOxM0M/O2V5r2clND3zSj29Pds+ulRcTAoA6
2sWARWkWuljPXs52rqamA/fu8mgVXHP9BRbmi4Vd5ToMytTEwRzd2/ayS0y5W8v2reG+cyz9bcLl
J1C0FFQNUZQ5Kybk1wm/UtHbq8bsEhwaBSN6UwCRm9DKgRT076z1nHT5y87uF3MZVjcaeGQNn9+v
BiOgLJXI8dH0HhWAVptY9i3xuPGdrS6+AUpw05nZLY2foGEeThvtQxPPT00T39USDBIV2GNYK6cx
BridcxSep6/CTGDUUIA3K46czA3AHWP09uzUFTStaZYcxyUfNj2O2c26Zbc5pNV1RDivtdckhwI8
244+7SYxeGuxaxHswuZl3olakqEOxq0qMohjwwXSgmNlG5dVZhxxjF/gqrjj/HHX8ekU7XTlCkaU
nEKalqs5oGHzL83LKo9W0oGAp0DyyhBHH1MHyqoQCwZ2eTWBRyVynTnK0HvsaCWz4FKczFZcEnBC
umJyq2TVTd8W5caZQ/TgHCpq5suhQPtMM0CHV4Zu+K7VwnuVNKyS3hbz8PPd96iG81K5V1hsPb2I
7wYdCJRU871p9l+VNv5TzsLYZA7qprK+ccRwGPl8FUoRMCDvsjQTyNZDSNCWpxm8gQhYfpFFH1Fd
BQknx3JEehCSgctMcIySYjcl6TF0ypve4lBnsVzFHNaw/NxMZJ5EzbjSxaO7BsQ0M7KRsdb1zknR
3fuMa1Iyu9VCmLVLfmpU44jh9NLhPJ2TOb1+F52hBEZp7mf04Qyzo+Swj9h6T8LSfrDGbV/Hxzqd
tlkb3a3TrI2NW5ugRvdwgVqY7yZY2Oe/3EXzTOLBJh8SlPecZpt83+ssiku7B8iWbQaQHY3T3+s1
3oJwSj3K+99tAeV2cKwDDDMFP1Jj7E3dcjZlhd3G+THkNsLlmpdrhvExV7J91s3k7EnfAjXTqeWX
LHPuMchdGXl+K5hbkH2d1oN3yqS8cJBCOPw1buHXkK7XbjJlkcda5rd9b3+w9Piu0527hsk5cIeC
CcspbqIufFyP2DFNY2+2Ew+qzFZjRtPnyFNEFtQhGIOclRKt0DBNARYIHx9LgEXooHJOpjn/JBKO
8ey3c81NNoI5E3NAeFFpxpGS/zG3xUOHU4R+63yV2TOaYxtSckokBGt7+hlIb7w1UsJFaJFcrCt9
W0bv7J1fmTnw47JnxgO8epvPavU95a0Cv4ntOy54BsnDZOEV6ydolqeM6sTbM/Pvl0PugIyWD5rC
Jyell7OiiophprnLASkfLtb9Scyp2SnLL+tIr+fpncu9shCYVB+JTuJUhtjzXB0nUemis5hsv2LS
zzlgt/QIN9mi7qjZeImWPakyvp+c7JTExT4B1Te76U+J3v9AF/ChKvjfN7kA/5Ee8ILx9v8G1I1j
5y+jY8XL/aXAvvpSAIO7r4ovefLlRWtw/RM/W4OWtvb4LHTUpFyvTTjOGT87gyYx6/CybAqiBi05
U+do+3djUOMfAUCn3kzvj9Iz4++vxqCi/YGcEA6Ni9edphr6lX+CdFuX73+vuDbGXJsQbrF2IcmX
IXjh5UAWFbGVgLP0jR3L9msy4aVMBxUS4i9P5ObnX/grA+DlLuKvy5B3oqPlczm5nV1GT6DGhYu5
QofS7qTgAT20U6/5MEFrmvvSvn/7ehiGXtwY8gqE8DZZc5quw1ow18f+674lzHrcQDhQN42LWalH
IyPJONmoZQGVMy6kglvXVpshIt0N3CKemq6Om2OC7RtAk9mDDom9Elz5LfzJwqH/MZvu1jRHWTm7
zInpTXq9C2ybzIReCUFFJkkKC321GqPZ8CF7G7QpZ5jUBA1kUY6/ejPVyjC2uz6hkcdeYxnMlWxp
DLadbOwa/c500Y6ZnL5pQL9HqN6QCKjTkRpuuyMUTwPHkZ9jTWKfgLAdmtfntixkQvBjoprIPmdV
VQawskDvRIN/0+as7ulu4hTuHl5ohKkzzkoj/GTJqV8+2I1GiZyypGao+75N+O957ZpqslPNRhhk
gI3s/DFqZkYV4sWc4BCpvmUrGOUoTSLNZO9T2dm88p7wZ20cKALZAWKyMH21xZCjB0DhbVZYILgW
KwO/xdU9RzENJE7k8w34QrOGLCzQmbnS3iJZpAdXDKPiwq/nxsNNkVRtcQHmOf9oFnkjDhEmkyRI
60Wr8MpathY9dZFadAeAclLHMdQWevVDpn37oBVkZh4UxDHJppkXHZ4ydRMcqZyLXA9UtaM/mGhZ
Z5TDUQniB6lT+h1utmg9oSq2uuOZKxp5KKbTbjnIufE3kNmO8WdZoRTCU9kvGpbPFGT+RY+ZXPEp
iPFZ4wszR+drxuqRIegghHNr6oUEu5bri4gVbySDtCAObrLZtePJCi9mk0rTXb0oSnUUNoiwbFOo
Y43Xu2FTBSCOputwv2rexGVeD2VzJ1PJBTMFT+hVPqmTwZKMmMwjM1CZiZLL9KzcgO6ujaDAIyWI
W9GnkQSdAlNsRQgegRoX7FgacT1HcY0HqCvKurpQ0srVc7QrYNUP8LhUTlbA0iuTY84g6jYwIeRT
tM5TvcaNlje5XW2jdu6Wz3C5MbRv2szEsFtkHeqevnXM7LIpeG03xNDo7lUb9dDJlcrJinslMZLh
Cv2CoT2YLfYuxO1OqRyUcEFXyrGELAHMj7Tfs7XMjICoAgEf5uVVMjpFcjkmMhI89JU+B1ka4/bl
GJnTkHl5i9mv9ewpUXP0yUstDyitDHFMBSivKyoIsYMfsxaaP3XDOOAQjZZlVZQ1zZRqu6SFEL6v
tVq0n5H7dRDpRjXMDfJgCAy8R/Rmgt5SlYZzNOkIefZUgfHtL5AoZM5jGnHQWbdEbFdDfzDUpuaL
p4hE6ykezKJZ7qYRkNyCHW1AfjXem4WptPU9qa1G4l4xZ6Fqoo2gR/lwGyqwX4eLprZl63xd+qa3
lgNU2bB9GOoKieJ9U80mmT+JYcw+Okms6Zt0tKM0aMSixjWSubbpAjsVFGg6TuQT2U+xiIU3QuA2
aK+sgbPXHAUTVJmSweeSXEO6UkfihRphl1eMOtpSJw/bnU12sXrt2qnCQVspqf6RZuyEfgtCQdnP
BDngF0+VRPJ01AEqIBOH9qhkSmPh9k7sfDM4oKaOWV+3IILBsfuZyevA8ov+EdWhqUvHl9Q/lNhb
lrrkHFFROBndjdGulk7Q8yhL08+RMsrWvQAjRobBrVs60IUvI1rasUJuUo4W+Z0j6svlklWFOiCi
HHQ+RNitWpqXq4rQk6GHMUI7ldyCNiiKAR9TLpbk49vr16vXcZDNCtZKYEJrSfqXSiDrPlx3UwOU
ldVEQNX01+7Tqn0vH/DlsvzXIgmNhYAVVktqjy8vg+rRaeyQyyg0t8RhKeaLRm0OHUfIkxmbo759
+7Ze1lTXx4cgHXsg+2ZrVdqfXS+s7GheBCcFYyFlZ0HCjTcDFzo8Wa1DnRqp5PhK9UsW1u8ldK9P
7N8bnedLsydgFlnhe4B0z95cpcpRhBljjHNnTmpJlm/7plK30CPfy3T9/eVxkxxFKJeAPgGn//Kp
slhbxWhxKa1vw2sZ69kJ8Nl7kXi/P8v1Rigi00tCfGqdDZEBvWNnG+tRclq6htUNLSphttYnDu5o
oyv0tCWV1v2IxvHna/wfOAn8/4f/4iT3n/WA98P3Ly94z2CF/t7oGyQTrQ0928RjKWyqon9v9IEw
8ylj46OQt9pzLF7lXxt9Xf8DKiXhnDg318Cj1Wb110bfJR2J/+HvwZdpsFj8IwXgT5rPvz8Aih2g
l2yBnFDjggKC1ctRaToNe5VefOraZRAPcTM25G5GTZqq7ckpC7IrkfK2aeyDLOzq9snsJ0WXQRSy
wcSzlGiq15L4sRXq7MIoaYrC0WLmajdeKDebeH69EFFBr18ZsB5KfRsS8UpkSmyx1/UIvNA7cJPN
AFAkmRCtK2EvuvRyQKot/C6cDf0qnROM8f6gJOWU0QBV2VpuGwE9cRfNnSO+Ut5NZbZ1yC3r+u0E
TCmz9zZe+NFvupxeNBjcmHCEqKGMXs4Lju+EEDu12pE7Wk0ALvU5oWtCVwR1NmX7Kcs2yoqHyYRC
FEvQh5I9YgtwtEt86hq2RWRHbVnf05L+5CVpH9aAsF2SQrAJY7NMtrbe0eTCd4AVoRlgRSG1p1Wz
qdKyHjeLCROEon2r9X7NCKGvTODCZVNFoFAQ1MsGkEqXZvUPAyIO5NDFKsDcg2Kwm6/psMTNlYii
iiQby7LK0ltQscCvmsEdthvoltAJisapF7b6s+MckCc42Q9ZmaUOdZXM1+GC4vWQBcoU06+Teo7w
n55X9ZHgJyJDQPSMB7rQ4EfnCIn0ps3z5mZY+Smb2TWHe16XNTxSxuyNC3KKswwmaTkYl/BQhsRv
soXwRR2l3kU6RJ3wMNkr/TaLlomfR6jdaG8q4lDaXQ7G4ruF/if3arAYeZAxgGufNDwoD/2IOZiM
py6qAkKf9O9RSLic14QVwTsYECi/cgCJhqOFheQj/CQ2hSYbKVBSllb3pDmTQQNdNIzJlprcgiCu
ilg5YA+9w8MsCWgsQaQu3LCGxaGmQQV55iMEGtP2FfYyNa0aAxFFvig6+P8y0uKhImqmYYNYAOFn
dq3MfCT1sdYH55o2UYLySCdJCWxoUSXfp9CIp50tSsNQD6NmzcaXCGCBAQmhiip7MzZKjZfRXVhS
D2XVLUa6G7OJrC0UIJW+GfIFkPocQWHyhygxrksXQGzQLk4VeVq6ZhIsCekIXmVaJUSAJMxb+J8u
9WckGhY4WVIdbgbN6r6bQ4uuYklXlAVGMPATkqAaBCZSALHQMGLc8MXOHxi1PMZJ7ci7SmRKo1Fx
pv66JXQTTkBMhZ79IybLoBpl527dwag/I/BlD1kRU7mbFOgZPtCt/olDsnpvc7p/Wjj9fcBXUhAm
MBvlKW+xFezX/MfpBGxsIEIBtimKETBekx8PYibvyUwZbHmd42W1WqJfN25B5pHf0ChNjnYPAG3j
TKI6gC6oZqAS83jHabb9REY75He6Q5Bw2Bbzq8swY6jYMS6TxmSK4Xwv82lPI11Wp3ZRlq09Wbnz
hCsHET6NBCOcr3tVR+2h11FMJVyfiibe5LPTlUekKwJa6JRKw08r3ervK+ok+SWOjNW7Pi1V4XpR
XVrKuNFFanIIIOYknToKwZq9fOwzvEx3Su/2HMWUZgo5eyPpXzc+LQZu8zIy+Ey1TUcmXOMTAd+Q
MLPUVrTT3Q6/A6M0U9XRNydVaw8zj6Pwp7EykiCBCC0ulEihX5VVVtNdgnJzlAu+29g+TmYF/Qd9
STO3pMxUqvCIEGidxeudsaTzAQm1ir7phhqPTzOygWpjTeFA6KlbacrH0hlTXcZ+XrfJKKCTYaXu
NrFp19pX7LukhBxK4D56Icila1WSMCbKAI+L2oHcjYq2A1Zkm4+TCv3hRBfTNBBJUVrf1QQYE4D2
SW9GJjJ3VMguLTjXLTJW70XEOuGYF/qQQJzKhqz/mHYZOsdxIA3qriQpqT7EcRdKOCWVHkNFHo2W
BQkYH73rhJQ9o3IhrtgxeY/bPDL0lZ3kqsZdVFAW9hw37G8djZOx1w7hkG/0QknnnSvrMPxv9s5r
R5IrO9fvovsgwu0wwDm6CJc+s7y7CZTpCu99PL2+JKkRmyNwNLqSABFNsJrdWRV277X+9RuvSafi
HI7AEBioyuo7g6C4Dcg1IiJNlePi3EGsr651Pn4kkX19JOVEVKpLe9RgHzsR+nUSNI2Eu0Eg7Smn
tQzjkTjPzqOmrGymHeFtjKewyLz0XX7lj5NXNW0IUwpvwirBwQVfqWnZVXorV65s9M2PDhrcC2ZR
Ky7PGNGdRjyTThF70/XRkOV9ERUix9pFZlSxZuHaOvHUrTIRMx27Z8W+q3pIb6I6QNFqRAEtqpFH
blqPSxyQQDySHVbUX5E9W9lJatXGCNKhrBsYlLZBxhrSesVBtYdwKmeKoBEfqMv7aanS1ksqNoAK
QXYX4gutSXB/mqayLWQ0BdylaLIEqnSckQ+JRgScg6Z9esNoAo+bubXjPAjLmm6G7RuNTDzmEeFW
Vp2g9VLDbE86nz4Dj6GMcgSP6zYjhGgKorQWb2T3ROTU5Rg2NbDdlJ44sUpq162MnGy9M5qOnhbY
XtuMQ2JUex4oTPIbezaQ1LSTcW/RiYMezXL8ZYR5Y7nS0C97slZKuB2talWBVtdjex5IbtlHWniX
N2vFtyym/GzbmLWQwLeU78XQ1Q+T1BmWP9NZkFJEc1hqp0ZEPGNJxOTucQHoiT2CxuiKw05VL7qh
zx0JUjhJX/I4W/FbYABXuRQf8S0rifaqVVArmb2J5IfgLnNBi1RTX8aeyS9zHNseNpKREgXcSjap
Ytaoj/IGqiuyPqz3VtYgu2BZNOGBKH5vFE0t3c6i1vqvpFQMMoWM3iRxcJLt9RS2ifoBmya6bzSd
wFUpVmR8t2NMDJJ8GNhtqoYp0sK1vlNHDa1TOLXEtKtW3D4YkyJ/tZgXjU4bRyb3VdbWz3zmcQ/o
fwroh12O9VBsluZ7NiNKRdEY02rCjtMOci8y7nC3kN8oUcVMvgrtaCcKLoRDBBeRA2mij6c4UrqY
+1bLjy2hAnBLSH4znSjtqROltSYeZGoijLhLcnxZjvucg0+VtfnAl98kfUSO+3dbqYiMa7X4WRrL
6k6JjUX1zSXTU1a5ajwllTAhgJg9ZZZuR0bpJz0Ii1eyw+66VC6+RyHiY0c20neH89/LQOlXb5ZR
Exsjl4Ga2mSdGvwBo1bdIVGRf0zDaIAa4tLwJCdT9x0LuwqfmzbVMna2uph9e8xi9XXO1WJ8qAwj
Y2AWxUNpbtSkRWIi5fQK2j9AL35u968tgKnRomABw1hBBaH+uQWwxwZgkJNy4katCu5Ened+pcjd
LcrRvuDBHIGL/9Ag/ReQf+zNBF0HdjQM5aBz/qkZZrYiRgsgzTGVDNtxrbY2MLBnkhbm1SesrPsH
o7Lr5O2nNoefZ+rMTLDjoM/5888TEmZnOY86uQQw4NlvXa4xSWDpSqAxLFp8xJTRU4fS9jVqxH+g
qfi59ecKg6hfPY5Bmq/+M1dr6D/iNmsGSSNWmLHPlSH7ttH37qyWX399SX+GMq4/BC0ZQbf61bOA
ydKfNFApYaEkqOfYX4y6AW/aaIhiQHLuIwKqmFP9rb/9T27ff/6zrqNOWQdr+DtnCYUg6zapDBC7
wvb6SCqem8mWj0ObDt0/GBL9SXD124lhn01OkQ0kBb/v56snKc205nNt0NOw+hiLWVK3FvK6bUl/
d4s+n/yaqttr5rTZ43hmfUjwnf1Yayg4a2BB9h39mcjd/h0fvwVsskaa+dcX5O/vMGMlHDZgsXML
fqOw/AGZG6MIZ7qJi59WVuUPIxwgZLzh/yEsvydAsxD84YL/3TD1gX7op0nq9a//NklVfgFUAbhA
L4mMUpavodC/ayzlX1ADEexz/ceSKUMF78R/zFKZbgKYKogwUdZcpSddNfTx//8X4xcFAA31Gi+S
IgNwG//MKBUjj5/XHpUnA0QOa2tEZZSW1wP849tfIxYUZvptJplubMopl46wovXlNAwVBVVr2u36
XpvVctbww1VQLMxpjiufHZ8J8iKsMVZJjYTsHGJAO0Ogp0Z/i6esfqySMpZ9VR00KPOiIbcljmS1
9A177N8rSW00B2KfAd6uxnSrttIAUeMzO1xqZpMYp9gxKozYMsvWCXW9utFyfOO2atPKtb9Qrb4q
U6cvn2W4tMozdnnQ6NputMFd0iSGrWhlyQ6zyUL2mIwYzWOp1JUNfyRSjEdNgpXj14pkBfqSTY03
5lU2+6PZ41DgllWtaL451YvN5h1Lw85YMK+FukW7EcxGqaR3nV63uttHNOghCg3jKEdRcYrqNCMQ
B7YdM8JxuUIScdeSzTqvTWAZPQ1XlFXZpRL0GBMYRXIzKnp6DRUOFSAGGi+tWIMpgeB4aQdKbUeA
kLVu36wjHOuBYBWHUBERHpekLgksa8zhIVcEnqi2Sq0VrBicEBvPXjl2X4QKYWypSEb9KLpZnJNy
Tgb8MOOESStDv2i4vc7Bv2zMD4Ae9Kn8BoiNDmNhUvORUwKBs6+t3G10UtOCGpiAUJki+tLDEKIb
UFOXURXoMs1FkStWgHsPfoFTmbb3FvkQ6GcgUC5eC11UY9CDOSKNnb3GOzsUEEGWNG2OhJ/GoxPh
b0lQDjqxq/lkGH0PYRcRMJpBE0JXnocMN2lbiVtKbST8VbM2Xx27dLyZaFBSuKoUX3TPMdJyGjs6
6a7p7Mc0bwtnxAJacqy0IEJwTaMJU4m6CV86JhRYyeap/g7+eUjsuaw3vJGYFxPcmt03Y8WJdZmO
JcSEfyO9gzApqIUkP1Nzd9XhWgtcswoxC0UHNpmPsHemzJ0WEDYn7OEnuFobFV9GY3Rs4Ctbu8cA
c66pR9sI6M6ojTOIX/JjTawUewOC+G6ZOhOQCOBSfeRWNB2iOLYzP6QzLzytED3a/iYvX2ah9h9p
xBDKJQXI/EG6NDTgBdPDj8gGWSGto6CoN+nw3CbTru1jLEkqm46xtHRjDPCctNYTiHKxEe3QKCfM
T+UyTQ9TgheHowjwB5fRO5aVpdAHgttTlDip1k+7dFVRqkUtUFUhx2BYg3TVuTE0RqGl9WQ390PH
XW0Qhb1ptpS9Sn1fUVgkGfW1xiDsI180orP1wsIbBNCUAZ5ZmLhUYEpZ+HZE7p5rET/DcFpJOdRe
Uo17LSUrhODeuv8AZ7Ib39THVAlWEIGNPY/wXjkHU8CwllvVXWxZ6dww7GNc+/teeuwb7LUwkU3C
Hzm+PU2AV2bUHlfSqsHfFK2vHUaWxe06SPEJ0QuJfRRm6Q/k4dljnNuxRACtzdXr66K4i8CYBtCh
xdisKVnckPHk/H0Y4uaNJ2aWfZmZarUtWVGYAUZhvTe7AjqJBq/zUbVT9EJrZc1wPEVpXDuNUjro
Yyh+TL9SWoC9jGNF1i4uoXleq1dGaRlBLi/bbmuukOygrI0jjDm71TclDeroaeMcb3Laz2xnVEiG
fqsj/m+G8i9Qkv5qhz9V5fvnT3v8rx/4bY83f0H9cmXuIMSCl4Tx5L/v8fwJeypmiEiSKPB/Hbz8
vsPr2i84d9H7IqoibJDi4G87/PWPqMmZdlC0ySbKkX9mh2dW8qcdHnmugJOFBhxmKYytP9X3Ziyz
no4LL6N62zUuXM/DrfAWdw0wVvLG7WkhTwvj3ujecsFK/NIrNsnGvIDhrClmlItzeIpG1WUosNE2
vT+2zvIyt86e/DlCBoLpZdmK/ej3+ynaCmMvD94MXnp+IhPcgbW+NX2LIfxxaRvnyuowtmrxJC/b
wtXq3iEF2l0ZKJxGcYff98iBLS4qPXzG/TkIJyd6E97g3g4cxS1xWb7t5Zt4RwW9STwgo0N8q4EQ
LMfhkJCF6zzBazjKZ/WWhGROB5VBoO7ro7FRN7UnXg+YsfFNIMw+69t2n/vqB8lI/rB9mlzpXnPI
2+YnhI5uXjLT0Y5hcAUvCey7G1/VE4xT5zZ0O1+5oPwVztP+9unJdk6H628Wl2TnXee/6S6IrtMe
22PlLPsM5oBzKJzCeQkeHiLnY/bqY+8NfnHH4ulkTw1WUHTSnekc5A1LMLcjWfHHdYanOCgTz+R7
m85b4jxwrZx013s9/2/2zE/bkRzo/Zbz0b5qXnZHnpND0JITnYkmcZNHRS3v0JQkm7RnhY4mrHkY
Y982nyiFd/W2P4Am4KhcaYHCD+FzR3Gb3GCiucFu0FEu/cq+jJFN4auXhHPv9vwyrMtk3rQva5B7
lpccox3PwRPNsSM84y3fMx0iX1LJvc4zTbzRbxovz2/gMkm4PN/WH/rERMAZftQXrO71HyJobofN
sEE//GnUxG85qCS4bZrYvQFlCslVGm/hXrP1rz/GE/z4bKM5abfBc//5Cv0h0HjUOBsu3GlE/uy3
b9EOPXIW72Ygxd1NGe9e23kXfxOMQgFmEEgZIJI5yDtSzI7t6/IGWjyrWKs7AMt2s42xeBpJsYo8
Zdo0smceO9kfx+c1cgX7/y0sE6/eWM/1KT6qJ+2+PU6b4dEwb6QP+6NaZQ+01YX4IbsaX8j77Bx7
0oURGbbVJ+jKTCVxRM4oiwOErLLl8nXLDkBxU2+mo7krmZ3ATUdvioaw9FXlhFJ7MNC3OsM3QS4q
4dYw80RQPwzvsJnEsb90fI9qNy17QhareKt54T6+SXfpUQx8KLzlW3ofK1fr5ua45/gbV75vPIkl
4DqiwJf+BQ/B+gFwC5V1AkL8bbwZp+IQb+wd0Xk5tlg+QtkAqjzR5U4i+eKz49OWp2y82Ddjt3BD
KFW3oHI9Ls2TJxGd+MJT1wgneVZuMqYMrx6WSzD6P9PA6R2MFzbDVj+Rczd6huWKT07MdsogDobg
ZtmqtuNG2QGJA1dHp1/2orN2CR+lIPOub7CsPS7PceZ1stN9cFyEDJZu/SJYN0x3fAlv05voMH8B
dzY/JASYTli56hX7DZp5C60nem4iog8eVPLjtsupDHQ3IE/THxMH5rp3qQNx+JCc7sRrkxzSr+xs
7CXI5O+lpzjZD1LqMUSfXOs1/ygkp92qrzfRyX7XwOsJEb1R77SbxH7U0t2ovq7LjtCqW+2kvlrH
umXQVTnT4HzKZIycrIu/uubGegkd6VQcR1d36g/1ZqfdbUxXOcff2tm6GV3NX+61/bnZ4cQXKA15
sMjfd0x19Se95YTac83YY5t5LMv++3tM0qBr72TnPt5WN/vU19xnv3Zi57x4vrhl2vCpeqoXud2X
euQrR/b0l/L9VWMxZ8CHpV3Q+yR2BvH74KHT4P8o7uzPPhIid/Wn41kNFPeMHvipiz39su45BQen
S2JSjoPX+9al2sn8lZrPwvNycUyIHJu/Y28AI/Kz2E8eB8Sv56PiXpX5W6odW9vppZudjNdsp4f7
/lsIhy/z71dz8+tRnPsn3MK6Q76pnfzJ9BmhVKNToDI+NscpGKhxnTh3xu9U3RMvlztK66wuCbZO
M/Cf3i92fHm0NyNcf4QOXb+X8Gq75IgFnF7ZDEsweHzGcATFVCDBriMnlMdTPumfkdw6tQg0P7oR
m1fppHAOtu4hzomceMNT6ZkbxSfwW3t/xJtrf+9uvyXMRjz1YBys4PGMlztg+zVn9F242a5l3zRP
yjmb3OUm4RINQeMxW9tc/+196RZ7fumNPZbDv4ZxOtEDigtSNyEwHDko66XkSk5H2SkNZ52c+GQ3
b0voEoBANmLvIdVO9Evo39qemNi+8s2SXMZoq9fsc+I155DhPkKb7awAs3ht3Nqe0ssIj/aGLf03
Csj/AtF+86O60tS7P7Px/wfy7FE+/1XheE+4wHv2M9H+14/8VjpCpQFoxgdOxgAXqPlKu/oNHiJf
j5mCKss6CBAEWAVM799LR/sXuO/IKq40cURAgg/9Dg7p5i+grIpJPaldTaDkfwoc4oN/Qg6vlp/k
/8Hlw0SGEvbXP/8DctjhlAi9omZbhZ8cv4ZxZbK02dAZfGlUVrKF1VbBUM+GrOy2msi/rDRklD8o
Hh1mtZ2SbGHqb4c0YlJOSMEaaohsx6TchZPavFYT+VLMhu2XqAjnpyLtNLeV1wdR4+iNxeDgdXNd
PKzoJDfTaM8QA8zsR97X6WHUs/gFW4kVQWbqMQKOjoW1Slu5Acgxiab6VHUsE6dyHp9wOoTn3Qjp
NgRcOtapaUeOxSA0EOZUbFWEKO7SGO0e9OOjlZ9GziGL3vLYDJKUcFIcSuzsJtafmLwWbHBj4wsN
necadfiETPpXHWnFvd4l82WSh2QgeUjtz4yfxUe0jOrdYFbrrZnGxgtG21nJXqcWGzWyKYLTybhN
88jY2aPR7yE25dBmrH5fX3kkwp6cktQCVx5SaxtWOiPLOjeCFqdI5FJVs50mEb7YI16hod4o7liT
PztPmxFVZFAsKeIB1UKSt6aPsIbZu6QmykffkOP5qJEkfijUaQ2qEV/BQY/i4yC6cBMaANmd+FQy
wSo+KfMNyd0zu3RRHsNMVdxQl3JIj8mNpdWKR0LNHMh1mN5O2BbC8yCmt5Wtw1B0nEIO8ECMXrev
wpbKV6GALIrak1v9S7I47aQV0HuM8kESkjjZcd06Q9XjzSCM8jirNbaHNOnP08o6PhkCe1Rctx/T
RLw2WMTeSH3IWteY2rGCDb4JE1KyJmux2XJKDEiXsvkM0xoP3gUb8kys0l7FqtPXWq16H4ong/ad
oi5tbw1pUE8okycKt/67ttUF8896UC4F0RheaVT9aea4fKkZOjJKV/mwzmJcuQx9fmfBw3fncaTX
yaJyM65QibAS5X70c/9EIuLVCJELh05Cfta69VHI+XiQYX4jxOqafV0OtClCmjxsNVy8YQkZaVQs
KifGJLVAxeyqszrtcbtXA+hi+lsNrWXTxQuhywwa8f5sZl/rE6K1Yav7+mKEF8D+5lTbVto7fZMW
sNfS+bVUZ7o1JR8uVWmCeozLjKKlX55lPuKuMM2iHaaZzNU0Wd+SQG9u80SJXMZw5qVlIl25kESq
p1InWTpraQ5Lq1h8oK2YwFrV3A+2BHmjXmsfaQauJ3D/c6r15aCOahNkkt1+9jqZJ32tQJhpI+VR
h5OxC0NsMrG7scp9m9fKTkGJwfA8e52g0zhECqXkBDeyn0fp3QxyTtFfT/YXT8+7nUqZ08FR2ccT
tFytQ+maQrZzZWgliNHXEkPOma/kKgqg8r6tVpwOvky4HC6ZCCVkNSXqmHE01kURCekiI0DObMjt
Xlcj81YytR6Y/wnI5/j0lFPd3hdJMu5ls4IMUmWprya47eHJUBxCVSfWZcIwCtI6Qb7EHMGMo70q
mcBfZecqRkRksAPQ1tggTYP+TmRu7FYadYE9w/DLkXYEmMQ2B4vABrQGKkOyXD+qa3VCcpC8Qmi5
6yoQNSRzfl1l6tnUpfoYx1G8k9BWr8u6+LVhXPBDQUVsMiHGrAr4b5o10ivHwcu77CpjBXlr0ZNj
pDxFHE/FHawmeL/wqFw50s0PPVuWx7mbE9mBdnZfdl22Oq0cHcIwFH6K8tJp2IiOLSF5vBM9USzT
wupb1SOZBYZ8Q/QVqWJQA6TOBxMNpEF/iyTMHYoYwj/2n1pmBnPdfMCe16ugiKfjEg/ZNm4KWCul
lEh3ap+tF9SmUP9rbZdJk0+GOrXL2A74kka9lyUjcix0wgEObu2uzYFeYV48S5lIfVmGFwDvjUxh
qsicOq6N0huiKxxs1SVPUzPk1bTJNFdEcw0Ib7b22t0TkHpZFCNxKzGqfgcx5jxk0nhDPlL0LId9
7Q+q9NY1v3IQhXUzQHgI2usQfgxfSmHuGnXqt+2i2lCb7C1JBXsZuPaekMNAiTP4EJO5g0YSMJyU
D6bNV+ESLbUvR0bi4ehNHzVJ+1mzv7U0vRHXYUXbSKGzzNG7bKM/k5RJOadJU+9JaWs8Ut+gaEGY
+uzHhp6s4z1NDeAVNW6cyBDZUcpkmjw1NPBqQjAnIOZ8t2r2GtcjhnRSoT5IJa4dMhlTGQHSPxK8
kqDAKJCx9TDfrqokXhMi6Y5IzkxfwnOAIEr9wAjT8it4SKAcrFVzMop9xVa+Sy2zCSKGy0erHk7z
0i5MP21qBOWWlyxQDIZErppAiDTXs2Jl6QU1imMbTU/1DHMDJHuCoRNCpgis0co384g8JzBqlFBJ
XsXfNllgj8zU6y00PIiMqyafqyl/qzpV20RyZO7gFGk7I26/xxj7WuRvuNLOdmXdZzUOVSUJKW7X
JNEBaZ+0gVLZ6Y5sRpkXkh1316wCWzNMvm9QIDKlJSIDB9K4uBN9Jm+mwjb2w9qHpwJXgKBpUIys
Sw4apYTLjrTsyJ2nrncKJCWP8hirrqimCRZuym5HBgtDEjnR10cGLylCfavufujWskI6WhrVw0pq
cU32iY8sFLAQpB6Lq7Ky3Ryq6lO6DldPcBAVxpfTFzGYwAerpEeHVM6jU5Fmlm9IsHan8YivsRaQ
57kVgywHeY5QQu4xLTPVwWPsdC8Q4nxlE7lTBlv2Lpc1uk+tx/uiw1M4lBFytVx808lzw/BlUvUu
c7pglUKR5cWSam1HZhRvnbRS6lk75BOHWV0OBtyaTJcCo4Hfr5kAfaJxMzncZ8mwawg/b+30MODw
6jYri/dEklyA2PskkFAk0YIhAbbBaP1JB9cQL5F5nx8r8kWDpis32TDvQfzr22U0zNshNIpgLphO
4fPzKcnS7upcgs2xI8/LDfYTCUJ4hbRDrU5x9Yhe56zTfDFXJzkpzxbaDreTlkMvyEeteJA3g2if
lWw9jVcPrwqetCFDECRn1F3b3g0LuDnZohL/PkobeNR878Y18R4oJH2HyrmEQobbqm1/xoptevHV
Yop3JEgK6j507PYmxkNvyKaPRnq7siJAc2JlPllsZVCpmVa19nK3LOLOCtvAmK8sJaSOAVOqYzpk
jyOuIOSbVQ9WTHynZVJ1RdXBWvKaPMeLvcRk9K1i00VkoS4VIahpR1xhv2DyToriFzTvydMmGGiy
VNL35Y2zaJYXmdTg6P+KnaSGn9VoPwHkLupwKii9nVJTUl+Si7sW00OpxcmtASDruc5h3pNUZLLQ
xGgCp5ycuFqLVae2meAuerLRI+Uhk0z8K0TtrfQTFxjPX/E0H+a4H71sKQx/MuOnXtewcRzetLK6
r/r8a2yj7zBr/Am2ZlwSdAq9bdMmVwVqBrlVE8ltGOKVszKJOUqygQ/fSPE7jMORdABaWLnY65EK
gRC4r4mHxIfx2O9zbr5jZMK6t7nfdASjWxsaDvTjc6zVjHcUpXlalwiXuOQciYgNU8VLobIMduj8
sYRc5ix184Rh+D6dwSRZUxdR9LdzlEJcjHb9QOOsNOl8kdZoelavSyc6W7v+kHrtYVxLqXBiJTlK
vM0WxU6NgfcyD9u2bR4Q06q+0mPYW2Btw5w9PZeibPeSUortEkfY4/Hk2S91w0gc8yL1O19T8ZbP
iG4rJnVLsafi56ZWvd9EHaZ+hurCTTlnPIr0F3PsiVxPsBqPCDQQjdn+GDV7DcgqgTcHSmeouh5o
jbn6i4z/TZuU0nlqkxprR+WDs8P9AXhq7MFxmGde5BHNYG8ZAC/FLJ/NVoQURqQZNATqIR8eUNRZ
rYBxOXTPkHImF0XwpVAGJYhJt9mMfSMdJNHKrknu3KmBxvZoZXLhULzUG7UyKyyX7hYI6yK3Wews
Tyit26WMwkgUJIbhfewBjWzLm7iFq8wQwJrwqlh6F0+2M+rffU12pIVOFrMnK9ksY/q6kJlwSXv4
51U27tEVszotYxZkmBL3k3VOsBDDgGFsgrhtlBN1CTDQNCFMIoSY945pyfBGEo8R6PN6YpjLpifr
2m5M837brVO6Gxrrhm1AdST8Jvqpr/y8auZnPVToLZrpB8azpCYakezofbhHZkix30qTM0UjKFbT
zpsq1k5x0t31TZ4GdJIGr3Ot854kLzlMQgbmuKsUhB9eRvmqjiGJkgbdZn2TdOB6qf/IE3B/S4s4
r1wzAxsqbTdXD3pePJUygw2k1t+jYt+rVXbHjuiVCcNz3tOdZTDmblVDfsx5zp2hYLxMXvTihqTL
gCTZISATx1nbrYbV/npbTBB3zTJ/Jzu3ZilbEPemBkWE1Se+nKzqp6Dtx+/T65Mrc6QUG7kM9+XV
pUlSGPUiLon8SNTFMyxA38S7Yt8J4YlsqNmJLRbX1HxSlQhtMH5gWWW5TW4fYxWK72Br1zAzPD9h
kdqbFX/pEf4qcZzilFsmwZNDiNFbbDhLLhKEMuZryNPHfmPkp7Yyrkiv+tmrwxPF0WUo5PDGXNdb
VSQHUeqvatroRPdQARVC9SwrDKlMENlCOX3WiYjE1hWteGThEdm0E5BlWz1VBHnB+Yjlk2Zg9kTR
m28oO+sfFmbb+05j6Jvow0JTlxf092L4GlKFRA9eU4bcnZ1bu6WU0pfKsvqTMAloMJs8ipxxTXni
68V8J5FY3bSGTs5pkWf5Xk2L8EVaR+15hZvqCCORDkmaTlAzxeSlEZTnSovWzRLDDG3btX4k3KO4
5lZoA4/hjAuobFJkLqMSs13hVDXbhXgupHzSrzZeL3HaAwysrNLQK1QD8395Wc5Goy1BJefGQ10M
n8PcFWjcq2LfIDtws9pSvZHQVWr4sXWtSAVnj01sYRJdBwztTaDJyrxV5ZCpSFbJO1a95KEURsqg
QZbO9rqw85q9SbBJqHfnXlNL7A5k6X3CJeF2wMXA7fVefEsFfV+2LsqJsMf5oemiEsdPVP2qEIwV
G15SZxRp85yMM3YBMlIAXsbxwgul6mD/hcXMhYQTp9OL8F5BC6w5NdQO36gRq09tlb4NnSHTfbVi
K2I15SnrpLvKbtaDRTvgqh19PS7PwofOwAAnY1YSyaGMaXEneX2V5IGpmGno1Fjo3NpqTvHYojC3
Z6U65FKHdZDWGR9trZkHZejsPVcxSd346kajd7jSibW7Drk0LfeHZmUbn0u9SPzaWqDUSFY9c4/V
OZhsrQ2aYbIOWTZbsluMqDo6yUxWIjDNwYW8rFysGAL6aFqSBMOlG/GhFcarsRTyCXl7fzVxIyyi
yZp9FkG8aK+Grmo5m+xHWRhA0E0fDT16b8DvbmdzeRcSCGBF+NSmseN2Rxa9htODRqxnzHKVNSWE
nN7UfUH6RyZXYNGw2rXiVFChkJQBTBeuO3KegElWV4V+XRhrkBUjBxs/6BapHVYGF30elC8xmNae
Qh/3GlOs24Ro3q2o63oTl4O8YwSvvV7NvdMS8RB+GR1xgBqVJXiadFN2cW+7+lxg1yd3ybaVdPsT
oV69tYdWIrNtSYK+UoeN0cY1NmqIGx+RIon70lx/pJLNamUyfSzLSLtbZcCkEYTGneY2upFCIAZ2
e8lTCqvdNuY83szK1Nzqam0+s7rkz/YokocoDs2zLMPOqNROuwuHiDUgVyTASyjBuzVR8qeyMc6q
HkkcwVxijVugtbrPcgwnXEvRJeZ9OaH0rkjS4qzMtfasiVg5zVaD80kS6XRgVZjKzE4a5UJ49mRi
ebBkx6waWtNNIXxusOGsbtDMVXc6qA2wgMiH1wkpPrEAiYheJrYtPIFZEu5jIxUZwfeSrAAzaZGK
JVXUH3IyW/4bM4G/lNySoflZ1UuLx3H/r/+bPHigb4Lr22Dqf2Mv/x139PA+JG2S/ZE++h8f+51f
Yv1iWtdkNKqvK6R/DeP4bUhgksUh4B6bMoRqWSBR/9uQQEOki00+4WPiV1L5lTf/+5BAU36xcIES
WOeYjBeuivZ//X8/BZViYfTT7//okoOxz0/8Elie+q88lT+LuUP25anqlnAT5dOpM1jsZakbXZQx
H9mYbyLVAIZWCbYfeLrMXaKUzmAU+wpinQQnNFLoXABZ09Fo6TTD90hFeGfmagKYnwH/CKXcrDlh
5OSMHeYc6RJf4NpQvmSGirzoth87dBzW0VTaTdZIDwhXH+ncqPfzG+wmZvKq0tglgHiSysWPp9i1
dAh51p0q4i8C3WEXsDBaeveYpeVnU2i7yFZSwkDS6shlPRtKd+wZLmDj3DZeWuAP3saAGqzUKXw3
Z0UjzeJrpLiv8cPsxXIBGuBw0h11UfcDZ4w7O582YW85RJ83blUnh2nqn8dovRDEtW3iL/KwiZuC
By/L5v0aMjpPX0KYCl2xWUuLN1Korjknz4lyaTRR+/owvouwV1y5evw39s5kx24k/86v0vCeDQYZ
nBbeXN4xh5uzMpUbQiPn4BCcX8crL/wU/WL+qOruKmVVSxAMA38D7kWhUSqJynvJYMTvnPOdVpJP
zcaJCbl1BzRyRyR1E1Q6e6R00rpumWOCPZ5vZoaQO71OlgPFsZql7RViBqErqrbYI43vyto5L549
XriuU794MzzOqcwGcMVt+zpkeBmYGm9zWty9nZdWut5QdKLCKHYxSky+tcuiFgCm10hBqlj7t8so
mnPvNvyHQj+W+agvZCb3acNItF+q6sscpfUTJ5j0ya2W7Cgq8wpmMqgwfEoYjP7vWdP/Wp38Lyg8
An350bqySdu/PX4Y0+KPK8u33/PbomLLv+NwxPPt+hC5HP93Y7pt/x3UxEoDwJZGbmNdOX5P/q++
c05AbMOh21i/J//hBfDn8IsIk6xDnvVLhK83yGYiCqCEKfYml2I7/Ilviyel7wAsWmbqpoJBc/bk
v8Gjs+RB+5XAftJgTmac561B47wTaESE79glL0PmugHbHtys+6xsHef+24f4Sw7IH76s/gveKd+Y
zf/5DfT4QS0f1PcS9bff8tuNAvFtlZjXfuL1a+XB/tfbxwr+zh0AYce36AgF7vb7jWKsmDiX81rA
TYRqLEj6/vv9YwjuFXclOjjcXN8Kpn7lBfS9RO0jWrsu3R3I3avXUjpv7I2Yyq24Mwo6+OIom1iK
ShMXiZriwx+en5+mitbreCBlIeLx0qSl2Vttln+QwufAnRvitdkmzTD5bzJ77D/JZameyX//Mo2F
awHtAbwBTAeVdw1t/OFaudWCcqvGjBnm2lxT9j5kY2agP/6Jvn9x//YTcWJzyIDQ7omd4PurJNoO
SoIp/ESzYd05uiG6FFhpcpODckVAXYshf3zF75NZXJEObaIwZKUCUi2/8T6++7mk9qnE4dOT7Mk3
TCmYItsZM6k0i6fj/9nF3nyIjYmCMNvY4hrhUyJTWJX9lMc21dPER5v9jy/2p7uQZCL22sABA8De
4C1cM6HfSwFrJQpTN8ZdVntqG49O+5Or/MXnx5JM1zSigs2m703YTJSz21kIZGwn5uwyT+3u0OZw
9TSLafjrPxAGFKp4PQwgJDm+vzlEWtg91Zo52F/kWIcfBtg2iOtfvwoN7iaLhc0K4715eIuydxgu
zVgXaymY7BM1EREc5R9fxV6/6t8Dlt/uO8uheo3+2jWP5b0JOVkG0QLTxImbx0S2t/C4aM7gQ6yT
7lASOeoYILGbvK4Hp/nAbimbr3JgdeIwNSssrlzYCD1aE097qHTQqD35bBxc6UCGflYCwVl0EYOl
tZ4rhhffuaRswXn0lOZQyLaJPLPCIDiK+OuoUzvCM7FU5FyGLPjgFl4zbxaQyEuonFLfB5nZNKc0
XRbmcn3lvY+lI/rNjz+S9Sd++4lwo9KG4LOjD1ZY5x9XGFaDWCfAURCcch8vGmotal9V3FVtl9+7
g4f7oWNQqycTZdEx0uCXUqffvhJ79bZL0179RW//Ap0eCCsitTM9NXz2+O2ETj4aP7mL/+KBsVd7
FVYpILvW2yUONp4x4LGHfNz0eCgGy7m0OwAVmITcTz/+RP+0mrKkmdRXe/xY1p9DvBlVPMAH8R3K
vFWfGQQQZ1KOvbAHbu30QTmR5fyk5u4vFh1JOxVdJ5wMaeh+8yUaNZTvlG6zjWAbtKEFFH5+6s8/
eU28vYpFDgH9nYQgNOjgT+XPqa3a1BbR+owaIt/2Tqon8I/j4P/k7fDnCxFP5a2wvpCs9bb4/p5s
c1cTtqNdlLheciEWB0OI1NPDj7+nv7rKbxsGn90th+bvr1JNiqpUAx3HD/BD9D2yoO2TA/vlq1ik
OvliuIrNHfj9VcpRYCWzQMXRw0qLFSwLNqeFcfvjq6xf8B+fYosE6Pq6WZG67MTeHsGzIO2bOEWo
DPRS36UC3DU2Jvq4y89Wj6ddJdbux1d03D99fuzZfCYbpOq4orueAf64cqjJjZ3R1SuCtsXqo02F
GpWUirIBH7aBOvl94D5LULDR1oqa0qIXIoHuRlVdc6B4tpcbunksaiB5ffW7wRTa3zZu7DMKaJu+
3KXSHn3kuqyDM9uX80cd4KAKRWm18EmqNv+6NGMht/jlWsby0EcyPFELokpgd7rduqaKiwsHbh71
uTXUyI2wFx+yQWaRZCsWVYdq8STjTtseH5xgwpOiV9hID/augRuC1xGfgD0eWyj09qbq2nIMYZtG
7a4AJvRlhj65hMZouassMlZ4vWrPLsJADGO6IQeXm+EUEQwnLVYkL4UPznInghVvD9GsrrZFI9p+
p3ETEEhIBGgeTuFAJNBURH6xkNRYpX7eY2h7Yu0aHnxAeSXozYbwW4I7Po1a89rHmfRR1mRhnwIT
OiWK2IiZCpe78qoqbAVtCzRoKbdfLsyAaOZadlx5z1YCRJO/4cSa6y0qpbhsFs46Sm3GimIneiFA
eukyxDgwYkmmWzsCPTQqX2+tniq1bVRD0QHPOUzeMdZ2AhunVvYnm5sAVccf3I9dgpmHgtMy+uDR
cIYFzeDRXu3WMzMR1/g85QJpuy/L5nHomU5+rCnBfpRsSdKw041fHitXjA+x7wzxqc5G2A8YFspl
B0SkMZ4aX01YOo1UvHSuTl4p44ZBg22vft8g90Vokp2n4202AvfdSyuvk7BRHqMLwypHGTZiQpR3
s6RIEjIBfUO0gdlDtpe9Mbx2ajDrVy8vO4nPFe79PqPOyTn0S43qgXokoaTqgZI7Q8fWikNboPwY
2ZhZBwmmjnZ4QLyvRiV0jy87I0czJTH3eZDb9n1hkr8NVYbX5bNMAdZdUqluGyffaVJSWpg41tJq
YJr7HFrZLZ+7yJ6xCkM6aQsU96e5rTQJHUDIgE1qQwm4o7P3QmYSfZ4gbfZQ0hZun9Rc88GqoGiG
02pjJPhSDrFJ896Y22Ez50yOM53W3le3NEswa9qW2SftFZNxHioz86B2AW+6IGnZZVdN3+NolKCq
6o/a0Os4TLX90gQbyvqWo8MTX39uzDplrhajcWznfpkWqqVFilcjGBO1g8uHB3WEZUIuy0mwl+ai
QFFSvWzFJml6qbfNXDYklxhoI/vWpbok2OkjnwSLF+O6TaWPJSVmD1zJOi2vmYFaGrU0zUtFG4o3
xvKg7RKr6FZzoDUm0H3EeGvoTcU07+CmSCwaTpPntMbR07iNOeppKCxLhS85tk5l5k39LUtOovfW
0IoEi2NCeSPsuyxyWrrd7L7rvrRpz0GGqnoncypvN7lB7GNca1W65O8g2uGZnMYJq/1Q4PARdSaX
ytx4gNFiah/wRWGeG6x2rehd3BKv1VQsxYeIj9UHq932066ureAxiHHjbeK0R4UZ5655N/kDcNWx
nGIKz/EkqD2mpwFNU7otUJeVxxti/+yCjTRsRq7SadmpIs94QHspISeuknNcOAL5ctot3Thu/3lc
CFiH9tD0+pLydFinil0q8expiKNrGbNP3cGPo6GgJqRPyfmyIseAbmERnVzDROgddHY2popXtmOP
zrjLOiTdU+rThEdXkF+XoTXawW0h4wUOYyf422fsWij90Fn50E2OP96bbswxhqh4Mx1cJ2LI01ty
laWYnU6hW9fmnVFQ4oBddowoGDfr+DZzi/KGE7mBMDJE6QN/hosDGGzXss3bVOeXVeGzNotZVxEY
QXf0wzHzE3FatDmpPeKx/8AnZZUb2xjLFwgsXhSKyi2+dE0D4lyNlsNJdYkY1LLo4CSwKz9aIR5I
2jUnCTKDELiNsB4MTB5W70Egz5L8Ec9M1+8xxDWom9hKKhpojIEyo0hZh06nMV0Isb8OoeMyQCRk
VXnXYXbFG5211uM0Kc6QtRhIUbdNzFFCl64UO9yd7oeaV2dN8tpKYVAZVvVaVp2gJtQWzSlo0grA
oeYkhHOsZ7UmX7C8Mzx243urSxIsVm43XvJwOA0CmaqvZebhJmt7szd3i7V2fSZmE4OjqX2bAo4W
qXhjd0781GdI82Gpxpb02FTJ5EuKV6994q/pVKe2hJ/GDWRkzsuSzG592ZWmRy5Td2UdlgIle9e3
PSS1fsVAv0p+G0Eb3Xj1SWiBZ251MBKncXsJvDvpyHNnjWnFD/0kac+xy9hXodda0KcA4ubmtcay
oLfp4GKWr3xj0NyguVVd+IWqMM3XDRjJymqM/hAwUTH3SwKq7TRnMLGucCDY2aXPwpPuJqICGTbG
YHZeHUyJErTS4OTjqWx5J++Jis/pu96U8A2bzuKfI1Tu6AwTqaNS285Va14F2muAQRAg1/6dEzd1
+5G4hNt+HbOo7w7Kzp3yGPN2IJTIwpweFy1maIZ5bWEVYW0RxyBokqc2j6OGb9XFA8gsPcI+kmYG
hlUIAMXqjsNW4I50DG3gofUxErcLPdLAPqYvMnLiazGMFYwAu1NI90TL6fDs2DvZj6lp9xTmTArQ
hio4+9M7KAPMYQZg97C0aHc+ZaPp8+ka+QieNMFX6Vc2aygNq+zVlJvzDuOQjM26SKt4uAARxXKf
TmzK5sRwljBRwQjsk/nfuU2dKNsNbFtamod4bx36vEJMyCYP0j3LLOGlNImfPGG03JOsFNGlb3ut
u+fZR/8xTHgdW950AXhsFwdBw6AIEoMoI7kVYMmfElOMoM1t7UDwg7yPKj736+dbNMa7slx4Rvyi
gN+VOcU3kmJM80GRGs5Btl1zZcdGBGogAYq1qzBH95Ac7PldrwfjBkae726toHW/+nxpGMIbLEsA
G9yIKGhkRWnEqX7ppq8Qypz3ERa04XFKpsk4mBH7z9BI/HkmReq07W5k6/ds4+X8lDrox3S7EOeA
UqF8ljXg5zOVNKq3QqnItlbuWPVkX1Ic7BjdKXZwimSNbtUrzqItEnTbIEmJJeLLfsl6zwho+HKA
DwVTa5V7Q/W4JiJApNDZS6z14Aw9OAWtKL1t0Xoc6r2yQIDTAz6ZTaeRCTaV0fOkOwD4HgtQbR+l
RzvQoYnBmVOt504mEdWlQztycP7uaH2Z/DtPMdfBdTlo7+yojHegyKdiZ/eYekNVWM0FpX1Jv6ns
Sjy6XUU9crLkCtMWdqHQ6Kbg24u4NcIcqAvx20muGdYWSD3lxfhB2CI09ue+aYFDqBSzzUYkpbA3
uq/ql3ZcGxzcYikZHqo8mMPUb/FaCndxUk4YCa8ijv+5t1Oer+96m5t8aw39TKpCJch8hRYBvgru
SQvTjCbb05sx/QpuVlwOnG38vaNroqedHFDd3Sqd7358lHojnHLW5WBogVcxUVtMog1vzogm2t0o
6FDfGB2bngvJw5GEJoGWmTALVst9mnRGcAD3SI2cl1KBBw5lmW8X0U3s5bEb5fs5ZTHZJqrA8+lP
pUS+x/ZNNSs17upeDnpAlOTEtux9EITWKR4y631XGWrYwZZNozuO2lirylmlcDmAur13TT/xHgV6
4MnplEs7UV/H7/B+TDiP7Si4mQmEmAc4N7F7MCIo/xsGScThKQvrh/c//ozeDlUsptM+KDZeVoxV
HNP+/rCZNAlVT5ggSfMIaPzuEh2jAIwuafUMi5qc+8cfX/DtwOjbBaGgeR4lsshQb6YDw5x5Zj67
iu2YWXzC/FpuOXSwT64WRNdfvhb2QRQz9HMuKN/M33PXxr8owb86rSl3TaNIWS9LfCJ0on5ybP/z
oR26G35q0oYr0B517rtDe6CiVDslPJ3Ir18CQnnXM4bjn3x2f76Ii0fhm060qj5vw4JZE5SNO8Aq
LpM++1pmVnLblvV4+vGn9ldXQV5EkOKZcb238xu0eI42HHI2SVAMR5FCPhI4fg4/vor4842w/vmM
VNYaQ8f03twI2C7ywNEkBtYvqdpRc2dObBEFwQqXrgEj9HtTN7dRKhbrKZ8Mg7IDjnLLjiM7aBZr
nqV1xZuJ7pe5F7N3SkSce2HklfQS/vjv+lefCIhEnxkgkholvN9/uXZQG5LDNJ+7192TyDNO2qi8
n6gpf3kRC9o7c1Qm6eabO0gMhAw7+s43Lv7ahn1tTX3lXGND+8lk+k8fPJVLvNe4kIvgBjbt+58m
X8GgLf0u2P+7bg8EvMs3aeMb4SLHpvrVR5ABHRkRj1kdWrhlvnkEk6VncOUsZL2x3u8W/Hhh0fvv
Wqsyf/Il/WlUx/oFyw2mG0xCbDdv7idLtl6KJEXaFSr4BrrzSN9emd2kQM6vI8rqICYF5q8+9uui
SfEWU/ZVwlkhN3+c1cV+21vaRzxIyzraQiit9pbkbv52//2SKP4ffVnfubf+35POeeH8Z+n84R//
o/objpF//M+/fVCf/3bb/uN/qU9p/eWPngte8P+CAYIDciHtIUBhvfgW6v6XlO7yK6sMAycQ5uUa
BP+354LqNMCSYAIJpTl8l+sv/dPIhcpuCgGyj/9RPOpSt8fM/I1364deru9VIc9mmiyl66w4Ih/n
x9u+hULi88FGualSGVLiVZ9MehWmcJT20SzS9jonvpiGY5ehapDsjU5e6Tv0Ri0JzIjEGGhhzL3y
yURfvXUiUMoA8ubldW4GYwvYHQM6JkLrJwuGfAM44mnincYuCkmZfzKT/v4uz2UFSd17Pzh1bm2i
QYjbhGMSvc25zu5im6NEAkX8DnQ65Q9lG8U3he82X3ld2tfEi+SFra3pnWG2AI4n1yM51fjicgKX
DpvbGMb3Q1krICH8RXaQPecdjcPuFRWLAqhcWhif2sgZv5jkEO9Jm097p7eHj5kc0msjjrwdJ3jp
sq9V2dVMfJcahBxc3tIysvCWnF5KP170VwfjcFgznrqyC4NWy5o1/CeL3ZslyOStCagKgB1SKEnR
t+oxp0KSXOvnBBYCP8A56cG3s4uUgIy7GRGJTfj/Xxm6+fT5v/+39Un7wcqw6ds8VR/+tv+gv8OG
fftt/2Q/AAdbm1J8L0DzgvbFbftPNKjzd95JVDb5JMTWfe8qW/6LDOr8nV53HnjOhexMuOn/vRxQ
vsLLBR2bImKcWHQj/dJagEuH5+Z3dYnVQHJMhy4pAhvFB7jt989VkXPa6hv8hyNateiGZjnbZWB/
6QyiAEOhh41cIOO4KnAP5ZBb71Wc7eH5H+llMvFzTwHuz1nskqjbUbwVbUeD42DgwwUSdeBdLhGz
1bgg2mrNcu/OQXqsOc+tFGS56VA4tnSDoLjLp7btLuaxqSlyTtId0Y6G8vjAvcTr+JAYy2GcNOGv
KI5u0ooGgS5w9yahvRaO5HUNanTnI9nc+CRIwyrA/C6MtMCN2nb3LfVO23qO7nAhPEdq2GbQFrrG
I4scjXsXP/RzkAL6EZ66mqFws8DBdxophHopJ50cahQt9AOZEm6zpzBymwGAt34qh8y5GTvLPhU2
aQvPLb+WBYXkUTPqWxNF4Cua+qtFbg8s5ArLIkZ+slJbw0cTZPeDXl4qf8zvoLaKU5lQHKACPTyl
XlmNmz6axAV2ezyf7GCdexmXQB5j566mVnGu3VeG3eIzCTJw4jojHbkFfmrezZMCa9VoGV351gS6
QVdyuW66xb7G9aSq3UiJ4B4Sh/+1SYSzSxKbAZrTeT5YprqM31e+tuKNPVn6Ns4t77locOZt+pRD
adUU5dnmqUg2bPrJocQcIDVj3eaWbL66Tlvva9AVxIwiPsJhZ3U0B8y4rQ68ctwZzmbHVOPgxl48
2vj4SdwxiCEJYavRDW1SMsN2ZFL6YmXSnz5qHUdbQzfmTV3aGhDrUFjiESSEeR5a7065Bmv1IpgX
uUWBEk+dIsyBeDL47BrgWynbvSqzFe0rxVReTFbh3gwB30aSp/WOMkwcum19ltbaKwq8djozRiZv
0ZDiWWLvHfWQVn6RWlIdKiGPA9bejY8ItI+V9VoWyRaWthl21Pk8p5EVb5eKDpSMqUttOgeyxeC5
LNJWxCRv5ha1e15IEvGf2PFdTffHpuzVORrllcxN2r5pY0EZyrr5xWuy63hZU1PpJSMjf0s3+S5O
SJSi3zAd5IyijGMyC6I89ab2vXBJWgd0ltNce1ih7cE7FCQs/Jyez1I/koiFa0RIaTJhb+XDdJ4Y
B3TuqbPvh+qhcdpDPcxhbH3K7WU3EQSDHv/C6ELf93l/E62Fn7I5sBz1e2j1GzOyLouWIPVMqZ2t
tlMFGhVzP+Xe1q5T5bALFv9I7Wh0LMw0XDBWj7ERXPrQbE98VXtUmsuinkJ8SRZ9M44I+wna0+ja
J8Yj+mKQznLrJFw3yRgUGZRA7RqvqB94bK4EMabYIif0mhJNTEwVUk5EbJvRfR+cIOtugkWd5i67
gd8a1pzH5na5xP2wTdKvklXFm0Ry0nRzPI2t7W6o4tyUWXOQlSdDD/03Srwnr4h4berSYZ3TrxEW
mytiU0M45enXCtRdkUHhWtbxZm82hDXHz0YUMDjmaTxZsr+cJlqlp+KsGk1Hb3oQxrQcO1t8nFU+
xddIDfZ2hO0AHZc0y11FbnqbG+BW2DRUIR0pBwJYYFvBQ5yxGoUVgaH4pNXCpDqrI2ObgelHUiSK
RxNQ1sZPMHhtdjIBVeVUWwJMM0wwZ7p4iHMm+Ib5ESoNS1zi53flMobLsDZsDwvzXoko7/XGvZwj
/Zkj0r1pmJSyl1EKiMoyzlkyVPYuwqXLKM0MhmsnmvMtmmR7HOvKA1nVF6c4rsU77IdQe0tdgZlT
Q8h5CAojlUb3AGc1naRi+ZC3jHqlne7jyOpCptiIvbUWG79yM2i08pqO4QfqI9cMjP9SGD5JuyKb
TmMwwLUazKs2zdKLxK6DCz/2+5CZVQ3NgiE77Fa6V/1QwxISxXiLILrF14ZetnSUskcqu4kUHFoj
efJmnozK7J4bDksy/4AAGjpJ/OCl4Dtopvnip+4xdskE6eqI+fQgKEkhHOxOl/HQAGbIm08QvK/9
vP9UTin8WU1ECObzXSvEp8ZoKTeKe14+Ij2WkwBH61nQOsAotzOpPGRxqCPAuUh2E8CPPeIBCTmq
YFbkDW0XaGZPIwb9VzSiLvWnSJj5vqCKaqJS5fMwFv7BqdTnoK0uxrw19/AMwtKRYV0Sw2Dwv/pj
z3OZ3jQrbjuD/xEOKtnlHlaGpt7WiMBKvhPTu2V5rx1EYvaqMKdfWjVu1ptOexWJppGaJN5qncx2
XQ9Kz3ifGuoAzANpwlqePT8/ZMZ7F1Bt34zXnpweY2MkR942astdAh+KIb3jHcCO3rXFsJfVBEvJ
5XGwwOF6w23c1Tecky/TGsROmqmPnofNCTnx2qItptftaVQSNGIB7Uw+RU3yApPoAhruRc5NXIEl
jrvsUuEF7xV1xXZsvhJROLtlfZLUK5Te9eL1z/heLyzDfjSAqm681jh7gfqyDA+N9pK9GLA8jTVq
yzDLry7AEztzDpH1Qfb51s9Wbgxev2hyHqTtvMz6a+kVx6GMr2lqxcmhWInN7FwV4lhHLaVEfnqb
4X2x+uQWJ5kM8W2tvrsVgg2wzqMbzveT68S+HKkZ3pXFp8ZMT3Ht7CxdbzM4SP0siIfIcR9Mr6nv
hzZfO9k+ByoggMgAdEFTGrgITH0qfKgulBVnYt6YWbFJ9HMyxZf2/DyPyQGA936a5pBoD2gec6wv
TIuBMork/dAEx2GZ7jizUNwWqF0fBZ95aLeYhQ9RQezY9ABcMJc3w3Q0PiPKnpIg2POBhdwaRIWT
U1VSN7OQ+W3nXcbBz3QfHaP90Cbmwc7AObNsxCbMkqRrz5EJxUV19xbWntVCo4zmhAsjXFEhAK22
ogGmWJn0QWf59Somb5aifJ/rL37hnielXywx7/tmPsrc2Tv1sl2SscA7U23pz+Wceoo9bGrFAgaG
HF1waAubr9d0MWL0W9x6LFXyisns1WwGECNEfNd7/VM12gbxu/dL2W9LMt9Q8UrvctJGxg8azBdd
+Zmv8pQDGokqApl9eb1qapMGp5vLC1dHzoaulHPbmGuVm3fnDoAYvH4Ewdg71zURS4pEvZ1OrPu4
jia+CX2/xviGbrg1El6LQJmcZDy1C8pTYGK7GfVBTABWR9olbP1A86CzrboR7c2HpqU5tG8l/j9E
RfmCuqkeByXVznZ0cBkY3H4u7UubajKcR2oRX0T1GCzTuavth6oiXk9pam90d4nfXLqWdeV1pNG1
xY4T/qhs9UU3CyBepBpb695PhyNQhFeEwtuuR28KrqzR2Cbg3GF/bXo++0Lqq3L0cfPIgVx+Rzme
1e1L7ESsoANMxWCt7H5qqLkmkAt5G3dTXqNXm7y1g4QSOV/iEim33tDtvfkZ4w+hY1lAw3X6gyYI
WqEINOlxoKFtZ3opMSbH4VavQQRk5c4IrE9x+1Elc3pgq55wK4GXKMl5U3n9HtX11QKacAHMfcfw
lyUA7Ty2kOgUBB86ZYkcrPV9vDNYF2A2BCGtt7w5UnoMbS/60IGN6IfibGNKYncSekisdql3kT3u
dQ7zn4irHZ1lfI7SV4W+5MsbyBOHgY5obPbvNQahssDqYMF2rM1XO8bqY+IbgGowxlTMmNXOqWBm
govA5tDuaa7adhGyB2vMB0rODxlWFj/lC3GMR2+kVhmDS+2mB86fR4TMbWyR9V5GVPfaOihlRIeU
KskkQ2YoHHeXV1506CQeChnde81rVvozQBzl7Rd5b/slgJQGV+6Y+5BUbbq853BIHXHKTH8IPe+K
A94+ciBL0noW+kX+rhm6bTp7x3QKzs68FlQVHwNsNVJ80J68nTGqifhTYbo4O5KGdvDsohfPdmV9
cEBK9Qpxus2BcC0eb22PYjHqqthY4jKsVGO/JpGI3vsx499c+VljbEZrPjBBYbAJt2rTtO1DO3nR
u4QE7Prv4vkabqCz79KaPQTa4wmlnBemRiC0JPsrG0Vstdhd2jL/SJnTy8j6vInjCNGQUDOerYHE
XHprzfbHcvLS7ZQ2D2Ly9lU1LhfBqJ+tJrkfHdk+Z2b+OVvfpRGQJegeFszgdknvnLmj/qJOz1Fv
ftaNcdGmpR26UDppENuSmPtM4V8IogXsl39tudaZDumdLnIjDDT9iyYNoLz5d0NsXMW8Sm+zgOOe
JYz8WsF4OkNgCI4zVh52p0UbpDuMRn0gNhm5pzMnXWM/qMAGNpY7D0Vn6X2A7olZzstfI4MK3kIt
2Amkpa/cle9Au/nyasQdAvswGDvM2f71sBjBEf8pZkJhwVDc6Gh09x2Vk1ckgwpAMkZvig0hc2pA
RbnIr0MNT2pDg8h4zjO7v0H+JlzsLL7PA1Xhg4Qn3TPbj0WbpFvRA7Tb6dSqxVXFPhekncqNvgqO
WTWReYnoT3feYU0DJ7L6ANuDgduRaXmcHrjTAFar1VmXZuw7Frbgt/U4QDabWXKxP0TpOUjtkcO3
0Z26FkosaqhSm7xIxIVvtdCcuyKGj9UuOeInJCRK1Tlw0O5FCXnF3K7k/0s2Fs9gEfFJkEnjKCoL
wz0uWIY1G7mI9GWxUIa6iTB+0NUZyxk5tpDufszZbIyCxZtNand0s7SWZw98I82XmZviP8IiQE50
jo9z67WXQV8EzJp5E9B6byi2ZNVShvhwuKPzUmYKEmTlnaNOGxh4aIPYQHOKjz27383QJuq6h7bF
euTn9R0jpGL2d6M2xuyGMaUDMpJJI1xNiVFuO0+OwQkyCIDXBCI9lQgTyANGNL9rFPCRvSt5llqK
U9l2xvR8QJXRlzFVmdnO8yIPajKKrSE++byWcTd5VUada+U5bW4fsyU36XZxRCPqa2OwaSbdpj4f
1ClSgSquCKyS/A9asdA4ki0YnLCLTF57LtCVxlOxeO70kJELEV84wCXel1Qh7g+jVvIicSJ3eoEx
M151naQ/T7glTHgst7iU/PQII88V9w19olHISiAuIyQzVia6FueD6rIiOjidD716lAWDiobVhPWs
Vv515gLh2pCu6R2oPhRdUIbrQuIBtlbSkyFdvgsXHP414Bu6SoPcwEoy5LnzsYKdGoeKzsz+IprQ
qveMiKNT69hJFNqwJpxDGUfs9SAKZGJT9aZ3U08+OCQibca9qwv7i6qD/iPjaOtuFpP+UnXsUIog
d7ZdWyeHSc36ojaH6j14ImwRU+5Yy2k0Z9MK+yDCpFYWtMMpp1b4jKyluU9wxF0MkFjvMlB9ydZv
FhoOXfCCezedqHOlhzt0miR9SYtMXw5TMd/12mx30hwBuyUsAxC8l4jzQx6LL50bBSfCTcFD3Tn+
fZP61bXV9c4dk3nMFrkaxUWr677duaUTPHdj5tw1GOfWY3cG2LhASO021BziiAFKOl+4IEDXb3/E
Q1qnTnDL+QnikZFlJy2gCDawQlbHU+7J/eSZ/vPkJN1Xs/W518fIxOuB5xg8g03rbNoa+wYu0iXm
B84L4iqlP49zSs4eohQ1rGcsc8WKJAVy7BSxBVOhDV5INdYXmajih6hr2Y/IUeOD6QembWBXunOZ
QlrSPRN76Be0S2Kxhb2nVJEcsDQtu0xr8Sn3CohU3SDKd1k+O4wZY/ghWZ1UZ7x47RcRqxvuIzDT
EGu/GhmJF1yhy1AdrE7ziuFzdveun57NAqrgTrG+sGmP6/4+a0oxbmwdS+oVddRS5MlE/4oyHvd5
hT/smHtAJavtQTD6ERzfFok+y+1FVBKf94SPTnXJ+MTMFUinNZpo5UEL1raSbJLlje2C3hOoH4fa
tCOqDihP3INx0UfGcFg/8JfetsLHSL3Y1cleXpP2fgSeCLnaNq+YfM6eNz14A/bghqfwwnYXSo2h
ujgEMSu2z4ZIv5DGZ4szwcSjrBJcRhz78mG0FQcEuZDsV6l+pNSSgy8jaL2PezCzRR9Ljq31/ZLL
+SyoI+Thsv1LB3MheADZ3dmsMGw7WrUbp0c7Z0JgMWI4FsH/Zu9MliQ3siX7L70HBTDMy3aHzx7h
MU8bSERGJmbAYBgNX9/HSVZJseTVk+auW+StM8mMwWG4plf1aAslHm/LlXzTkbpBkuR3Yc6ngvjK
pg0UlTV2Hq9b0L1Y6GoTv1eMotrfDlN6Y5a8Tt18x2NVRqYq3lrtPiqTSbjZGTNcO2qPaqfcdSVk
OkYbvysPFQTfISRFJWLGjiXemPEynKegi1mh5YDPHRY+nDL40HwEZ6tR443TTPHRUdrl8lPY317V
G695YqfV1mwm76UoOZ1sazOKu7jtszf6xk+a0OTXjAvlptKz/WticIAa5pjjqZWieCsbrX+Wjl2+
EzpxjjEIpmBO1UZRLkxBMdZwtR/JvYWHngU3lBVZ1POOz2eVHkZ2/W+lX+ffGDxJfhaLTaqVyhoO
ZSPb+IVTPpuebb17TShv7c680l0g25CSa/0B4BS9CgAt8QuRNsCPD+BLi2S5B9saI7ubvfeVK6c4
4lRVW/7SbnAnc2/OjvctrdKH4ySZ3idRjJ+qd5Anpr692HVZ7QPCCrtsMXzuXP6yqw1zZdj1/Tyj
Dw3xCX/FQkQNsuKYzumbBlazm1LSJkQhICM1l4RXIEEFnPZYsxNAkhko/NjeQss6tia+dF7kRI3C
6yM5Zz1IsvYG3xeVBnWL43qEclrSogFEy9s4pQW8N0HjXQi3vEwLFPza3kthpN+97+aAAnFOU260
iYeh3zexR/0XAMkIdvPZD1HsEzfElN9xme27cd9BO2FWoO8MQdR3oWSUTfzMgjPfYa/Jqf2pzNUs
e2/jNXq587vmfc7Uz3wE9gPbJhEwPvHD1ccBKZ5Y29xgpE+OY1+9GCU1DXFrf+JPRlhKcyiMxJDI
v+1wz8YHGeQIMZP3bLHpvFVj7F+GOkdpMSq1RdPa6KFnpAuMdo3AqygOdx/HKSGzay6Atjo//hJB
fWIZEU1uT5FIY7y3EgWzmWfanPgYhxLkEyQQDA021S/jd457kWoysZc1oRLdj/eQI2g1qvm5jGXl
b4ZgfJ2TQvEcu7eINvkL4ydOSHccNxzvUJ0xBs5JV/C/0Q+BnUfshbZJmTbbcQybjUOEZt/Yo3u4
Bk1xQA88yrUa37UoK0ZrCHO4Loy70n1zg2bXDZTkIu3S58nlxvb0vVWE/XZMYFJqO9n3y2yzlS2W
ZWUq2sfmqkiiogyYfx1xsZWHTJxBumC9jOsYR6kL0RuhLph+YF92ETzMLddrTM2CKjGNbkgGxXoo
057NsU+ZSjLCkbZaCmCTDx00GpVNMjENPVgxpPOWZiro6OzSHHe6MwLWsiVz2Lo3yAKZrNXxwM6H
bu4hn6I95mmm7ic6J5ls59traTRn3RWkVZEYr1QhH8PYvAnDzjoMRvWE6/gskvl7nv1jK6EML/6Z
RPtL+LvUN/WPTPDwfpuqvJe4ir6JcqwAJKtbrITGR54V/gVvVIlGQRsf5+6wccuyPMETyhk++Gam
Adi5J4qv/ncjKk9aynYxukYLyZQXCXud5LZS6TNlV6hTTYV+L5jshwMOdSzPxT0rwn0V+PsUJuh6
DIg+MMbjlK32Rac2nTFcarffyDl/68fFv9eAn2yl6/u8a93PhrjIA+Wu5cKmiY/tXJjlKexp54Pl
6DzN3ATW5bXDdYIUo7ym3hKvRHBjywKRsOzPk28fBSLeejSn2y7uhpcwLNJLbHRbGL7Zg1UvSG49
3t1BzoTZ4JzhRQs+25a1IvEFDUd8slB1ujE+mI2DIAYkvTQ/9NJiuQaRGWShQAicdpOdWNtmsJ8G
jpJoTmZ1HOqq/4Kx6jOMAtRzh/rBzhKYVssZD9iDAQ1D2Mmu5EgMEAH5jR5t6lZE+FjUbG2SbFr1
kzjo2DjRDQe+i/k8bD6kxmJdj6fJqHoGcdVHDujoDcBCnldZIq1zsIflXKCRmz/skehByXdDP983
ydMHqQhS2BkF0CrSOYx1JH5vx21J773UTLejKF804iOkW/t5qMLjgJBX0zlKwut3WZAHYU5F9zLr
vHudKwM6GFuXIO3kWk2aHpF0cU++at/zJD3hhGVZwIZ7Wbf9PGz9uU3gdbMvMs3pze/8165qHrnO
ls98O7DK3aldy+AwSRLeDooxBeLRkCdnm4aRVJ4ouk/vpsHMiPi5lzz7FuUEYj3v0GWAmW19Igkz
F8L3DNDNl1KzexmzifrpZBq8TZdDoJzn4aqkZ20Ibp5HkNYk4xrNoPYrvK/qGMZqEczhS8IVxDix
ITcutg7q9yZx3U/zqrmVfJUef+n6PBHnw/bM3KY6zNSijSS4vSoStcYd49QlqTFykTtXTKjOgNou
JNuDKJCpeWORK18i5bOQcgjD/PBTRgz0mOonw2jCHjEHn4Y3hwMMGmtySmyWl4jBP02N5Zs5COrP
tBMMZuu09/J3e5j0dBM7tkbc7HJlsECcKWNpYM7/jxnkTzOIh3X7P9vENt302Wd19hdb2PU/+RPF
I37DsxmSGceXc7VdYen4wwhim9THYhGH9+CAwsEk8k8fiCHc33wrEDi/YJEI8TuX5R++MOH/hoMZ
s5jlWJ55Den+LSfItcDuX4wgeIavbhL8Z3wxlgBy8W9Gddy2tpBzbKzAau9aKZ+c2WApXKNn6p1y
eU8GLrjNMGFRNQx5fZEUWZ6mvGU2xUb7MeNz+GGk6srigDfCzrpoxYGV+WUcDOCcDWuyou7ZheXp
K4h7IibZV8CRtHVz51hjt1rZcbCpRhXlvfvEv+Xumhq/hFbbwYuHiGbsUy6Gt0G1dwh93hpSN41E
s5g3Yqye7IHWSHtWzktleO0mNXMW/QAPK3MTG3ocdnYZ9OlTXon4W2XcwNHFMP0+zvjqeUwsD73W
YQB45KWY8rpbALMYLqJoNZntbVL7FcWWqr8zXGwwK6HnSuxQPBDMuP23yYuA7s+IbHTsJrIW/zKk
2dQavx244ZAKuxH19Iq/Y11tXO0pI+lhyAjc9tMu0v1k3TSpRVGqFxt8r7Q7jq8DD2y48Uie7QDg
jCV4ycSkKUwhza94KSf3KcPDTdoV7M28AD1RSXsikc2pVG2kESdPC/mH4dae62EnYrZf7FmC5Ho9
mV9EPIabhkPlBqTzjn/7fnCp9fIbNvyJNiG/mka3J4eVnPnobKYi5rcoKT4wGhUeDHMATSm6eN+y
eZ+meFXnUO2HdO9kGH1SXxbR1PrOKSTUJaFytGZ+6lXx1KIsYVFXwJl7uc1GWKw0sDPzGNnr4obp
DcnlHAp0GFJbVnmijnpuQXLd6pQK4IBkcMXSv6JbddVX+Gqpmwp7HRm1Y7P4/vun2X9rZ/2L8fU/
2mP/H+RFYRL+z2fZ/66/G6U+//Uo4+//cZCBdWKQQzYEkESchcPiHweZ9RunGkWY5G85565csX8e
ZI74DcMpjA7+CGkC3fifhjb+iNUpJjkLlytuSsCHf8PcesVR/csp5mODxr4uHAxtoWddYYp/tbOJ
EHi+o3CDko0yv7Ix9++oBZlXGuTxejG5JHWqbA7U9gbPaA39Ph4ImrMVP7PtTHYhFys+TWtIhAea
hMeL70zBinBQ9sLJgvfGdYJNsrTBlq1ZTcpt/FGZ6mOhbycaDU3zUDnufLsqN/MQpusF9PKh9JZh
bXbUoYyJoz6IIn60c/AOXoBGo8Y+6Tnm9o0gW/c63cWtOlnB1ek118/Ss4ZbcNM/45AHCKl41SQO
W8+JsnvNvalrtX8Uoul3tuj1xkIj2uRGF6x6a+5/OIb5wJdC62ZRr6dmUpsQDx2r/5kcqNTikixB
tq0sIPI1uvG6CHFSgbIYQTI3XlRMPQ+sZWyvVobNAjR62yMO0UZif2Mpi6NsCvIVgcfdEKTjE7HE
BzuR33FhAIaIydp2GehePGzBnKVPcaGcfeFP+7AR5d4oQoa5Si7HZeSi+fef2v8a8fd/97j+5W/9
f1RT9nvv+39+qj8+q69/I8B5PKJ/zif00V4tpQHEXZ5tcc2X/DGfCPGbyVTCE8ojT/2thYX1T5+q
EfwGMSa0+XP+AmUq1+zBP+YTKwA+iBXexBsF6uU6u/yNB9sCF/yXR9v1AtvF1WxjCcMCy+jzbwMK
uRSDDnaYAKqIgf+nVUVOOxQVNA/RZdcGwDRwuYhaykt+kYScX9s+prRmNdFtxPI6m/zpe7Zz3e/y
oE7aI2A0kym4H7PgpwudIMPAXSVVelumFXQPQpBN85KFcdDRM5qEuFfy3LM+RDgX5V3lGj1iV07a
noSrNu+XuLCTQ2jUuGvieGFXk2SGrSIHvMOwqYbpzZF1Td2uMeiAoF5ZtctKV0VFpazILYUnp5/t
a2t5aKoTmgbykrSmbqZVFoRqew/Mu4bjnRksIDfmFaayGWhiR6hI/brYeYvpAkFpk49mYTxohBfe
ZP2Y0qtmjafUNTEUqKBfA1SY31pq0Y86rJm3hm54VJBltlncvDvyaoYb6u/SL7F4aWs6TfxwqZZw
KA8z/PbTv6pqBLeWQxxW5T5rJ7WjaCO/Mc3hAvmb4KoAe+wj/q+tMO02RTo7+3qchhPNQjVEaPtd
9/RHxpL6MCDO/p2Ayc4WHoeaVw5RbLbDHh61u9Gp/cr1kCYK1xuPqWPWv3DC9EdOa3tXqNEEBUI0
uO2QrBpmb9gSfv/mVleQRK9hDzTx1LZr1GQU9JULA7m/9AxWgoO7l+01kxnkdvE8e7gft4VP8RH9
OiBG1L3BeRi+T5jlulNYdPwnkKFzwTZcDX44h2wCK+X4a9Hb6GoIE8l4oa0F8EienBxeUnBliqql
/RIYc92acbIJvEHG13Q1K6VmQAJyQ3aNKwva4YJI3grvWUi8AUg+TwXdCJAoTAqwGHjYmTgac4Ri
IVEh6McKVQkzXs8WAWwJd0mHZS7KdxA+ZNCo2TYY4XDT5cYYzbGY7hdURFyQY9Daj2mqBCsQlxQn
CNbA2duyz+Ij5Hk7v+nYvmdHfuGFf0a4/eLWbzoHw46H4uhKE17gZKuPjqvrY+NRgbRNoMehU4DH
l/sYq9q+DOp7MOrsW1PZ/1zc3j0U4IdeaLAH5ym1dQcuCwOJrvehjbEIWq1VnarACNbCVOT8XcZo
yoSnDMtPYgD1Whheux8dCwkuCEWKHIetY2dNfg6eZ/QXGEWlVtd9Z+GFhyDWUtx5qQxonbbEeH0O
lrMzJg/cbm7bYSl3Tt7/tDuJpswGlUqs1n6laMlv3rpgaZuT7Ircp7XALI6G1nH9lbQIY6uhdCTd
ytopvWguarc9lfRjqCjzS4OKlN6d8h9jWRQhNX7+rdE0rMTVNLqi4bZEb4BTjyk+Zdf5oB6ItXij
/R9ZIw7F2MkzBxTtYdXS8TvFn4OjTSZt1h3IFLivMM2PDt9nzbZ5ML9GXdseBqFREQ/vKc745iyQ
jP6LXyIf9AoJIC8hu+LxnjPW56OYcMss9tgdM97wsI/jbonSqU7V11jC01jF2IlBxo9xLqIQZwQl
IWTNmog3RhzuDdz++UYpA/fnFexED6R77onq3vPwzhtXV82N7/nDTtJzRN9uubxrVh/ZrvdAvflj
R1WynXw7eYlRjw3Uumsd85AaAzvXcVqeWcVcuFJ0hOZkh2hhLVs9lKxLfX0CGW5sRWz4pyDvbVAT
qXN02sz4EQyZy8GZNHjKXQ/6huUMut2ycHZAObSdC89h+FkkBS0xQE0+2r5+hRjrUtHj62PZNg01
Q8QTLLhWemn4vgu3X9e2+z3NRnaDRkh2f6rbaweX8zohEa9qnS1HL2PnMv2OOxibOaEG2xmLMxSn
JXLjoduXtfkzzJr0gfM2PofBwsUFHz/WI42tUwUYw4kJeAcXmMeql97yAUSl2Rqmv3w46MslppE4
P+dlXR6I+BT3gXJqWmiqC+6kXzOVaWAMgzg4ekAjzlXfLsdpHvptE7vioViC4a31kH44aYNDVozJ
MRhl/GzPZYLFX9otW1eHUKLupkvGK0Zt5GRpe10L9xMYRvhu6zrchCKb7rCf5Pca27cTxNXWx6S3
n8us3rP4p1zTKLi6woFAtPX4IbLn7fhKfO88j7QxZaV/60/dUx1XBoVHbdg5G2dxfwXp/ODSunFg
YzfuVB6f4TJEQzzys2iafSPFp7SGteV1d0ZFFbbL+7Jqa/NRsAfEwHtfze0pCey173fzdgn1dCJO
seCIls06tXu6kAfqPjVtUHWJa9rMsAeJJiG9kKqtcvQD4d2BdiEvUg6Ccmr6BweYNb1HvvMSOtRk
spuSDMEOFU6Zn9zMMR2bvPWvG6gyPnpzRXLMMZIvxxqG47JQ0+HqoojS0W9uLHygPm1S6yqEEVa6
+gcbpuk+wLulGIFVpx26MsTFldhBZDM9DWiROF5/x4Ak6bKL7eFXMzb3heSG3GGb7O2PTqkoydNj
18hVkeKpzecgmpf0NWmnaBzMS6asoy+QOnsvoMg+S27y0sZ9pfKH1KcBOZ+OabBQk0cPIxvg5gXB
cZ8ScXY7g/Wai00Lv9CJZLc+zL+DSrKOHjTRLDRwyqszW1db1zfvvCnge5m3YWObETBJ3rxKvXs2
/VhchLzIpakMyKXmwp95acG55JgPaRGHT0z7lEmPmcbQjVQStHVmrG2n0wtsHmxsq3oEFksJhI+9
PZRZn9KWMBqsdssUw6jqPKpn7OVCA4fceBDVIttTFGONHTmgYeExrHOV/oCvVh7gDuHsvrEKmk+g
WUl8t3ZZrtNKF9uMWyiHdWGe0iWuXgNKRCMMV1TuKWygq6X1q8zb8QTRba9BxUNRZw+cD9WlW4YU
a7sjh6MIm+Vd1QLEltJhiajT+ZibQ+PeqDld0F+nxWJHjXixI5E8f44aOeZqZzMYJJfcEu2a6koA
T1iSbAIUYvRfR5ZlIb1QY37tF+ySO1P0/WXphLdH7rcvg3LxR+LRY7MwacCWKzY4Oa74q23SKf2G
QIO13IW5dm4l+Bk8qnYB/QEg/ZgUeOgHfuni2v8FKk5HXVw66FMZyZqkN5FcHCjcVa6iyRmHF3Av
5T0lj/eKjcWlIIEERo/P7sK0vxuF1OzpXXWj3eEhM+b3Fm7hfcAITp90cWEEnM/O0EJ5pZrIxRjV
11sYX49Jh8mp7wF5s518wSWoIjJwZ2EuuF+ctNoQVDIjbF3JhanFxIRZ306dOeEvo+ypadgoZyxt
SNP8TDzjs6S28Jj6FBumfoa7ikA8bZyfLtbByO3wdU7m0h/mpmVBLHhxrqZ5qp/4tY7voAu6s5GE
P2ZnabcY+ot907mv0ujULVcg+zChhBFNrx8tkw+qr32Ne16ylnIaTlfsnGScVgtRa1I5S0qPAO8T
fAYy35fzaN+ptlweJ3cpjnZq25EWwU1paXfnYs45jDbvEjfT+qlCeny1YhnvJg910cktGY0yC7ds
htxNOBq8XMP+exrsexJv8q26buT8CitpbwVrbzIr6tEMybV/Tn6EuQipz1vMN1w0uzRpmP28tnmD
MGuukzoJHghoPVKHV72RZfg2ZhMDOc0Jocr1u9mNWxiK2b5MKuerKbrm6LKre+gHS21qwrRfsvf9
r8Z2h4tKHec5JMYRrCzqIZhUYvexnnjEEvpzHwdzKU8Gy3b25WM4/HK1obeuUY27Apvczuh93mmC
LkZPtP6HFtlwKVsszolnwiVsspbNtlM+aZcvOyib+dEc8Ytlg9iZ0rFwl2LmEoEw3p1yrj+6ok03
jQ6sDRze/DJKEzC8cCrCv9p8z6pKbE2vVBHb7NfRnmH92iPWP/bDzZReA1cJ9vXSU4fBCYe1pMhp
DTwqXjdURB1Lul93AJyyXTtmaCbmIPxrFZmKT2i3407ijL4Phz4KFEEUvC8ViIHGXO4KFvpYN4bs
SLlp8bwU6TW1BS6YB/UhlUV31CbmFZgv9ylCa9SkvRXNOSZX+pfcE7tNkEjYj8aMBRtgW1pYc/mW
KdO671XzRNawPc12cpOAblwV3gCmjbvm3u6D4tIYtruRinAV/Rvhp9ulPG/B8B44c3pXWYl3kosl
Hi2AjmeHV8e6cGwRUWNFVC7Wz3ETHtnoTZgzU/shZ0Ta0l5Kqs2aS9pfr+WapSIPitUhI5oR66dx
zFN6gAYLM8BQI/1aDhc+zYvmO6/ZPjLaZncNLLkHruncLmM/7G49AjQku7C25bYEPRykyaltcJnX
QJaOWduhmIeIdSEpGc47Q3KCOMtdBr2RMrkpOw9W+zDaeOMQzrn7JC4ygFG5twVFWjdBjo6dcMni
/UganIxBQwFiFu5bzSoyQMSKMtF327yQ7kN9nX+yiWyEI+QPkg88oS1uxiLEEx2boIjww/qHCb8O
C1G6Lm3VveR4DVdAdbiH9pPk7i2bvWZRz4sIz+ranZ2fECrfsAyL5yWlxbZuHRyelp6/+H25R0TK
60U5e+u49L/xcT7EDZE8fymhUFYOzJ1xlC3fvlcdHJmXmwqhgMVIqBNqO0h9AHkKWZXaJg2AbgqR
KYxn++gUucsYnQQr0qfnZAyCXewC9xPmgxCEAHNE9tshDZ6bbIwsswkPVEffUI1HsXWLO3wqCn5S
dXgfxi5++GGMN0ubfaKT4PhogHt5unBOuDn32EmWVd4uB3q4Psbq6lVq+66jqy7EnZKJ9WKlPhSh
ujyRi5N6bS14icsfqaiTfer2wzXo4e0FYsEHiC321qXREFZcdoYOT7gM5aOBm/ZrvL6de3veDIYs
HjHSnkvPJ/CFQ3qbOH7FOgEKn+t2L90QTpeB9wBIyhGiVOZ+BtK4baz6B91Q9SfSpzqXmko6WH7Y
k5pEemugMi7VyEUX2WIJjr4k24Xt9jU1VbbzA+F95pbnvs2TY+6IGJ9LfEhrDhkMgWJhmU40lhAc
3sA9l/APGFgDhOb+zXPmbz4iMY+F3bAoE8ZujifznNUNQRQ72YDLyrcuYKBfWI+nJ+rcjFWYg3Ea
wtG/ZqMVJqQYE1BWzPvesH+MFGPPq6Dqski0pkvUd6yer/hpzu1U3eWd7A9c2byIF68RgR4jjCkp
aXOshCQFKgp5CU03jFv2W68icGk2phG5TgtgEizeSoZW+wzTtF4TVHTwjU/LPep6eQS3wA3Y/LXM
xKWoZ0i2jcnzEEl05kepl+88JlMaaIyYXW2qG7oveVfSV0Vdpag3ynDhz+L72zVmq6JAj/NJLKG5
SwiaW5gdJ+2/Mh4xlDtVdysbvJw92dIzSdxm3dSlnkDdxf5HnXEBDmX6a9a8y6/p8KgbaY/v81lS
MRb654Zvbh1IvQEL9lKmMcWGRGtWsmKTFw6hz0vXrnZFV8+fJfr4bdc25d7FhRW11fIG43TZ2nrw
z9mSV/zTwvkJ2cFYm3S+3pcQ53h6gLpbSV+xqeu8iDCIz94yE49ZbTbbTpg9ksL1XmcvOMaHgDth
S0hyh5XW4V7NGe9zz9g4gX/fyon0sDJJGwoouDpe2kNbkRyx+pCmuUz8QoEiC+jmjx1r/FVJCgHP
kIhXflqT3CqUBWAz/iWAy5/q0fb2FXiHvbByk8EfI0UVqjtPAHcdtDAJ1mYu78CuOk7MT7dh0AuS
fteSzcpD7sBTYU0RMRNuTFjziL3Y7rpjZ3iPGanBY8SqAxpwiDxadlGJrxnO5RTGUPm0H43djL/a
xUKIE3JtGOCRsEr4mOolcDsPB6ZKjQ/eeAZJick8BfjuD4mY7G1FfF5TRyvTID9ZySx3qoEWEMc+
syPnwzUvHuSRdqZ6ExRYv/MZZQnigrWz226OCjIFFD623aZyu+cmmV90grKIvCg+klJ9lY13EVWs
ompxp5e+D7vrZ6s7CCsDFmmKy7zAHyg85yfFTIRmm7TYwLQtttIgUz+UVCQpb2qPAufHOca9vJEg
8O6KMkd5TcZdl8wTkUbCQWOvURCd9HOGiG0fubP38UnolKj22HZpsys8ottnWj7nxzatXXdLqGZY
7uIEJZ70MSXM5KBEQvYSeLq+dKCuz9BZ+cl6sY0XusjbLkY3C8f0pfUxORdYvqmeDPO8fpvJI3GD
NmebGLZXBW/T0lFYLBFxX0trkk9QSyZuD7XEyTmwB6azNZEACGlT5E4YpJbJXqizu5GXZWkk3CuD
6WqZqSRHXkdd+E0y6fxRmh1GcaNHrrunD4Xy8lw1wuClZ19j1/zzvbjvR5MLd97awxJZYTzIG3tS
QmAgbkOujWFvpSepXXvcuJYqmohD01qORPfFNfsP5OWIS5vxf0m9aj5XnjnYFF/H4tLnvv41wt0p
Eb9MQqZzd81SZUjLdyj/4d7vMpxKdfJULUO+HbXHmFbdxIP/XFo0FXclAlwyleqhTtwjNVZfMV4c
/HRWvxmrAi/S7H+PPRhVPgjTM/otRk1zxtnnAdR4tTqN8ShH6qiMcN528yJgqhSVuyJaIGmm7Myk
hkO81NexPGj7yCjH/GVmodffi26o+TyQX9qHeOgEDr+xfsgQkPJNQsFE9VirSZ5MBCFS58iWnUqq
V6oykmlVTXSrT3JhLZFae3Js7bpL4QCUYjE2vDqbl3kcX8umeqpacmsqKJyHAf7lg7R0TSOnPs/k
UXHme/U7YV5mC1oPMU9xLeCQTDmURLVrB1nfVX0qD0Vo+MidSOYvSxf7B1sG7rbNM/Um4L3+suOa
bLrIcr2yJf1gbhO/EX3R2NyJxthjYgF8SF1CMXH+K1SDoelLm2mf8N2ms26CmbT3yp0nyBXEoThC
Funqz4p+SrGvMgAPG0bx1t3bg5PiQ+kgAb5kWUcOCE/T3B0yAju00iayVfZpFjmVr55rAVMFG6q4
QAgWP1yRvQYRt3YEX+5qDPNNmHEgEK4Zu2ZLMK7KMdE3Q/1UgE6e0dQKuF0ueXlqjGlBA9W4LO0+
gXjfMRYl/jSdg3b6ZBUUE/7id7PtF/a7uMGXzTIsr3Pa3CFNH/FN4MNPbfrcdaP21oJSW5l5cKhZ
KXFlxyS+TNo8sqPInGvmmqnTracdiTF3ayfI2C6nHU7+YlkPSXATjsSL2XesJq4r74lSlxIn8bod
52on4MDT/Nt5e7OZjYtyhwZPTTOvxzwgqsbpbrlrzxpbytJl0K1kR8VejcH3A5M5IHFcwefWcrKN
tdjTR9oG6XFGIiVpl6LKuuwlzn21YMEdwgCj9pwch9Suhu0kCazw+8mgGg2Ct71Mk8KISj4ygIYc
u9r4qSmAltfExoh3PIC4YUMeW48sBs6VZR0mncph687p9GvBiLfDIUdVObBfcoGy3ozCi9dlB7QU
Lx4t7Lw/5WUEN16ulgBIrkSp2pIatdHjHZ2h4SP5vC5d6EqCfci4M+PtO0mUn12Dxlyq3jtLGxAA
nyZcxTUzTC5FcwO4o/8aZXDpJy5c+YA/nAk9JAA5z0eotRgNk0rcp41964U4lFWvd8GY3bZFt1fS
C08WtiTF+yhvL2EwYqthO7AmYjKtFSVmFi0D0oLr37H26YGfGLyinww/vmXbwUuRy/Q9UAu1MhEB
H7Cn3nhttoXXegR1ulOWzWfeSuv31gD1XFMK7Ep0asdhy5SGefJg6dTbowKk96WfN5uQHsadNwvU
25QvOsQyrUVYfMmFvE04ftYSgzxJsP3VoDGtUAPiPrmviE784LytXiGqTDyNbbz1TH1xjM6lML4P
qrWBQhApu0BFsk1r2g9SuY9wzojNmnGFQWuy7L2dz0BplkI8ocr+nLzkuXJN1l88d2eXQMMe4ssS
6WDpV2EV3nq4K+8Sye9wlV1nhdIdFL7SKji0M7smRRiGAgUy9vFI0LzpbeN2sECZW5asTrPRTpvU
4XzmgQ6MxzJo2sdxLB6yiiE2bsgjB+w2V6lVWJEhiVHRFaxWFlQdaon91zq3TdglAblcHNU3NBRy
CYwV5VFO95VQjbOxhuTWv/5QlUUbIhc42h8rW0cZ0xwuzjeFbW0/xgPjW968pAWBggJ+P7fk6XPK
rWUdGEzukU4hAHscIafarqsbeAde5CTej9p3WdLAZnoi6CpAS483nksieiFeebCTeMs3iBzt5b9L
ZbeUeaMd027pzZPx4QMQXkkOrSO+s4p45VLVUVuk6dPo8BY7AXUe1a3uGJOSldvF3qlC7Y8/FDEA
d9OXmFxPbVyCLR4th/euDb1impKZ/It9ghPA1SOUTLvkT7yjF1cie2bxkVJLH3IR3hd6avqIG2Ha
ftF45J1g2GIMa2EQyj8anf4HOfi/8HLSyMQ1ES4YuwMLc8V/68f60j//Yiz9L//7P4lj/J/+NG74
vwU2LTuhMIW4cnUxZ/wDMGb+Uf8YBg68SFpl4Zz96dug78/Bi0qoEq+qfQXw/C3bxhXLxzSUNPUV
oMbFjtIifFju1SvGkfDvpg0CZvGEXPqh61kSsRlLr1VrhhuT8MVc0JCHZuzV8CWu062ytTr+H+bO
rbdxJNvSf6Ux72yQQQYvwMwAR6KoiyVbttPpywthZzp5vwXv/PXzsarrdGV1d53pAQY4D/VQqLIl
S8GI2Huv9S2aL/g2txhrlfvQZjLKw42phrxWb0R2KwD/Y5Ipx1e5g9rZh3BiOd/+fQHRn8r+/hsK
+iz0vP9a+7N9n4v38i/HNodh2f5e2Lf+3K8rR3M84j0FoDrbYvNeVQq/LSXNXcV9oFORGq/f5S9C
5N/WEj8FdxQfq6uz2ggq+s+1ZHh/FTbZSJ7h/BoBafw7a0ms2r2/ryUpERjZDggIYa/vQtp/QEBy
eRvLso6NACIPGh4RVVR3EDkWwwmMdooC+ErJq6Vb391RRFeHuzsm/dbXG3ZkoDeh70XYzvVuZhyr
5pQQ+MQV3P2X8Nqi8dsaTFR6e3hFz2x8AxlvHO3JKja/++Cvv77fv5R9cWVK0rVABH8m7v36Z7hC
WrpB5BbMPZ693/Na4ybPEmWC7VnMb/DSsydnJe6KZkTaYcNSv4VSt48bXAJc3mtkg2k9mduKjv4h
zlRyV4ml3ufGZJ8btuyTrpMkU7trUo4BdvKR+3/9MC31s05wzJ+/9T/AzHnrZIZKiy4PAGJk7OuO
8vu3LlyuyRGphWuzw453hqW+uBTBr5XVDEg5lKFv7amu3qvZKh+AYj3FTaJfMIf3t0lRQkawkMtc
aZLUX+kdcgaJFifTxrZp6UReMX7GYvC4K3ev3J7NY6HHwzsaKnwi7lyU953b02DQ5xK7PZNb0h6E
Q+pJTHBR1YVcpfOyDuY4eabnH0a+bRk4WzXKEcbUSZd+/Pu7xL+U/P6kIbwbPlXXq8+/XN7r9i8B
8imsAlX5P3/aRv73z/8K0vVvB6X/3r3/9C/cFpMOr/anmh8+2z7vftPVrf/n/+1//MvnL7/ly1x/
/q//8Y1SB2HIw2fE2/r97oA+8F9vKv/xI4oJlW279z/+zK8bimP91XUhR7DKDdQJHAW/7Se2DvzS
YSMxOIFYL6se+G/biUncOcRLXV/jik3n7wfTmkTr0A1zXQMl4C//6be/+29P3Z9ScOXqq/jddrK6
MCSHEmRFxzQQDTvrc/q7nFKA93orNS3cGeWYnjXT/aRfYxLzPZ6tJLZx/I2nhpSXU1iho8AI9JpZ
qR64g9zqAiu+oVR1qVAEEJsVUr4R0dTT/iW1yNlWoU6Dv3eVd0VqhfoLyiHtrLGjiLnSpG+HHUIM
2ej8lkY4mWKCnlXiG2kElvouqUlvlqlvtWfCrqrouU674oVIheHSAVlxeqO/z0vuYKjHWizHblys
1jk920U9Gij0Q/5gdWHm61rk4hGYNduAC7SmwKDm9+grk2fmYax1xw6NSuIuh8QqtiQu5L7pMuKm
5F9bELlxIqClByJAP7PTkquzTLRw8CptYDvdFtqaSdKYN3HYvwE4rPy+oIDbGPgkTtZQnFtJosNm
QdtE07BC7SyUTakLegXEwQ7a1I0BRH5PyEvTMobt6MV7erg+46sqjAQOWX1t0Y2Vs/Bx4gMoidII
54TFfqkvZnE27KTDjFdMO1V4fttEAB6LjmaDXhg/aD1cMNKOj1FT3Kp+xpBYFyM2dKk76quCXygZ
0iOTi7QeDoKdGcfQzXjdWY/jO5ERksuOEhef7TwQVdPg3xwDJWLwKxOxNQJqVMLgJG7lV00pt92O
UbTEjGTIjZtwoJdCjC7GPzmPX2ewoo+9Z3Y3Kh6/NsmIZ5EAnAL5g54GvW7VN5KP7aqn9bFvljXf
61qVPe5VoxF+LhzhR2SmGEP7nlUDiAOj1fdywfVBidcGcd6r/eDBwtrkjPjXQOe70ul7uSMoB0Na
zZIZTiPm72vkRuCmtMwcR/qu+fzktIZBjFdS37bSOYRdeqoo1WLc+dFKUl1yVIuxWvJmQ1pqjJKG
czNNXexkYX6kWOraTYyfpL7PC2bhJ87npPBdkylbIPPRUcCaTJe4KqzdOs1XAt5ysmNIuJNbQYt3
32rRsZ8oUDwxRNskboftoHrkJIucdoY00+1k6cvjlEvGq9o06phj8NmEi3OX9mgbNmwa1Xdul0nQ
2q7YdEYJ+MCdYIDi+DNq+2Zcot4HqqAHSN9RJiIHS4biB2Gs+9qoTlHdnRe0+EXmfdiZOa2UKsaU
yjs7RhJ+tcYYfQgD2IAoKvK8ZAlymucoqRMf3mjY7ath0opPwcMUsKbn6dRnHNlbcklOtizLIM7K
8pEUaVoApI71F1zDHm5Stp7sVA3NxE3FRL6jMf+hqUaHcWFaTHd2itBDTPBITprQi4cSP+BjBAHR
FmsAUFhr86lXw00YjSm+zXLlKDVeXm3ins7pJrEHaQaIXlF+tmaTB0tVtXsXSXC5TRw9hgaaLuod
NVdn7bGu4dpeWpBjOyuZ5KkXfXav9ysMrm1VfYmqKiG9hbP3KrCZV5t6qmNtjy/e+KDnF2WBo0ak
yihRHLpOwFysyHKDFHTnD6g9NvvcTNlY0KFexsy+1+YoZr6q5T+80Upfcq/vw/2QYLbs455EM5oO
o7NxwwwTdRknD+E0vKO79ujbOjzpuVHgp46zrYb18Quwn/HkkAy111th7guG2X5quKgPq4Zeyk6b
O3Uk2cfTD41Xv1mL1p68uRE33Lwg34A/gYVmQfDZd3XIvMpSDZCvRiJYlE1HgCLXTARZNVLcfMQG
SADT1my7KOCDZZkl+a6qhlVHOFWMp2vVq0DLDChE9EEUCqucBjfMjuI2daz6JXXakRmP1+6zHqft
GCXqYFfuFyYefexP8otmhy6tpzYqtkx11VOEIT2vARBog3uwUwLKIAK6e6jSL+yv6tQmznAmtnkL
LILWVDTXF6fA74cwXtddSdtRn7R5Q95C6PpFk3aBmsg5RzgpfEKM+3O8gCbStPEO+1XDMC/NaWgQ
bZGQGSM8yz7USWLfZ1pRQ1FPytchS+Onpbdsd9MI8Wp6WMdgXq4RerSrVf3EKnfpLziMEKHhZoZ1
bytjXnv6zSX05Gc6Z9+FQzDwlomY66dxqN/miOvtDfbCiY2iqBBOikL1cjsC5j2krvXAEeXSGssp
/SJrujQ6nM+yEAg4LdxupqY359rwZpYxU+fNEioA1mkvlveqVj7UBFKmDHiA9MM2HSFCiryE9jRW
NIpE0tBcMbCsqGwY/Fops9lqVlQOG4BZUHrCBdCwx0w1bMdzBVFen+qHkFFBF4ytBWiBpy0Mn1Eq
epafYDFc4WJeEMLLJLPH2zZCiw5gYPF6E2bZvwFEKr90iasdk06Ud0sjAJqkmolw3laJSrZJ7+XL
1lblF8g/WO7yeGHX9EqUOfeasSAC1E3SHcOooekcc4y9z11dFNuiM2O1txJnfkQRaNA0T21YEkL0
3waHBzewGk+WcHcb/evSu+TcER0GVy/lpjFgHjh1HUAtKTlYaP4zem3zrXA8/TwlEVzDMT5PrkMY
kIzB76SppBVlA9J5zRwZM1O2SKIOuNIXV3vuTQtmrJ5fuqywuxudCm1C3F6fIbgMryBLlThPrbhl
CJRe27zap32Z+Qhfv5Wp7icDqr1tGBOOSSO56b4sSUY2Cxjzsw2OEaYAV8RsR6wW+VCkVO4Rbaco
100PI+g0ya0bASK0BdGJDGb2ZY2F69zE5gOgZpCyLJO42UVt4V1jnS8H8wPX1U2IROEjMjpanTAm
GI8mS606jKJtSCsOdX7lJ17B35EJTGa+bRtmve8mG1Fz5+qkzRJJxfwp6mbnMy9BYKR6Ryii2Tkz
Mg5uVj7fIO7vZUb++dWqnRpNxkRXI/BAIbwju9UvNSmQxKByKQ1vY8pHBQgsTfpNnXceCoBew565
TnFtxK6JBr2CWc8YTMpum/1gaeOPFIw5ZFClfYXYRnwLS+mgtboIbC4ouMQ75sVBi1bgjmjKnLhE
1KsTPnqyY91Tm9ZdkFTDs8IoENQGqXUzm2mMKNdrKKAT3L8TK83PJtKgoCCnPCg2Fgg+m/oZDEMY
bWemZgaNav2KFf0MGnEO6kqGN/QSh0ALXS32S7fPpv1S95ruM2XR4QAWcQfxNpnRwE00fRhjL8sR
U2tywjAsiOIJm0PXizGQOo880fWfcMbtTZqZ4hbujHMJ5wFCwDKT87vRylrc6hylH9JBwmYueXtB
NYVqzm791KnT+3hiZsyDMEcnCJY3MjPEnm+ZS7tZWJfZlPHe67VHNelJ5A9Ognheq6ZdmqonAamP
dOEs/sZA7KCTSeozP21XXDgjMKYv5gdDVhrlbmX84IutD1HO2M0btXtKDswj2MgB/Y5V+NzVKOgz
zfTeAEvoQxBPbXKKhtEdn9i53f7UxaE4zVKNuwrY5lPMOZ1vyK1Ff5Bm0fgxEMz5ZIZ58TYuI8Pi
yuz24ZBjVIlqUzsi1c3fY3r3206fVUy9bdTfwJQbKTwV+YOk1TrZlWlzgshnIf2JVFLvl0nO+Rmu
CztlSkTk4ntjmr8s01B8z01nmE/DQujwvhz7BceFVms7I2Qs6dcLMxQCS/vsi2Evg7eZnYL/zxU4
irAIGwiFiZ21EWgJUukusbR6pDBZmZgHlUYMfjwTyBvSWKu8tVS0Si5mtqsNYuVVcOC2OKhTfOqP
k+Ol3dFSTL93Wt2QgzpGWIHEZiaRbtmAgxMImC27JhSxIe4NO8YA0WFMEUFMwIqAe13zmASCIB65
8Y27iGeMWXBEZ2Z59IZW1m/0F7lfW406shOMBfHbTd2/L2VnGAdSF+fs3C7EevVFikak15DlK5k1
9wDPp++ZE2PByhsi9DZzaMkvnSUTLpa9g365hs4psKvMlwI8RvuFcwT5S66TBrfTqvzRwMJTnTqU
pUNgi1+Cpvo5mQFFq6793sQrhX0c6zsP4ZljxiSxqLl9YQhKgIPWxu6zFAM7OymCzcg50aq72qmy
mzBM5EeB4RTZo9dZrwPdkm4Xj6QXBliVStitjJWJTlHXNS8BxW/svSc55dGWC/H9BNdkw0Wu63Yt
E8EcaZ2M6KuAM8fYQ+49904PgwVQ45RGFkKeRAugtiJPNnS++z1xxJCUOVUZ2XdZGh0qGOj2Viyd
7QTNmELjK+EubYFIZxbj1ciw3xjXNmgL8yYnMLXurK+hVtikJ+dzmzHdKpkN0SaU90VWcbahtkj6
c8I0kjjrLkIirZL1SS2K4gfpLXYeVF5qPHGDUfSgrWG9JkUZ3rQBDH8RVR/T7LjNBsCL/mxrBO6m
mwGLw1m3suqaebXM9yDtS25xZhWUhm4OQUgucHrBPNgxNuyQdmebtrb1F89DbIC3v9YuOcpPogOG
8FahvmPsEyfVUxmBrQ3mqBvu89DoPhRm5m1N8t4PKL/DOoaEouuBRmS1APRD7Vebd7k+DnUwkTIL
2tlwatqFcZTeIvtoxgc5MnuMDLnQ1VykjocXFby7w9tVppfem5OGO+lKsWriFj902BNzy+BnKdMg
o6fb7GTYWeGKWe6fp7pWD94S4sAYFlTBTPXt5aWCMAQRncoO5aSGNteH9WKpbSrFxdEW68HKhlMe
6dDSa241CA4mcR0ARTF2DOe+3ceSWwGopDybLqUX4tRczE73DTgSz+nSYXPyULxm0AF1nUtvPJPu
my9RdHY91BWnUU0mOZCjbaDaXzBUPLr5XM3+hHWOig/sAKNrY7THozboznSgc1J3l3ihSLu2Ueql
voZIGvgO1da3CL0FSoBYD8kNTzjKWsbar56Fe3nT9RrSkZTWcMpq5aqep9r9HOctp5SrIRr05gcb
9GPQu3riQ1XJuAol1q1wUvtIJ6a9qjwjSVqjdwtHtHxxzD46cwVxsYdG5iOj3fgtjyYCLdyczHqT
Ip2zFCJ4wYIbMAa4FabUrSuYqWaiEOehNnSuOUW1s0XZrjnvCzp7vod4Sm67WCdOV1N85WwHPnPd
Ob5FImStejDNmB/zGp1hbE6peZM1A9Q1L9WyQ5Q08LyrkDEgNVfpKb+0I7u8usRieBlsGFtio+mc
qfQ+NNBMesa+2mRvw1jUZ9Xw3N05NTCMw5honrcSvvuDBcBDXwkUdLEe07p61F2+Wk9+14BzPI84
5hjKNl+mCn+Lrim8gPwqPb8f9QgW1ApNCtMZVFnTPdZctYHOyktYFwcMBqDKwuhrh3MnLVHvDMUH
l9Z3LW3uvbZ+UML4LIz0LHrdQStV7Kp2ehexlviW0x1JOH3wsJ9tOuYjyOxmX3fkswZyaTPI6qrc
6t41ileprMdE1+7GHOlDFYUxLTWT20xc3RVTi/AdMywiyg0ms3dwua9VnOu+6+AxKmpELRNb9SYu
5LcGi+n3nMxzNjroq52K3idBRnEJO9iradF49FFyZ9rKPsK147UNTSOxLhgCmjJK6o3R5uG2MNND
USdf9EI19GG4dbLaP0eTVWIM4iFm8owI/5RIdBizjYq61aHBM3du1VGrqXMOeqpXoDvdCvngk1fW
C75RwnN5C46trOgJDmCzI6TqzAF9G86KM86cGdAv052EER8v9gNNnQsSWkj89s6FjDrmkn3LoKbA
2eqHS3aoG1j0IwxYbBZpwNDlRmvLW5M7fJil9maxB22TLQD68vg82hoU9RqR4uxUdzp+yW1nd685
KLaA0UYfZA0AP5FOvJOpxhUIpUWjJxCjkcGpTAqK3nVP3uxcleEhrDWjc0UlpbM/bbgTTEhYO/kD
B6x5NmbLPY0DZS5Nm+aGxIZVbzrdctcSm8pxDq5iYC87fZva4SdQG4TT4fJu2sarATVzN+bZsUq0
5NxW0RX2HvFD4haZn/Vg5qjuEQuhsNV77wSwtz62hK0iAeZsspE4+k6Ps5S6p74RbZMcrXR+8WIt
qGveIKf/hovrCefbuA0XbdwaDfk4eX6rDDkd7Th9qGTr+BSRIYuvSc6VJltzZ67feUiNuhTDRzhh
TBIWheCc8GlWOYHrBeTbDczz7ohE4M7Q0selyGkjDfV852XD/NFa7tGOwq89oM+k6k8FXnvyHOY7
ugnNxqzMB5KQtgiEsNMMabJHqLYjaVIeUhBE59iwsCwUxEVg9etZZ8NyJydRH0anBjwObZNjiOXE
7o00rWgfeRkSLhYej7WgPjjKeG9ybr8wCXEt1FhW0QrrB7s1FL1mcQGM2t+5dNQQnyF4sIsHmYav
sCVq3+ME57ZBY0APP3PaMJmnX7BRLn6YoNqp64RjqPfuW3ihpyq2QNRRMisPN0cPA85hTtzGBDgg
z5owFKZ3Xey+AVC8qQz5VjnDuAPD5K33IrBxHpo7tzRfW2CJ2yhZbl2nZcEaLYTurHvzYpJTUOEc
m9w66R0YyXjOOu8OVutIHYmOEfxWY8Xaoe3RnRzo89MoLaUdld/MUjT5d+VBD1/izDtjr1seW6xN
m6ZGtKNi1/wCgHg5D2UktljRnz3KrF0s8wqnBMBVQAB4dsZ2Hg84blqQuXz75TA7OydRTtCLbn5o
w3g5mXVY8HhOWtDPNP91oZwPYjCBDPQ01muuRUQHcdIMU/NIKnmBOXKKtm4R36B1y45R2ZAgjbZ0
09U030hcqbLqi1ss96Zjfom456P4aJybQRXzIZ37Q86FVCBA4jZ3KaEwwf21QwJ3Eoz33owjPY1H
jjjni5EhMKbPtDolhHHTcEk5kG6woyMJ9IAOECnPLMaleVY6yqWsTYpD0UVY5Nt0wR4FWtFIloNZ
dBfHpDtRZMldT0zw3KCDa+sawrUd3mRx3XxqC7eAqCdBuqN4wqVjIcBv5WaOp2Pp9cfRmU5tUYSP
oJTmcxSlhvKdzDxGNhVkCHP2pZYlLcMlvRWmc0iR8BElOHY7JfD8JkNnvxKZ/s1yFwkPAMmq43ZP
izHGXxgF6X6MrywYXXWakC3vo7j9opyi3OK/Pyk6nHUyNPTJi/JZJM6EQa/6iPCVQtXyx5CKvpBT
53v5+CPjIamg2wLsROQZJBY7LWzSjHLSpL9BScpvBQ/Fo9S3UZBHlkIu6FgbquLv6aoYmrtrriDN
sY8cEyv/ToHDAa+R5dAUh86NXyY33EpjfooKeAl0y59sq7ZfoyUyA9Yeb54pb7kl7eLi6s7H4o7Y
pOWyjyfnLUzK554P1DUM3nPTCKK+yF/JbLyk4WXArCd0ZMVFMxJvMCaY+nwBZu/IQKzY4tlglETT
3AqSBqV5M80JBIASqhPTtfDUs019NfX+Je1gQbqN+9UJ01eqkx/m0t9lU7IEjehuuRciwTYlHZ3e
3EI3C/0ypmPD73x0beRlA3FkF6WWd8tiA+rTxrniGwmayroMJpZ55lGWeM9T17AJdjOnMIjcbgD/
10Rc+oYBX0/RAyewFPVtMtkdG0tWAZQuOueO8Fq+TZdqQbSxPANAcndTp+3pwDj4A73qBYGaffH4
lr9LPWzfDU2+6EuLUHCjnBm7Bu2B9k4yh9IYOMow8ZntebfcuMDPLgjKxTG01ATRa+Qj2IZZqL4C
S6SHkaYBXpHxNERljZEDx8ETnATsHDi4jI6BlGbDDp3y2is4+PKhuhvoKkR8xnIhAA6ibdWlD8PS
THLXGwrVNJXUGD8gicNLITvGNbMc3JNi6/iR0cK/6D00ImF3xNvivCJCS2aEMrEjOCUaUbM9ZWpZ
gZDGOMnswl/nxHcxyXnylNOhDYhZQJEZZ525p2s2swpBgsANkNswcd/morhk1kSr1bY4SPMYJZqY
yb5C8q0ksbYlWRWYVum6o6qvbzVXXoqw1L4lrLUrAm2aWfR3lEC77o0hreY17nzRcWm0YQC2+zvb
ze1K9iQzT/qtGzlrSxqzbEWYPb57iwaCh91u6MR3KbBo8OjA963wUeIr4xDox7smTGN0xhHRHYvn
7msTCSWC+bCAZgbmMZKMTJTU6C/9iG190dJzR+ksbIpNkzzgCntWkKVhDtqiHpaW20DZogDk4cao
IZ1sCXraolFQA1F6qZcs+0hhmw0b5s6TsYnLyt71NkYXK/T/v+kZ6s/ysVOfnx2Chp9lC/8tVQx/
muL5H8un+nhP0p9FDPzIryIGqSNi0HVmGZZl/QRutKy/wkuUwD9NtJQCJNF/ihgs468ucxGISeQA
I/Fz/85FQt9gwjlHyGSjjjPRP/w7mqifJVGOKcE/0mQ2kBN6xirQ+lnDQHJQzOkb6/gAqgRSR6i9
0sgrbn8n6/gnkiXjZzbkLy9jObxX2zJd4XLE//wywGbwaDDq22Vh6Rxnplg7u6Q6tMU8Ps+m9X0U
Y30YlGCPQqh6tcHbH6bMyN5t7N8XeoFR6ncloWoDuSjEO3UwklTY/CoYRUsTfVb/5H2u8qO/C8R+
eZtEb/M+TInyEXnHz28zAVqCW6oUOwlbYD9VcdkCVfGim76bPiP4DZfEZb5DvIH8L0RdxvoJ/MNL
01H0TAtIlTT/8NIlyt9kdjOBWDjLH0bU688d4MhdYjIMXHqHYxWJ0nsRRtR/sd49Vyl5XVZPSbVS
OFBuzcc//9L+ydKQgvmaafOmbJQ2P38YaWwg/CQYbTcr0cvNpK0ZcmCZvv37L+NJ5i7r+lvX/M8v
07RGV1htN+2quFD0wGjBS8ns///hVXhesAp4uiHMP2jmKrumKYwHYZfki7fN41oLXD38VdD1L5fP
P1nltlxhZjZLCAT7HwRBRIbiAwAWs8uT0LxYtj7781BWD6K1I99cwo7awMp3f/6X/axCYs2ygyBC
MoWt25LHeP0af6dCEmZLKCG4PArO8a3OquS6uILBpVdGb6IqMfzhSQnawkRfN1Ty65+/+j8skvXV
2UHQ8nEtsqw/SCqXhXOqBde6s4f8Kr3Kudrh0D/8+YsQJPzHp8OyhMOvX5OpUYrqf9g/sEHgr8Yf
s8PjPfsjqWdksUTpiQYEBO+Zq/dr6M2UVUxzL2oEfb2IwmKPWXJ8Je2nJ6burdYBrWwbXFZM6Acs
KxGWgENOLPdNjGX9xDiTXmaSDeSD8xc5XJLRrLhzel8aC6UOqQ32a9iAOUD+AooAM63kNge2azdI
m5YMQ72Bjmek90/9ym9VnSluWiXz+7XDCoJd2a8YpJd9mnoOrvI8/eE0lvaFHvAcDP04+DNfM149
NuVd2sAsw+9fXnKVkm07z4Bua5VSJeefzKjqz16mlBNElPVMjGZwFWG1E1iZboupAqJLv85Bj597
KKLt3CCAxFy+L1ZO3c5Pn0guTp9AHYD0ibRkbuEwkP4S8UkVkKdr47WHhoFYEO6B0yl8aQ1pMKDM
4cAXCbAcu0Or5kTrQG6mgQSFhUtvSwqhy4gj8PJ5eLZNB8tDirJKW3LrVqcKoBPdDst7ZBA7aqm2
Hbd4vxnU1lZCBhdQ+Ad8XMNLC2t3lzc4VbCgSukn9nRw7T6COJ/T6Zzr5kg5R0+gA/DrWBp2l0pq
zcnkK9wSXvMSE6Kxs01l7WU9RYeaTXzDKW0cFWTK44rh85fRHcA29AxBeKMP9ay/xXw5V9cxg2Ux
ISjYWndNaQvQASJkodMR0FZE7foCFQ+Zto9zrz1EfTcfG51oOq7i1LRVsEC/OffSeLcAG2xDHeS+
HdbWQWmDoAWZ9eduspJtLJuByYQ8dHM2ndIUHaHWVO2bQzSEaYfEgvSsoDrcFCUCC3Ty235McGMq
v830mz4RlOP0CyNLXunYPaSkRe+WKKkZ2UXe1VZucaw0SxzLKr+Jq+yW5A1JLpM5HCxdvLnpgUTY
b52ZnyHlfy0japhoBo2nly+yNoejG/GJ5TaeW6OQgy8Yj20QMs1baQtGU5kBTTjCMkb0An7dYWrR
WtGClAvpMt2EO84SjxVS4ANCHP3g9R7hCNbSB3asbcK5u3dnGa7gudbPYvNOd9Nb8pqEr3Sr2KUk
jWzqjFnwRqi0vbVCxsit4R1bNzHBOIvlodUIKIqbIbyGKvuYXLvdJ9j2V/bvsINyOJ0WqyfGGVWJ
P5TOLimK+UIji6wXFFBbWbfka6zs1GY8NNb02hKkdnCT8qUc9AipIwD4pYTHY7pPHrO/q8h173VA
WYe5K79j2OVdywKAWDLiIzU0yHpCDd8loXMz2X8bIeurjSWmzJLvYQ+BoEXh51NStv6gSZhDS/SE
QfxcyQm+QcaH5hlv4P9IRRPzOzXNyiN2KZTrg9EaA60xdPcuOhPRPXZI2Ci8iKbGZMujZVnFNwg3
e5ojN1GDKzOjYjTQvzxrTBI112VEOsaLn+fawRqd5badNDjbJha50oP7bKbmfDdz6dvUIyQLVhWx
MTpLq+tCLZjs9iNcoUGFHe9HL35DPnBXVeoZf1tzsSHgBlrR8oCum+AsjyAOs62XTel+TlCBNI4H
twV/T21rO2ua740lPxpEWweVBitlmH95nPLrpFcA/FJs4wPcRzf22MBbZ9+q7jQ26UdKHFTv9OZJ
Rj10gWJ+Hxpsw4vFPKrmK67qHsEBzqOsnV97z7ntKTh3zQhjRFcy3CEbtz7sQsfEiA/hSPjTU9mm
L/Oo5f/FRY674j+cVeDWBdddkxuAwcn884Gct6j/m8Spd0C6lznI+7Em7WsaGI7J3NE+6fZEOQpa
Ndv90bPB8IG3huVJESkwz01dF0NhLFgLEDmMyM+LqvoY6XS8h8SeSZwKTPXGoYP+NVbtjwg4ibU1
gHrqhzZvZsRCbT+/zYkXf2jJokfbNiMzbSvLCAxb1MvVatwV76ZlaD0BNbb8Vs5cuZM6p7IeSWSa
/MVxix9wCbP3nj4OnKnK7XjhdKkbXyeMg6qeYCmyA5Op+GDJ4a3WdHXVZcRcRgwxE+GZ2ckVumhF
ji4ARDooek8+M8l1xSlph1Fu5yVm6OG6U1v4jHeyW0RZ7gNT2iXdu1iY6yNoyOk91kaKcKe3l/ex
z7HmMgNPlvsYlkK/0xt6nH7lUl/5njU2DnOBEcFNxFUMQ3pROg4dtLD6FhZOUwcgkUjQGFXJZmaF
XXHnWukEDxLk2pNsC6yUmuiyK6WxyYkih5YPU3Mngn5y4Ega8EgCN8Q00bnHtkT7KdTlCEdhdInu
9fThwbQrp/DR1FlQJQUI8w11F7MOjAi0U7NMFZdEpFhkNfBjTHYEjveTqTujt1PmaE/bQk/oydQ1
fr/NWKbZ84S7OvaTfvAI5O4qJpeg2qBShDhL08AlCGS+8RxiDgMlu/Dg2BFsDqFnDt3E3prs1fhP
/lROcBeBdAL3r488C56K7YTRd+lAlUSeFoFXY9ZReT49vuTTanO292LI6bXVdH82bp4TKYfQxnLW
nh/RfAqnX8GxjZZ606VopQ78M7zRkhH2TQJmr9n1gqPi1l60Ijs7UrnhtCmssjVOuUvCYrIt9UmR
fUJfGs5OOwHy0yKRHNNBDMtX/LDaOpVswmetpeeBPkj35A4RvHVK7cZScMEME0oG2UzcjghLNndd
MfVPqlyt/USXTo/j0KxkPU4DMkzlKJBYsA7uGxET3hVlUWFiIYs73C8yQwy3zK2xq9UiIj7ASJ/Q
XdkkXcwrNI3BhRvVrK5MPdpV0r3EhqHd2yjpXviVUb/NCJr/1lOsvTdzzuhwbuSVJc/kbdDIoz3M
wiF/SY9Soq9MMm032C7R3Bu98pjz2xbm7EZIRI+ppzKwlnDJ/g97Z7IcN7Jm6XfpPa4B7gAcWHSb
dSBGRjA4D9IGRlIU5nlwAE/fH3Szqu6ttirrWrZZLTNTYkokwvH7+c/5Di/ZMGG91GMu5oeBBy4Z
9MSPK+v0F2xsDjcjHHCDgWLSMQgLq7V4XkfnMYlU67I6xmMM3oDw4J4jXAHYq6P0zWD1jlqbtAMV
wtUyXmAEpB/0C3QhxC/BK8zGSU5ovemMVwt84RTMtTWNu9xqRo92dmBTGyOqxA0OoD67U9Yggiky
YIuso/WlzFQteZ/psAoa3cfLpvD8rqeXKwpvgQ7N7HN0D80ojzrvJz1vDY+6ULiPQXuNd1WU6Xaj
Eniah64v2CTb4UAKgNZI/30xVZqf8QaJ4QZPGcXzA829yHweZTD4y83pxGDifTjInS9zC7t1b1m5
SVWDLmW/55hwXos5xSg1VtT+HNiGLBxgAyhf0WPhR0qb1a98ZmcyGe0MJYuiliuB+/Bt8XPh3vg8
HQTe+YERsncwQd9MdooZe5migctCMnEQzTyHmgqf1ne2ztKi99elPd9NWnRdwK4nJLXdhzmOqtGm
C7rkM8MKRtEdObc0pmOzMCjLKPnh/eJ8tQUgHq6N295qTG9Dxaj9JJ0xincz+4v7RVtLckd8xmoO
gHLDKyqfvdZ+Z4kJCyQl42GWzJ+YBFYnc42y8ew7if2ca0l1z1jRvrCNPbiNG0c1+s5t5vbTx1PM
ZhCkYE7OuV8euGWk72G0Jtqr0ZF3th0KwtSLFX26PCInEDlcHhoPb3Hga41sgs+sLYNuPaxwb3gw
JyzRtq+4u6lhbRx7KoOJu1bLAkdTamziwP6Mq5qytbg1bGeratFtgb+AZnQp1nssq0XKoHYbwevI
d8VF53Xz4NFw+lXbRv00zlxcqB0suw+6WM1TQbMjZiST8HQwlc7YBy1/sx/GFC8iUH3aUBve5fUL
ALk+3o1WDpCv1PwxTnOtFb4kykWdgwUh5Es00LhMAbhvI6Ux3vdeZXz7jjGA8xC4SCGvRfrgVRFv
zrKWzk8TLxD1Wpg23gpOfrgNZjOSBW89XNSlFy6AV63W/bkMUf046D6huNGpkIddOvwQrjEOAyJQ
/oJ/drZ4NVEdjTqvCbAH+UxL9kbLbhkPbNyyF1C0nWZRNtXRSSGO3RH9Sh9a4tW8BzBp4l8qTdY1
NYQ1zIXWgAEzYnxZThlp2g8ZAUKNtJnwCYigSRiEN/FgqyR+YWUSMVq5Wd7vOEPgXoleWgVRW4N0
RTbgRw0gxrLLWGrkow3KyrKjZUM/i8RAGa+6pXrEHrY+WOtdxhfeM7ZG/di7A2VJqVcU97qnUoCq
yU7B+6GCl7nI5dpEGWuef8ajj4O8gn8xbNuu7V4zAhp3Mk1tGbQK8BJr1nhMNomv4wg8aJw/iBYM
9yab1vW2j8eCO0wUroWWUzx/1qNgMVeoJXvrx567zKRgRIDvGu0Ib/yY0yyMmSJ+dundZtpP4x9G
wc5/E6XGeC7UkDtnbXrNNUOseGynUqQ7IULswBXnWRzkg52H+2LEpBf0Uw5Bh6wUfTAJjRLk+6NO
BgYNFP4+cXWPkdYYuo0CGBduLFGnH9Ok8WaWZCa8Ny5GSbcNvWlZXrpQivLkJF10o6Ci/BhFlWZU
iXug3GJekPMOtRLDS+qwNqVZp3ffAPbZnuanUy4a28U4bzp6eZEgJtV2+94S4bvT27ypC/aRwKmc
zNspBoiBNrS+r0CE9SOPNEPcQY4+SMWkmpsfWDeBS1LNOvu3te4WA8cJ2fAN257VXhQqcdsNzgL3
YcFXxLEP+Wcv+ReHpUDb2ZeCZTEGTOKWJJjib5UIXoS68Hl4qjhmC0q4u8YKbLT4OmH+5t/4tzlA
RIaLdJ1e8KpH7EnubCI04PCodf1rifEfanjW/y01+b5UtitMkoKCcN8/j+/C9SdFUyguRcAqz8Im
VrpJnISaY0W8bV/B/XmuncK6pKTIiAf17W4o6qHBZT7yccn9DgaFP06ntsbYunHYOWEH6ExL0qwx
Wb/SxJu2f/Sxv+Kbf+nWfw8nEuid15Kf/t/94//6fwyS/n+2eEEUZnGC5Pkfh0jPhPbH6h8zp//6
m/4CGlg0zvAz9VnDSMWFDA3zL8CB+TfKrwT/2vKFJWEV/NsCRtJMwXrFZPViK+Lq4l9D6etuxkES
8tmaEMDGuvJfWcBYxFb/+cIoLJRNOOymazsCrd35dwp4nuLbIz0IaonrDJ4VSk04GaITAOYQ0bHL
tlW+jUsOi2iuzD2HWP7KEfMrqiAnzvJGDP1HaoLdhqS+7MiCM+dWo9xUjmsQblfyYcKlsRl8fyQJ
2H3wbtd76l43lUUNOX10HH68+SMGzb0sw1dmzy00VQwWXUFYRCbH2Jup3WoEg2AEnz6y7sQw3Rfm
zAAxrq9FAzAT0LmnVt9UnoVhoY1uWiN+oTL1W+ATIbWih2sJPBtnPTn6cFhvUmt9lcEcig01/LR8
DVS6uZJDv0wqeydxu2ZA6aazG7nti+EEuiXC4p1dQuEMweDWjyy0ikOZUvqghik/6iW/Ll3DttvI
z0pVF29Ozoo8/22SOA/DbD+VC0trc4ZdPSPrULqb3qXGnO9Gyr92bdXdF4Y0buy1tbHFl4JWcyDJ
Xh58HIFUORwYX3irNuRX64jLg3Bfe6w9S+tD4+FAIhgQgETTkMzkE1mJa0OBtW9Xjxgud81QHxM2
EO3SnpJpChgVTp4ZXUZT7jx8x+t9asINRE1HFBRpEfAkPOcZFZFlo16I1xG7C+XrTFMs13022sK1
DrRIvIhJgCwPDSpJRXk7A13cwencASNOdiGkHq7RX1nLu4I2yHru1TYr41U8qwlOdQtp+fCpADaE
nrVQYLZIsF7Zlp0yWFW73aVo0apQDKcDp5uXnYwhOpKoOeLgvE1yb59kQPtVU20jO6PAC4IMvqCz
rkPedqn0CZLAWOCn8Q57B29l2XMVGJugtdw9Es934hEntsmILiOpGcoUqKFN1IFi9q8R11jqU1nC
Zh5gnVA0/mQHu1lfuFZ+gHBNeHOJj2kzpoEpEc7M+Sez64ExqqMDoLwsOV23XXZfuMNdQ0o168bn
sLA3aO8EUEokSxBBYrWkp9YhqXnV0Ik+AbH2Ppu8OEyg0PZuSXjEJI0XpDqhD3Ko4NSbR1zXj9Mo
TqZ0L7LCd2dwzo+zhVlxMPFQ2xKEnOG8svC8gjTGqjO4j5aHspnp6mLAQQCM3ByzicUMqusO9hHp
VYByuDr9bdHDO0/XdagdPdUlrNK62qk5fNMz9SmZ6D+bZMaoHX/ZwnidyxLtm2YngsZfi1Ifbdef
IxF/KbOLAXI6z9i38q/BTZ4crtyTsii9nC+rGzqbm6OIBhXMc8NiJTkgjd+1JaJ4Nj34wLAgJ/iX
Kp9AMaQP3FEZBeQTU/hDTS99UvK0+FS/NlgxmNafkfAs+OjWHms18LslDezcf5NVs4X9dSUG9bE0
PN6LbB5wzW7rsL/t6/q4pDS5mylxSVQsK0XwLH3nGNbVL9Xnp9Sji5MBAFbtE7Temw4A+6aP7Gjb
EvTdeyWHRDb0+E1c2m6RdwK3sL881Y7sBlSxryc8QDQ1R9UWuxbf4JZnitHjmX/IAkIVu7kbAr2I
HzyiyKKZuBZq1aEb6KYWB06DscZyhz2DGOJvip0V+/berYbnZulehC7uRiuio3Qikllx1elJbW1D
RiMUU/KLSx2/eKgZLtNsk/lvJKC3nqhuR+VZMOiTY3HWGZedV798ga1bMPWRnqhIT8XowFo+jAmD
cbSMt1D/NsUkXrO2PfS4lIDLfVUzerIddWTSGmxQnZ8eWacKVsJu0JN2d7B4mzjIeOhLmmYS98y2
97aoSgh2+GYkH91NClsLKPZ607hXDh+2gYDOJhREBOawR9zq5MkZhh+Jch5tgoWlKI4QPu6FPbwN
TkfpjuRuEkZAAYqWY62wr/FM8rpexl/I7PVBrmILzNqHYRp/FlVELWzHSoAr0Uurywe/5s4/hxXJ
X6f40DFMNrtoHypoycVioCk6HLmKlZIe+KfOjiputRgWesP/1A5pzQGQiTbLe44CMm6GfnOpAXka
p/iVeOUnvvSLXzZfRFLvoyJ/5zg/tSEA85Gre04jVGoNryZNxWLozAAm20lVJZ/mhG93Su9sjul5
w7uD8DY40k0jxyowyWljrv00XGPNUYzWZoF/RsjuFlz7Vz5O5XbUQ7zzW/lauoXaxi73qDCtEQJs
3kx5C43A/60tilZmUQyc8sB/pzKJ2H+44wXr2E+U/nfCtOwyChZcib/h5Zaxo1NfZKnO1VDfgfgE
q1/Ct65HVC6fk2GjovKNgFazd6PkPpHza2Ea36MViw0B/5M9W4/9zG29dUnr++pBq4w+x/4eQPAH
W4NHAQ4HWXa8Iu8EvUyIvnfT2fNYe3qZOlYajxuvc5ipk3/slbuLhxqrWGLVm1SKXyoV9/w4Xzi4
2kuW1cdMGnEwhlwW63p4VBph2zNMcodcYnB26qAapm8wok99mFZQIsZz72PNolhpk9e9x2Nh7tqU
Qvq+AxMmqn1CTx470WmjO49AapXdW559U9QelPvM4dEdrI0/5kR4aXpB+Yk+u4k89OjTtmtnX53w
buI1PTKXS3rLRIP64nM1dn31plkosJzpik2jZxwJbYLNsnpM6uKdcGvPyz0/kvYhs+hn9W7BeOFZ
47VYx65+uIg8f8mR5A1fEk5CO4lL+bsg9Ge03nn04uVU1DDnBm0ebBsfCb3O5L/EYN0m9Q/XQNoG
/5C4zXbOxlPvmFdswYcYR8TW73FqK2vheOj2umCrMCsVxH5/ciKZBVaGIdv1PvHV9wFq5NrPZN7N
Kj349fKjCvk5kUHjSxPcqXXKjyT7YPUbn4ENnOOUd4TwEa9FjdM1LQ6yBoOQAn3bokNfkq6gRdhY
Nb1hqGEjguIvmzgJ/ML5kCQjt32ib/NyMXej64ybTHaHgoVcYNMIv8H8+uKwi5yb8qsZ3TW3ntw2
EbVpVqERZfrk6MpS760+trepkz0TnroIJ0wPHGTDLhxt1PcpwZkJQIC+FVIqNXZH7MY+0dOc6EPv
2JemWAHQ2Prs1LqZ6aUiCRq96akZ9svcyIN0erElNoyO2kNvxJPKuRhpjPwgXTPupvy9vYCKxWup
xIe1YjZb3gX7bu6vnHPnURKQl0T9Q5HcKq/8YDmyNqlRVq69zgiSmXmrT7eDGYUEZHsDHySezyzF
F9l0+Z2Lx2mXO94LucJHd0h+6GW+FQXhgC79UAO4iFYh5FZONu5E3GQbp+/offDpU3SbmlEgzGfa
vVUKDV9915LCac5F+BGY71euvN2kx8Fubps6RPUb9Z0hZLol+f7QTxzMVmleST9tehuAiDf1Chq6
8VTo6TBP/bkQ8iaqyKWEg/xVK9s6q0k/LbX3guEfALf3mxJ0P3Anxwnyet9X4T52aWdd6CDaW77k
o4VRlTWVvZFeJQNNpA9hUeXbzqw4dGZNYRuF7jaL0djXl7llscthSv9qPbI5nMMTyYNHgME5Q3La
cWSmH9QxXCzkt42Ew7BdhL66ij9Eh/gTyLhb9kW0Vgmh8WXNCrNhJULpx6++qV7CsDxhatumhdzV
o6Sxbl6eueyH1Fo1z2UX1btsludOzO+GgnFoSOo+22lGnGovhJyei9C98zKWzOVw5hku+LHqZ2qW
qV2xnE9YmLe9mWqChtONTPPjjIHEjlfbN1rtCPAHlYfyuZSByq6G+zGHI9AWxreomlsgVjHzwEpP
TH2KSRCe+3w8a4oOSDLyQM5UvJgDGoqRAyLNsvDoGP69qP1T30W/QxkPB0fhP+Wtkhq4wMOuIs1U
6Df0JUg4UfFzMLKdsxbs2qV3Mb2+OBTk0W+y2L3ahJh2fPcA/iz7KEtva0C5jF2kNOL3Sk2cOmY9
nMy86I+gB4mPGuZwbGqfHSBQ9BMBPB34VcI6Y+iZxjlWb+a4N2Fo5/pGkp2AuUIZqn2eZWcj8vgf
48Dg2lHhspv9bquUc1MPiLy0lxv7ZDByxhSIt06SjwSZeFS73r+ZJFYzdnosb/X8jkoLyMx07mN2
BlB4KCLyBbfQrHuTfXERVbL2AZ2T0JO7sJJqV7vZh6z5NNqV8oI1VDG1vuZ3tYyBowMlsGwJILr1
1iAKNTdtfj9i2gAdE8J70U1CjiL9tES8nG2qFkisRMHYcCRO0jjYVdQeECTDIHS5jqrIvBKhvY9j
56N3WmikKr32Bnh/YMJ7w2lWvXzTaudBKfYDi3e1mWI3ac8XsXksqE0zveod0i4tagUbpoIaPeKw
fsn0PP90RxkURfLCx/VLeOouTtb7RVsIpvL2F0VHIEiX+Mktv2aZv+F3YQ0oi73NbM0Ndu2HnDK9
64282GfZYv2MrQp4Q1zHK62CqqXaIJ+W1fkFIezDimtmOJbzG0qMTHSX+AmfQswZzQ5noRsOJdjc
urPBBcLfNVZqBYVNDbd7wYP+nsbUuTEr5NbZKS2H8tbyeQFewDUkAUqhNhJJ2GK31iXjL6/aLXMa
hCMjiMSc3t/XdGKj7FEJE9lHEjKPrrzzCZYHDfrNRigY7HN3quv5xq6aGwABSNVwpZO1iq6L3bNv
Gpov376TjEU1wQe1sQcXKochEt7o9kNvvk+6CU+itvc4uIOFeiaX3O0GW+DbNDpJEDYLaHSIAHK+
JZVAYHy+Vp1s96GSd4JWrspXBx/c/FTphzIL4Q8Bu4CKc04689Z0JEBg0Lpu+QKQ4bmonSc/q14t
bR27GNoFyKUj5oVdHM/PyAhgiP3uXtWJxWQimIKEzne5+BFWrNeGbmm57JJbSK9F17y0wHDhHHTZ
EX/Yr3axb5qOqylhhGOo12t8XJCIgh5mOuRNw8UVWFymIG91wsW4vIFgrTcAjqnJ4XNMT3py00Pw
N8IvKd40ByIW/gfKUeIDGub7uXD926qm93e0bkywNoE5hncxDM2T45Hg5f9DbEdiBYq/OxrCahMu
glkc4HQy1jnNRQ20ESlWp27yvhQfzXDv1B/UQQdTj11fGeO+r5lJiBcGQ5fwIrXCU9Ffu3ZQAJ+r
x2kYWIDh2dnCeH7CUWOcTU1PTu/QwdVA9lhv4NdZ2c9V5r3IjrBwwS+ghau1jhllINWwy2X1y2Fb
t1Hlcm0TRZfyoA/0ghxN17rWrPaB+x3dtntOMIvty/nDSZ0P1Sh1yqbfaT6dUpSEojTv2A8uV2eh
CqEyfhGxi98gNpMk897LZqmOQ5/9qkL+Fh7lMrAXQSfgkwyEG4OXptpq0yep2OU+SO3aD0lFZQUx
LBri59TDB+DaVCsPBqumbCunkj97xQfFJ9z0m8BoxLeMQccWfXgQNlHx0fGMG+J96dllGbObLGQA
LVhz26EBon5wnv5bW8aRt7Jl/zNV+X+3xXf5z2XH/Pq/C8q2+zd3lYY920KzpVEYn+/fBWVb/s22
8SP6kvQyBn4H789fWEJUY2la+Oxh49oOKvC/Cco4+nmZ2Z4J4YVREzbhf0lQNk2+1D96yU2cwBYm
Pj5QHtAZggf/vMKA5NLPhhrSHWnGBFNmHW+xKo075CIV8GxGgdNI3PeJ6l8IZnsHUbg/CSls0yS7
jY3MZTH2ykr3BAnqTc7uTUe7kiIpn/Hx6oliVnVz1BoAPe2h9n6yIe9GZfGaQY84gy4jdAf1q/DD
QLatS4lDkv+Uhd/jAO32Kl8eQrcOt6KU4gaPPyyk6IOOTVz38PexHw1rXDfdTGr6jEJKC23MBoGB
5LThTfvUeOMxST0fbH73asxJFNCrqk+Nw70zbq2ONeTy2PfOISIzcEuZnPfopsXwoFPEKLPpaVYf
O+tIEQg6JBe4LjSqu6F66sLqZWUuSrbHDwKi16ZsUvZhCBZMlhiGCBKe4E5U+5S6003Zuv5LZ9Z3
UVg70Heyaz3QHzmPUb1fJpl/dqO5d7l1nUbFYRYXQ8cYHrKSNpKTpjIN8JUTWBJT7UJNxSi4gQ4W
YAQr8/d5onvER9LYdBMOZ2Dwmzpcx3GDLCoVWFmXvtAr0R4LOVprN4S743ZC/hTiiZgNEpw/Kg4j
hlrWuiRxN67pq63J56Jf1FpT9y3FMII18QWNPo69bWpCg6RqQT4cHA0WrGBta8UL1UoQhoqcJNXK
dNiUzvAkEqQRxRhd0dDTvgCOLjeOQTjeU7xjDVf26LXmi+/h6oyvcz8yN3TvZc3G1MVAYQG2oWD7
4vZdHdjwHzYRG9pNyqW6n4EV2TppNqSa+1eMHP61w+22N+kcwOyqP+1KdMfSyF/GVj0avR8vqOTL
fZFCN6G7jhFidYNYBCbXpeRF4CraSjwIq2ls0y8UFuSFgRImWMdHpXFPx8R36eeHjDmJ9617Iyvc
WlTFLsxv2TU0oVfpkl11Nnym5mvVpq/gcQF+QQ78jEucaSEo4c3Uapc7mA7vBMtNXAeFsc8M3R3V
FI+v1DfSrIXxZdfwSO7bLHskiGcENBxG93Dd423KyhhjeuYEg6vD7yTniUnC6cVz2Q0kaSuvEqN3
oFxK7xeIEFuvXMQx0i3dCXY4P3rwN3izF2zy8Y4yALgR6W680Ge/mZovlPPsdrQg8y0IawNi+Rie
FFbBW8of6ABr85dF4qLi/ApyYH6xivoH8KH1O3h8pgjbzF/UCJQlriweTgsxZs49HhSnoPGW+xFe
iMex9ZpbJ4rK7aya4sER86dvZ/rWs6viBn8wjCMrTaDt9E0d0CKFcbR1FxgHZOK48rBBuE0cStGK
UHQvQ2KTUmZ0vOHGUL5ljvDvuz+WhhkTPVDCet6knTN8rV3mR/K4dRm0qZPfAtBbHjgx021iUVPI
FIL+YBmhdZexRRkZIlf7BP0uYn1g3OkR39Z015euPsOaLB/VH+8FscPGJkjcQDxCP0qCIXTjdjOl
w3IYF+HscBpqgAgxZ1WnQvsntpLkZqjZXm8y7MYaiuuCl65kUueT2cqPJPKit1bVuaQY1OZG5PXL
zprZ8szQbihlAYzMJDoVp86dyLSWlUmb59TFr8XAX4ZkJmOiaRoXN59Bu8iQb32SJs5t6jX6fsIx
99VJiBBJPg2nxUn6z7Sh2phtS8iubyj9E3QfThijyT7tgSVWTxv41ZqMtdhlpRaxS3CxZ8ki3i8s
IGackO74Wlp8UjsHskIQ0U9PXQZjEFU9lPTVlcUfUy/LVsrWOrcDNk7S3CxEmnh6kMvkPk6N2XIz
dvR34+N33PgKm9rc1ij5fgk4NKmNk/7j21E9FCc+d+wh8PX+mru4OZo44S+tBLBSWFqgQGFjM+K0
OZeWAd2Ao/gqHMN7h7OR74yy1wdMXlRU1NrBNMTVrgpEXoQfDf49eqrsfPyZavwjQkT9scms7gFX
p0YLGvNDyBEXiCaKAjIhNfJGnL+YfPXdsFjDyXU0fvI6C/cZ71WMoX/cS7OF9WRmUfMN2c+6DFA6
f/Z//E6FlSTbIneaFwM/SUCgBOs2XlG+uL+JYzhRZl26lx7r623YGXiwC3/mAsimyTvNUAm4Yy/t
JkaNPlDGSU4a8xG2btR6kgPkCXD8xtsBtyTcyKW7VBkXtHrkFmRWanjzYvyxkWNmD0kYfVBxZFGz
PnK1ysGoQpso91Rd2tuuNpgf+0q9A8LsPmcjSZ8j6c03chCC+5TLV8dSm3GH1PV+cB0g+/Ra8Nkn
unxsTAd5rK7zewO9cY+PUF+dRr84EHUh5yAV1SokKu/axQMjkdr2qdaHSdn9tio47fJ6bC7ZgCGf
bRHiuF7U0SwXjD6UQx29WAkEikr+pFubZy+iZtWQPfXEBpREL5p/24VVXGiPqXey9R+MqRhfHMNF
/Oq6/ST1zqr6H6HBa7ue/Zgfxp6+pOmEC/nUyvGJRtwdNswY/pIJcsP7bEFZ4fDbZiHrUav8rCZ1
MxVpBmkj39p9J/ALW1uYE1TgFSlB7miNdDeULxut8FDanUM8unTiwCet3DG85Q8feM7w3q2UE3sa
tv6wZlhqkX+P3ZI9liJMX/sJ1Y0bUPceusgpyijvitmFippa8paiDJPAnZ28edPoP85E2Ll04IGt
XO0HEKbZRpBsvmGGeLSxSWaaeStx5MFdF5tcsvClqbvCjvdF6wVkmWgq0zBYq9jd567x6BZtuJka
+zE27B+zafTvDjGqAo/KxSF6cyTqeKyHowzF1nO6vU1k+5R7oHmkxwJo1vm+B5/l4eI+gRz6bTTF
NsbEEzQlyWRzYD/OZhlka8c6zk6Pdj8SQ3PJLgB7X2VNipe8onkmTlcflaEYIjL6Dmmcgg8EF3Ru
vj0+t6jfj1PxNCh99Gz3B/zAXSzlFfQLFGUXAQaLfdE4h8H/NVXzY9tmxQ7fP24hDv3tCHSoafU1
9urrwNA1JJA+tTned7xJs3TM9xFeRd6th76BTyPpiXQpad0mqF9n+s33mcnmR3T+C5ZMNv8UiCHf
UPflsl5oRnvaspgkTWakROLx8IIMP3ijuyuZom8waW5hGf9uIsF/1E/1SDaAgEfdXG0p9rUz/Z7c
+WUwnWUL+HJhNsKnHEWHlbNwYREWQrGs66AcOzZTrks5bCP8g5MQ7+PdZ7ybPdWydkQaCbvIYSnd
QzU7W/pz0MGjbDmyZXEevUSd627QAMvCh0qAEtj00jQPvXZmuiZhTCZWhRLplVwr+XaVLDw2yWyf
mxZndIFTgDEORVNvBTW51c5q8ufFqDCvh9X8NAuSuJU7MLzF0SVXQKyx1B6oFv3dT5Q3R2J0T4S0
0AJyEh5KlzakHUvz6nCXt8if8Iti7r+FYo2qsHAPka539o3UO/Z+pOiJLsDgZp5RvekWRl40FfqE
l5y0nj0uoGMGeapatqFtWxpsuq3wxQwBfY9UVt4NyC5B6mXVTUuV3tYXE441asE3dSMNBJLKPkR5
D/Sriu8UfZZHNnTi3oJCdyuVD5N/GJrHsHTid5vX21705nImJMEC3nO9AqwOe36/RDgGt9vUOzEC
3K19eIG4xCmMcNUYTDK0GaRZwdoaDkI3Z+xSWobRzgJjBvs0Hb81MMsVXgpUrVnum6UhE4Pjz7pW
PgA2VdfpDRkGC0RzGAZ1wxK316Z4g0ybsXJy0/uSGWtrYay41mCbkPtgutTICw+KErONkLnxzhHg
/RyyzDlD14gCX9nD2ev59mghB3b/2UcoGYHdYsUQqcY4RtRJsIX4tcrsHjVVwVBbr15dHtI42Slx
mJfkrUrcG2/5HRLZJfb9W5iJRtIH8zcIeCxDcWlJJIg0ug0FB3EGmjGtwoMHFTEzvOe+GL+ZtrtT
ZcXWRtn6R2uHyb5N+7s4u5+t5Wi5zFNjNR8o/10/pnOWbtswHQ+thkEdeot3Cn1CG+hG3H005nF3
QF63Fhqe++aekHgvd5G/5Du3jfQRRSx6r/KESFGx4CRKKzKGk3PfJoDalY3Dj1IihvG4Mp7HEFsW
LwY3+mVC3d0NXQ9Mzh2p6VYuS82Wje5OJkv+kAyxe5cY47ND0k6i6EqkvVbI5seAYIOVFlGQUsSm
+SQdwG6jNAvClF3z3hk+QFpZheWh7qbkkHdDuwPlqL9FwXKpK9nlbOWsuwv5RrheNUW8Rp1OtA5H
1WudKVRbth2ZmfZPGCSnbUOnrbEpo6m78E7kZQFi4mboNPc/y5UpKK3Q52I+22rG0koOFm+sbX4k
3WDi/okBfzYWnqDCo4zUbbT3e/JsYtKDDZmmBQRyzFTRHdo1rOLUmH7aMG8vZYLtZXLq4RAXujyp
Pq5eDe63Gyut1NOEwQPr6Tges7EfsSzAuEiTMDw2YJg/wWrj3KD09VFUCLFasHrChBu3N6NT5Ad3
DXdaa8wzWwOfjXbfYVgdYObxbTMliCsHE/garfN2DQLn+0i5OubiasGRuYZKZbsGTLVFEBDjz/Kx
/Amg4hCW13hNpZLCnzmZs/FtFWj3Rkt6tU/HcB/+ibQWYzli1cUUS2NlxcSSeJeK+Ysbu0YpV3H+
RlvCuH5CrR+GtwZnMTYQDgZC2wXt36O1a8qWooX6Zl6Tt7FXmL9USMZuY/awv8Sa0aVclLguLmXj
Oq4ZXsAG9szK2w1viim/dWdVf4N9+rbX9O+ycgOzP4ngNRucrClhnPbpDvI60eElZ0GarHliuhKM
Z3ID6e9kTRubKloOZeg5P0g78TIw+vyhzAdxFmaX7IY1s5z+iS8Pf6LM8Zpq5seN/wezTXfw/8Se
/TUBXfwJQ3ukkx7cPxFpn7A0yhGx6UJ76E1rlhp1XJ+rqXeOck1a139C19WfADbfqP5nLOrvzBzE
faMJa9s0Nt76a4B7WqPc6Z9Ud1nbCQ8CUW/Xc+atP88fIlp+jE54j4ORw9Kozj11sjNknb+H+P7b
UPs/xH/qpd185x+8yf7RTLv+hr/LnlKAKyHTQh2T+As88i8+Wvk3SwHMgN6gSBDba3z/L9nTcflP
bK8U26l/6X3q+DDH//N/OBblTsL1lOtJrFAr+eG/0MciPH79P8ueNhQJk/+LMMF3UBuzOrv/gYQw
0mifQed2tlYoMptgcu7vrQk2HnKKOiKDAtwBWAcV2dr+H47Oa7lSZAuiX1QRePN6Dhzv5FrmhZCm
1XiKwsPX38V9nZiY6ZaAqp07c2XTC+9oF/Ed5DOaSBItxVkV+A4rq/pSGkkg3ceMsUiWsBkbL5CG
DIg1oZeV4cF9S3uq4n4GOimLF1fo7L9HC5lvaE4qp9LVy+gEaaFKkyPK0CTbnrJsUvsnr2r2Trmw
JfUEXMJFY5YHOcS/5ZCcSZ0AF8y09Yts2VFDDJTR63BllC7eoMS1SzC6nGRkZD9riwEWlFAw9GwO
ori9V8Xyx85HizMy0S66sahACbJF2ugloeZ2O0/V9d5h12tuOFbO5Pvo+PV9Grn5DXEixOOZvsy/
Y1J5oXSr1xjaHuLfeDWI0Txwwypum7G7I9okTyRzzCPraGz94IcOjl/KM88Ini5NaeC6SBvnUZse
2M+KbaUl/XmizJyj300SlrtVv5djxE22MRex9Zlwt0Ojsj86mG66WcbllWALSUJBAj5PaCYl/8z8
ZpKS8oblAg65/9f16y0xXejjBZXgEHKl27XdNB62USLGWFWMCzzG+ZSVUd5u+O8nYTy6XN9z71fV
Bu0zlUvvFL01EzVQ1fSmcusvBI/m3Ln0vPqo18z9UX2IFv/bFssd1XPYYiIydgOeq41YcnVPqkYL
8VjKzWiPwOQXSRJRbx6TCe5MuPLL0vzDZE0pj4FZ+Dhh6D+EZcE2LHL9Q7r0R7OIUJpFP3DbSXHd
cE/b4O6ut6pLz2mjwwwkg1Fj+JAWRj59AUE5j2UAfUO8zhi3HwjizZeuYc1LY1UcEjadhMHtFRYa
MSjO3rDXurWM3gos2HvYVC9xAWMdXypEihh63EqXaC9rkAaj7CXBVYCk/+5Ql8rDxu+i2QzWAjJe
f0PLy2idpQ+6JMzP/nxTsrMd+Ijfy4rgIDHEhbVuyWrbLqp7BVQZM3rf2LwWPtVCemS1jL7YYVCE
pHZC7VbnlLzd24CJs1hWUGs/7/POqkgWRWeu91ngMn5xNWY33hv7oSHx1NKNikznHcD/ehRex+Z/
GWx67Bx0x7Yxdy1L62syfxRqbtY6NFasorvoGlbB1lYkdP1GuaHUXdrOtQlFadwimjC8WtB4TlbL
O9GaQ3pF73eeiq4diRQlzt8xn29+2YU4VfYEU2VQFQJpwDOGQIOmGBhR4YSFs5RvlsTfhdmx+egI
Xj6AvMJoNez5NOY16+Yhabaj2U/7fOldJOp+wEpud9ODh/vitkb/Art4LY8WknsjcXUjIkDYZt2h
y3pCtCTPdDlHGKKFjFCTiewORJRO/ToAsQVlrkVyAWoNLHbteEuGjLCx++06K3hxUNrBTfOUhUEz
wbZbg6Tgq/2da7EM6GlV2Phkd59S1guwQ1iFeIkBfXCccMqnzpuTzJ8L96YN5Vx7Py+jYzy4Yc4s
w7XZf3aQB7dZ5IptCYE9mOzS3c3A/7DrTzGeMpGFuRf5JxVFdYkEqds3WUfiGbeAAC3JIS9rKMQG
HwdbQ0pJHXHLEv9fTZapBPi2pcPvy24c87rg+Jz5flyJUduH1k3W/+9gXwQVyVjQS55cjQTgxhr6
/j6UjrxQO9EdmMkqbB10qnSDCHxyX6gElNDr7uBthe7lbH0g/02iHk+NT5xfNauP1Wz1Cwqwu9c4
byhjzq08HMqOKwj+Jsh0hRVauN470AbUiaPjShwGbM53BeA+3MdUM5dhnuj30i8/57k/JsvyCjsk
jBsUp1oLs2oFRA8hKu3K1sBy6BABnrfllHjbwWk3vdP+4IXCF+nyx6ZXPqZt2zJulGQ/Yj892SiJ
auh5KyX9EUIFncHKw9azOKj1GK0AQ4rZ9Z9lKu4djloreVmLaopsfrL6psNPjKpVeAImJX/ByS8e
sSs3AHiQYBFn+DgRBbD+rk1TGd09mYfhlVbeVaiceM/S5MlNTO1OvsK81PQmbLUCc9mWjVMHtJ67
pz/J4jgjYr3WsfeX8q0y6DT7LaqncW8TneIPO0KDrUYDfxqUlPOgs43KcGLBYEn+8YR5B9/OclQV
Vac3wAdlCOk62wAgZ7LhDRLvVsaGMcub6A4Zi8AjItTYTkTVaAc9z1UHKCRyTBZVI70qXZ5ecbAz
j1N8Ve6TeQX3jcp7rqUXfwusxH8cb1VdVOZ2e6spidaS+k6vk6nnJ7+K1HVh+fvRMapM3Wz+JO6M
ktxmzg+pZcSaPuHJ8UfuDOaEVa7tDPsgnJ6vc66N/pFeoHmdiNQr/ZQ+vgbWihgD+VoApCl5DZ1q
n9el4plb/5ljQDtrRmJpvnNk9AXbAIPTWWvhPgzRzsfSIVjD9+CUQIz6lH1rBRIPJXuShJezaPqn
pqmXsMVglXdi+W9ZJhczpdEQQEkY2xO9Tb9GPv07aRJfBAfOsN39RFBi8BpjHysLBlJ2Dvox9mq1
c6XfhDgZyp9hSPwrD9aXBFRJtYYRg8P3be2oyHNiOba9Zzah7q3wDZ1WqQWem5beIi/5ZO3THSfc
qhVEcBjEDS9Ez9zZzJAJoIS8jtmksX/FgNsTd9hV9iRJ1+IYp1yHPpkOGokYB5PWBErVj0s/epcJ
ZAALJ4602m2wm83s63iCYvLY3XKJZdnsKSqjscOp7/CysOLlsbblM7Fu8/yYd4/YbQZ06cD8h72K
mTq3cbiz/o3d+TsdIvlZ+Wmzs2pvOuGTp/7OQ+LZtgne9sxs40Pv20VomN5T3rnJrmnJr+CXZ23n
+8sR+Gq67/Wx/FPqxkB8gdNrYB8fpjhYg1bV5d4HbpJqTPF5c21joXgERU8+xb7C+mYa7BIWsCZM
CPuFGrsvlQwvtOFBbnV3XUdHRRuHU+IwMYESoJ0OCVm32B3oeqmFiTa/0jFmv/fU3ZQ0ROwp/8r+
88haBqXdV6eWdO1Dth72VSn4bdoe6+t1tYR5k6CVDnp61PQCNcCrYKrFj64Z8neX+PabWUr97tQE
TOgxZilda1hcKSV7LfgpXvzY6JhStdUd5+ZBP8xMtgY2lq3tD1wvExGANKMGA/rAWXliZy6UhXdJ
QR9FBO0Gkb0DM7Kx/Ro7zXgjWhz4E3oN9kQDSKD0eEjtun52pwWU7Pwh4/jo9GbCbcAKCRFvqaE5
GZn3wSD5Pto1Ox0csq7N5W6K9xq2O95MiF7ejEmPrc1+ToA/lVHyJ3Owdq40sAHb6YjXfM1rnezU
P9FPFXgR7PpxSIf9svTPHo3FuV3s2lGE2J+13sWqpp2h+xBYoGfpqxSIcjI6JgW9MYMn3wa4K6je
rCWcBEmG0MHo3cwas+nSims1THtosyeHgTuRcbhU8iUjxA/a0SFqoW9kZDzHGFZ/h7FwAnYY00n1
vX0h+60BFnSyM9smeWvHueYLv/o9AAMMVCbBc2DBmLhJexWrhJFowPlj7VMQ8t1OpcH6zWLFTNdV
xB8pLQ4ytt5J39IBpvMVQ3LmLE3lKdflvlwUSGl7fhSEDtOpOOJxCyvyidzjWyhQ2Vxc6YU3DwPe
t0ddpdmhcuv8MdEZ2MfjTYz2BTOD/olKLL9wd9/iiTRxBj+dPR1p+gYDwh74R/xcQkj8HqEm7JYc
F2um9b8mieiwmrAaY1rpA71hfbqJ3PE+w4UO/UyBIV4gGJREVEyvfwIviWxTZ/q3m2Ju5gKV/GZp
6tKnqWU/1dLeJpBQR4gN9mYY3rUqq97Q6XeUzgUw3/Z6Re6b9gUOBYLuuT4i/tYT+SH116l0tlNm
839iLAAGhMRNlQ9l2NjOL05M7luDxMiKfwSntnudZeHhdqmVfbaNyKSqTP5GPTIXbU/GFYMHuLYG
n6slVyr5ykTqTmVfmOAo5maf6vnVgMTy7WcesZ1uBHe9lRZW+Ej37BCmRfkNAa1FUm/S3eAtYW6m
Iy4a19gOFODdpxZWjluSGeXYY6neWAdKnkA8LePLPDdPjgf9wa3Uk7STlyROPtyVzNkQZI/i9Mcm
qY2TIw1HAfMrkyeOt2SDfTg9NZzAV/DG9ZHPUXpOTNazXts5gVZqLAOy4kJVg33wVbXsrUHn8wfP
7j1qqAotKff+rjAroQ3rgdlhOjcFdgncLFxYQ6nmbVLbf8qyM7aMQfCtzENhw+IFq0IlUG7sC5uX
evQtegE9ebbG+G1QSpwmb34yivTHsaIq1Eov3ztD/T1Iwmu9/evZ+Xc3jivvDuJ4mhvazra5RrMy
3ZmRz3qllxxsYG4umpOTSslZg/KdjCINvb0zD7r4HkqBB2XY0aviHFKjZp0oHnblFN/dBCWwMbLi
6Fkjt1nB+xfHtgM8bcgP6Wibr7bLA6yz59hhpzmT5uPhcsmfKHo8to5p/NenzZHkVol8p2U3aymm
0HfzfptVvXcejQbrKWMNTask6936yxsj/+ANnnPI/apg1MFTqDLo6Z6/PExRvtk6kLTBqq/pjEuC
v8/JTNUfKp3SLdy6hlQdOZttylB3XsCbhxZ3fAJOJGxIMSHGYXLAzehpJZfl0nqjPxTLSKu3XL8M
gXUd1PzKMrzgjFdB0w4usJeye+r6WUFcXxYQXUOCBSotmFALnWYtmvkSoFQs9JWeymBMuHJ0dkUw
imP+l/617DDjIMXalM6X0nbelFvVBwJ65U8k9eY1Fyyw1ZJWvw09BSc4RdXOnaw8mI0I7jZGh8BH
iGXTYkZ8c8x8R498DqY58z9rs+y/DdcbNgSHfzOj1465V3TIQS576AysEzwMYiSsqilcgRzXWmW/
x+zTbkCt1SfNm+UuKuiXW8pl+QEmL/ZKgHey53rEnVwI2v/IEQRt4dfbOEoT4mTONEBvUGKjAYN5
geyqNpljJRjXpPncmfD5g4Y996EbJkapHoAK18Zma1t2/zAHVT+YxhGoK41yCb9zz5NIZnAheQF6
omfHk0F/VlPLBQTTQCCSmgDq0sysmJ306KVCex08Pb1GhREFpcAxlBkp4ioYcIxo7SmLYvaAjSiH
D4UwDsTQp5OOrdlx1uyXFHZG2vO0xOj8Oy+mOYvrPJ/WarLGM8i+u7HWKdrDOFlhRzEAP8K5Y2xW
C64u2Fx7rjC46nQtOVD0kD33yfJhauU1Hnt104raC02Z82TG7rQfsUj/VcjkOL4zjn/HJiyI1wUQ
6lZObUHX6/RTQ9FhV6/il6I1wT2Rm9YDP44+dQE/A5EeDQFbhVhnerWni7QMKbea0QhbJJgpGt0b
Rh0zwAr4aRBS5rrtDkbAgHP1hcsm0qZYfCPhDn1GIDsOsYPTzexqfm4WJfIlKfw00n4iak7g9hXq
zH2TNCUWrO+uLl5AKX6Ksbn4UaQjHA1loAaDkKczn6AOLoHWuiZX0YFlUqLi5QR/yj0Mbqa9e2vd
28aadDJtoHImFiMF3j8q38iOZ7DZIQbGATit9NrBfjoQUy3eTeAvBxzVOj8xfTk3PNznqEvSex5b
0zMlW+a7V2j3RhHb4zMX8WFWCy0qXqshScYVxi2bRh1siJB3tGXgKVzmG7Rxm5muSp6kVOVJo3+K
zbMA+k93EutDnxCpHLtfVJooWPRpOVkiMQ4RWMYgE+PZyUhUaMrQ73Pp3jyuoarC42HmmCimKXqt
K/lPck2DF8A9gfx1vmwaP7H3QLqysJ9JtyIqslrUWnFs1gzF/9XpjUNf7dYQVA5MVPKRPNEZJKcW
JVSm+7yy03Gb0l19MX3IWI0TwQZKtpnJ31kjtZTmhbVVvomHR9TTS0Ek4dISLtr1IoqPi1GMu5o5
5NMhqlR05nJoqqQ50wzNNQoap6Pptzxxi9fabpmX6hT5pB49XEQFF8/JNa+RQ+e1AYDu6kytduq6
eSJJn8531vfp2r5s7I2aBHGGm3CTW82hF0uHzVu6O5s6z0Avh2/NcP9GM8pcQj1MTii11NSnDiP/
QFqHt2labUL4ddxNG7XOPoNdSbAZu51pJV8T1lMjehU67VPLKR5lMNi6RQNRtuhP1iSPkyJhJfPJ
wwTr+3syWJKbnnryKUuZu+6unOqKKfM++tyEZy0OLUWTqYXUAiyG7KBT96FT9n94pJkdEwrWBpb3
ka99MJid/JFLOCA6PjfDXnqp/IeGEbS+eKlgqXFvVfHfyOEX4RXOrqKycLMsDaAYPuHvuuafaFZ4
xn6EwcTK/yUJNz809+oPHbtAhLRKBc6CN02Z0w/QU7Z5I3abKB7CpogIBjdGfusMhbUzK6BQDGUc
OHryWSOnjLX1LDw8wOVJiuysCX6QfuH/W1OnaCNbkQOP0nqHAs6kPbvkbRjr6+HmdLAFbM0tyUA1
28WzL16Cl5kAIy7PHpfEotPEHc/4COwkYLL4p4PhkYUWAR1gj1tgdEnE6O1BbwCJyCrAY3UlwqFO
TrM799e5LceD2ZMiSfu4Oue+++niFP1rrO000fKmo22/xk7BIjstTP1Mh9gPo7lOwSY6QZuTPcrm
VN8pkKWS+29FODO1Hg2+Zjpr2X/XgSnsar6wC84bxNus/o8xWEjIi11619KFT04z62Z7xaQrd+3Q
4IuhgsBFiMt7XYUz/rPyx/HoJ4XYlOEP6WVvQgwxY+CI2by4qyA9gCxKh3TZkxcXTAVjZEdbkrL1
X6fzrZukwiI/RR7Q3TDyUu9TH8yW4mQEzf8mv/G9QBlN+tNl1URVaww8WBCRR7w2mOnxOv6ZQaBs
rWX66uL/9wb675ore7bbfOFOnjCfbblsuCclFz4ZaG0Y8i8ao8kL9lOM5ATP9jlsZ97Vzr/FcVu+
EGZMzkuZ0gQhfDsJBVXDwRDR224Ki+1NlWf6rpc0Svk6Yx5Aj+QMwzLb107mHGHIBHaSrSHD1Hrq
F3G2XeurJn+62hdOi+bj7DbdPdC5zuJVmnSJFjb/UpJevvdIyncX285GCC7jZl+5u5rm4Y1Dw+Xe
nw3WPovwt1TZIaoltbfiWZK91o5fo28/dfqQHZeazrd4HuNnaKSBzYZrg00OgZP6UYKSK2Cm7txd
xJaM7S/bGJo69+yjw9ytTk1uFachZ9LTY0wdKhsCX4c0rWOO2E8Ge46iROHOOmqh7Uw962otFU2e
9Enz/xsGGtRaAHuAfTn/NtliDzRcZ1TQVbxyxtgt0A6rqH8q+/lRYt8neLVeVnIH0zh9pZgneItH
use4yxl7zBbJkRq+N+abNx5S6o10aHSm9plQmESO87X3liNoz6cqGc1/iF6rwd+mR0ejkvCaVHkR
kjzksYjs5tWbJ/eIDepvPNKqXgwecjfNaPCdcQYWkUbYz61vxHd/rYXTWInevNMgsrGc1EED1RCg
o0XjUjDzRPeevXyhumO7m6qZZzvvA8jrFfw9UQVOj3VYz0GN940Ep9ZCYrEWZ0s3zTOWpmPURuyK
fIZmPvcECIeSpMaUUBi9EOAW44KHX+FVfnTl2G/LqASiPMTxJyp4vvWmJt9Zk+t8+ICt+cZo0b8+
X8PJbYlBrJkjzhOOc/wYblo9k5UtPli7VcHChZYRubpiPfm3YGdgYfcfpl47NL0q/dSK7Atpvt/X
svrr8XRzrON6F5tFOcfCSNme5JVUB6qUrRv9JCvlV776Ouq/1XD1kan3l+OvCFOAGjgGQpyD1TUz
7fmM+g4ER2ubF4ueu+v6G+xcYoakJ61Np4pnHIEpT9tibVY8rzcWkQGinAYrkQKtAJ93LzOMSDVW
z8AdAA8v8YBtGpuLLHOgMe4bDsgTyGMImNQUmmCIiyRfg7ZesVNl84cyoj7M+WFzZQaTYALSsGcl
Hq4lS9jvtVXeMXMMjNrpwS5phYktk7Bk441f7ai5L7rZaX8oHHU2cafcwGBAeK5KQhpTnlurdE45
LiDqC6vG5FnN2RrATr0nzTD7S4vhNpCDf1BS+rtqirHcpxoIiYpU8GvLRTEoVeQHU+mLo9f52UtH
bd6O5w6HjEnOgVZHC8ujW9YB3z2TiKyTn2NHdWCojf84LY29ykbO94ZlJiR35A8f11Wn0heT8smz
Wdo7ci/5pU4GILV1wn22aP/Ey6q+GXXQOurX0LujXlBOPpdp/UarGIFn8ugeDr7J7mDCikBGzYZ2
ke/eccywmbANZbF+M2JN/kdIBAqDiwEn7osiqFxmwa7W5JGHsbp5TmqfI4qCg1qjeb2MnyP+4KeY
QN6crzusti2MQGN3zHhZWWcMXmALy2yLSPPeKTC0heZyfpndVU7COimsSoeacJKYuuqVsRDwwGi8
ik7AbrDlo9JbCV+J9UDst/bWZZoiRcy2ikZ0nlVypKYZoe2WPZFtrrIcMREzkpj+wwmakgLCQv9E
qRzkBFFpmJ7kZ+6Iv1CQSv5qGU0+EPc2GZTdK+UDhGc9wyCibqnpain2uM48/un6/rcboRVR4dhv
W1pHGRw+4PfNHPsosUYByTNZpu3UJCc/IrHbRiEpJYzLSMZbqYxXlZC16LKzUo6Pnwtgy1MMdPPG
oU+W1mjMbabVsG7Hi2p1kIhr+XjUtFTVl/GRxvIocFdQCcVJa+oYlVuY7bEbCmaz/skfnBwqs6ST
TN1i5aRXQC8aW9ESV36tUD3GEWoSUJy3gWUJyROR3SNVicBtMqRbkTeoopXpnXA0vy4+4xEE2c+S
lUXMG3rkJ3T3Rkvfgk5A2aUUMzVKf+Ovqz+LJc1hbCNrrydZ/xebM+P0FHfPub/U3FmhioeZnFBM
jagLMdm5y2bUCfiki/tlIwie9RYcZdk5u3btFueRQdg2tzBkjK0nqeT0ZJKxvZ5qPMjSoem5qs5e
0mc3RUaEGxJwzEVoAEbmCluWQvvt9IXOgFJ/KGpNz/3MeZVAaqe9vCBjJFsgr25ldT+2nluUoTqf
4/qpyyMQy47bs7Bw2DeWQHKOliya0CX2fI7c5qRDatlXFMfTQ/XZrmlZCDWcrNkQdjk4a5XylSVj
YF5BmfH9Tw5x0vxtDZefyLztJrXPuuLZdUAfDmcEtm1izK+m4hVPWffqJNqj+oMoHaaClNtncbW9
wtjW+kdRoyd76kXYqCiYe7m8YDmzUX+h3qK8Z7vRQF1Vxr4D8+kM+q2bvHEnobuBBhnfeV1Po9a9
LF6vNnNtkPBzENSGUIPajE8uzHiPKgVf1iC4hseb159lcJFQIJHPu7wEZlFyjrU1X+mlx3JLUKT2
IZoJ/cclSG7wpgAEBapATLYhIW/qkDN0BNOFP3nSqT09woyVhNY888g4gLwgTonuEkfhx7xWQ1CJ
tde5aB4XaenktfuOZ6aU6Rtgg3zTiy4Ni0JqW4TSB+R8b5/nxXRLuig0Rnzumc12CFmJn6GmvS2j
2Cdyqh50Y3Rbvff4XFleAvcO0BnBbXOD92YOjK7HNRyhReXIildyKl8usZaNkHp+5N2wqPmLS/Uw
MTNsyQFHx07hJJaS00xr25+JgoU9n8b7Qt43ECxFObett85jcVKnSfHBaYFJAPjtlkkGGEyTf8JD
BNWvCL0UWr0Ebqv9eitfOHXhJKRT2zM8pnNgkdVAsnad96XseYEL9npo6WrW9o4Eb5K5jODmp8mI
IiWEOwOKF/NFRQBEmGMd0M7IXn02tjmfxdCW+iFyAVo4Dj8OL/3L3BI2Su5dc/apAm5PwN0UjLxp
CWJo5QtjZ2YgVUZrEUnSfvizfjRTg830GGSyZ4Lyaj8oBkbHJn/IdP0uZr+z8ncJTI9xoG2gidJl
u2jmFdc4GhQXohYkAS4Ue28oowIlmA5X8tM7m2idL41nVxf6U8tUx3TjPeeF9yFIoG2LCVU2gs9q
66xrMpsra5P6D34T4l4zKHyaesug3UWNt++tCseN1abGbUTvWbcwLOVXviBZz38mYx0rxHLyoABB
lRbzbB3zNcVuJyj/k5/KdQH8xib83MYs8Q2dYy0z5z5MCi+++KJ4oVeuPPeRDZHf8ZiV+oLZLEoF
txhcyGZxjpnwZRatBZgPZ0rvbqqeF5H+qcWwn/D5e43zSC332UhBai2IfqTzW8B7uv8SG4p1VUcA
Qc98OPQ2CIvKUvicNH5f2HQT7R9FpdmwIULVvOtULoWanphw10wve6t0zrL9kFAKvmMR3VMh6KF6
L4q8BYs+RGr3SUJvwx27A3mKIKNz6sG9j8MxsxdJ+7zjZ6R3NURosGIJ1nfDT0hE8EbCcFGL8+o3
M3T2pE2OzRBrACKnLAuY8236VvqM19mWkfdsFzlvuubUO7tb5FPulfGJmyTWM99cNSyN79Kg6/Fv
4kbY9YA6zs0SyK4wjgylVH4o8G3uKmzqeAy2cuZCJKzhZrdusW01/e5KsJO4cOpNJSgQ8KOXvMY+
203gYlrLAKVMm8Q1we0YuqkPKbjN3vHGAV93unfsY4wEZr8QPSjjp7ngaPbYOtBbEmLu+tVaRbsM
LSlk1oDztmuqEXo1hKmBQlsnE1ujrbV9qduvs0weGp+hqRufMh44uEXNqS4kpezG3c3l26p/7lpX
l0fL0/2tCaJ6p60VI37fseMCCvY2U0gQuJO4NbnBR8FBYujZ5LFAb56xmbHOXMh5uay5inhnxQts
Gwh8zroaHhYzkLr5rIs5RBZ18doUr+Ah671myxcpooUtMbAPV9DWgqcdiYuRveEMRzArVSsAKXTJ
XiR+LzYxD0uQyPmHDFEW1O5aRUFDNbgelLWsU5fB5b4KMyEPY9p0N6M7g3qwO+fs9lrP6VOJi44Z
el+ALeeVGtYOQ2XsZJVBD/Knl2pmeus0lGZvmuhn0tS2TwaMfQZKfS1iduADjCDZjzie9F7bumZa
B8VC2GZOSfD5rjrXtRT7JpfdhZ+Iu0nNovyM+wQmOMAj3Ozc+FQ9ftSOOR4yS4OvAmEHbv+ITXBp
lj3bOu+Gff93YJlAWCYew2FK04cYyIjZfJ9D9u9h60f/0dvDnS6Jgwrb1kEMPvWmw3pztbiVIdBE
F18bv1i8tgc8nRyfrjADAW45ANgdAzN10OaXMX706LEBNQd2kPfsWyJpaTfMdM3WMerpteXWcuL/
9ZYS/oKkPYt7PnuS47RS0WMRIDztjO9DY4CWJ5KSv3LTB+mPdLwxkHUeTZI2T0oSaJprrkJMH9ZP
3Gjj2daM5eoTmli2Tl+koe9F9tFyaq5Gfl/sM73vWf2X2ZNZ2MYZKM94rXFpwkXF3+KwO3e7wHNU
s0X5moHD5N3fsbRr5ucs8l7twXisWSEvoL4sJ0uedtiNtJjdyAch36kLc4xtIEdnoDOCpTDrCnag
geBPT9CU4pcZ4NA/WRuJ+iIdD6G2wBT8zxiUzUcNKxewqRkPX21bOHmTZNLPrdmCIc3r9grTZkh3
3by6PgoeUm8D1jJ+5IZcnmqjQpYhbcZlTE6xn1CFsFaVVL6Dm9Y0KGfhvlUCPeETjXe1UWFt1i4x
Vd6M3l/+I3tDjH5JCOCXLp4NK+XWZsFZO9gUwfWL9zCqYpdQXvWa9ov/1Dt6G2B81c5rNEiFVloN
Jnj2ES524eEHEeh7AaU6ZwCUr7X0i3sCfmE30yI8Wn79pA9GvwOD+w2d+m4JJpzMYktcgqw6lXkp
DlPEmrqUBne9GNkssfgvw7v77OSiXwlKH2Mh4X95+sPMpvlAzCU0K/deeUjv7vCRcKeN/D40/WnX
dsNZ47eTZuAC/fg9A35LbKYNUAIukeMfp74Iyc5ygM0IGRlltxt9EPmu53RsN7iu4pOKoQ+4EwnA
AYXovLSxCjIAcHtuQV7oUE1wjjMipBEO3nVnNHwZ7byrpRYBIhrdHYEqbtoUMoY+O0DS5bH9rBIW
oIQbI/27dbMeX0MdDX+WTLjXsYqyb/LCzEdz5ztBY0ZF2JgaQSout8DvwIhfdGCDH1zASKuqHgl4
ir2DiNthnzO5bEgTZ5xsffbrlCkFr079LE2LHIpN+7mh/UrbYBMtjlo2XCjI2fGQ/h/+244NLj7r
ImTzQpLsx2PXxZ3CYm5sqILcJd7asZSJ+s0x2A3DxVpueQaMylB5g1W3zPZZaYf1MHFoY7J3jKD3
JhouisZlMWB2ZrNtlsr8bkRTfpLmBUAU0/DMfnmwGPKKozlWNpT6anrISr/3Y9OPgY8CeXFGpOcN
w338mSzrU1pI508+AgGGjFscUUwkd1CT+zBnojt29zLRjLcyL7jYJylmH9VT9p34FssFPdqZQhif
yKzPGrugk1vwejAgiL9lbwucz6n038qaxySXc3kyagrIJrvyt1FpLh9JaiB7sDP+xUEhrxYVHa8p
dlnWEkIc6Tzn51Hr34Nt/Ff73H4p6sruRlR99iD3r4wr87sGiP+Ahbp5mjH/7FtcLD8OM8KRVL66
E8CxHrjribs4WXZp+eHe+Sqzu2gIfiNxTlC1qvHoZtTldo2PIxhnhj/pQMR6VD5zbvoLvWPJrRRz
GcZlE8z0D4ZNo/sH2fnaO2T9nywZujPQTx2THa5uktb6LbNngkaT9UQHeT4eclWYX2ROp8BNZfLC
+7plS1oxWTraEXf0JS/Hf5U9Hpcu7v7H3ZksR45cXfpV2nqPMgA+AFj0JiZGBCM4D0luYGQOmOcZ
T98fqvTLKqkUs2vbC5VJymKCEQDcr997zncuJ7hLqEr6eAnwKUm0w3mOXRAFWJROOU2maVdAK92o
bvpmOH27baKyuPW6Ekl/0oItmK301ukneouma+38AgoRx7RJ32PEI+wJ0cE6NYtmAyDiGammem1l
kkybsok3Tet23xwWuIXGUTQcpXm9aPLTpGpmq7yIHMJ9yoHC1RLxexEAdavhJh912HxvCMBs9zSg
sl1hdM49JzB4tJqwwCLm24mi8jXuGTEORsRr47rmpsymx8IQM2LHSC1MkoNtuMUV/SB5KTj5IC3g
3Z/i+cUJEWQyPPbgdNj5vWMlbAVNqqd9M+jXEMr5CT/wRGc0zx+zlCDoOcA0MPfcVILhclDUAet3
hPlQi2nd29kTrVOawHNu2js6e0ixSGSh4ey3BGkLY94NDUlFkNlSZ98WxO4AgmvyLWqxDHdTj/e4
IJ+OZDXnhbMHE+NWHyzRXbaVjc6q9GW316byL62kkhdOaySHiIMs3Q+oV1Mm43VnQTHGwXapsNlc
2UXr0p+ABp4MJKDlLs5wk7YOGUUYRuPQvfFnEGF26xgXvBEzI6jZf7BTSo7c9dojbD+9p1xI9/Ps
xmtIWZSAFFyELvooIe3FukZXnbrPmk4VeqmtqsGHpYH13AMOuRC2h5oXMx49494MXumZUBjp2rzP
GN5DPQQB32jd3KWNdySpuFjn0XgunPBrNBPewDAyPjEMha+VDGQeoJYoIRtw3hGEEpGx1wNLRRax
7sfkq0qHpzLiHNwFCTK5qjs0yhv3APSIJpuVtSua6UFb7vQ0hsY1Cmwa0o4HHgTiV1yYL/B72bao
DdaRuYiHKw+mW36Vp/KelABQqQ7cEXbABkPwwlTp1SNht8FFngOV7SuiWdmmb4cGtHtmSH9rhWa8
F4YuTGg2Gbxw3C+Pdl7eojZQ65gOIqrZZQI70Y0144loSJGQD4TsqUrlQ/Xnw5Hn6k6g2lhFDdGI
RUilZtt0oLyYTuOqdV1jTdTUQDKduTZMjq8RkCSvE86KOLn2gIYz2lNrs+zo2X0SwpPsZRXtvMKA
uj5EWKZJC0BrGOEjMQy1V3WsTkRG5Fs3wF6A4rYF6+HAOfyKfsbZR4l8CbKGI1ORnE0Aq1ddZ1jr
sJI+34uNv5a9Z+eZWCwKRUWDLIRjedux3iDBJbs0IdEDW1XXc8bVAO/D2CpvBrsS142L0h4wKqN7
ox27J2Tj4H36cjxRegHzIWqQXJalN2SJBTx4XTYVtc4CPrGBXNyWQTZeeLMYTrqJp79ip/+Rje/6
s8QLUkH+Hajx3xM0luv9+18jd+Nf19+8tW8//Q96WWTr3Hbf6+nue9Ol7f/Y2ZZ/8//1D//X9z//
loep/P5//vfXosvb5W8LmGz85MqzYX7990yMezJC3v7j3/8Xvcz+QzhAvjxHORDHTAeb3F/0MqH+
IPLCNh3HtLX4K/H5XzY+4fwhLMtyHX4StBg2wH/HYWAL5I+w3XkwEYTJX/xPbHyWKT7Qy2xFZc2v
oC1becxfP+ZOg7Crx7g16GUhTFtQ8Yg+Wqau4nueTgs4QJB8t2bVsLM3K8sBdnOg6nYC/mmxSxUg
dqS/7ZBAQUoKF6uDm41s5yPeooQ8KNrpAb/A5ZAYJqc+xqZfSb/KCV6sk4Egzq5rIexxno3amJDW
PlLMCX3/kcikhLFMz8koBSXllnW9ijSSWQYApsbD4LWVVUXbyWJI8VXT/WXuXdZEWWY7q/ValiWL
Bnp3HzktmWEcj1qqaPYKnTr0bIog+yEyjO1iDUEg2VbQxMZ9ltJ4uht9sGUrRpdKbKq6Zja18tpk
VD8Er6RLWl3bjcmZE3Jt3pDI47/HQLkswlgne6lRkYrF7VOVZh3c+nykyUsIBA1iK/Ytm0PTQm5a
G0xPaaNQ3sSvJFdMD2msm+uqk2gdCaO1B1J0HZTZXxtDPxW+uGoD3GoBYR122l5MxIzFo2BuHd5W
gJQiWMo0w3O6pcurb66ouzHuxcXZsLPhEfVEjUGhQf7EQJnmIqpe5l0cyednP5F8p1FZnSFcHvsY
h3jbvo3DFcNtulIA5pZ1uXK6ten604HQBhrGMnTudLsIy4GN2O5JptN2buXeKeBFNhraZ1I+Ids+
l3zD9hlTUHUc6uZ6nkJJ6vJEmgZsoltGAzEIrTnGr9Z2x3FsrmYMpfRfAMP5ivOuHKfkyyyL8Uov
3VT0WafFyI3BqfedaR8mCsUAwnGar086DMW+hgRyS6SxIBsChzSBUExP4FVk40T/xXX5aiUNX6Mu
132MCwzVo3/RlwYGjtY/pvEyuZga+5yMKOf3BICYJyfI703b2th19lQmbYALiAi9pO5gmOpuZGji
LokDfW2jwtUg+a2pcjGvLMoE77tmVL4h9ZN+EJnLzNsRoQ0GUVWzsxamQY64T4bLdBXkmsDggpTT
hyLwDAQWZsCRxBqAaHs8CCs3Q6qi6rtIwipCr5rv+nq8ihz0sB53n4F/cdULOijc+w0inXVRhwUn
4OmOjXePKLzdDHML59aTjxaaqixAIsR4e7ipa3TQRWYRawqJiVqNwbuhRH1QyWL/qjLm+SlsNP7P
6RiysV/6uRa7puMfDsIiHyKJvkGtFXMgq6wrQm1yWvsBxlorKhEFMcLMq+i9HhNJKnoYf3PKLiGz
S85vTaPEqR0IASGLHA02blCEPiWnjIixhkzGPcEmoN29jkMJkGg7XE++xAhGggEDKLrMgGXPNJk1
tZrhn5uOjpSdwWXhU3k3dhTIHhm6pVEUIZBIrPQbAO8cYUdmXUkXS8heFsZ0KvrSukCZP0brKeSn
q7xEnzSQ6zIYgJ+ODhYKmC8aDruRSUVYaHuI7XbY5p1tBTvw31SiAzqRKesVLxvQVlYCGgLuZgHE
9GRqBT2hM6SpZddZZfywjO66Ccsf2td2A0gIkN/NVLQPzdi7gH3GB2IdybtaWIZt+2jSMFq7rLUn
KttjUMsvk4MP8h1/FT4p7a4gEGMPQ4saIQo2wfrm4mvjAVsxwZ1cYfZkXOpaV1HBUphEHvhnypsb
qcNjHZVXUd5IWgDAkcpUXqc9Z28YMATSTAiXzZ5wNwZ24zpYwDOlsH7kMdGlmnSaFUrY73ijfOCp
zmvqGVsaatTagvn/bJbubhr9Z7+fzlZiwjFus5nyjkwF0/cqkkfFVWEpgPphgfRz3RA381b4UJmC
fIDlozLaaBLseB4jmob1mgTI0kDQtrseD/jO6CyerI4peZvULodnULA2TjVaUIyPkuGSBN1zI3tB
NDC6ZluP5rNVkVFAWGJo3FoYdi8tB3a0zw/iDivuyYkkT51xWtnsE6UITODs17khxpvGvBCyVFdE
LbcHMBvNRuvQZRResWTowfgxUnKz5tATbNgwgoJBMuLuexDiL8ofvjiqcE6T99QS5VOQozAiIeYc
1ZxmKDMctA6dp7svWQxQ3vG6Q16f1HwYvWLVp9V1sthpkwH6vlA8+0X1RMeQyBl/dNcW0vAtfIdL
tMZoY6KvrHSMXQgFPo/EtN6BDA2+if57WsIi5622V0bTJDdQePeIlW+9dsCsCJDJJzXWIfvWLKvr
aEadmGbafFVNdUfX7pSG4k67b2Wr+lNgxpuxqff17F9XVXM2sbztOaf7a11U6U5aYfHuBd11CX18
CK1z1hISEKe3CWwjY9yNONMq/2hhkR0FcDRUOqE5nA0ymUh+JZjDMh7B+l7pkiNIyxw+yOtDhgmP
xXdgUuBrortUeB1FMt3VXnxyjR+lddsxSXUauvV6fOacgoFKx7hAfG/rIR8l4ZQoowzZ5wbG2teS
dbIoH2zx7qJU6Jmc1PE30OkAj4praoOdCT3HrOFSCxhwFBZ58AAjkdeMrAvOIrEBWLux1kYY7XV7
VUP3N+pnzlPEDe87tmqPdNdg/u5S3tdlutaOsenGaoc+cE/zmJReFp9XpM901KO1o9nbIZItp1FH
nnllb6gn1ykq66h29/iwVwOyWyB+MN5jUpXKiyCCQ2JzdLOqC+18TWt1TVj7TYj8LCEUlNxnHiPw
5saLMk6ZkPOaOFMM3EQ7cjQ/Zxw2vPiZ5tJGZxYpeltbfqtNm3XKjm66nuNMFBzHooxpd+lt7UOf
Npqta1QnL8W97wdDD4iq9YrbmYOODOXRtuxdaFN/jN516frEYGf7Tt9UTRgv7npmy2Fsn/MCsUo1
wKrVpl3eEjdFLUKN7K4HVQ9rHTP5XdLl9oi9DrO4UIxAxl5chJBHLIK9x3T6WhbwBwinho/ojxe0
nq+HkVGqriwUCx4Th6MO5uZ2rgz7AAgsR1yqEFFM1KVuh/enac4FdLdLNqYvzSTFIS4LBxygM+ec
+H3a8/YQ3WX1tRPGBfAHizSlar623ebSqvtLu6WZ6TKMxkxP/EZGV88skjslsvIJYVm/1wF3IEFa
yiwSSlshfzhTcuN54wFnLwkW0tsMWcb0UMr1pFS373OS3cLJIsWiviSyl05NOZ1cM7yvBN14xX7H
+3dI04sCzysBC0O55T9rleRfZD6ER7wzPN0SY9Cq1pQ9sUnnwLXDN3zaB8eJn4sgpDwcxD3m0m0Y
ITGuoBI4zUGq9MHmynkNkxKg30Vsu08ygp83tYwi7SvZ3lb28sQj6ge5u4tyZ81ejFY7AqQ9nazI
nLi/fDGrpIgPoWPA6u7XMOX2ESmWu5loRyD3q2npMw08rNG4T7W5CVMsiiMl3kA7jrTuXWmYX0hL
2iSjtUFpfY8XCUHgBDXdEY+gPZ6Xn9J1+mSOyX0UG6+eSs404e7IxPzRGv0j4mhyJSgJaPX063aR
Y7VUUtfzkN+Xk7/DarIjKPtsphYj9+zoRHhiQ7BMzP7ukWM/jma+EcV7k/J60e1dmJaXZopnFkya
1YwvXje8uLVzDnD3aZrAuO1AZNq0N1BtjYV/JTtEhzCJdjEuYQ4jdIKD1hSPOB2Z6WjD3yrQOvxs
xZoLjMrAjbvGyZUeUPhtHWB+JoBQfF3MRjdZoLiRiDbVzBix88myGscL6XmvbQ8xIyTcc+/XWDqo
6CvSc1K6Il1bbVuRAirBJi1eiAC/THhW2pEGqx9SIoXm0vOn5V97O3hcC3NiZWQEyK1oAylSYxn5
vcyuJiIin0D/luYb+JfNyHC1IBzLZXXE7A+cUW/C5kfYymPhFBuj8t7Ip3/wfAeISY/gYYm3SxX+
+fFdJZe+YeOgKBGW2Wis8tC71nEPAYKZuS/my5guKQ0PdTSGBM76SHUtVbn3hM0qRODZvA/bBDuk
UF+Yi5OxM9Fgz3YODfVjWAw7x5nuCCqHXSWv8BeffDS7PpUKq8y2aorXNNHbkp19MMmPdRYRYw8r
Mj2VvjqG83VhlitHfjGluRXtj6BYKKT5bTT164UHUxQ1xV+7QSQPqOLazDqURkS2Kipjf6CqCszb
2dZ7fG97ye6WMNsykhazXfyKGOlMXtVT0147+XhfqRBTMYeV4G2gntyMk7cLtD4nYc84ZngiRBKk
SsruMaOKfignl/1B1LSJmuCKzAGUAJHxQwNNtF2843097/wmmC61NSoGdyHnKg4vVfo1CTzZnXxH
UeaZCTOaC6RpaN7BjcbPTpc4LIRypBbv5sL/iqUB3WfgduN8FzLsIgARejStU1CUyAiyyfzuNLH9
1Rra4K4O0b6sfCvSb8RXZK+eiYBmLXB1/qj9nGW9imO2l0x4072cUkcwYpym6hwOXnzArjPVGyOY
8mTde6pqWPmNGEhgllhEunUMACdiGwAwaFEXa6qs+g2SVUyVF7qpWDuEVSDY8oG4MlzvaQdaE/M1
9qwsfIW0mHEokbV5ZErUg1fuGPStvJTZEHygBhFeVnVtsHMEqAcTheHOocuarxMFcpAYIOtKa0zu
Yp7EubND81VUHpLfjsljsE5tevvQKXBmbiuAn2FNkbwRoWyxXGcKnVvULb7U0TCw8ZSwPre5ofPy
MufLpbrqbURshsA3FzSzw9LNEPRKRT0CvU5YlICDmuov2NpwcmUYJ8IN6tVG75I+Ck6zO4ztxq/i
6IpfbHgIjK48DTZBOivAO859Ro8d71yfJw/xWCYPSeWpxxlh4w8E2WiLZrP2Ug53OfgR08I0CCBp
OVkMo8n2qlIV57tKAu9d24Wcqdxl4KO4qJidYTBTGXocFgxY9j3HTQ7Ktb7z01I9uPGMFiWbsDSv
rFINxiluvIyk9dFRyAN1PtS8dHOWbMUM2noDrFbBMtdCkGheprz9Xedcu1U60mYqi+6SytK11wSi
dRBVRjbLtSS5bVnHB4UFDJXlvdUqGrQQWhmcgc6cUT65ffAWMXZ9sup0Ci5QpETm/TAoot0yX5ov
wzgTrUY4ez1tBvgLRYTehSlUBm5AWiYgy2mY6J7+2QL8R93Q/z9Tgm1iFv57M3T1lgfp27fvTfhT
R5Sf+ash6tl/KHiXtiO0a+mlufk/DVHX/cO0yf+FpmIyzdJK/5trZus/tA1pzFOWKyHrWaRDNH9x
zWzrD0uilzJNm3Rhi7LxnzREucTfsxxop1JccmnpcG6SNEV/hpplgT3p0PCiPyMyd8hA44sgFM6a
/T69YPggd3/7bv4VJf2/8i5DUpe3zZ8pGD9dzzFNYeIZJToCMoPrfbheDtGk6fM82E+Ej6+l1fgP
sg/Jb5t7wvJcwGKk3Pmrzy/6IQFZLhclS4MGs3CJzbC4N38nt9mNO3RoxIJ9W3E6aNIEQgUdHQ6G
afKbz/cBErdcimgMlOlCmkJo/QESl/f1NJfajkiwyuKTN0uDwx4vsG8myQ4LoVxFrQPlcvlvoWsO
j59/0g+Xd/mQLuIHEwGKZf1nNIdK5DwAvqr3CZrwFaJMQZ7abNzYYWNwmCpq9OMIIa5ICa/eEVQ3
F59f3/rwVfML2EhnLelI5G/80/z5q06GXvlsQ5Rq3XKTk9F+7BojemVdh988LTpivw7lZclEPkir
7qLKchh4wWiTFNC3jXWP/Hi8cK1u+DIQOhX8lWX+X/PXPzzvf/5+Ni+OJ20liI3/8PtFAPdQy5gM
upBoc+TPMUmrkbkhiZpbjKjGzW++EMJa/v7ALxd0gRqCKFwCwqX68MAbdevCiV0aBjOXZf2lf7bi
k2l3C4xTUoFU8V1cJ9j2Qn+LpAbZHZGx02kskqTdfv7b2CwbP/02SkIu/XPFsZiqyI+vH2ycojY6
P9njnIQnWNbB0nFx7OaISxZBriCa7MRBrvgSdZjmeMcvGHvD8kknGmkdJJ07MfvmqywwyiFiqQOQ
7yKST0HblYd6CseSat6BzTW2i6lzcHnhCtaXU5ZXxiGjgwTnEDA+vPTCPztwYl4//4hiuYMF+1yR
/5m64y4fkT6PxV1e3sOPb2DZthZrU5TtFa5YUlPzik5l25bjY1rrZA2uYHwqODoxNOgsb/F+08MH
u3yqO0m+rq/aQ5H5zXtvKeNmhiN3j4DLfMWOrolfidP7OLHKFxRwZFw0XfxNWDj3i7nFqzIbHh47
ogLMdUVL/kk2nOMg7c7NGeJUv60CL73//OMuWTv/8WmpLjSIXYu2wYf1xugHn85lyDCe7K+V7hA3
N5My1p9f5eNbw3dqUSjR9Re0y5cZ3E8LKLwKh8Z/ke4hTwdfjCUOgI7ggYocmEXCye7zy31cRP68
nHKZ0C0Lt7aXd+pvpE1nbKpwrrkcmJ/gnBQRzRYoP54Y+98sB794H9gYli2WR0bDAPj5SmQd54Fo
GrLdsbydU2jbj7E203sES82xE1F6n1lhdPf5x/u4SC8fj0qAWsCCQ2UuCNS/fzzhuZ5JYiGoBaD3
uE0HFww3NSxWR3TwYuWEWjxN3li+JHjKUHKhUvrNDf3VN0xKlHaEkp5mp/j5VzCGhQxuLqDpgk5d
BAKP56Zb6Io2XPjz55/3F08Pd9IFwuppm6S/DxfrRUxLn172vjSc9F5GAytthPakoNqAaNe2Xz+/
nrU89B9eCiEsGnAsdTy29oeXAjhYHFUAQ/dmVc0zZbyj2m3oFG2zwqLTo9bBaX0DmJFOjAF4YuPj
Ej8ReAQLvg8jNz6gt/POuY90pNN1957ZJZS3cPDFDpWXcSJRsHz5/Jf+5R3R2AmYSPKmfQzVIiIr
0Zz6yj2RU3DADCoT30nzSy+Q1cPnl/rVQw9a3DNd2+Jz6GVN+dvrlbtR1WCQKSmHav9s2Y117ppx
OBpMb45SJDkMnV7vP7/oLz6f4HbYjmfT0EMc8PNF5wG3mp2Df6cHLjmT5v4ZSKze58o3Tp9f6hfv
l4AGqjQXExieP97+kJ7APJXF3m9hze6yRZKHDNAFQFM1t11rTQdbtETGqq5QpwHx/28e+F99Vq7u
0ZwSVGKe+PmzdiZR3TA88n0mGU1kLZ/QmkrvGkuu95cG5b/WM7961DVMNddTwnH+o7SlQNfLYpnt
JXvWccxFc2z0zN7sQst4Cmy0qvgq5+ZoVL+9pb/4nhf4sq0dLs6T++E5qtwkndWgGdNWZs+0yI/u
worYEyAUqX+OZ2Tiq2iw8dZNNfIhJGBUW5/f6l89yg4Fp6NcB/Xax1s9N67f9y7NMxmaeh/YWh+G
Fu0VBPxbBr7khKZ2+rua7he3lxVT2VQYnkbO8qGkcwU6FfIxy30QS+/KN3oqOseGVkvYsB/vPv+E
y5f4YS2zIJw7JuUjupWPi2fJCclNBrfYV9RqV1FWP/bNb6vUX1wEkBPPquOyKLj2h6o4A6+ksPqw
IgQjqXBWaeCzQZ2c/PON3UYawtK8CG+8j99cCqrfKI2h3I+6kk9J1DQgX0qTOOdE5OVvno1fvBo2
eyknKcfjHP3xKFIXQ9KPkB73VOj2RRZ6WOA8k4p21m52CcfNuPG7oqetb2jUTv/uANz8dXv+fsr9
1fcphfLU8mFxPH3Y4Y2YEqAdc7hWeHk3dS/fDfhy288v8otnX+Bb4uG3POc/93DPMLHQAQXZV4bi
MZwpGmbCGY5Bi3a/SVDyQfAMfle8/GIz510Hxc4nY6v6eICaZTiGU+pne1jI8inHTXrjzmP14Ioi
3sc6+90bvjRbPr4AgpMsMkR2D49y8OfFFA2xlaWzLvbIGzO9BzwEwTuOjPAHL4PzyMLgGStkuch+
GMPdePmAdDeM8JbCUIqrH6W00vshtjkF1PnkLCmywt3AYH1XMqL2T1Q7iDVlAd4fFyzPVoRVv8cT
3TxQuJTPn9+0X6wd0qQYUsveS//mw94ktNnAnQbpZZcGgPYy1WLjVL7xTCZTf/2Pr7UsjGwMNveK
s+fP3xxy/hLYY0Jxq41g01rDvJtroyE9h17EP78UWlzWJzR8VO4fdrzJrNp8sqd0/2fHAw3ruMY1
Z5AaG8b7zy+1tL4+PBCSox1tBlZ8Lahifv5YgBCNwRx9Xq4x4ETdYqWiXwCUiHao+Zq3NlpSQDjF
fN2m02Lsnlz9zWTqdN8Y4FbWkCntG4jlM3qwEor2PJJdyi1hJAkK+/3z39ZeNoOf12/JGkSlTbuO
RU9/uAmVnBo1hTREMtLjLstBlG+pkxqnshnBuQ1RFLx3Zlg/tAo+/iqxfPyytY373gmr65jO9DpE
tXtbFy3eKYezSJF2/SbUbXPUtNNvBzcfL0jGIdmMxPDLAZDDbxZtDlw/L6X0CyilbETkipO14lv/
sJ7FDeBVzH/lvmG0jFiv7l58MATZCjU7QnJZV3676hsIvQP1AF95EkScr5n79Ws6e3jxK7Ro0dot
mcNu4xJc/Rq5UuiizjfkUwgeDueftDFFFIV2MtT/otwW00zhMsp0HPce0Yb+rpWx4RKQGgdMFaek
fgulC/0zwagMuV2bHcgFIgThUhSXSWI4t2YS5seK4K3zJEdS0/qaFr9SgX0dA2ggHZF86XlxuBDv
Vw1t8a7CNF7oEzratA6pQhBa0crMsXP0QR4+WpI8KqcDT4JID/hvNe4ZGjXbcZnFr32DtIYoDYxv
7qLiWrVx2jNLmu/mJP9hQuTcNJOD5XHEowAvtFuXGgB76XfzGw4A4wDend5/UgAwtg2k3VNfPqiZ
IHaoXGdReuaehkKDsI7u42MIeATcVhrqg+01/RmO7dzBLV1Si/I4vQ7CKt3bxsTtwKBkPFSYEL5M
OJvVqjCB2EIcMH4ou8Ey6rXwK80kmtqTilLvIaqET9xDk/K8yrxYxm8uwL0WkmhbNmreGjMBf5ig
cKrh32rPZD9iW9Cd3795lUjMHbaFcD2WAE2KUb3zIBQLXTGbXmoSBg9NDPBmyykEEAZ6ISAsNdjb
fGjiO6rmtKUp07+wdmZfrbEdD/TYBMGqafnkoSljZNa1Z83sLVgldlJyj4bwLZP+feP0T4xjGPfk
cvbkzpYuc6rYsMbrZsCMGY+pV6/maSYIAUkUfPs0SotdaGK1Hkkd3NgzaA23MIsbo8qbU8QO/hxp
DCsmXvGjSyLZwRC5ucszCZXcy+BB5LgpXrQ06sPcLCF5hgbSPvRfnBIXic6M8BgL9S2ue7Xzcf/u
M5KSyLtz78GgvTltm+1zdoJ7LIr1g4odsW9mDqGdXYxoROusv8o6UyaEr4pw21gapEpd2e8cWZrb
UIBEnXqZHGnl2Yeg0vEjDnWc3pxkT6YfgkiLH2a/jzcdgb9H+rU18lWDONQ8xqqnrXnYFp6rt1Hj
Y2GEx1bxJcH/gCRNmt0OGYNGF7fgpQK43RBOWuDV29ZEA0q0QsoJyp3M1l+7XpOu2cQurNZw38cq
SjjqSOCiOSP+ZCTJvszJjS9nN9skcxqcOhi+GweU/hkNq4BiF6X9JtCeBXrBmhxCH0z3Ukgbr0Ak
O3wiyn3th5jFGjr7Ji870o55xq1DVselgYNJGE/uFJ6J4J2fayLILkD6Wt8jcr1gv6ng0TB18T5X
t77hoB9sWTkvLK8LdsB44utx9suTk0ehiYK7jZw1J55irTQ5I4kzRBs1ZOUFiJfyCsaj+V7WSDpy
cg+OA1yPu0amwWtnoWztUxKqpnLBEKJuIv5BsQ0OpdXfVcxDv2smq2vw2qC3MTjuVG4/N6agS27k
FcMILKmAxsF9TpeJI7EYT0HJ11UUmF50WTmP/mB0zxJwDSoGrTBPTCpHRlKa/R5H7PTVdcac7KiR
aiYZzCrdOiU5gui6gVeQUSquJ6Tx2UplcrzNfW9+xuZi7aElMZl3ur68iQTRx5CRRuMd0AWJYaYd
krzUIwMOQ/dyNJN8XdU8axuy8Ua8S36drM1hENhf8qS9CMGgbf3RiPaSYuaoPL95MBT+lFWllEA0
gwIKRC2WIHQojL/REvlyF5htYm0tpsSMZocK2yz1kHcaUUvsTADYmygoxYMi257mjMDdxM2zq13R
lf1FkGTZN81h5b6XQrw3+Y8RhuPA4px+pze5mOsdFCGnlgVyAy1S3TaCxRd8s7PGlEjoFrCf+8rK
vMu27dyVE8Bo5bfoWcxDLDJvum+867aM4T0VfXVsS2n4K9g13Rc9ZOPZAguzVn14qeog3WcjvvLc
AvUqYIetJ/JoUaHVaID6qts5ht1t51nyWZXdbca0N3ZWpuUBreOyg1BDvA5amwkRtYO+JzbNS76k
RhzvEsdu95Yk2IEHH6RN1U7flVF2Z2NM5WFKwTQqDbeUiUZ8ayMGvWhcp7xPbTVsMQiH3yaZz0/l
EKfbqsovWttObztHPjWIG1amMQzQBMYR242NlJIQZt9q1l2CuhjHrt+/yFTKc+eq4JiJTq/nAInN
arSn8KAmgQK3pIcbr40ZknAp6+ghz3LEb3VjJKesl8M1fkDyfLpWKZtQVFNt7GDsuQkoP25nGS+S
DwLGM0yAPJwesBkT+dqDjbFs5wdifKgLw73wQ2gwrmKI5NjlFawFHMZkh9PpzkFt3s9OgYSIpqZv
rFJdug8hhMrbovVLIohsVIsXQ4tjzYN6+j00awRGIJHMTT5V0a22IBqkWUiwYAn2fOVPXnlADFts
+PbTkzSN/cS44V3Q7jnA7YrpZEiF6gc5TL0J+zo99dPcfAv9KkSeXapg3qSyKpmBQPPKNgA37O3o
zcDVgjT/kSLjvYKXox57L0fyBEcvOPUppABcCTaqZ6/ouw1ic+juRa67WyLf7f3sFsXBJhySUPTI
vpw8F1cHo9urErE1jzYi9TrjYxpNwfFoLFGCNNoiilyKt4ZzwNoFA72ejMZntxVmshk0BoqpUtmd
KSEZk7dTMo+Fl3vJgvU9FF6+nalWLps8QMAb9/kbNmgeeACaIA76Q9tiYpduhTw2Yugg0MuhXgUK
TR94cUcWIBqkeCdWo342azUi7eqsL1FD+m7rO09Wac3o27Gd0UVCGQcGQhzQl8GEgbKGIseL90Qd
EajUD0hBcmVArsbqalm5OPmUCPYw4NTtOTquA1a/FbINpHNMbsgPrsJ7xmjZRRzU4XluCTTkj3s0
H04vrpMEaa/Ai3NllBOi14EwFdU53l0NgPYeDwEc7MRGoVFkJiNUc3IPPPvFcyhqYgOG2n8a46q5
NYYC8FqEHGyXLV9R4yTTXtnoTZ1I10CGiRMRyRd2P1bx3A6sB2klM2X/BF6JBjAHEyvIo3PQ4Obk
Sz6azfxGBA7Ys4YgYrtJzL2VF/3ax/oH6bw26zsKnB8ac8kr5LL6knyf584f6xen9t6bEv3W5LAG
Wqy/Q6KgyxLs5MPZuCFFK97mQTbfOUn7ZAy+v4ttI7oNuxlpckkxfRFUGZH2QG9Q4OthQ06LTxHC
wbr22uxs6sYDyY3YzodvdwmbWu1CzL67wB/WWRPXB+lEQL2G7oIAa+TuvljEndUcPNeuEeBCDe+k
yB7SCRBo37TlEVAV0BPg6CeAKwBsrb7dLGCILkqW2m7UW9JUUbE1lIVZGb1EudZHqA1yY8HT3cfu
XGyqOQRdgNAJSTWeqVFn3mIVbbZ2li+FZn2e4v/L3HksR46k2fpdZo82SAewmE1oRlAmZXIDIzNJ
aO0Oh+Pp50NV377dfUVP78asrKyqsjIjGAE4fnHOd9SwaQb5AkMGB7YXqLMd22S7206CkNzJwUQ7
Io/tQ5gQhutb4rkw9YKeyeqx/YROh/KmBYsyojDD+WCJm6KS2dZZ2uk41ZZ1JPAebdNUhwSlz/Xd
XATdr64hKXfVvxG9EBzQ5NuHTOXwNnU6HTWtz95t9VMfzy5LHujyVZ6XNwO6rv1Y6vImteJ4Z8PY
8htzBsFkk+OhIXIoAi6ztlUnp0dyJ+so3/VWN56XOvV+6dyzDxJiMCyJkOIME/+z72OS5fPvtmHn
k3RP0BLBwd57XgVkN3sV0ESpucKdZGAk0J6GGqJ/EeQ8FZ0KLg+Eu+Y21rLbg19Te1cDf4haL7xy
suoXES7yRSY93FA7mM7JIBkbFk65RxOafmqDK0H0QCF61ytfRqEUBAGBdzwX+ZtLEJXfB81R1ZF3
kRoUH0oR+FCkc5ytyWkwIpFhASxzBq7ceSPf3QpGq7Op+fZj/LEeKBEOlGOmGDPn9sl2h+w2Flm/
9VMeuraVWJBUVX+GBtRsMniqBxA38P4tq1o5CmiuAzzOMZQuj890w8MBuDWgoU0/SjiQZQDUZCCS
JHIpPmfgf6YaDjVyza03xt2PuayglOSchRoJ875jO07m7WoIoIfZFVVNrkEJQ6a0IwnBIy8bPHo9
bHcEBgdrSFeONYV9vtFFOd0Y4rDv0cSLCzOa4WCEt3CdivMQGuRysafbOycPnLuGCvBkUdVdReVK
XJd0xCOBzj8qeqYNL6B3uH9xZ+QN0tMIilRlYaGYbUC9UILwHCfLddXmn7axxW3V+9NDvRS3U0OB
P1nLb4imxTasyxv4B2A9tet+t9mUIX9uzMOCuvLg2hkhqTlMjQrIOwETM6awjS3UczK5zTVIJgPJ
rrmV0/TOToC0idF+bUqScy3sCjs4OFA+OxBfI8SbU+WQV+27snzoJkDpFUPwjS2dD7/qPL0hpVSd
ncnNacz75Gi7ecbdPpf7zE/iF+1A6K6K/FdJKB5MQuaV27bAYwbHHjDSJM1KSKl/T9RWB4mq4cpx
u+Ie2zRRfy5nbgiyYSD/h/Xjtq97/92fSrTqdWUh33brZ0wjySUaRXQoE8hNODUI7ZHk6Llzau6Q
jHxGaWegreR41TADfZZ9127pm5xTnPn+kwpoeZsaZp6jWrJJZI3rL8eMyeOjWN5DxbflrIi+1M/T
5xasgFOq+RThnT8SJSVvq2gBMNDIhgdKm+ymzisJdmvz/SgMOdqVK54Igj+aVo9XsZ8Rzo3T8kMq
9Oc2Rrm26mcwvFzcgQLhItI6+GVX/YuLQeB6IhEFt868wqTn/BzXCRrukCiQUuSuPmDCVteQKMdH
gwUFRSj941YTAFZtujkvL15CCFGaZt+LzYZFESe8d1CrYzufoLQnzFUh73bzARike7BrmG0FCLvW
aQC2RMyxUHLibAehSyqYKk8uBJ3vmYr02kpCZ68XgohzTz56osxAFAXIYpDD7UYnbH97SUrWV2+N
VAfceYyQghriso7uC+QBKHo4HV/DfI368ruzKrMeJ6l2yf2d3+Ny+MryIjyEg9Oe8F+Yg73ECKyh
T57nqYXlAMhw+rKQVzVbK22n5yI22WsVFcPvoP8uhpBeMyDIGzYISZ2NqLckyAF4avsc/apQ52HS
/pmw5Ol+cVeaFKRGTLjkIp+SwsEkKWQqjvZqPZzXXp7sqPbA3C4hVofDK0mX6pQTS/zI03VNNWoA
M6XQtJKunFdWto8DuQWhuCN8YE3e7EcKxrbs3rE1zieFpZNJVJntJUZZPlbHnL0w/hx81zkPqMOP
ZdX3L0ymwzuDbaXGoWJfB16cXgNsKLYIFmDGDjkB4XToQ6YPGR2Gg+0lsXiOEmhOFL0Zymkv+pYl
W+AbH5kt1ixid6y+07vRNYicK1Zw8HoIqxxoQZ5aPTeHlkn1VViW91kA84zMQuItlqja+muARFEu
/cFul/IKzZDNgyPqXpa6JWyNYnZOtzR4pbd1q9QchByQNweOcgx+hczZqzz/wcyKjUDJiKkzlIMh
ETmU0bPYeZDaQT5CQ+JlNEFgYwLDMVe3c1LZWzdbfBDT4dZBibUVPfYKlX9MDRQ/H6bSibiG/EBc
OzEfgjiWxGY80cfqoiH6rokl94NuiWgYBspPDGnP9gQUqcddQRK2AlxCAOn8ynIk39YBnXRri/5b
s+j6gMNfPBTWZLYx1Rdx3R1BPyJFhs30+q0RIZb0lErb29R40b+ALDjHMPHf8frUex037kahHL1y
bJwUGAOJfghemzEiHrsmYjrv1TPwjfJS+d50imswxkHvL/s6juTPSSgRHU2i5b6DFAYOt/GDow6T
4JGs8nJXeao/el2lbmZEaeeOrGlcTjD9PYauMKyHDEj6OHU3LoGD+zAe8283yknJm/roSKc17QQV
31lxlV6oDNpTC1CD/JIUX5gU/rmuF5saVnrPjBRwUUStexkyMd4ExI7gGUpZ2GhiEwY8g3KrTNMd
IDeEB9opF+v0LB+WJBf3s0ELvmRMdIJ0UGstFlxwkuJYC0tPfZRTAx9fxrMfbWY+w0db4jjd2CYV
v3O2upjTx3y4b9yZB8Zg6GaoG86JSscbHtakWUdJeOkJXCNhEZThSbllfdVYsYtDo2e+0wdj8raE
GR7UkPSmqE2dF4cZ06Fcyimmksig+S8TRHHkhvp9SFAYFnknD8QLzHsc+rCPrDXwswXx+0ok8vDo
DD5sXHKFeBBC3023MycZjP/FGjA8p2UMebFo8o+0NfzZuJ6AxhoQvzeCLdjOI6Hnl8zwFgjIncfS
OA6j2XbRdwtw94c2Kd1LlTTdU+GkJdVEY+gFJ4Ln+0xMl1JgFVkDjhQWMzB2IYYMx/lNENdwXaS6
/rSJtYy3mZiL+8lkTbMlnCEX17VsKAKivgV5FEm2/fC/I7IN59x99WH9fo+qHOTWOFNzIWaDBzN5
5GTaWI2b3JPzBTKhp+O+thXqwJshbKAyODoQp56gjN8mR0G7cC5+p6ZNowt1mDg5ns9zdYbLn8Ds
cyYbU9jQXDoIMEyKRqt/stLMf4mrWv6ym65jWpikRAe1yOhvNUfVuxrtCZcHcWiAca38GndT9QgU
wHup4rL/9n3ffudLJtjCzckdxHbgb1RWQItiQwnsMRayInsZHtV1grgwOoy0dMzvS4JHMs997Kph
vMVn5dU8GXP8Bikmg5tsrNlVaVsS2mkTR+7tQAkhC47T+blZIgST5Ouh04UsyvvyCBjFHlzYgHPr
sv85AkCJN3k58fdOcuLpZuYnccL4zkNechMo/BnM8bPkBHh+fiaorbKPujbxuRgW7JSuUGV/kzah
DZ0aJPv4WHQawURip+kxrFmT5mQrjo8TOB3n4NeFf6gLC1r11HrVo2c3aXkFYh3vppyiASp4OQw5
VnRMYVC3fSYbxKFwAxUeQRsjSyEeCDhK5tqgZwPsV19CTXBOHxXy2Kl6DvYyVHwgoxn5SB3kRviV
g87xyTElHffAwozKoh5Z3ZYjG68NIBdePAmX6pGRRvrGGJ4OOrY6/6Acbb+3Y0iGUOgVh7guVs9c
MREwC89qW1mtPCaNkb9GreStY2ZzFkGh8kvMuveWgSx/fAmynVObjSVMdK5TOvrkZm65MKHR+gjx
gF79FA2VSVwU6Q3cB+RZ/VScokSwxm0I5Px0rLS4DkyBpmFCE0weCERsIKYZDdK+ZGg5bTuSk6A9
Tgbrdd3NxTYfS0M8aU54GMTfgD3lGPGPEOTya8Vo/IWJQE5GVt4NHBYVjv4WH9FTgR3/VzElLuDZ
yLM+LBdZZtB6/RNTTYvmzrSCeJMS5g8KZ/082B5u3ZiBRek00Qs9g7gNvXQGYV/GN+0gqA/6CuZy
E+Di2YQj5xVrU+rxxF1VE1WXAgDMCtRiIyQ6e15xfpKD9Jb7QBLryXC23BaqQsPo4VGC+NUlLA+U
F0FDUqG237qqhCxUSRSATLC4sjAU+S8RE3rMa73HF9HDeN3gUKr4MoHpXaYceS5ktDH5gcKC5y7D
4PouR91KllGUgZUnOxbwSVIdnIS56ob0Kvlr4ftmAFqbeY+CwWRnBGLBi9fXXASjINDGleK38LLi
moQqlzGk0RwPtkT1CBYKakVFZ96wJcoLw47B5uap2lWnUnSLr4i4COKnLLO45MOYK9Dqer6ERrE5
wotFzvJuKgI4Y+BZkF9NsVOfmFHpZysih9BG4HDnsTB4ZD2qtsQn2+88FhJAsKJ6NEHYP5VxlI3n
HJDsb5odMrjbSXJv5BIJMgXBYiFStfAAZvg93SN1NCzd1k/cFhfRlL5VhvDgqxBq5XiFIyX7waOI
1IxoKJPiShhVnIYoTIfrlPuj3mpWHO8ALri+2V7dkjUCaiWAadJ2FaduadI3tlN8nBDGTXOnx8hQ
dGTpsrfZGBWHPxbXCgHaN/CO1t23ycRxLzqPS7gv1vtbdjQ6t9Eq88ZfWR5WMQt+6LFpALaVmvOe
F+EPjY1+rfASI42P3eFRekazikoKeSjWk7nhAXCIl5k8vADIWNy03Y8mb2Y2R46cMfiu0L1S8MtM
nO2jWzTmRtjRwGeA7vd+DJM2eC+rAcooRSNI8pm5+jqh4kuaawAzbZPRDA11TXaJcQsBAZMYvWMv
+xYPf9dexa1FkhIZlywdewVklC+YIXc4jASbz/x9ly0lZ7u28+SuCgRnZL54nHNB0nKI2L3lvdBS
2seq6PpdkFrZj4Hr+66fy+RGY0/ZywxHpZXi3OpmampwmgsfkgHDLC/hBKgMJjyBRNuG4GnrbGq7
Mpg1ueDcKfBgMZpiOrouO9ddA74muLKZkh4z1jXXLEyx1ZJ+wknSEMENHEhXyJul6p/mzuFebAYR
303dNGFW5dZP+tjaluCC+p0eWqJLgjE4t+wT0o0XIStyHcxwPlf3sRxhKFGXtcFHxQOFKtlZ+hPU
2puCaIHpmlUojywpEBk3Puo/iofiFM+Fd1KEnxyKNOBSIWVn3nYRmw/doHDc2JnRz74tBXUjSDf+
Hw99o2eqRwot7NaUPVy8sojZUcJXApGiQzj+W6pD90Ibr+5MP0k85Rl0omwckfETTnfPjOpOOT4F
SwNsWjQ8GzAvIoHuQL2TRjSCjRT8NEHmJeOW0Thc04oE6E0dTpzxVjOOHFUy8NM/hWr/lnPuqa35
6w/2199YYH/wvf73v/33zHXHr/b2o/4a//mP+h9IGVvdJ39T1a0Qs7/Cydb3/5//cQR01oxf5u9d
devv+NNVZ7l/cdDXISJ0UJa7KI/QpOivUf7nf/BLQqz+ONp0dIY+mpW/+er8GAaZsxqTYkx0AYaJ
v/nq+CUfYJnL70LOivfg37HVOf9o+0FyiP/J9zkXfc4ZTFn/JFJyQ86lJUznjTNk8QUrfPli9WRC
hK2VXZRXY0nJg5COv5MQzsfxPDD83LRBHv4LZdY/yaX+fCcRhqyQjyTmqcOH8fdqb/YgDSbThgVM
zPRoN+XvMHLzaw/457chGLjdcAe9RwbCiF9mqeShHZKAF+j0pxwtMMepkcGDv4z+ibEewQG9cPIf
7E6WfyFX+0dd1x9vFK0aUkYfU2SImPcf3+gkRi/RFCWbflLFAZ+0dxwgvXLea5Zz0IaT7vJ3F9T/
Rab5T261P1+SlSpGoVWz6/4zC87q64giytfkCTHlIg8jtKGmAligVySUGre6gZmdqLe8hKzcunTk
6Dq9zRiRtYtVF5ybLtktlgB4/nhr/9aZ8N+74f+/BML/gXf96kn7f9/1N+ajqT+Gv7/p19/w502P
B+kvKOgEWm/h2B5CtP91z2OydcLVz8cNv1ZRq0Ltr2xBN/oLX/RqBKFSR91so038q5U2/kuM5CEA
283+FpOuEP/WPb8qUf9e6mcLzg1Olj/U6DFGzH+8gDMyzTkTWjwNYAGXHaMnZg54Td3wX0ny4CX+
HxLjEMkE4s7QRW4gkKP/44v5bEwQPzfuEX46S9gR7dICnGMiN69ehvqOeAWP5Djwm+KMWVSm+4qn
HYuPbNEk+Oa2vw1Z3xGl5XfuD5OFw6tvM+jfwrtgUqz94Y3SuKuel4jMHLZoZJdss6ajEh4mtmiH
sIZ6sOs7H8TQMimDBt7PwOYhh2N5CghtYMFj3ABmVtllzq4XWfqWkXDLSy58h7gHp5bFb+07x7qd
9MH0BqXTEEgIizMDi+ZUsbMkZrJpyWNmFkM6F5kqybXPm/moMw/1GVw7RgCtNtYX71iTfKCr/hFz
lf5i3OJDiS+66MpgMkqOvKpzPVeeGA4Jqr4PR1bzITKlqA+zDKR3HBeTgQtCghBC/5jymcCtzNbb
oaJDBmuj/F8AiuOfSOjglsJPd4dtZXsLfY6bBnfD3BGOxZ4koOviOx+QO3bAr1MvCpgPWj4p5+lA
QM1Y5E4LKqeZXrs8AWDfuJl4GmwUefDYgTaR7JoOz6Ptji+uYSaRzRU96bB4IUCsaubIbu2AtwRn
HYRFMsFQAMlCKEoYAr3eAfiYPy08pOOm9hLP2bSu71c7rWpYT7ke2GmFQ806Y3Ko7aAuWQCmBAND
UdL9E+NRspzNOrv+3Xs+ZOJ8CBdnY0dj9yboH5+CFnokFO+ITENBmOINUQJ5ejeFbD+YqUDJ3kSp
Hfw2w5riZYpQfY5Db78FoLbujVlKjSKRCLotODCEMfQ56jt0uN03aaVjxBOjya+qwR/1mWApERDs
5VnzV9BDdCCwJ3K/56lwrqqcoJnT6DqVtZVBKFHAatd8LdqAAZnUysMJ5CyScz0NArT9tIDYEEXj
7A1qDPyhEDophSNl1lS8OVpZynCr0Y7DyjZGjr9Gh7SXjWDySxGYxFl8kJSTuD195iT4I7rJAgU1
RyjN69K761OnR/Vg2eqHiFTxJofCrc8DyI9XMYsy2ieEYnqboB6BPoRdBnWuyyCgbdO85HVdRwAL
NwnxkUc3BSRwX4qpHDeB7gqIWsy8u5slrGcgh6k9HQhemaBwyAjERJl38w8zsoFiab1Ov7momwf0
j8DxIZyEvwj2dZ098gduXGXTQeC7s1mpompiYVjOA8qlrvAB/Q3jgigj0C0CkGKuZ3SwXq0/vaky
P/u5tpAJOCukrDYrGyx07XWFnGuCH5mO2r9bz81uwohBBbElrOuJD8uJaVm3lgSwpMg8q8FUBHrb
DjBUjgFp3Vqsm+BdhhkJ2BFbw90ISRwmFOnUK+6HwmjLUj458hQ3P9OBMEya9DAB/2vZI+15rAVE
RmQRRGnoq3aE8bQxmGUvTCmj1xL9AOD7kAkl4+vAuU4t3z93lief4tqX0Q4rGkFAid9bxc5CaPIM
3BWFUw/PkSksSkQ8vXKZbm3yR6q9ke74e5wZxV8ZjjfszqW9vCVlWXD7GZrSXTxr67mvxJwc4wxV
DVUE6+ntQBr0cuDknEGXc0XOO4Hq8ZWX5TMlqKLtdpYdZUfFl8megyE1qx1XuYykIj08pBw31jOs
Y0UIeJ/Clu+QjdR7WrnwLnZidvdD27O6EHUdEcEQknyJPtCwEu8QhBK+gaB2Vyd5PTHOVCS8hE3A
eUsZiGowECpsdrbpREwQRJA/R60KaXXHTn7Gmc242u4sgSdoGH24KKoDgjaPQYd+M+w+UahyXUsA
idMeIhvat7ofEc8YHYMxUnLkMZMWnVNdiazgkM5oWd8XuDYO9CZV3NQh8/yNHQjSCMjItQ99PsVA
ojqBiCqMnOVXNI1E7Zk67Njreyzxh6omlW3iTFsOkYeO+pCvnf2hQKkeb+qUCKArpKbkEwtM16QL
9263Fm/58kB3rxHrgZx99ReMAhsHw/PPsPFcd1eg1h23A+16AUpv5uAeoyWAlkflQS0/cWUgkJta
Ai6NW/+IBCmZO3A07HyysYDI16VOIdgRB9l7OcfjW143JKnLTAT9xmvn6S41RZlsSztxP5acoSYn
fiDFMZYxc6QCxP838IyRzWE0B9PBkor0sQC12jlP8y6+gPtSRBnNzljvAwwQ17L1CpQMbsoqWYAx
YsY+VH54EEGAPDltU3SgpKRCUcSRBf1BRWi912oeC/4iOkgfVsf2K2k9Ge5Ga6EYXoqaKWuZOfke
k2MMCq9rgwW1a8w7X5Rr/2ghPnGltewrtkyiy+sZmmSy6xThHLAOTVJsfY593PeyEQ9eG7vNdkTA
+DMNffnRNr07XUBejuqkuz5S1ElV35BKCsG/wR7GDGnmzN2jeStebJPYGHoaapONM4vUuvO9TJtz
mwvQbKyh2AR4aWJ9pjjvMxRaSc2cUSOIIgl2aNWeR8OwN4MbfS4c0OV+Ya59F1AZ2Vceql+bVTqE
9H3oKsEnMxbJtxCE+zE9XvSJ+EBi5Jj494+Mf9MJnvE4uUg0CRxb24BAAqPrVX5cWj2NlH3sZ9ih
aLnquFxFtudsKp4ylHL7MSVIiLWSE31OaPB4LsfVcCxG2GxJ44fnignNxfh0PmxBVjLv2C/mi2UJ
2QUlx7Hddp9Ckj9oDTdydCGxTwzwyL9po+EnMinr54iAZB+GNYru4Zz55N11QZFdobAj8CgfDo3x
5oO/wv9YIBzR3MSnqKuuysiXZyXQzW1Q3PKrwGLtr0C4iCHX0zajEnGBoKVtCPRO+D7L7rT8XoJu
2ZIvxpQogIftMnrdVU0SlADFFpI28UXyo3uWCq6dbgmqE6HVPJRFYdsg6iViDQ578eyZ8FSr+L6c
GMFViRPuld16O0a2d1YX2iyY5aFKwcXWdgAIy1aUQBvVKANjLsoIcRqwnEaZtBjUSEHwTMNers7m
hN2dwznXN6744S9O+dKh0dtQrBDu6wgiu7phYKMNqmazoH/Zz4XmGoY7DDs+dz7xXcLk77rZ2y9J
jDEbYFeyEaH4GdUNhzpCkRoqIYKWpmcSZw5cXECxRQ862cPjjOshDDY6BKfozShD09h9JQWAhRFc
qoCIHzt5026R7+cwvFKoj+Bx2xSImzKw/S+mnfVt76f5ybGmaV1T/vHV8rzd1WTXE1pXDltPZST6
5T5BxonlqRvioCC8xPNYfYg0hZxn5Lkn92lTTDxQMTHc9nA3NkDDk9tgAVppMxZHrcQgAutJuHEZ
np2gfFjHMmuJBNK4fQApL2CPu+ZhKaV1alPMhUN1b9XLeyyL/rEnW+GiJiRNLCHHbZ73P4pFegOV
YDmxuQrLHZCB4oDUpgd8CA62R48WAq1d2lfwW9xoZb9rMVyguxtr92UcgGlQE+HyUBiDbuyyL5+8
xbvuO0UIW08MulL4hThD272j+pdEV1cKvszDQrfH6rgRZMHaBcmHfrmbEVXsVIvky5MWRtOAFONx
ucWExwW1UJvMEwevt4wMAlcQ9FIH34yuyVZS0vzQo/NOAZ8DTWQEfqI3mY6jhVoGlDcfPSAkuQuW
iQQpFSqAinX1ADyF6q7s4oMiWeQkLQ4B5fTddyAtc+MPLuEpdgJ2RisCjm18+JzY6IpEHw37qZ2Q
K6U12lGrebI5guHMh00G6NHO9Kmt+30R1Z8MzjhfUgsNcOcd7SWAYj1QjNpQfrYo4uSxbzge0Eeg
4wpIzQb7F6mcQE+sBRfciT9YbT44ODu2tSQWefSIkhGmJvEjQWqgnFcvzs9NSjhoXu0XDTSSQJhu
nzNaO1pTcfCNqs6Ao59KbiusS5BCMbWtQxO0OsXPuHevWm/5CHz30wC4azdZaXXUGtyUXo8sGUte
RkwQWr2shzOvNWP3OYKjH5hxK7kCb4zFK0e+1gd31ccgcqf5CCsSnjqHvZWEQb5rQz1v2LKDjuWR
HjNIVs011Z171ZFhTiYlXEZXl4fJr1+wD+krAhdZ8CgDn2UhaHwYJAutyWPdR85HLfEQkNiW+sd8
EutwePn02UvkXjZsODqGO46k9yycngQgZujQGau+nckbT0FUTtKbuAFI7I6oTGvK0Y1VVcDJF1C0
dojesykfVRfey9x5aIZ5FSNU07hXfZ0ANRf3fVRZB+kWlFqcBVxvnvu1wMhjU8pc7xjGzftYj5eQ
WSFJL9xecW6/eiyG97ObLKRd+dXFAln4ziDkdx7Gw1Fh3ULt2NgflA7X3DvJhiSTn5FlnciOvCd2
Zd6ko7xu6PnGgNTmqp0ugxs0A+CotRmbUFL5ann0w/QNBQLdU594p8gt9CF3rPhDeSWSfTsviNsM
p6m6qkaUV/QHUHFVKUJ+rka+1mN8zcyVFtiLDkznvxYeJhnJCANI6XYNUALDv7j9Nq6jewo+6PEh
qxjweNswhDZYO+GRO3PcDZ5/I+JSbpLcv6oQoZ8DG49P2BFPW/KfAvjN+6GI2v2g2rcFjn+BPauy
NeLvxPkJijN8DqLo3Ov2avZCsa+UNVM7UCddyhZHzsJub0eGSrW38KSgPE9ovhoCHUEwH+XAVx7E
2VEjgcxH6MSk/TWduLRx/TOZZ3TwofglLevc2/p3LEJz6TtiiV09NRuJpOViWc5DKpbipjeIKqFc
HegXDoMfnZy2zra5W4ZQkkxOyvU6+Yy9TY+2F21hFBFrQrYZuiZ0TtJ6cxt+KKGJ/o1IraeYrH6Y
MIWa65b+m0dxRrFXnRJjP0Vh/rCY9jwMxFWTSuCCMh56f9vih0FB+Z0u+hqcUXp08XEZHmVdtgu0
oR1P51NuKsiJOehNbCoz0gvAiKNfFJB2O32Ngpi0xcV5NaTB7KnXHOpXKxm6DR688YTs6IKHwhk3
EOj0uxuC3xyFsndzSr8TtGq6yoDIkxAzpIRFME2KdjHyqru6spvrOtP1W4Hw6T3NJtiwyOF/cjWp
NzWGPYve/D5qvK1qxprOoo5vF8g1k985O39MF3iijMBuTWHerIKN4MHItngo6V0wVUW9/VBl02+n
DgCy2gt8dQ/AMaJFPlHSub30FkfaZ7cIddSOddM1EhwnYsA3Qs0elEbOzAV8DZfHeoobkV53AhFR
G5fLW95WyxeZh1wSo6btSooHP7NAYwPuRHHZt9u4xKV2IMnC/ioV1h9dOdy+8s4DFulFi0YU4kQ/
F7sMT6GLRY9Yg5Hzvz84+SLf2DfPAV2E6M9tjOfHaY8Rmu9L304YSORNuaSPsij48ZP6XatOb3De
EFVWf0KIvSeM87oocZARw3qP9Ct4E7NPlKddvzpV/+StBPAZTf0OmfV3j4/4JsiYlCWu3ijh4iPL
1RcxKfJsMW/B7kb+SXfWjv9WWvI4uX5wDDzDmIQsr8oJuFrHdvXXut2+KOfyTqvIeo5JOLNYsu4i
Rkybmubr0GuXr2WSEaaRuvV+QAikNSagmyeXVZ+nwE7Rh9BnZGiwdlme/KTmLklsyR88yOYbV2Wv
tqPAsLc2sQCyxAhrzkOkTpazOpG7keQLrKKIo+RtovR73VtfTGnVxh4HUKyacq1B2LKzagi3RkQ5
T7mp+Uwz9NqoZm7gzO6s2CLnKemYNmAhl3u/wrE9RlhQdlLoglWvIBAwib5LzSI+bsYEC0G+ag9w
PphQs6llOsMIz4kPaP77a/rQDx6bIWIc653nXbMNRl6an8Z3r21eG/g5CcitY99JH4l10kz16pjK
ieRFP42Sm3V93CNyxvizxLVDl46ek1v+xHK8PSRo9jgOBjI58JTxVANmHgz5jgKLoAX0kjudhlN6
0cWy/Egr72oqs2zazIQobgNv/gpFrw8WrHgSNmFLDC3WF19eucH8hNE5gak/kBfhBBOOyfZUL3xq
ixcwRzZLc5yagNzogaY/z/p77SrP2kwDArYh7K1TiMpij3kz2a5oynJHiLV7gM3EM1am69tvcEi3
3h5Jkb8j+S946hYOKIjnDkEGuXciK3PZRXlq48swS3tjdznpZdNjafQO4MexddSu9YT5IokLqpVk
fLFByxjtU0bdm6Ge7fWH4u0HzJfxAnrungPhYHlpQIWlmXTtNON1xoGNYfxFRnnxbnqnafZDTWxB
N3OdFXroT5ZCDZC4gCN8vBW73g4q5pO1fV4zKLs0pC3Plm+7Qd/gMjRU/tHE8nVkTHcTlKn1vOjl
5OjhZfKnX5iO93HCSbq2jZxKpmas5zpAHCO+E6xYydMQRD/YbkQoj5we6UMLsgwfsx42Wafepwi5
bGyVzCDmzGf0nsaXSEM33kiSF+njQoa1hUL/OtKb4JDYjh4c5twVH/EcLZe20d8oiQ9Nu6pyQXMR
0BBhgavkV+N0GKR1+RS31XECGbzE2ScWPoC6sjsltIwfJAFR+aEvGjqnxFw4jAec58s5ssPnui+u
hsKcy24hlLdr3O00OjtdMqy0stWVkObNkw7qZltRD/qdz2S+fONwYF6XOm98k/CvQ+eu5gFMQlO5
nT1i9tqO2EcmXT4jgOLoyvEyKwYH4JixhkiCWLcpSbm4uZeJxqxZLrGbeecSy8m5b4bvJJYIBuBM
vFXpH4deOg3X+YQloDT5O10a+W2GeIDcGNLmxjeQhWYXTxn2uSqLHuqy07D9i4dBI1TpGczECGc2
/PTZAUYwt54Wdwtjg8d2MBeF6uUWjk+GNcRRdzjCHjGXchf3bUtePMpOxbO8ic0PmzMVwc49Y8K7
fMzoEjGhH1fIzUsS2t+qaE5FQLquse9MzMwN2OhL37o2OYOsF0gQevW6GClnXL+G0RReDROGRo5Q
Ij7c9lgMY4F+uHwzPmeNpGMinpSQ1PS/2DuPJdmR9Eq/C/doAxwOtY1A6IxILTewFPfCoeHQwNPz
i2Jbs7o40zNc0oxWm6q2W9WZEYD7L875TneIXb4OO6jGZ2+oGVWxfkME6qJeRLuOQeXJ1bmgy8af
hsU8ewg05l4aCY0be7H2Vkxmd6PtexKS/ZPfj/rWq61jr9P8uXBk9dM2dgH+GqXhqlTZNgl0RW+Y
OYxI3U+u5xJPuk8tYxLfifzIa9e6TW9lP3bbSkNk7xxOwaKuunKFZZdRrlM4+taIKKgIQw1+fJAB
dKnG3pn8+DKagOJBwQabgv3JusgTdIG4tnYKrPVGW+wpIqQ2ZDhV+OLTSe8YTr54qOhxH+glDAja
CwN//JmrKbhxJ9E7jDRjkAZ591HUSN3XVuAX26brCXBto2HHmIB4kzk6el7+y3ZzJEvjPgiarylj
zq3dtn3RuEGzteHTxWycWgwGwyZfIxUjdGmjwCYgJlvcaM0DmSHN77L5lRYCjI1b8IlpIPknx5iM
ZW14hk/Yins101XwjDRX+hcRWThI02pGXjcu67HX8yN6R/B3luPIEwMWRnMI+UhQcOm5o9rU34s7
xs+pILJvxejcxJ1L+TfSWiE7XsZDQ7PLUzTX28gwwWSbBP3hV43G8YH7r18TSZTtEqt4rHySVtNS
fc6ZPcch9BfcYFJOoLgDVkXERnUtDP6sRFIJY5z3hZsZXUQOqTsmGTMrlxvJrRnOLcVm4zT5b7H4
b6lFqB9ZYP4KuOVPNyS8VpNN3jcx0ovbFU9ioAkszDbZqxTjCCEY3VGqIA4Hb+5+8DahY1CM+UDW
dA9xvXQhcIXxMkkkvbSbZEB2RQbPI4q3jROXryTBrlsrIcyFVI7GbHexZW2qmlh2MRnuBUuYtdc9
D+1gROXBKvx2ZfkLLdpcWi0TVky928Gtosc6a+W71eS/1Jh8zmV8n/VWsOmShpTnNt43ZjStC1ak
qJWEdZq85PdSIC6so/HbjaovvE7p1oz9R/R+VVhjZX6K2yj+iCz1xHrw1onT+zzN3edsmfswz5YO
u5p+YUnIF2ksh7Kyb4cJR0eMKh/qfSReq9J+ZfDWhsw3vxeAB3zF7c7VtI2rRPufKkUAq7G7c4Hh
enQmsiUQXHM/OojKC8/NztbI1s9Ccx8q3X9g0tQbZDRfsOz7X2ZdEwfUS+UcytH69JMo4+VFVeEk
OML0WO9ct6R1CtRN7GNkaos0ea3gtrVp+tCwBQzxogv6cHH1VCpN+SuhL9i8oCSU9MSFdK5xKYmg
zT2zPBGJtUXuss16JqGFSVxEdtfjh7vzpp5hYrJkW2+yjxjT8s1kjsDvmN+1fEYHCr/D0Lq3+Fiz
ddcYnYaKnEwvI5aZleONwa4MgEUWGkVl6WMJr2bprrOmNjncY2/rRM1JA8haYXj+PRFHbFiCZYCW
2zSRVG2x/0An76x8pDJc5a7aTjwnJ4tU+CmwD5XXn3QWVxG57/iTsE805LPWw1OfYfI1r0nZqu+x
OuYLC/tJ3ifFNQR52ad1qgk3va5qkBUeUYbaxJzOZCX3GXOuiF1egMbwAc6OBSdhHOePnIX0BR8L
/9kRCV/c2Bd7yr4KSmq2C+NLxj4F101i/4wO6YY0tC16yr72j6an7UMblJh1hoMbGOkxdSvxhhco
xYpNagi+xquisDbTEocwAwWUFw2cAle923GtzowRx4eybuj+Imo0hrlCODsUoM0DP2v/47LNxM6r
na2tPIG+2W/LL79LDH8FNJxCxmVXWG5ixMds0a8Bb71JqpDU3shuIELet5rzJfLwAJvNL9PKypE+
8trDJwbzSZVFbNJrn8a7FM2ON3Q6znOVXwzBtprbmLFcK1HfV7LFMAiVcrW0rfzt1JxeDB0+US9T
1IOUuyDqhJ1VZ4b31OkaXZAXWfYum2LvfmqrhHvEbeWX3SRggrzZK76Dthr2rNmY4BS8gKV0gSkA
WV1rP/bCqpQ3tZyMU5eU393ikLNlk7vRVy6th0PN6SeFflxE+ho4giV87pHUEDh7FoHcnnZMwWoS
pdMXQUb5OqV4RWj+o7SsnyF8TO8Gesy3Rk7vyyjJo7WLhHSYXjjHslgo4hBEcvaT94yEgPg9dW6W
uqqpu5AdrKS/wHLJcmMwtyL3ovdqaoeXdga5MUVB84ZFHFWlrvC94uCLNSsPKR+MSjCkESymvTBQ
mAhY6aT+B5kEBYvcvF6e+FQ4bqaBafqsGspaqwYDvq4Gt3zXxDDQHESpS5+qZixoVfPtXQ+ffpl2
SQofoSUj4cPUcpMt7AsFjrn9ggXzKZM8PyG9hpGHZh4kP8qcEp9jjWApgsIuTtsbmw4N+Lqw2/oo
ski+snNC29/Or2XTFrdLHHN/tGPCiWjbN2RBYgozKp9vKe/slehy580pTczAVtuycZmWpzqeFBgB
U4fIddl8R9xk71iG2vso7eO73m1eoqjkKGlYAmMcc7PkLIFDmxuRjc7etFS/Q1jLg6lx0bhisKDM
BvGVCN5ODUNWUx1MDn0q+WrZTe4YneyZ9MRiXDAc0oedNRS3vMlobOCPHqTP05fiDg4pdLIbo/M0
A9gsekJGAls8m9VySF2tzxbilCOe5K1sJfbqgTqKwzrZiwzEGHFG/bOX1xb7d8A8DrfbpnKNL8K0
981o/k7jqA9tI75Xg9kw0MNnqUyAHCFa/PqjmcAF8PheZxOFR6+Z9/EjTrs0pELJMUwK8zGzSOdY
Qbxr3zPSsFd52Z7qZBYXwRv6C4hD/Eat72MyEWXLJ6CKndkKWP3lAOVl9KlGScdDPh25Y/WM9bML
SyNTB4iyAFBGI4xFi/ah83G8Y/9nkjTHl2ZBWSRYmDldcWMYrMUkZ/FIKNZS/bK73lizQh8wG+X1
ysqZTtra6U+058PawltAYcau2+3UthXZ/EyUIgNFDtYmjEjlCuslGbcN1rhb3/PH71SwxnIUm6Em
iK4NexStYiAtXxrXMFY1e3z1U9f+beh2WqPXV28xntRXpvIEsQnT6W9S7S3rVlnTE+oY55hmwE2v
6DH1EnGe7SfC43n7Jn8HZ7x69snFTEMHzMoa/U7G7x6YmnClQgfrMUpwEHqMC+76jLiPoMjYTKe0
i8wcDNiHwQcNMukgiTWbD7DLMnQJye+SuMqrUkK5m9QmDt0GY7O2J/CccTIRDGPY+e+ytvrPYc7V
PqPWW3koOi/pCP8lmlEvye7JKDrvDAOi2wxMI/Aup9QU/mLXEXKlieisdkY4n7RduiGlpA9Q8DvG
pUed8BSg3Hk2ZMLC1ZgnQDCwibgLFgvdUiS7y9RPqmDJHIkXFSUpEixhtpKllchuDYvwQeAHS3+i
uFlMSruJ9WeyLFxXRVVGdJzKGI+mHJ13dwmu66omt+kdVHacoiVZJ4rjY00kBHquQQ348Nx5YT8I
906duqKrH5u2ouXypwADAcktYOYwkxhQZ8ol7GKNA8WacCKwCC3V1qFPd0m3P6JNSMy13dpUr277
ldfTeKsqa3qeI16JksiuGwN25sbFiQSjYvS/rXQYTiBNl2lF6hsrVlBDKyUF/k/BIFqXzIpF/GqO
c3duIqYRce/foaEI8K0yQ6MNNWYIPFZfSn6fJdjEELtuMsIuIIuh6SVZvNJkDokK9cg0HkQV4xYp
2jdatmbVXY27s0y4uhv3WPeS9SGzSIxk862KsgeMtvoomAwhGSOZ0C/kLSKiEF9wzFjKcCUmcuXh
ffeqByTaxAe7QPWxvl8TpQKiffaGrmbuH5xOK2Z/9ioi9xuuCwGSpJkFG8fpZGgz41jDtf9ocdUj
1xLIW2jZXlhBtLvIXPzfkR8QNS8rxHkr34DfyBOexZ+Kzochip9LPInqKZUdrqaAjco6i5AxXOc9
GMrziGn3TNrnWg21c2LNSngfI7MUXYc3hYnqzS21JzUgMhOMV0tSrB1Mz68QaqivxsnOaJdRoD0Z
UTsdMTsgHeiuSiFCi+5MlEu7hgSQT6DuyavrauPVQiEh126wBO/se9OLKcE0cFaYwQszXNoh0QwX
1cUWM4v8imOzOoIlmZGh60jQRR9bP7de1STUg1NWBJRKk0Q8i/nhDyPO5hRbmXubT8FPabbPSYL4
wVLWrwyPzH5EBYdliszczsRMmlrti1ctG6TzInRRldVbi40Wsg87+xpZY2qWTcx8bUTey6nr0xuI
eaxlr15VYm5bGlW3mEPHb39iGTzWjM0PC+yVoUnUZfQYJXnxDw624QNM249tdcFd0tXcblgM+9BE
u8eSrNwMKt3IKJ13mJ7fKM68h2XQpNwpq+fiK8KhgZ/tE4RhlBBU/DR6qjG2bKSI4n3ZLvQodutD
xAJvB0ich9TGDzqvcXKSEuWkX1lk5sdxMN4JzP1dcHEdoKLVMJbma8n3NNsBiZ1ZWp3q0Tn6E6I3
4AOHsS2AMwpbIZRVpKo5ZMXO+tWbnZMBuS/pp2NF5tgKJUWxwkaGSA7ZMeAPDLHIhFhG0geKWtzQ
jM72uslmJiaMkhkETBIm2kggHLk/7d4JWEyQ1Hkzpy6anal4mCf1CDBvCrsq2BEQ4DlrCMy8yBHI
fHtNmVB+TnJc7jIM7LhlbrnTy5+staJ3Dhb0M2Dl0oeRkekhjev63qkzfmJRkAXMvB30X+BD5BCW
3TFIyuzEu0PRkRY7Zuri1GQ51w5zNWNcjsSVm7QgvBUr03PKl96xAU81uaGeqRbyY1Q1v9vKUVs3
Kgz8+mZup3gXBCNe7Yn5NvEq/P/Mr94Q7ZS37qQsSTBv0/ibnvHnsuoTAIfgMml6eclN59xprLaC
Su8y2qR6aZG0lEeuw/lb6AKZsJ6IgUN12TFRMPQpUW2YoE81qje7vrrNnNqAq0lnUtNDpEt919Xj
BUjfZtE9TtoeSWBtT/O5NgvnGI9eU58RN09QhAKLHE4xVYpBBBiddhv71/tMGdHcMQBIMU21XQ5e
jUOV9VWcR8N3Ykw0XH6V28lXzXx+4fYA0MFXD6em+F0beVIcEroLerphMYc7R3ldE2aRXT/rQE/3
KYen82HXRfUYjEn33E0EzofxoBabUEzB9zDMHrEQGIMbvYHOUN63g+wNkCFRWf4AZVL59ch1k1My
mCA1BRlgwyHJ0EFsYags0aFsa2Fugmqmq6AHAzYgiZfsbgjWwGbXpJMXANepuyJ00XaWWyNxhY2V
KwiqM/HIFkbeLnPFYZgKTH1qIbXpbE8lQ7AcqIqilLCU/4IwzP1h1m9w1WtZ8ZXoZn5CMshKQ3UL
hIxAZW33q+Bm4r40WLsxDgPLCoVjWCyGnC7RhngthB82yeD4JzhegDOMwfcGAmO5vs91luePnfD7
xyRrWPP7Ddcsdw1L/lDSdVsnN0+ieYO8XdhPUKKcOUQc4S/ss7IuWM8xG6P9EKdWcM+IoqOnYEoP
HUJ1SOfwlPFaGGjGIdP5VuVsS1HW8Jf8OBM/iW04L0gxcy7B8qqRzCLLrEjmQ98ZNswAr9nT2Tyz
1JN0LXZMOtN6ivvg3UXak5yzmJaGn1gWP/ao9NlrLWUidjXkuO3jisF7T9rHb4LYRwNVhZ/dVSbD
UV7TxXb32dglPHIk9C0IYZM6PwZN88fEAK4Yks7ZoePNeppNWJBi3s4JGqV9YtYx8bCI/sx9oRpv
3voMkxqIApmpbyddWK+OWeJgWaaUBKgK0Bljjx70zQ70zpyveYgwCXJStD4QyA5CBvUbolI7sWog
SuMsWvx8CcDQdQAcBkVS4sZuWI9Ll/yum4YRkdfZyLYK1Y7uU1qlmjGphesor3vhrhweA3Foqxoo
JJumBT24PZNqn2VL0Z8IY87qsKZzc29LFgjGbZ4shHMGIl/qzci+lPR2NOg+YCCZOXsErxNsO63s
Nt2PtvBBebGGZLhYwo8mMVAHr509eOAVfNeuTomONTcz6kMJYA9vwAnh6IgXHVsJZTcF7xuu9YIJ
XWrhgM7ZawkmAnkmd3aSNN0hyFwn3kkP4vVqcXAv/gQFgWc97U+TynPakopErCJt9nsHnTNCedTE
N1EWT8kBeeMyPVIAVFTjaeT3V/f3UFC5Eb6bhrEsXAf3sulMW4M7U+wGPrL0AjW25+E1rM49DJHb
1TcVcKiveuwta9shdpLhmDQGtvsKSdwrkldCLdyKFQ/XK0K0NdUpFpA6nZs8ZEwdvysCbwUCSLbi
zzxm431ExGEOZqjOFsgo6HovaZrK+calQR05TrP4g8FJiRW/CmCE2V3l/R58a5KvftN4NUWWzqt7
pVVWHjKzMa8zbSSZGGkl34IDXRoIM7cRj2aCpAp+C/4+VL5VKrV8vEIAjR22ZxvXta5BlcHZmcs1
FhESRDH1ynjDPq9Qt7nibGBIXDn9a50TeBEybBHTscndfH6obZR83LBsHykOJ9S7jHZYQ7zNLuD4
5xrp27hPp6HNz7KUqFUc0ArJtkeFSTiih/51NxWuABhBWBNkAj9ufxw3GKawNTUbcmNUAwjxxG/t
Q9zUcgwZV4/3iKOnZpOSNHwZYtlOF4bU/dX9RxwOeACUVr+GMZ6qkwWw7gkpN8szPksKGMN0yYhS
cRIF9+OwTPnOWxzUlq5DKbIeEtWoHeOkbN50UEWgG9qaVgoJfvc59cBl+GSvItQEaiOSH/RT/rGJ
I0Rlge6cl5oiKd5PptG5DMo9k+T0tvHkZsCxMeyduuYac1uLS1qg4R/XUV71PCBcuYSSds38rtC4
6vWizMxG+pgO3Q4x8tRvnYoUt2NKAJjcQkvNqT4MJyI+CM8BIw6Wxb/oT1FBlf3U1esuqK1iY5vx
8u0i3FXc08CYQ9lN/nNgBP25EhZSyjzXlr7MPS7GA89xlmy7tnI/pVPY+cZK87aj1sutYV/TSn/z
MU2a/Wjmf1WznXxL2FnIhaXh4A00Je8y/1/LbZC07W4MRnvc5E6S5LdJDh5gw+i77yGCx2SCT9FE
D4JaUtgPVOScqv929bD9r5vv366+tP+7m2+l+u6z/LOZ7/rn/5GLeXXHSoIJmBJYjosx9T8MvORi
eg5OXNIobdog3H5/NvMxKkYcLZCM/WHT/YeZ7xqZSXIWf/0jZ/MPA3X8q/q7FbT9yz//OcEDVQkG
uv908xkCy6z0bTv4i7EuZnIj8YOJveMyL6jw1oeJHWQCkbou9qDqm6O44mmaEu/5mvkH4wxJQNt8
Hbda3XOS+9mLYTqvSjop5IagRsqSdxP0A3T9fgpi0VP3xH8NOYMZbwBd6aIM82EN1qFikvk+WbX6
wFzmPvgG6U0eqzTiHa4qGAu0XVWDux1b5qgdtpr4hjvHObbAWdlweRaemhye8KpEnLDOUrNjOgBD
G7ED3cLRGUT8on0RzXu7xPNBl6ciSO5CN1tL1vOD2zhzcmcIQrPXhq1ztr2NF2C6WOYUCb+LFTjs
8xbpcSL98ikrrPTaZyx3aA3Hox0g/IrsvFmbUueIat3yzDwr/wDvMh8dMptuoAome3fqxzV6TJwg
CFmrNenK1VfUt+V2vg7fdLOMlAuqOreqmE5xkUM0s8QOd4MkF4GxtfYKFJBWBxCXKRXYe0dPYj+O
CbpwaoeAmq2RiDO0j8CPVb2/J3eeZVbuJu57nhjVPotjeQMqR5/oL9p7mq1HzZpqH0Vxj7/FXHYB
OnEWEwxVYumciQudviO27Mx85vkis3Y4QkAnhjwz5FPte+Xt4jCbZbMCW9yGSR3iLdavZE06R5LY
MdohzvQOc2XEKF1qrzwUmZxgAgzWrc/e69nE67n1lqtjpcqW+4Unk7M5y9sNB1oyhVzy7QNSGOb3
1nAdBbYBXZYxqWUHFbtaTUYueX5MfdJpt4fJBzeNjcWBaXwHRSTDNxCb8tWzSRzhPn01MJGdmBPJ
azZh/BoNPQaghYN6lQ2azrXWUA/hd6zhzKq9vOalYocksaFwX1POcOiZSu490J7senFoSno0Dy2M
wfIJom5h0IcbDoZu8C5+NDJU55dhnlnJn45dHxaEeK4PYHQJYU98axc0EgtV7cr5zFTAONl9xm5y
6XuWptncFDR8bNDFHggYfBYa1/5uxFf/kCwOkLDFsbh94igHrbewTL/t5yluNrHKgfZ3oCV9BtGp
jQIKCcmpVIV1hhS6vHiO4fnAEouh3vdxbN3kjWM+JYFrLLukZFhMrcVi0vFMaT00sHc8Vk+ECXZb
ELEWrFDcIAb/po6Zrmcw/wvlVMexnqZtGYPpD21LGvci9hjfC+HtTPuP127UJgpnp6NSS+tzIsAi
80tWPRNcCyiph3FvZyOwK/bc0OXGGmV6NvoR2aw5lqeclg8TEBJ8tjZ8RRAtpFbbYol9jB2z6jao
noxn07LLcz5cp/NjZz5IpxIcSuj1cdOgrFjZZTAeXGdwDjai6t/eHET3sRUVTTjXnXhCRNNRmeed
sEJlQQPaROgPKoBPUXOrHd+KwfNZhNUx5hfZziAi8rsn4e/g+shPV21n5HeI7uZjn5ObvUqTq4x8
alvc0MJ2qttFWMZ95Qpvy4QHJZ+j4nZnoopHvU0VjH9gNAqGemx8V0BLppFzOLY+Oj+t0PkEY8lO
j2GFafsNk63kOv5MR1/e8XDNNwIMbsQsc2Gkl7mNoVdmkwbIO4VAQZKwpmqprU42fsW7Lk955lwN
SzFndW4x9hnEzQwP1Fp3fgY7ucaCtwvawjtE4JPRy49ZfkFU7N2Yg8YXnTNkYWE6y7CIHYRckwKV
InRfAO9uuw63Y2cc8HE06HeJ3zsBMm9vCt8AygRmZuZ9HFAJ08M+VK149hIveXSDYnqvfVd/+VSO
CLgcQ+yHaBp//fdLk/8P+Mj/IKyI/S8BA/g2yl/JP5Uk/8kXsJy/kdolbZfX8FqRcPf/R0liWfJv
jLp8IsuI8iGOCp7H3/kCzt8oJYGM8D9LS/jymkb5d74A/45pm8gYLd++Rmz7/z2myF+SsALLNnk8
bduWV46H/9e8vQVnMY7vsTgsyYQAIX42GC9uKFjYlwfzy8iIZRWkN9lwYMqVHch0INZ7qS9zkP4/
Qnb/uTYi5eL6k1BqCZfm9/p7Uzv9KUGybxXRDVhJD3U2Hjh3UcUJmbw7VPmrP9WLf6/L/lyHWf+n
X5rPUNgSiTjl4F/KMVRgtqkKXJCdGXF6lRsxiZspcu09WcXWto5Y9WfxyG7/Ck1akorJd5On20VQ
aDAeDzb/+gciJ/qfCsM/fnnJ10BxKhxkzde69c+/fAICDXZLAMdeG3TdM36naO8HVvk4oCbaZGo5
ZX2XIiCySITh0HdkWPmmeQqYMuwsmRSnecKEsIJ99xAo5zNuZ9RlhyFvtyyat20ybKIg/aQbsXKM
zar9iRCYIJouCOSr5xvZ7Ui06/a9FgyBGJVrw33tl8LdLFc7Ul8cE8NDSv7c0+thfzOmS4TLf8FO
fJbpIcBa89sSI/Nf6fdf1wOxM9NLD+SV7bAhwj5ebszJZDmPBoAImX46qeASQzTcoK48GH76uJSZ
WomYfXuUL5dq6A+u10Vf1YLzesiHR8uaupOsDH3nFywTOujJd0o3RLy7isyQgU2JWmodknw1f6ll
yV+rxNs4pPv4zqywL1TM/XVx1u5yLglQwLLGtnku3kYnEth+fVIiYES3nnt2VQDaIUDDW7BOJs2G
PrG/i7z6ebSV3GChYaKVcm+uyTTJ1LoQCu9z21ZhWUDHbkbVbBxM/Gt2T9HJazDzcQ4giavR9EPh
0u7aH3IijfLlg6xYlO2DjkqKTbxxxjhiXyM9u+zNmbgJ67USlbPuG/PYyNo4G83yw3IsvnjsnihG
AkalMeBa4A0rphzpehK8yelsTbuCeRokYtp3N1cy1FHFbq1Be1LEGUVXUrjr+g9b1VVeUtnNbZvj
lIeNscP2+p0G9cUueDEW53lerGNpyoMtkmwzF8WH7ZkvBHC+sY6WayAXM6lWLlt2d0z2ZcFqITYR
YFXkUpwWBIcUzHyvqi3N/WwWjGmmYsH2yRIza3x9zjpiYCjWn1CpY8R3DHUTiSV9qGyK2C63gq9R
xcZdUCCbZSu9zCti1/yjJxv13UaivQX34CHaRpC0cjmIP9o4DU4xStEjf+Ny10eeOiiDxz5djPjV
0jJ6sJHUg/mqnPkLFZG42KmpbgOzccKIgSsAYCLtVoVr8KF5mQgeg0EhR8hZXiF/sRBZMGr8Cgrw
Y5uazOdDXtbDHeq66RC4CGw7J6+PkML9Q+chKx5jY3zoZLsUIZ2X3i9tkn2W6bz8RrsVIXCBsTHb
5bfoLffVNGXziZ24vBuCeDz0MOIexikezwWxTOfExCtZZMZw7gnviFcjMLmT4zjBTVt71W5eOt/G
hwov8uLPTbevZ3N+rnVi36EFH85OOiOeiMfvrHV1sRJeMf7KhX12+1I9LrWFNETjXIc1s7dwkykk
4FMjjZXt1N23dswfIG/1Z2l2n85U38IXoPaoNwr94i7VBmuVYkg6+h3cU+1HOXJ2IQvf1IGChllM
LxmxWvvG6qdXb7KOhBh5d0v56l7/fL3AYOt7mgxSwvK04GRqn20yBo+AIwGn4eUz5NkynDfYv1my
msFdrdrrck4Mow59+TF7s7nrpP7hIyGKq2eAT/O1ySVVdU3HhnGA+NgMnF3XbMVE99YdBz1t8ZyR
13YbDcue4JkQUgD9Js8kMptVbzxFZn0Sxc5hgs1Ja4GXk1951PXrziJdrk1CawLqDAUhScXRx0wK
6/a1Btdnl3hcsLwZisyN4dCPECti+5RMy7ZGQTsqL1yq7Vi/6uGEJh2tDHolwi5QsOEQYp3m9N/9
WHqrgSykRZO4xlHCeHYU+8xDTQGjvx/6s2CgnaZHchHCOPXQPTZr7XwqBOdVr/bAqiF3uzXsO8SH
zLTXKSLVtQSYeFAtE8Wlp7PWZM/a/X6xH1mesjU3Vu3w2wC5uplhwcS6WxmcsIPZn2Lc9SOU7iiJ
7nrZ7JyG5aLC2ANuIxwWZGlA1lddwU9SJrCzS7jwA6lPAUWtV6HGY1tjeGujkavEvI/xvAZ2bW3c
602zLLt8fvI40Pr0Nq3liV53lQ9PuUq+bP+XW4ESJWUg39VId0OSIC/NdGat9mhM2tugK8zXnmXc
KdGGS7345wlpwhSj+6giAHcFG8Daxc9ND3lpSuvEAbL+13c5vun/epf7BHGiJvWhKAFD/+e7nOxW
NUB0zw4JmqahSiidUI/LKA+Bta3qxnkpS0AjTmVs4uwIUFBsOum/ibllKjvtqBi37eAGm8Cq4gMZ
gnnH5r0oyuyiKlyqshRhHeuQ3rQKR9OoHsh+su76UrecivILc/6tXmiaq9R6i4Krzt1EsC+sPW4c
1L1Sb1u3fSb0MFmzPOedgvOL7cbna8AJZUoiHPABMkn3/HUKejGchH+hfRab0Y6ql6aT8Av7oXwX
rcFcNa2Os62eTBDSWycdXo1BrvFvHiFDOginxKMFth5eb6zOCN/P8LPZRbCciBRuLewxCFyyo9Ub
W58udY8+Gxwx4/I1E+cZ6VL/zN117brQ0ZPEYz3yrKCtKHF/IaJrbHJt5uuv7gFVlc00cHvg0h2C
BwgK7Upb08xUI+dMGBDncBT1hnrvyMrE4L5SZC2BUS8BtgaXhmWwn9TPJi5B1YN/EbZGkrOr2m9X
jMZqMRJCYpqsOvQV4ObYxN09tXDIK7GnUH0b5u42ycSvLCUBqHFcjHSMC66wg/WoJdYwl0EP4+F9
XXIVpqP9HHNFN2b7ZUQ4+lpdXcEHH/ApGK9pmu4ONSRKm7DoiZcrGEOsGhIXbpw+fsNYae6GlhQ0
zGn4uFuYCNKXj01zHdMl+gIBmUwm08FxkrGjAa16J0h9RIPDH6jcF8/iAQlQk2zMpPBfut4l4mZO
P0RlCvx2OM9Q8mIQril6CeEK+eTBugwecv9KiCMQE3etx/LNqYfPuvXkM7mCX5Np6S0mozxMiW8r
h37jB7SgaM05VewNSVQ3syl2o4FqRJvTptSgzvW3NK7RYPN9bpkbQ1HEsbXCWqeg5KnuCAuUDC2d
nJRVIoeNzBC5z0NkiHtoMB3mBOOIXexiYn2RVcczADDCHDoAwywH2B0+LKmFDzwZUYkQ1pWLF7Ek
D5PtnmkP1sbAhTWlrz7ZR631KILyEE8/sRI3uYAfyuYkJ1+id0J0Cgh/odIsoTM0Bz9qCKicNzVu
sESwGFUKQu5jTC9RjXJTouZyDBTbCMom781mDMbmZSM04KjeXLd9u3aLm6rb+Fewv3Uw8uk+08GL
D1IDi2UQV3cIeTDQ76Tzy8PRaE/4Rc++QwJOv7NldqE2uKnxn5HWdTVh9M1uHkbaFzC6S2iypzKn
D0YfPXtNnfU3vb7N6mFboX1Y9Ifjz59Sfdb9j4E1vsfaAZrGS386w9zk1l1sPTedDg0Ggqa4Q/sT
TuR4wcXes2QZ45+0ZIipfsOiXCGMrruff6fuvNbjVs5t+yr7AQ78FTJw7k5HNiMYRFK6wUdJFGIh
56c/A/LaXhTMJr37bt942VoyGqHqrzTnmFE/sDQAgI4GWet2TnGO9OT3KZqrbnvAWQWNB9G+YTXX
UlJ/1GYDHmqlsAM+jxuabm0Vl173LR02ts4qRqvO57wH3q5bD3eDQRdlqhL110WOdiXlDbMJXeXa
Bj75tQLqQRMXBuMmqkYOqYzzSLgbhflXzIQ+CWi1nZyPfcgnoehYt3r5w5QT3pTZLLlXJq7DmZPD
SaDWdbhOnC3hO7lmoebn0LDxN6AANrNZW2voipzPl4j2tPrMgEHjlmAj4h0z5TuzhHUV3DMJ23aO
A16u2LO7uBl09L1lt5vjtGoS0jL/WaoTQJPt5OKdogWmQELaoT8bXdwfwLGTipm5Nl5Y2ksXVNgA
5jRqcdlNznlAPES1L0X1aPkEu2XGlRYnN4K44cE0V6a4HGWFrKS6gIlGt8o3OFLPps7YTvHWNICW
EBxjmNUlu63n+Ps2lnWBxWSuHlcZdijLuIm1b8RYraVUNxAPbpFAXbnVS5/dBBkcn+CHmZNf019F
Q70h8GNjCvyMvY984Rpv2l7jnHlVT1h5JC+P8BqAL6WZunv2UCDx6dhviqq4xv2wRe0p9jKJYBc4
t3iTHiIfptDI8eIuaFlHwJG3uAqnuno47pKuY1d5qtYwzFHUMQkaZP4oq+AXHO6rnujd8yjt7wcD
k6KvorXO00SeF90sCnkY8dHqWudh4TJca68YgbOJlOoiR30/NM5eILeEHYRsXElfQfBzjs5NNhHm
HSt2jEe1JvvSN+X+/9QW0hw7sZND6VfV9YRS6CrVSve5LJEGB5DcWYtJBamOkab8dBnsyP90Dygl
dU93hugbeczORVKa8R71b/MZflSbtwr+PmNiDwftPidgumUbjJX/lqtclIMiR8LhDgVCAbnp7XK4
Y23YsOupOvxhW5z78/pkcjCRFpXovFTFecRTRRSveU3jz6sbOa9z/N9LHmde/WS/F0Lx70WRMq+P
/HmlZMxrJnzI2vUwr6OM30uqokyUO4WDKQSKQ/3TUWIsKOrAliuKkfS8rmr3ghwG41ttM1PFF2jY
V44aNjcYG8IfiWM657rCnMGMOK+es1AUzwRw9T2A4fKlbZT4roC/doldgO6rtg+JYImWFLK6cizi
UK15bTnNq8wpNOqdr5nsKiOxZI0/wBRn42BSbgG8tT+IRe7uM919MiQhUjlna6vCeIap4wLuCLyk
ge1ootLJ0u5lstD1GOQnXAw5TCG789H6s8yR8RYzChsXWLhES1RKWLHcjdSAMUwLqaKELTW1/TSk
FeOS3j0nyM9pnAFphAdOitvncKw7Up6G1N5OeNmCFbJ79xx5lWqvMBJ3ydZRBOSj2RC8DbXZqT66
pVvfSprTfT0v6cgK0r18XubZ84KPsG/WfsPvdSCe6pxRhMVhH045ouN5xcgBU3dFZmXqpfOCkoO+
npxbFpntvNw05oXnNC9B1Xkxiiwx+9GxPkWu4Z/Jeck6zotXfV7Gfjx5ngnGf7fd39tgNluAbHBa
BgRda/73b/YAbRwKoytEevDzHomx6T73joy2VWEckNPYiK5BnzbC+vLxz76z+/bHzy5m7IqVIB0p
x/TQlznwMZN5lZrUOkoN5/bjX3pnk/PtL9kLnCsJQ2GaVEDrwrD/jq1o76PL5gDL/onu95OnUv9c
iMyVgCMopB7zu2SbUywe6+9KFQLOv0jnikNXdy6MuQo1cz3K5srUWX0AEp9qhVpXHpRoLmHkLaj7
ZK5roifC8Z87sP8j7cJ/cEDwn8GK/xcdI7CnfVzY8P+q9vvL20ME/vZfYHLL/YfDZr/JxjC0Xzxi
tKu/wOS2+AeLTOHYhgVwmr7Dv/rrFEEFWs7WvsnRglBt1GJc8K9TBP4Vhwowfh3dNbCq6u7/hFKs
/bmhzm1Z4H4tFDQa0gFOe+cO9qbfsnvbjLaSsN7vVXlrij6xVtMUkIemm+FBzucLbAzKB3gdwTld
rZ32prRZiysTo35ddOcsQ9JNUIkta3sWMxEGkpsiisnaIZDGPIf6Gl2jPrTvtN5hU9ypnXynWZV/
QsP8z1rdTfeKE7t6/a8rFjj/tWuzny8NtOD/BYh8Vf+wGV7nVRP+10Vevf7ZGOf/11/IbF0gi+Fs
SrMY6MG7/qs1Ir6BmQ1q3UX2Zdia9XdjNHQOrlwbhLSmzfOS+Xznr8ao2/+AcKc6LkcglrD5z/9J
Y/yz6v23xsbUFmNH30VRgRyO4w/IymfE0aj70JnE9Zsu+c7Z0bGrc773toXbli9YRJfKbRabX2WD
CBuz6O60a/PS3l67VluES7oM7ogpunFl4WxqcOAnXnzRNfWmaEqpdf5tlsbfCkvTDhkhhNvT7nx+
W2/6vY7k0Yx87rzuHXhdjnahzPLYjy8+3+Hfk4K/P+hcdN5cHK+SUXDeH9wZiupv217JX9KMdV3Q
IfT9+CeOfdV5Lv3mJ3p+QeGgKLhTRw6kcrBudir8q9MuToN/e3GHs56BmDD/dkoB/fuG8Tg0gj73
rxHineZ47N0s5hHQIWLShCL3lhQXPGsVVBJTjUJgGuKTdvPnlOxfb38ZY9DkwzBlluEgjiqmq7Qv
YBmatbpG2drcEDBjoEBtvyvgJ/YfP9KRbzEfeb99XSm6uaFJpXMbt+31hGdglfrG+ElbOnbxRfc1
XT3LEKfZtyKwvikpMrm8Mp8+vvHfr+Sdhvpb9femFSVOVbR23Xa3bK+zxxNte8h/jn/QmkdnYmds
Ym+dPMqbpIy3Sjafsp+l7Q/fP9gNLKxD7v7wxV8D2Y/h//6tPXx7xq3NReO9m1n09xI6mjFZdXfb
ktneF/1uCi4UedfHV1aAv1v/PqAthPix6rBhOM8gP1ezDAvi6rkvLmcP+F//KDtz/juo8Qg7tndS
4Swl/6X77ief5Igo0vw9fX3z2oRT+XLA3X2rK+FB17+DUcMZu/P14aIi27hnp4YTIKVyQCHslBaC
qtGsbDJMReaeJyBYPv58i4Xz3y19UWdSwt0U4jbl7bxkbHp31fPmHCCm6G86DB+8hN559otbkB5q
DuxOXLKnyw4qewQVjG+fHYTmjL8857dpZOGJT97QrE1991suypOEcxq1ShHdcqSGd6KyD/0gnh1Y
e7iwihU6wDVZSmCii+JeVYicS+suu/XN+LFzqkvE5b/AO19GhXx29ehOG5UruE/PQ43KoyYpB58A
p8Tnfa2xnTdeOJDp7LZCTwXnuvH1L1ZffU+k2PS+Fa4zdfhWdnIbQlwFQX7RQgWNfE7ynPicw/Zr
qxnumRecC+Hv29a+YCcXv5M4n99YpPqkNI3XddfuQUYTU1p/i0hnxPgrVrpWnrnozMMovY0sBFel
4uxMAiDGNH3slX6Xks9ccaqxbvoSiMBwbkYFyeP5vu7KCyftrnU1u4OLuQs6TuzG1vfG0jqxCi5q
OBPXoGTBXXpaxwAXDgOymBGWPqRnIuyhXt2Ek46rlb2Sj1vjsUK1LOwcttvmGPMMVbHTwCvHpdye
dOnlcjBGJWu4oGE9oNnP7oSHFTTj19OuvSjeRi4Txyr00itLbAKh5V87TnT38bWP9AKxqN2dAtil
sM3SU4mLqIHsmOFtnFYcD5YI2k577/OU9u3oo2cQow2AUx5Gdgxd6XksEu/j+z/yScWiIsMtU90a
6aCnlApH4Gl+18ausfn44sdezvyjb4qoYg5sr+lBjVAAM5VC/sRKrROBW0JoJ7abRX0cUK4U5DNV
Hqxhb5qTBTQg6Ce+d+3P+2+xR2VdMFVebzPeuAg4ziBAhafNKcSi+0L/jWvHSGsvHdKvNkhQywpe
P37xx77qoqNKNxyjOZLXU92OpIdx8gyhF5+MSe9f3HAXOzfk2aYNuQClB7rcWLvcOaZx+6S+ariL
vhpDgc4Ntym9ZHCJtoxckqrEJ3OhYze+6KupVo2xkUeNRx7JPquAddVqKT8pxscu/m99FN5l4nBx
zfV3BelEQCmIMDzlexK49GdD9M2hwsDsUGVKpOkdIsVN7FfpJx90/nD/Pisz3PmR3nRTiYrP7AFU
eG7LUTCUcqRfyX2ZxBdqOv3qDcDYTYqlN86CTxLQjr2sRa+tMY/AfJ1fVpH8oj2tiSSpT+q0KEf/
fBoXM37SG03laVVBtZ/DncH2nH38IY7MxwjV+/PqjYZLNiqUwusaOyPZy8Rub09EwANDxXo9gOii
mSGrLrVrByg1NP6RtInEVO+YMpQ3GWjm3WSPsNMnS79OyfpbZQWbUwr+6FWLVv8SjsLPBMjSyupU
68QGtCgITQItYwDy7CHsfg04C0cj0Xxy7blrvtN8nEU98FvpV/iz+Zh2opxJEwlmq9uPwui2M7L5
spUhIqdC1IePv8GRxrNMGpyaHoWlUjbekOJFrgRGEw7kT2s9zqJGoJvxs6pVGGpHyIR4gZoVlsro
k6u/PyDiDPyz9ai6UhLRMjae6QDgDSZTXhg9hvSaQ62TBnRUPn/+RBubNb+bVF44Y4cAYRhbmyCP
T0rFsXc///mbUkFucYHxwKk9u8ELjDb0pzUGny121LkTvdeSFmXBGZRRYjguPeJ9jINocvWi6aMf
tuYyEy+LiXymTjk4TphccaoHDTfWS2Swtnvi0y1KR26nVFmrqrxJ1nc5jJE2c3+d1mgXdSNXYqOq
ZNN4uU2omjB+irr7+fGlf+uw33tti87d+4NOgEBUeXE+tAe1HFHYYnVhvargOgqgWm4K3PqbJLaf
0ILgnC7VklTfQZwrzdSurTAFuTr5yRYcYHtvy0y5kpHj73pXwpY3RwV4ny/XhcTYl/sJgDnNSjGJ
4KJPQ/Oh7Hy5USdEjop0tC1+5HIVOpzbU9WDdac28qxJSQ5wh17fORGAH0OU5a0zmsUhTEe8LFYb
XSsuQgrdQlghZxZmwnEbKz8/3Oljot3n49AQOkUMjlqaxabHk78dHfGjHet4LXpSgcekBkfBFv/K
sS2y4C332e7kQJ498NSpAnkQDd33AVPjuoSs9UmPPtIh7EWHqHslHUcORr1GDgmCbTBU5IN/UumO
DMz2oj9gMyK7KOkKbwDXsx4j10aTmL3aFoB0xclQa8SFH65UYhlWUx4Gn0xMj1SppUaww+hcB8Iq
PEp5eKh92HmKi15/0LpPfuHYW1vM8rQ2TRPOhQoiiv1LRaq4z7XqMyfFXEzf6Q72ooQnWk8stzAK
D7tru0ZGByrRtZFShApg6pnu93G/O/YQi2IOEEUWwlZrry7Km7byv4ksf/j40se+wKKID1EinbHs
S68Ppf7VqXQUS2LKt7WViM3HP3Hs7he1bsSAltnRWHgiFJd9Mf6ME+fp40sfu/tFrasKAsVRlBce
8ePaBZoOwthaS1yZLI4/6XbHfmJR8lqd7AgxNpanIaa6LGqlO9NB3KyL0RlO2iEnEe3Poa6d8ySr
UbM8q1Ct1WCMX2K3v/z4DR15+UspwQQDJOoKrq2kFZ7kuLoq6tN29g1r2fzHntRBTr88MhQrk0D0
T175sXteNHc7cZSR/DzLg4ZzkG7/EujuaXOW5QmtNgxWWdXC8uyIHHboxACteqw/p73s+YHezFnA
tU7+6LimV4aq2Lj5YKxHNTw/7eKLEq33Q4eATFqeqeQ4oFIiF0Zolh9ffP5k71SypfGqGsoGDGpB
Vg65Yde9z0FK4FbRGdwvorBckutKGxTkxz92pEtZi147u0ptooFMDzQYgkocz0SFVsq11Q3Z7uOf
ONaEFr1WcaEKmIZqen0RrXurfFQ09/WkS5uL3hpEMHqKauQjl6TBoH9GgWcSRHba1RfjFebkMIm7
lhsffaJ+50P+UD1tGDGX/TUEY6lHVuVlMfYD1Q7ZMTeeP75vbX6z77Qgc9FpLXQXYWw6ljfEl1mD
G9uB5TLstOyBFMFNXVwNkFSFCgLmVdO/p/oTGuIL3TrYNaRd/ld5PqOlJ/+Tuvf7vOy9+5kb35u+
SHZsPiaxtD0M8itrGNbOkG6IkUM0ph2Ef8lBhdHe2AQoJN11hpQ3JyisLWHUlGw2z4cYJYj+j1/O
kdZozn/+5l4IHMwni7hWj8nBLk9NwgWq+LPg6mMXX9SFzGgiwM9Z7vmOeWXn5Tlhpp9V4iPHaIap
/XnnQCmtXkSO9Jy26X+YYdweiOV8YXMexTO0bJzY5ngYouI7WckPhlo8Fplw7ga0gOQjErkhAwvG
QBIQhWBxbgUfLdrohdbfdKoR3OY1f69uHPssz4uvQGi7lRy0bxw2XOmwY098/Yt6M3D4b7ZzTg8m
318aakRsGCQ6f/xt5/b9XjtbVJoJnE8pVFV65ZBe5SPC6JGFHaYC+aIhIvz4R458Y2NRc8Crigj2
Q+rZwfCCM+y71T+eduVFvZmIEtJLpZOeP5Do4MZe7AOq/fjaC1vvfx8pGsai4EQNRHuoi6kH/7M5
hMOk3hfwWK80BT9ZkUbBwZV1UUBPLCswr5hpM71J76ZWr9Y1DMFdnzTRhqgc63sYkcTk6JnYBRFb
hw0rQbQQ6oOJZ3nnN/3rgAeGtMy8h8ZksmqR0Wkn8oaxqGwBNPSmzTpePqaRSgv3rCg2H7+hY991
UaRA6GYgXYLEoxftgd0+mk36SUE+dun5z9/UHAzzrFzTJvESJ3t1C/dZtT4prceuvCg4oh9UW7R5
7AUkO2yN2qq2oVLvT3sji4Jj2pVjkPEaebDv5FYNiJAaW7CWn1x97vLv9Nalu17PFIJVQQnD9N11
+BCY1bA5dpthsgapB72fwZcw2BewL5g6Xl0bzLXhsrI/zMcmiTptwtQEUA7hw3p0DFjE8IMD4Jw+
AJFcvaefwkh5SHz2BoonhA3MkSEPa/d+V25xcW35pcZ57vlTSFj//Fk1sNefPN6Rp1vUIlxwWqwi
HPSGSXxPckqrUD7rzEe+OkrJP9oTp9EqENs88ci94ax82OWRdto31xc1KHIhOSpJlnh+GVzm2JiL
9rS6qS8KkB7AuwR8ONdNtnwcxdoGQ/rlpJetL8pCSoEJR9OSnmkdfMMrTxzP9UVNyGWaqb01JB5p
Wdi3kJUdirayd6fd9aIsJH6SSRacXD0vr2DPP7Mv93TapRd1IctLmcjKkJ6YyCMI2qTYK3CxN6dd
fVEYQP84FnmyiTe5FW6ePLk2fM098eKLGUKBx0mxsKV6Y4orHizEGhD/iatCfdEr/al3dMiUmTdC
Wd5hzXd0Oz/tc2qLXpkYAv0bs1pPJc5wC7yBGZfra2cnvfOllnRi1ymw1Eh6YCSfZJx9z0AGfVKr
0Ee/X620Ref0gyIhqTGLPEEyDYWYHNWDaT1Sa83SOQgAaVBQ6uEw12hMHNuwebLYi9VGDezstBkN
lthSuQ26aau3xHpKueqBYicPXCFlY1hPzUuNq1gNnlerPWPvd2XI8aCrl1EgN4lOIyUmmdWnRW3X
E7FqSMqrJo8CXmQEg7QH4jrmUl3b/aoQ8Z4/mWgWSi8OjB+lHh4y69uQk/FcNVf8SzJCmSDoJOiO
3x3/p3C+qD5uGeOGxe4lg4E+OT+r4UCWy4bqr/CxHGCQZRzOwwKEKiKAjD2/XtrNvRmUq4EHiYq7
WB4SnkcJX/2x4Pv+qFsMdvwOl8Q1vFF8JGrxFX/NEXBXeYvqgHKLLVz5z9dYpyCadMy/zF+GQ1HX
a9ld82yx/9p2xY4XwmjWCRxRcM5asLiSbO+sKs8bsXN9OBn2bh7jRmL3QOvdkAJ4wY7Bk++itCye
NBP8d3AJyXql4lIJNOuJewjYXwlSeaapz9XM3MzMr5EhL3wiHiWYfUuEWzLjQVldadalzQFSCLXV
Yge1rVOoGYR3TnMUYns2v0J1EGsWZZDj28racOdN8zXOzJXox4vZmJmGyAchtBaH+Rm19tlJrCs2
AVZiEoA8Tuxsi4of9hz3urYZe3UMvpv4RKyl1ifdYW7070xMfk+h30zXgrDupChYRthN/2A3Ws8J
VNtsddIMVhGEESybnfnJbx0ZyrXFGODklVV1aEK8JAwuOzP/YgTWJ/67Y5dejAGktBcJ7NXEs9rQ
ODi5D2FxIHrwtHq0GAOKlnwImEyso4GTy34AmCI/2YNdQJH+tVbRFkNAyaG1CQ4h8jLafjgQElD1
53SwsDW3tP95xlMntz1ND8BZOKnXavP48VMd+/SL8SEdmoy4IT/2HEJAOPNSPN+tiwdpOckvHRrS
tdPCV/z4t4495lLPXBHvZRGFF3nEuZcXvWuat5gV8fb5EdsfrTJcZU4crYMYtjtxUu5En1TdQwGv
ep3R8Q+RHaifDC9HHnwpdbYtPU2rVGYeoRnFFX6I9LohiuE5AsFH1RyDbQuX9rS2oy5GG1JxCeeD
tOmZQ/9Sps6zHIOXj1/qkYFsKXwm0GiSFSIWTw0Sk/ps47NMOmL7Gj06iKRyzxSXVBuN8O7TlmDq
Yo4IMQYn75CknpbF3RqBC6eN5Ld//DhH+vBSkAwzVgNeMKYeibtfs6x4kUL7BHJ27NKL8kDae604
+Cq9MhkfVav7xn7nJ43p2KUXtWFslaSJDS32Gls8+nX8VEKPPvGNLGpDHtcV8BA19dxOPPmJu0vL
vzDGx4Xq86O/U/jVRe/HiAgW2jUir7I1eT6M5GgIUxoP9UgCXRhrAOiVzOF0GeIXabr9eGsbNgAe
FzMztIFIBTIfaoSVKXKjkN627Qewn1Hglhs2FQiZkgG8jS6wdgkPsek1NUs2oV/6nw2K80t45wGW
etqqhriggjXyWtihiZnsMipJzFl5ljirIbtlPkNc7ZZ/CPBCScd5AlOt3noybX0bm948o5owEjGq
15OnJQ+FBH6t8ETJnj9jUd1YcpsQMcVsLayM7Tx16Bx/Pc+2Iv2bTO5aItd1Aoin2jhrup+ifQYG
dFJnEHOffzMuW9IGpxXzdEx8o5GE30+aFFbUeY7+3otbVKTKzaue3dEY43kR3o9R0e7YPJ2+GBYA
mC5KLbghRHckqhRQStNgnymagpocM+MeUyNE8Tb2meHM8SPAGbQ1Mgv5mGgh+xVKTfRYVqtyE9V9
dd1XEZveuUX8EqDxvd6GE3Wq72a7enKp42rEm2E2Z1mn5XBBrQbyfdEnF31DKmIVSO1ckL87rOo4
63YhmkO+kKF8cXL3TqSkmg0qLPqKSTSMB8gzCDKAk4EgSouKrKxiIsOKzKJVlsFVy6JIv1RCV2cm
P+Y70Ur9i0Gk3m7UsmSrpxD0wLHGL47bW69d3hWvYRHXN5MO8iJK3GTrTtwEEm5zVWJ7f/KrKNjS
Q8DxDYRIkKYATzoexKWPiH9nAS856FB+yK3Wbwn7/R6H5Cn7qqKsTSutzuImHEC8K3a5zrT4EjNR
sE/K8iVyyB0q+s64Iu/t1dChO4dT+NXNi/SplAbBRlrt73sDa70pCrkmkhDhR6b33U1GwsyeZKD2
bLRaa5MiUFlPamSfG3UNDMu1man28KFkHj2mEYCFWAGlqqR++ciayM7Yni4gs5cqEIqmumW4XjcK
QOCxhNTPtbOVKhpIEGOr8hc4le7zGgQfTBAiPO3gxk/q6CYqOuhzYAJIhIm/9UMht2NCGRmlO511
ctQ2laICpBN1fY+hlH5aGL8QDhl7h4yUGy6L0qNSvrQpgmryFVAJ4tLnVXXReBiniBibNp6D7BpX
2+hZCwqojhqwYaWyCia93UXS1jYkD3ZnQZKph9hQ+TpDNTOYmjE4iCy19xZZEF8F9liiZwz3EGcD
2DIXDVY6ZwABjXK3orJMT3Ha7HuYEW1ANp+V7vK2iME3wABH382szB7HhzRLJzJhlJD9fR1ebAmS
mhTZitqKfKyw1m3jokCqG1YtrWq3UJZdvU/XJgjdS5cx9BakU/DakBJLvlqqfzcCoyJoNCE1Nula
Uo4Vs9qSUwMLySdSZXSV8jp3SM1lkaE/SZP0pnWt+M1LnOo2Wa1FsK3HdFzHpPDM8fNd/QsGJy00
F8m5g9/uJaqcbm0QYo9GMhk5K1aSPeHC2g6od7wmHyXdsoNrAW4syMwDUtWcTWldHKosb198szLP
i94G0pGTfEaPaIzz3s4PXYWXXm9ZUulwzhrt2YQ5TUT3oQLIuJEkH56VkT1hlXHdW+LmsvPMnfSv
tYj0K3VqIZ2qoxudt3RMpp5pcBiVsbkN6wIUAaPJXvROXW7jxpaPapfpl6YC/Ay+l8GJWTrahJ2m
+quZOMCrAIy2OwQm9UXVsl3DxmmkXoehm/hnnZrBdS/EkFxMujnBaNZj9eC0WnbjEGLjks2poR01
TfnYZ1j2JY6aLw1JPTXurRJ6ixs6A3AwCWMN7gMOminHQDWFoDNXJXHy9yN5lcTU9NPPmrw3VsQE
sFikXQ9i3OUAkwBiOpL0JMtRGH40I69vdasIWnTgA9hHxSZrkElE+9i6CZtaSdX/KiqF4kF244Da
TNPbW2eqrW2naVB0iDWsN61Rwshqygyit09IKbAJrIN+W1yXmuz25J7pBFS3uKsMu5abKdCy8zjS
Js4seJoshEpazXF2MMBw+4yhfimnurkoa1XZyrxiExPcabMF4jmH4w0Ed2R9eyvYINwMsSWAU6Nq
S7reXUeZDqsqmMkiiZ2/xk0zvdRo41bmOPkr2UfrtizXfq6TzQRDqdcIt+snRGUZDZ50PGJZz+K6
1Ta2EvSb0XJzQHdmT7JrZxHLq3GWBj65xMnUC9ODHg3riVJhQNJBVJEVjbbTTdKk7aAjKFjTq21r
kgqjQAYGrgSBTCUewtPqXlsXYQOlK3LDCpBK3VjXKjCxtcl//db0TfvUt1N/GSDFPSsBYRfbxneS
+64EqR02UceuSSXEyixSZ9OSk0Wkso8rC0CcGFYAX8BmKaWJrgxIIDR89UUfzeb7KG02LzIiMRqn
9JmqB/LcgH5+0MOBHQQ1s9dlTj+qzZK8j1q3boj1qOHhknvRrkbO5TNfCwja7TL4EHCFhCuzL0pJ
shrhBNF1MaryF+E32PSG4YbITuYtUa3f8FQ6nHdY08TkjbdEurvrpnC774BgnN00dsoTbDLl0LeF
/rWVakrragPYSRG1zbUt6OzimxrFP4S0b8JYGuu4VvXbNCeT1hi7GXLe9rso9e97jQFAGmm3IgF4
guVokhrqkFhlkOS8aVvzZTJGIh4lN+RoQ7pLM84wnJCMFwyc8gqZXHNTz6TRemJaCa3Fpo+CRY9U
KbepDipGxzqxKsJwBtAxt4N3AzUtRaIZNj6oVhu4IbPW1Sj580B/KbJ4rbRyrWJNX/cMGbfMZ36I
DDBpbM4xvdJVrnDOVweJOnaTFiAAk4osqFTbkYBzIOI22ku4MisnaMgVD1V175Aw9VUIJ9s7RmNf
V4pP9FtSiLveStUtB3fJNjFIgV/pxKzso77N+H0yXpmLiOIhK1xd3+W1mjLPapXozNZtLdyUbScO
/iTghg9jtWtbixgzAKq7UXe+Vl37I2+VYD+OGmmHecIwxtx9SyCwsiHqtKXxD/I8AWvN4tke/K2m
kZ5sJ22IQy43mm2ume6uy4LXziUxDwRvaqzcKusIypRKKnFORtWDRbgYxUoSPEDA61oUVrInlmDc
U4zYwzMIbK3IElvHszczUpXpXFc7UIVFj2u0qAKAJmmpX6JduzPIzVgZkVkC/1XmcE5Au3T+13lm
e41Rt4Unp/UC4lwDct4xWEnkWtBs6nCGk4mkXUdmYe4V3YdNmoX92s7p07IloVoykpxLyLxE7ljK
RTrjy8imOZCLoVzKov8SiE5bC9S+h65U9a+WGweb2Eh+VVD0zpImf7QLYgwMJnJsnSboQ6rJVL4Y
Sqy8sAMqyEqAY5gxnXuSI8ntZuVuYihYoem0X2tucE2cWnYdKaZ65uSl/8Vq++pyYvjczP5ONxvv
KSb9plGG7ks5ifCHEyXJgUDV6aARVkXUOVWbHkvIg+0MdI7ajfZ6WpPaFREShMke4p0y6Npl1nf5
rszsYDvokItSl+g2V1fvp6lloujijYUAaF3m0g4uyNBJ2H/M9POYuQmQ5ipzQBNXw6srCUwgmnoM
51cGNIC0SfLGVAoE0KW0t5nRuKyhFAiobW+m12Wt1ZdWOTD7DdSu9SZncB6AQbWEZ2iR/iPUhLqz
uiq46Kbihjmj9gBL57EjjH7dI/vfjFMgNqOiybs4yZlpoBfZgl10byq/Il3eSPrzgIRayy3EVi8i
7csEXbRbYW3Pz/pg5mUSwIiyP7av0pzk0NIX7LwDVB0v/ZIlxTpLw3Ies8tV3nYgiVFW82IUIi+I
YlC2lNLsa5I1U7cmxiHZEKmXUAvhNYax6+zaqL4ey8C+mMY8+mZYebzH5Aw3RUJCsaNwPBsc+Ys9
fNY3wNEvCFDULlocJruhscSGSOjX1LSbNTKMYcMLC69HXaPnq8z4Cq2rUJ2q444glwkeq+5igEiq
laFa6ZlKvAnxAKHBqS1hsOx+TT9CH4bzOnfiYQ3K2422idlQRkNSr3ZuJeDnkrQbTRx4N8RRFM9S
+M5lTAjVzmUSgzU3+ZGXHVTbMS/JpQ5yWpSYUHJ1xoSzPBPMLipXg3hL3HjsyGIbzN5eEseGrRIl
r4bowfLp1bht2aDdDZldgrYlefzBLci5s0bJzjr3/bMtJJmEfqCsYi22d0NVWHtIEfJQprbLfLfN
dqQtIXNv+uJraeX6tyIynbVuT2LN8GmtKj8azvDWkXPS9e1eFn592cPrOou7KbtqBzU/qxryuOCr
guVGE0+qbetet51ufKlyUtLMpoLjhxRg5TY0qQBDBShxyptoShg2dRhuYXgWqxgKH1UqD66TVp/H
ed8hBa+wD5ZeZI9OX8zzBktcCm5hm9aQcseIGTERMeF6yNLqWg2DhhUsZ2elUTdbgzzJTVYZcyBm
m9zHI3fAzrl9wEITRnw7xX0iIIN17ACcVdaNoW8JInQey8ZuYhinKh5vU8z5vv10kzL5IC/HNn5N
7CtMKy2sYP7rg18/dFA6144YrJ+Bn6jkxNvVOrGEgZKM6Hg1CIddZFrPeds7607AnzBc5dcMoILI
YxF/PPgGNdW1202Ja/rBDRj1wjSQF4HRWhdjLtQNeW/xRZ/q2RmPN+36QM6HRI11LjIVWcv/p+5M
diQ3si79Ko3es0AaSTNy0RunTxHhMc+xISIjM0njPBjHp+/PpR/dUv6CBAG96UUVUCVleAbdaGb3
3HPPBx7lW00sZ1cx8tVRMVDeZM7ttPYglH2vMkdf9z+xGHz6uT+SFzmB82nX8PsUp3pXOinYL+EM
x56k2Z1pGh7U0Ns3VMIrNnhGKvOu9fdLzg4VDP1yOw7sbksz19FE+NUDpVT4sAhLR2mWzrvBmvS2
svmCmHqQW0DugEvFKvZdrJjA8EgArM41iS8gDXdzZV8Qii13rgXWqQ6IaQ6dxX8sAkp6diGKvMUa
CWJn9T00fZ3uYgYccPyMijdBuo+V245E5Q20ftyuZmJNlFYUYMrbG5ASkNFYViJ025dsnvFtsJHD
ltY/k2Qx0QhTb5NOgbNlSqkgk1pUh6waxkM9SqI4MyaDKzFnm4QovJtRdLpnS25+psQrvRW5Tq44
KNVz3Zr8wvJhR+VE18Ix77nBJ3EceVZH9biCU0lFsNzUYRFHbgHfDrDQchPzUw8zcNIjdwMCigNs
kPFqlqgZYDMzajTd06Pl4depBSpFrN+X1pVby6bFVjbhege8fdqNVflVwlO6l8Vo7Zquls/BWsbH
huv3VYv6C/mbYmIuoS0H88qtww303suYkWJY1n8qmyK5Xgsvvof2221Hn/mHkusJt3xCpK+H2nEf
HGHivYe/6QK6d8c4oD8+M9NMVUGlcQE5pdvJdnqbPMlYXV8hNnUqoFGp+qPhgCK4VA9XMS2FDYRw
dSMnOqxDWwXXvT1UJzOTamzAZwClKZPxuDhYDqrS61kXVXVwOiQrmYz6TZQ8porkrjvUD49sg+Ej
1rC5OAbK90b6/b7qyodu9IglXcLDTHjcNjA6uyFANd2oehJ3Mm3vaoihZwDm7F3adTr02zaxFU1U
Usf3pg1eZK2caFX6LRjqCCCuISB2/UEF9kay8jsM7/InVCFNVqfaajXbRJEOxC/KtobLKucPO679
i4Ax8F3eLjpyRRlEhnPuiW50sjUIOfAlmnxXp/PIUNCoT4tvMYZk8Son0rQ7XvbPRaTnOFkMEpx+
P2KlBFJZMe0cQx07uL2+ROi6z3HhoZWs1U7nquNdNXLeFNyKdkNKlEUxFP5TJzpxWVfsVl5FZOrc
Dg/OOlv7Am6uTT1KgnJzyL3ljvJIHSm8x0id44mGon7N0uTWK0dWctdPVGdyfjU94LW8RwPjnWuC
h5zO85XILPGQelAzpDuULx1IwrvYdDaBjO28GZsu26VJh8s9d+Qlwolzo30K5NpWMd6j8K0fVnCN
3lXs0ccPICBu81kk+7yWy1Wc5no7EdPyXCI3XNtcTb9nQ4aOZBFcNZolJP24v87r7JlnpreF13wv
jNMiJ4XDbiolDenavCwmeORCdkeWAGWzIz51WDyZssouMPOqqLSmaoTwE1DmAq/fzBMqxOLeUKuQ
mpy01yX7Szxl1W6d1uKi63k/N8pW2fWgrf5kMdOD3lDNkIyC5UOBSuaS0QEvyjRslrnbtlBtdR+e
wiHzSIu21GU2xgN/xid4c1jknuuTDZ9CI3aHQ/rihOkWGPMJcJa7M0a+Sd9/9jx/fgFwq47aqbuT
LFP5hNSvwTel5iAJYN10ZRzwdUJlGAbCuIPy+5CcoXUdZEaWoV1fprKQ+6ky9tGrXRlRDBDcvUjC
t6cK+8nGL7FkT417b7lw6isQyG6lCcklIOXScnsSB6jnibjWyR4BqwEgEnrHsmvIJelKf+8FBNir
tkx3ACDNVlqAUCrjLZHTzuVrm4bychD0e4fU36ITZzer6JcNOFaKBju5tBu41V2fco46075iGu80
ZLl1v4o2e3YznjrfdHgViKrdDaHhFmCJWxU4VIq+z+sVlOSBVVSQ3Aa+fFOjbAOBjrjh37JvAWHn
8LxuV+9qiOuTcrRzIh0ec0U1EvftlNZt7C6f43KmlDRcUnxlj1E9lwUhuPnIDQB65lmFwu33qLoh
jBqTkTsadO6WvhKMhbn7crr2zUrPtkRb34wzVj/aHWSsds79XJRXwo3JJ0jcl7VUxLY04aYV6tRO
DAsRWXr6jS7csUw2fS9Ofe1lmzwELJGPzpfL0dbOsDzP9BLPHq0zwfRjRE1xuYM6c3zv+SFF+1ou
R7vs4N4r9OusrdLbhoLiYgLyfEWonB8Z+GaRDEMm0Zr0Uq3iUvb0dIVzaF3/4KB6Kqd9TlsR3AVV
X7O12MFlGxpgE4I6byYBmy7DyLEc2NtcymFPeuKFTut5l6YEsKuc1WwTSHuPwTT7csge9xr7mRXB
EWgB9I59ozaOsI+TISWLzBruekcw2KfVTj57N4bYV9+0pcw2pTUDJL7vV7lV9nzQqW5pT0y4PXzY
LESrw8zxxLEVaxkpKySxuzrf+96wBz+6ugq348JOv5QP4xpfBoGVH1UKYo+cb/SQfN21bnhlOODM
ORsfb3BSreNuZc1v0rIDquCeOqsSl6ocAEv2d2TrXDnxfN/3fPvVmVPg5L4XlcU6HcdxukuwQgET
0MN28XV1l+chxIp5HR+DRKKI6/UtqUSz19Zn12Sfq4uuD0J5iqRPY6TNJ+ZGF6X3gerkN1K3L+tl
HGERxKQ8ZiyVlGtaW2/ConkB+/dU0PPqjHouvGrbgnEhq6p6V3n7I+lJTYUWyAopnPNU5klz0FtK
O9dWlTzQYonWcr0XnV1eCNHBQBY009Z2SbAEpS+zNfzMRghPMHuh3swUQN0DckF+yOQUbIMVVnQy
jydqulMx2WZbwT+Z8cFGeQ4mRvVhfp0Cvb1RKX99mCQ7so+vWpzMbD1lHvlVGj6u8HTxEfHMHPoP
c0xux2ogZbStD5tiePQH8MODhv4Qh+U27FCSprQ56jzBHStKiQZJNn5VDOa1Dfpl56Ux6QZ9espb
+6jsFYh0au8mQEs77njDcU76MBqLGPVpma+bBvOuM3/rPHPkImmRUF5Ga5F9yS4cL1dDRLsMumNA
+DMw8ves1Sfq8yt/4eyPTdo8xY571arvvi9ea7u7BK277eZbrgbbHCI4b1eur7LM4ApGmqeumWyi
42XV69dKVl/9xHYROvm+c/XbFBt15c3BeBkYND+RtO51KeoHtFwfzLv7lKOwbzrQLr2BJRhYjEFb
DvROoaZ3LdhdWtdc5w3tUN/ceUt92dfJO9pnDf30MwRRFCQNqE+875vOKU92S0ndace5SDthosm9
zuMu2Y6a4ZZxELfCwm6fdE533puyi3ZgViNcX8vQ7jfe1ADNcW4qcq2igV5apLymZZ0J75IU032S
PBJqAmb5zpmoa+fgg+3+OnZ/TH3RbLBVc9sbVnM9qwL1tZh/JF44HNKaLQJw8M/ctY6OkC2AgPaC
kqe6wOmV0WoZim8TTHHrcoSE6B8Yj8kQstcz1xFfGOCBqfBzLvLusKFMf26skPR6FbgJW6aaQ7xs
qvvoxfS9t2hN0eV071MxPsfnV1WGRU0TQVG+OY3HZcUacfY0IQLtGOsfOQPsVjvcLB0letlyg6Dc
z5/Q939YBUH/FlOlrUzFtsibe3um/BV+sck1Y5rgQP2dO8p3pHG5FY3zsy/CB4l90IHqvYGOCakT
UWIHLKQ8tPE3Pc5UPEMNVxTsZlXlr4ujg8gryusqPOEft4F3wTjreWetsQfysPgPFi2usWh+DNz/
bEHGmYqdlptshUduIcS7tr29hWXdMmDCR19eFXAV6oTiap3SghGd8mrkEY3LEClbA0+zr9TEv8p0
73gkxfzxfJyJdr4a7K66neX8wKjMLnXNQXnDqwq12lTKhN9J+jzYkgMvphCiJ/6VlI7aTtPyI8v7
jV36CNJBnUddz8DaQhQagMqgSx7slpK7cStFU3K+ymS8H4OaqPA4O5aNFRPnU6XXvhbZIRTmZeo7
FS2QbelxFmxDtEnckWATENIH1JlvdYEZbuBsXelaDEkXoEVn70hdaGNn+JlAeUfGabe9BVK7Hqud
lCk0IVPCxcmfbN/l+fQ3ro9BIm4+DOsz6lvzFPSZv0urYWXadP1onfBbofMPEfbf6DGuOysQTeRU
c7XlgJFAIurHYRWnzP7ueJ1CJvWzo4er+jTArgQNYKCXVaH3PHNZ37l9eumQjretApoaGeTfh6X1
/W1j6mOpDaVTqkdaz+jicUbbyHLa4rueOz9qCvu1AcwBgQLRARZmGfkr5rQWFEGkRNU8DCmFU2Ji
RS25dK9UgQ8xKVKHvAE8Qg5Lzq60eMcA/Fyk1dhEkFbzoxzGF6g7PbAQHe/WwMGK6ldmr+d8fiy8
Nn9Jxwxh2Ev7x0AhxaVpMl3T+YNOMQfyUQ2jum/q4b1NvYX7RwAZmQvCejfXJr6mtPEeS0vbT5wE
7oNKai5par6PaRaQ+NMFeyHgJ/PFqDd7HduDgkbEs2Yvj+3JfWibatr9dlUNIYJB7WnH4dRwBJ4c
DQDK65f6yV1q6HM+YLQAbLtFIO2GqqQC1TWE95NcgyvRVuwkJFFttKc/GWWtDiWX5EiuE1EGDm0s
HAjiQGdhofXsJ8e1LZ+WVsMTddzxHlJty+0QUkM4kNeX1ojf4DMsY/XXI1eDK9koHVnMLRxrK863
uTPETCE1EF6mer86rN4lzSxwiW7yxo4NSnnoP6aV7M1NbWipAAqst9CRxM6WSXvl5ES7W7MQOz2U
S0QQw1VRCuAxmQhvCpL4UQLjgaETRueeUserTgJ8C/kkpFKqfLkXg8IFkNsM3MHtIqXRzzgoYzLz
isy9xZgw36ctxNd8tH+6hu8rr3z3yXOrYutbhsZjN6zbubRe25newGSKjmqCJv0Uxo9Kesh2Ixtn
E/F6QAPSQ7Zs0ResZ1IzEJZmZpxZQBm3w94vjoMY2qMzohmgLkp/q4NgvZpTHuK4+N1FEk+sZGwy
idh6HPHbvvf0U5X3C0Rwq9kWkz/dTeosOXiTivq4qLhIWfplGkjGXJc+vBfT9IS6YG862uge+3kM
sGvUIVn/QXISxpT7eC7wE0xTdxh1u94HwLFbLm7kZDWujq9nM2cXctbuZ6th2axxKE5AyzDnG49O
VuOdDwU/TQ9GU4rk9NgOdH1dvrOm9K60F4NycONg006y/B73HtFAY+lwQcRHAn/FWu3429TG+YUM
fXFh2n69mMTgnYiTXn2CAbPya+K1uuVfbrwobe31RY6G9KbC1IAce/tB1ab48HLhXs5TRXWaxs2r
F0zuN5pkEg9MXBJWr+YIexdnBYopLPV1Sa9RPpNoThJxUwUwcX3XLlGQJWKqZgL2JKp5PtAFS3eN
VozP5X1/0Q0Fct4yBge60O5rV9rO3ciXciFMZa46bjdPOTf5h7DNuu/JKBbF5Lx2t3Zpm3OzDT++
g8VFG6wzzgS5c7WG9G5GNPvpWWl5cFbk1mgGZjBGY5wjfBdxCOcvywviYloLJd8MMfUc2wz26myf
DdgSNs5Qq8t1zLObuVHrdxcyHe9IR5rn2Ayfnd1SX9RVeMwXm50xh/GYJLH3g1U/nMbEK6Gz1MHD
Opo+ClwWPF2mEthWhs/3PRFpet11QQVPZaXEd2ridjd0aD3GtGozp4dFpfwdplT2WzAP3Wly5/TO
VGCsVZ9Y21JDt8k8s8/sjJYdYmhwaPk98ea4Cv9bOwefgyfLo9MjXOthOMcNlKtjIVAL8SHl3HDd
q+rlR1zgDaVbSLM0qZLP0VLThW276knBNu+JmPGmrRD9TL+GjZeGNBofaoC0RxZAiAxYB+3PjJXr
ZFV/kym+TGxxXvDp02u9pylafQotp591OMLbymIENrAYd6ZTbPTtnPycpZc/aFOqrRpc2n5xPF2G
Ka9eQdx8xH6Y7UuPa27CcX8qvJ4JHDjfhXS7i0J6WCfmXLava83hExbf0kQl/Vm5KY6WaKdoajvi
WUNgh8BidhMu9108LzWqksXcQD0FTLoH0JvK4iVvODnD3GOV2PFjAb77ee2WhDENVI16V/al/PIS
GDu9xU9Pprm4DAX7cPYbxdDJnVPlGzsCv2qwnmHjAaVpf9pWmNw0aqTNlGuwFnajbgfXI+Kk7d4t
07XdJqNCYU9MV/+HVxYj423oLFl2ZoMFWt1PDne0ZEogjjR0Te5qbHn7oRfpY09m/6bXUPxasJgo
dBVb/dm4ve+hr+zdkb+ONSRgt5lX3aaBL3ZW3lKqq9q9qoI4/cxympB2WrwmNajBip3Ags3W+3rb
OlX7oRJZv048k53yZ04H5osJVsMCtIzYajbaqvJDm/afU94ltEK7Dx2o+cDsdH+Xt1MfcQUHy0Zy
5U3hSfdF5aY/enop6cK5SFNzw02/9xfqm87Z23VsdmoscHr4xRSV6xndmKT0wx0us229fAh/kYfF
nuI9XZyA0hlyucoWd1tlTo4bn37xGk7zPgws+sVTaK77NQfyOtMbSmIimJ3JhYxJ4+Z7E+Ovm4o2
jAaMPxtdMNOyhkEKm31G6LKTHIq8P5Yb47rJQbgei1JX/lb24YuvA94EzufiPXW77raegy9p7O4k
poRNoa9sThZRPLPnj7tUonmaJ5sQqEdvaZAKutq9iAcgbl6q8qsFjexUCbrmphotGGndz7KUJUFU
pjxNU9Zyvc3I5Jwm8zjhz6Sv7k8v/hxnNDht+htEhDOQnCPUuFXdX68iX6ASCirBmFdfFsTwCZKp
bn2ve2f5q4u1WeYtFVt5nMvefs+DeLxc0ol2ssK71JvEfs46Cydn3jxwHWsieJ0lzy+1bie/B4Gm
ArXFoeZQ+BU5bUbMsDo2ekOgJXV10vPrZ1g6O2/9GJJpxRAkXV6LrtqptK53Juio15omvMH0n+2N
4jZt0d2OYll8T4MmOIwholWa2uXRtSFdcxj3V5JjqKbTNomrsZ6yUzN74kGLxbuABBQfXCt+i2Mj
DnOaW6c5HcRn3Hb8z9Ysp1yN/kXKmPbBs3V6kXd1d2jqMXnIZ3SBzTj51o1uxynyRnf8MsB1an43
7zGcRUve8Ljir0l1c1DxShu/G78Cd8BETLV/l0CYb+gsB87JT1QWLT4dqRaY0qWH2afZlv3QfeZ1
PPMVDtQRRRh+5YNTXYH8kXfkdGLMz623IVmKk2lpSwpPlLs2RnCy1GgubYb3Dqh+y82aWcM2Kasq
MqtZ39wEamlaKjdyvaV/LLuwe2qnsttPnetdEMkpthNnw7ueqj2Ot83Y1cCGGCzxNC4Lyx4eENKR
wXvXg63atbfx7OQ7LSSkMBra/OwaCo8pU7ZDR9zSAPqe0K/beaOGoZa2OIHLCxrh2ylY0o239tVl
sxKAlE72+DQWS7uzxkU/6RXTmErE8BWgUSG6rd1luzT+Ti0x/zPRdCC4Q9Qbf/Ze+KP9pc+ZeyTZ
+SvFRcnzNONBxrr4XMnFe5683OzZGOJTN4zpVYX9k8AJNwRbytjD4uTm08FX8WF5fSB5c/p4W472
y8BvdeDpeg8x5LZHUC1tumm6Qe/gPbbbGIhaMlvtbqnK+MoZiRoTRiyPDEouZMh57lYtRXXfOQ1W
KBjKeEjbILtNwsA/EofG3RuS7iXGhflh9dt6m82L2Y5ge657mlKvlMpUmKnnll/WnDJyFzfUQQ3U
xWM4CHPKnHG5pYJ+Vm65HAhT9YkPTob2lDjTc7NS14p2baPRDT5H7YurjjxsXDAIyzQec1qRuCKZ
NnwgQ+fDz+qvIE4ypACNvkpYA7KFbKaftlhp/eTlsLCpVmZLrVqx4Z9pcKWxvwkVu4ey9rMLrwkb
RttoGcZwwBO3jXQv5o4YeP7voqit4+In+TEAfXZjpdWHNS14QFcy6o4y1PWp1Au+qIBJR9X0GZ3l
pqL/6t+7udR3TlzT4VK6u1/6dX7SipC6hm4dI3d0zNMynw55ZgEgDLIIJ5Z/9BtaJ/k5O/JAamJy
VQR+uqUp6m7dhM2B0NGxvcG//LxYfn3ovKa4qMjNjMZqZZB79d99rCtwzkb3zQ+wo2TpmO7DOX6R
xfxNE963zcvS22GIYBiwZkl1sRs/1HlwtP2bacVwIXXzYclS37RBVz34neSgDLot5hVnhQiYgrwj
ox7Xe0LvYiML63YtQLOWnvutYUOOON1/ZoHcG/+QtPe225sbYer+RjKduA4y2cUKdyJg1vDaLpZv
veNUW6cZEXv7LODsGipOW3S7olSUOBW4sa+wJYltYxRuqnT1JARFu9/PuiWXD51iZ3xMoH2IG49J
q7exr4uI2z+hO3asrC2mX/ko2QJvRZ+ndy0OiPdM1+tPsdTVk7AxYigzOA8YO3I2oqFCb7fUxkrG
7NW3esY+8f2tXI+tZYvpHpemJY7xYDWXVkgFuKt8UdybYsZLhGbb0vaLVfstFMzHYtdpdg0mrKND
CxaftiYsu/YS7MGFE+GD5fiYau+wMJtKi8tq7lKkuYs5FPq41DHLOXX6E7ngXCkBEsT9VF4VxSTO
7OSYtnuSTI8DxrsDZi9OrKmIdyGuxKfWrqGhDstybOIsiRy09lOq7STCNoHiM1LgSPopm99CamMI
s7skzEMkWvdbAOOVzcqxkBHz1Qpvp5mL+ATP/BBitvve0mOlHIcnvpwZcf2oq5dWer+h4tFCosEO
s60vW3FgisAOrtIA8FhUUFtc50sPAIKBS43bRvr3GqQ6pfyK7S7XP3tk/JvBy3S2TeQY/FRVgEVt
wLcT0xE9xOUqb2wmcbhP6epxKoUg/z5ElTTZ8i3EmXpZW4wTNjny4egzjgPjLHseMU4hSI3Tleka
jBBxWMu96AjYcoAD8YvgALaWsLvuca4ixWfYDZJCPSi7xFJijWKTzbj5uKnYh0a0b4iP6QH1lB+a
YCFf0/E7mSLlt9CezQ01ePxcomsdwnatL+s1nznPNEVJwwLttFyOVEQictyyuwyHSm8HCqOXVa/g
G/rRcA45hGmmMrmUdd5fjt3EMIDK8HLMwh8PQV4mN1VchZ/jiKrXyT7eqXLujmnObaYe6xl4BR2O
y3UaxZGRjZHLKxTtJaRESxc8lHOerBnycNC+d7637mb2wo3M9HxSmkFFbkQyPfpcHwAm0N10HY3T
KPXNDyOsWUdeX9dvyNXlw9xj+6i1FV+1xB/tlEuvd3US/WiqYTrNA2ZKQkWZmSmpSVwzhvTACvkA
pPoxtdsY8mVGP6503jHSDFmUcxgGbhcfcczWh2qKnQvTKBxcXuIC0U6k9+gmQXtacMyx9rs8anmP
0Hb8kFedjlYaS5R8a5abiQjhV17y7Cb2MJ9SJJcvJiRxYCMmuaDfBH26Cwd3uoWLm3wk/PMoC0aq
4ozDs25iYjwWPVw6ZZDteiKCd02YNFuyJ5Oo8FE1EpLZSLRiz0Wvf/SxtoOqBpThJbr91oPMoB7I
pmOCcTtyrGW4Gp2V6XX47xdVGPR7vYbzT+XHvAshJ+iB46eJao5ymqsTNA2rH5lJ6bM12TGOw77c
6wKpJlleoY+pCH34a7WHYTe6OCttN1lSwPXGOnqy/UhFS9sSg9EO4w5IBEwp4HmR6XhqCSMeqp2/
T/7abJKc9uegxnSbTTo9tLyBN3a2Mm002OaNlnGxq3MmQleK1Qt7CeRl0QQZToK4+sjz4n10bITO
lD3EUwx1gJt+t6x6ZTTGAwdLbGPU4Od9yJlgYIS+4FVefOXnuEeA1chk4HXw2uD3WdP/13y//5/I
fecIlf9DZtp+ms//8aNCA1tuPssf/+t/Xn2un3nam8/qTwC/8x/6nZkWqP+4ji9FYPu/o/gY0/yd
4OfJ/0BrFY7yZCAkdHjG5P4L4Of7/6HRa/OHPF/6ngj5cf/FTPPs//gykIgg+MIldF7v3zDTzhN3
/3cSTzl+GEBB9ewA9dH17F8TKaoUFd8Y7Js1cxP09uY4/+E02D8QBC3yRf3Sv/H0pP9dSPd/fe75
L6+k6yj1K3VDp0iFU2yvEOnpQ9nEue2p3ZqjmAr5D+mR54yCX39FjJ9CeEHgBQST8c//MM9Yrmm2
DoYJmJHRocvCHV5Cqpm9WNdxUwnr7g/f/t3vP/eP+KU/T0T//ovB3sXqDhTR5WP//GlTyyxXZuZl
TymFl185tCJtxEYMB+THTdMUsUc5USnrx7//4L/4NaX0HRuhLBSh4/8yIK0ntFpGfPgmA+YO017a
PwdZLjudrc6OMZj6H6aO/+rzQgmeLrDPvNH/NlZfLJKsvGHdl2lxToTKGKmD47iO95LrXrhHVjL/
NMP/50nn88MNWa9k8rFgeXF+zX7ppZFZgBlpD9s+o32PsSGoneDw90/y10+R9DFtGIYIQg7vxq+J
WVbnoQ92atr7wXkitTHpsc2yf4q9OH8ff1yWfIpi6gEfgSex0P4WV/CHZUkMtFVVEuWIWooIebeY
9WvW0GTZMBlq/0Ma1F99mBvCheaDQv+/rUqTOtSvMpn3dtzog0zn50RwIrpavP/rZ6c82xOBoBZj
iPaXVdi4WVVpLkR7K1SA532A5Wk4/8PS+4svSOEPO+9bPi+Z98sAOStaBUFv8Ji63pfr0WZN1jj4
h23jrx6ZxyySD46Y/enXDCM3jYH3MYW+dwI5Hpp1RfkJ61OR6H9CTP15Gpp1xgvLjkHMnlT896+Z
gVIsE+JhUVzZu2rzTwixX36469vnk8X2A1jaAd/9+QD4wzKbUJLwgpX5PoWk4W1Wbcfdgyszx9yT
u9Xr42xEw5VmjVH8RhSq5gVjQjw//P26+OWcOf81BMRQT/If3qhfeTwWRVywovbsjT3l6xsxKW2w
SbXoaxxYedAcVZW6HzMOLvnvlv5vn8y2jyDDg6Bx98uG7K+LW3TrUOxjHRSHBUF1v2SMmnQsrqd/
/0vydWLbxXKGmfz8XfzhWXsps6FVaOPaT/FSW0nffbGnDRdj7K3E+pfDQ94Gwz9wSf/qyZ5faSLd
XVdwwv35Q+NM2DS6OyaEtUNROShjXkdaVAQ1GcyaMzoYDrGxdn/8y1+W/VeGNsbQgO+TS8Qvnytg
r+d2U5KTlJhHSyrCitKqeu+LqT1M/VDfVaLwXv/+Q395811fOK4tbF8yqeLY3Fj+/KHeJDxVhU65
bxcnuJ9MMBVbd9LuuPn7z/nl5f/9c7hlSS/kzeeq9efPSXUcTj0zKMzqJ/G1n4/eXSOUf58mzO//
/Uf9+v2Fvit9JpYCj2fJCj2fs39aNBitcYFhXzKR+dD/AAES7i/xxAoDvsf0BccM3xcT57/yjdzB
YwbUFd5hNKmvdvayVpdjmtt6OxXn2buM3jsmgK6kYFd1JvJtUQUTEWB0uavN5OAzAS9ocSV0PQbV
VAMrYTNnSfjmGd+zojHtCRMj3xpL1Bj4CeFZPq5phpNb9V7T774s8GokkRvMM/qV2zOi4I6a2FzX
qKixqvKYTQyZRX3euZfD2vX+dSFWiyliUSLVedqlTWvJ6VXRHtEb3Yj0ocpD+Zb3EIJorXk3Tmb8
L9xD6rs92tV9YWUDAmpv1LvO/cSgsri0Xai8CUjpVkyAUdon9NGblr/JVpp6OZq07rEaJ57NoJ9y
5CMvcXwz9N3ab3s/MONe49G77+TqnqW+0QOR4o7JhW96H1uUY3S/9Rw8P0fUO9o7Vh6qp2Jknng3
B+0sGVNNePzUCLN3rH7rIUO9X765yBFvaeGCPV0qpyw2YZljtPYS0V5mbO3n5Abjm0gOQ93gjk7o
eqgpqd4SHfclIyR2cd8q2ZCXxbjhVeJjCyZJxF/jY2xk4m7a4KwpdgxUI65YYzEcc79FPuWeUzMl
Man+Kc5Jaq504JBKsBBauykg/7h0mGU2H5nZC2y0PQOQxMU0wv2kLC5UYqHytGBQ8v1UBM33uPTX
W1+vNlPQS+fSuM6b4rpBn3DvaNVNBA0yTxj9b47OYzlyHIuiX8QI0IBmSzKNpFTJVslsGNUlCfQE
HWi+fk7Oarqja7qlTBJ45t5zIYp102Uu9nbl5F9YgS3b0LZn4iTsr73wu5GdEluudXPcT8cuFnbG
eUinr3gGg3QyLahCNVmDTpkdoJVG9sCuspKIuBlPmgUFeOjiW/TzyX02VTVgEUEL/hOZUocky4Zs
M3Lqx48sKDogp53S5eNQivWOAPLIOrmoBP3EkWvzQdFnu6cO7/F4bDrusHOtcLuznMqbNvb8kZ9w
dZfhYIA6W+eJspzWH4xNeWSUjsRz2jEKd5VPcubQ9ZbA5gO9Nymbfv7H9shmTcwwuU1Q8zt32nfy
4KjtubKTdp7FEz9OiWtNjCSgZtnsWjh2ehslgr+jdht6rRV7Yq2vRk5/edhbmxRMx3e3T4QmGp+z
CtbxACh7Gi9Vtk3AKYse2ZeFlfAk0DSQBmPLsTuoUjfN0a3RVd2gAZim2LH3UT0h3cs8qA8e8BPf
3spDRZV6hwXg6ozvZpyRcD5qiH+RZADSjqK9zeyNR26fI4TZe1dOFnOpaOFIcfOAPQOqWUbu2A5M
bM3RYMf5NPbRVa6vMnoIz5UNeF0M9MnmaWSeu5jUf8PAtixt+lp62M+QDCV9jXr2BNdhal8jr5vD
1OhqCg/ebjKBxyW0lzQfUHXEeR3g5mm3YE+km89vNq4f+XuROvhTFEpgzHCr7cuKJulgFRaTdzPu
G5FjOlw7aCBuMd6ufSAlnvPO/8hYvEw3ClCjSrrAH94woddVaqxx+Soy2brobWofsENR+TMn14Zk
PehnjOrBrLPlGNb7/uZR+V/aXuB4lK2Thwy3COZmnSWUd1xE001J6/f1adg2Kz9gctvYgfiWp46R
zuefxayWnTAVrH5ljmz0UY71/q37lj/mObP8A1LPnpOwa3kE9OiipguCKf9rorx7NkHButhGjDLE
+LjRelZ+24FYQL+/xa3nDyhaNevdk/ZzFpgqiyxzWCuWGXGLGy+KfRsPbbzrAGbRyMrt3IQrId2E
aZua0a4j6qQiJfJmWv7/qI1Nf8SoP3U3qpqNkzqoMZi+omKZQRg2mXNwci97RFRR/zPViphnC/hj
vShZTPd7BQytsLzJ5Zaa5PcsfCu4KCl58lnTR9EBzoFPXjSjA3PguyB6ttjaaxz2YDCE1MvsMz1F
hyqR2KvJP9t9VMnTRv3LLrVbMEHD7kONvW+cR83EInIZWTJUDZwhJ1glUMi6bd/1AAilLhuecwlg
JoVR195bZir+Y+fyRa+woDbMxAOEPiBEBbJid6+vmA4qDGZt/bPbcfykXU1wJNG7of74/5AFI3HG
QiWgqeWTrUaWd5QK/Ex4m+7qDdXPCVz4zOy5MbcZooHLTDnGwdAdZhn9hY70MMomOrRN89VauH5w
QCG8s6YvOY87PITqxwmDYy6cs1uEL3U/dzB0xPuGQDoX1Ttr57OnnWepui4R/TVjNSzLeyyzhEzt
mHTCGlKVs0GVsPpLnw/b3XYVNXcFr9bGLZcE0moRc0+3HgJ4foXgFPlOl9SmGS4DKuU/7jTlqQdN
RF7ZHYD2shi9b5doU8xsWhGIDgEOEIRA421Jwms8t+po6Z00oaHJH9g2m8sCTWuEJc3BRyzZ1dsn
JO888tL+G+CL/vLHZl4PJTKH10GY/rYJtjAeG7q75NqTn0bfZmksI/lv3DvQI7ngWYtZ2jovYH2m
Z69xqWOLaHst8OgxqNUMvEp+kdNsFnGyo7Z88Hq1//FG+xOUS3BxiUF6YM1XqIT5SvGutGL5ZLdh
/dCzC7Wop5aGHI5p8r56v2FAYjdzJl6HaMy9kg/Ej34vZgNpgzBjk8/+jLW0MtPv3UKOiO/kZQoF
4rhxdZ6JMJSogLOtv/GNy2KkWNyf2Yx+qhg9HwTDdLYEIt1XbqUWVdicuDZ2oMMwiOG/jFK2hCE0
ZlsSViuytN0M4iArAsSSlv+xUjdbnE93dIm3dshSi302Z4BHRt6GbhkfQ9+GiYKf5JdF8fNfydh8
+TM12+IeCuIJ2SbOXV2yU+23bxxQ6+227t+dDOZDt1jTfcYEIDVdI9+MEsVXXWzyezThhI+sorCY
8+7Pavve0xoyDrm+IjxupfCXW+BLuoVH4zofWpj5Jlo88UNC5OcKZuDJwdfysk3bmfKoPtiWbf1Y
rJovXZT1V3feew5i/82TV9PTPJFsJtQSV4vCfJARO/trqdqbEu9AEhAu+tSzEtuxBKMmWVTUsGoO
f8yKw5mESdZfa+kcqinYD2NQjqmeLeb38+Jsr1Xk4ZVtXXVwPVQTBeLvRNg5InFP4jfS+KtsgaCj
Woiq9ovlHIn9IbTwZsToN4LbXnZsFVXm+99jvrVco51FxK4m0/vvgk7OXJ3Ay4GqVMQ+m6Lj5htg
Z4uo08Jxj0smEQg7hQPfoKkRmQ/IqDAeszCgmMNNLlcQt3vDK2sDTOpRu6Vm9qO0moEpJXoUzn+e
l/lJlK9/stmvXnRHuHasdLTd9gLRcJQJ8A9L1n64aEhepwjVSVjiVNyq1X8s59Z9BR9aPIvSwdlF
K4+QoZhsbPRUtw/FzhKFHREPVRMu1cXjTouDQc+3GjHZCdnIkvo7OsQV+hVEm4lXbittebZYa1Wo
+Q6hMVvC75wfV6y9iKbGkXplYlMzBleuSbuhf2/m9laocXygCBwS2TQjegfp88U1IDoorq2RePBa
PpZYQP94elxdSC7FlQbk1ywTdb9+FHsXxuFmNn1oai7047476oFp7o6ZwAWeE0elwcLidBunxhTu
twvfEjoXO7cSikDNe7QFx8lQBcZDW7PqWXYnh7blW9nOknDJ6UPASzyVkoL8jFdD/mvszhR3DUZH
98YFJdXfgyeaJhwQSIMubhP6O8qOuaNisVs4SjxL4yHsO+qPsOLKKzrLfvVyC613SGELHwCmcFJ5
xb4koS325rgXvce/r5HOdt3b4ezldwBjVk4PqPS6ATqaj299ifr5pvdHpGtROOSvmHe7+akn6Q2S
j/WNkV5i5mJx5I6RSMZZWkfX7Rp+DDX9jqhxvgFUzbg+YH08K6q6Q0e2ycPilR8zyiTUdtVDYc19
4he5zSVNWQYniVSkZEGpOSNr1oj4cKXOqBBzhZtkpuCKNxWtH3sFwSMVo9ue1mWrjiuXbJ1sw9DS
b+Lwb3r617awrBQHOQetz8ADbQVAsty+b/fyTVnKu81VhjXSLQ8+xc9tnevgPhDQ943Vzi++lcPT
8QCb4H5rcjaHQHJMNbRIv33ylKa6KMZHXW/6UsxedeDlcR6HZsDs72u/946DUPjTIp9/7o3+L7mi
w7LkcDYWpd1eKsFavlDqkY6KzR+u0JjxTH9GAL9Bv1xqMs3Rog9QAU5usNn/EBNsf6Rb5XQlDt2R
tBDqI4fZ7lzOpyBlDqSPfAJ/2DWIHmGKHeJbYcOBFh9cjhdDYIdOrWovooGEKHNDaRic3KHHhNnJ
Tp38Mr8MZfjP2QHn0Lrce+3WOPFamyvMCrjZOSist3bT029YO+ZXmIXiMce5gFq4Agazr//5a988
aFs2D0PfrV88WX+YtGG0QhzdxYEO8gtcLv+26d1TKHLzzHbkJlgK8Apbp/hskeqJG7tVG+yu7gPP
xfXexBhp16HLDsO296csYLwUO+4u7koVRmdXYaXwOBSTtm2cN4qH4nWqZwQyg880PQZTovShHLJ6
OUXjql6BskVwzzajsBVkFU8slf0nNyPy8HbSachZSiXVUGDgF4lrWz2sos1uwsHv3xfdizwp4RX/
tmqcR/GCSCuZ2yl7QXhtLii+ABVFQRP4B22zw89dzES+qazfdrtB46qgpRSJaZohXWbx7vH3L3Xn
D2uy1ObvNtq/mTB5R1WhTCPLuES9Lk1atINdxQt1JObJ+lIY7B4d5nVqyy5Y+1jQcKNwb8SrNfXL
N4DC4qwa/TbKGSNdaGV4WoUGYQIIDdZQS83xraOBg93NkYDgbFn1+lsMA+JHqbMjc+D2A/eZ9zap
yCWuCIzvgTTs8L9g3TK8EldXR7xPwibEhszSozIC52bQNgKTMWdyGhbdN3DCIta2su7x6obNrW+U
9dTX194Botf2gRb4CkuniPiVgYMwJ+ZqbXNolk3+LshToa2guvsUofLSstnqb4fU73vAD9ufRRrx
4tr6SkiwcMt0cgIPCJisxjbrdOYkLBsR+F62Id7oEkennlz89mS3HvN8xxUQtA4r/TnEL6LL3Up1
a2GkifY8oPjk40DKMk7bAPiI8NtDk/PtJ02BeqZ0JwfUoNxdB1WpQVRP3uL0Zw4Vpf7aaf92HAP/
zcsrdNn53PuGEzuch8M4C8n3qda2Tc0e9PfBOsDw4gGplzSqG3hjeNKsWOM5wEbWzcXfGeInSCzQ
F4+k6kFSc4GZCIon2y7TBk6PSRd7F/+KkUM9jVbtA2VfGKPENS6a1zISNUWoFs6cAiNBBusvSE4O
nB7KPgQYS5+XtayBiIzgApJAG6dJwjCwf6zw6pnYx8lGiTkGvQ9ZNMvxz1a1KON2NeVIfUf9lfa9
150YKVRXn9eVv1cHgf7J2BMvaWaaGq8l86b7jmXspSTneU7KMuBUD8meeYzcvbJT8Dr2o2WiEncU
fAA00f1AK0Ett06XaFWoafDqsBNj1ktX6JQ0J2RteUg88W5gru2J0BpMybm3efP+zsCGvO1xGSc8
vO6MzYJMdwN+LJd8rkbiOeEC308dGEQ0heghqdwH8l7LctlzVh9za18VRzXbRG/LoICPG48JrxZO
2sHbVHuzNLM9HnakSTPVoy0vHbLXiDlUMD8prirA/3yyOvU4alf8g0FdUYPWgXXXw4csD8EAiyYe
8m54resRZ6O/WkyqAiw7/xmb0S14mILGg9GfYaLt1iTHIZPSD6IUXJqdLjmRYDkhWOwLphVpJYni
ocQyzWfhzj0H6Goak6xmlj+uVvK9jzzsW6OO8GTZtUQ87lvdLBPXFdu9h9iZlIbR7R+CPcBsjptL
/ce/0f+BrEypmeHG/JDOFP6M7rpfVa3tenQt/KJJ6aNvO21RldP4baPvxS1bR1JIC6fXh85fmNkq
wfANHxMK8WM0B+77htGZeDTfEvLs9+1AjbhZfplGoLE2Dsl5A67U29N1CMZ0A2yFMgcmW+ZBkQAc
JlYYreAPIguqbT90I/NqYojCdKAq4rUnsZxWbbSj/qadewW5gVrxKUf96d74gK92sDd5e5IZ1pVk
X3s9x3ZnVcEj3huCt4iH32rwnh07qagvrnosJwfRV2MZ/wyCQv7md45einCrKLEcVwHZLKJhuIWv
w68V8jNycQa68u6QQ1frTV1N3rvoc7r6iTb23UxUGYc98x18s+vsv4SlA4GoV0grkowQ5+1BgTXv
kzpy5j+FGODR+dHUev9tIQKKXwCelu2eqhcrWtkU+nu1AWGg70EmHS8iCr3LpBmRI9olNAaYE6Mv
L8U+LkaUcrgvNtu4/Cc627lpyn313B+qVAvAvShKOWLlzlYgCY+q8lVd3EUj4n3uzCCIlu6AQBot
NFZb1ojYyys+Vj/ZZdBZ6tx1ssZ6YHTdbckC3qd7DLmMlxhPpKKb1hUtuyNa8Fg1Sx1ko9FeCZin
GADA91Dbg1dCuJbqQbggjjuwTW/CbTGGA15T/UlVvQmSOVrrLGVlONqJz1xPY6MQoUmrqp+puDms
+c0nW4TxUNbg+UYy9+zEVFdvCqzboMzumory9ZD1tVrfje5tYHhTFZZMHmk103wNmFA7FuFJB/Ti
Zm6ghWnIe55n/FPuLm73NnnlQv2B07zg8S9b5yaHQZKj4gN5eic8e64PvbZ195d7ZHbvnKrrvoyt
etR+YUGfti1kZaWMhBEwuCPq42TVVLWnyh9DsDdD5ao3ZgdDBjYsbCh2uy3CqOgK/GWSvgeuQMUe
nzGBUf135Y3aOhEe1sqDXhs3+iA5gEVq1dsj9RWsLHTG/Eb5rd+W81tZMh5JLA/BHOXTnBWpZZVT
c2dtWItvTZN50I+Da7f1sOcN73OosnBidiW9V1fq+vphY3CfjBTP2hv8LoaKjAE4q7P1zdmGybtb
DBjHU2avmLs9cigNh1oe3FrSXYNDYUwAPM1Evv84V516Zu5bcBzn62hZR6EzgIpShSrimZqXFslj
FzmxQba5vGetJdTFk8abHz1mCtXJDzJrg77hoWfTUHX/Al5FtM2jJHxGZigEDp4qg59ymW0mzsw2
InGkkCBHb52N76WG50TcEizdB0+9D2WC67+ixF5sn224mEqQ053bhtaBeXbRJnWm1uaseSUnjJaN
bs8LQr4fyu7C445BBvtULKByPotWAXVT2hZriq6j7Q6VtU4wwvuKdh5mduDWX47K6o1CZ8NFwCzT
uvrJc0CClmETlrA/z1/CnfIpDe1t32gklmFIcrfX+Tf6oqt3pXPHlyjLoZkCU4bI6FUd7Jaus152
BXXq1LW+WYGrqGA8QRPBHtYH61Ti+hOQNXAMlMWNv0xVCuuAVIzRxlUaj2J3HxtPey+43AJAeKKZ
vyKFiOluZ3MGEgbr4qN2zcL9i2PoxaMZ/iudnIDDLd/VjytQ6cayUtp6xi3lP2PWAtizTWMUfWwu
PqdHxqkLnGKn928Rxvb7XeQFWp3NRg95mWF+V8ea5IHo5GIqxP2/ASNBZ1uXoXzoq6J+WVVg7OPo
bmKirBzyP9F1JEQzPWF3KbP5ixkZHfg+wCE+rQMDkmPGadn+yvJZ0crzpBkI2DtuybzdpZeMPN0P
+5gNv6jDGlrlEdE9zo02rE6F2PzlAnqbGx6tEIE+bmHBBFK0sgc76+k+Q1pZ3sm+zP5Rusx3Tcfl
Gu9hrTZ8V0Nujqvy8hfVR9zMUSuoHwmxZ0reWx6pXjvV6aHtVfW7H0tkoKuzDxQps0CbusIMYppj
wzCv0LZ9aZjk0FNzXOyJRAJWdKnnZ1Z7x5laOb/oitmKCEa1Ey+67R7ltDY/AjRCDjwskjWPJUrp
4+AI06Qju1/7ptrKuj7KWTc4ivBka4I8RN6Ys95rflTg0Lh3L25bUvSXkwnWh8oSACXWjgynY1AU
fffSzjY4rwH3BvuPLXPnpIuWAfik06r3pg2vnvKGJTUW8MA2d13b0GZD14QEUDmyApLCDJ6sgVGW
n9G6azsd+jb6bMCtWgdRTRD+8CwKnr8wd5ualy4rll/K9nG88Dbk4m6qJmZsqKn9b7kLiZaXvy/T
TAwzKJEJskfsYuMG45MHze20sTNNXeGu/3nNXt6xyKvYoY2VuANJrHnll7X/EMDTaKANc2vKwiX/
bQtezl9Rzt6a/UC1YTjx2N5gQ8j9g83kMEgja9zPxVT7rPJBp23YnPfIOswNhNTLwC9Cde16xP9S
DA89Q5kcYhEGdLc57ch6y7jcbH86rUaRb8Fcman/IjQd9MidCMgUo/OnszRsgNl9MGZn2sMchRWn
JWCd1PvvLq97cRsBVl5uvYwG9GYPA6pDBb5yOCj8seFhDEkXuL3uvxF9loxHIZAy7VtFAL+PwIoa
1uckNKsnbxnt2LQFZKN6ab/F6KBmzJFzIpvu89LEyKZXUin6Em6qVFTIxNOvl4z+GX/2NvONmTDc
OpiNq8coVVJkHzt2t9AAGL0GgFa8DYI/BjUr4ZAT74R0dDsHSLur24ZV939bpAAqdZHsGGiN07X+
YgrTHApt+/Z9weWojyhYd2pR7t5nB8teCOqbyi0lGqT1T2Hg5hHkGA5zbn/tLo+1IZQuFqbs7Q92
tc7rMHMduQL/29nfJcQwEP61xY21yy6dyqqZIPFp3CJ21ljfO7QO71zxI93Ube/8oSipZAqIH6fP
Wsrst9c5W5XyWV8b0r3icIB64s0QyzJvO4SVs2VnbHneltbFajcw6kXHsDC0i3w8VzxvbwHbd1zb
I0OkA6IOKCoTGQg+Im47r16KIMD0SbyYA5yyAOE1HPfFl/XfZfKz6Un2orgAE8z0ZXZDZm27i54m
7i2nWO8YIMnPtlrtKb0Wk9lNrz1WCD01pDnCg5f+iyyH6AHoi1kOteONz2FVgjMMdK1BbdWacHT2
jdplc+0vr5UttuWUi0nK28HywuxsoQ6MznO/8CNS3uDTo3pC1D7TQGPPsvdFP1R9UfJDKzr5X6bG
0phG1YKjmAWJSwhANgOJna3VZuS6ybDD59EGFxz0Q3AK5mzsP3VfCcdPGshv9qEEjzq+IwkYP9fc
BCC98pGFfRlcUTT73ON6yUrvn+pV+brz7a3gbEB8ehfp884e7BGOIyGIOyQqf+uY6IZziVhGZs18
KgyTwBuMIIHPZl8yATq42wJ+jgI7+K8PPZi+Ewr/IF7XBkY8yQrdX4UTsDu3KH6iZKv1XJ6Q6jf9
rVNbjMV37K3ydle5Jz4zOx9tkkHkLDcmdpkbJJ7e+vFPsDsMiS8IjNc19TRuuz9B3lCJYMpVK+x4
7BKQsJegof+ynaJZ7vIdmHhswLLNxznw+/FGr51jbteKNu8QzHu+nH3uNNMgtPGc70xyUKZL7lYg
gExtlzfYcBe85GFY/nPrhQUpkCyJVHn1B/9uoVj7Au5VD2nR16wa636QwdOMc0a+BOOywP/A/5fH
rAWqb4NEwmUdQR92W13/axMxArAWI2Yww9Iv/RmVyoy7de0H8FKU6D7EbbncDuvgzM+LY9YPVn95
fQg9aELxaEzPCF/k3s9YVZb1i1eq/j2uRvzOpb98BlOBv5/ei7LWzPo/xExlHS9uMGDHl7J5Mi71
QOp7/cJ+INh1ngaa8UScZazO4sKx1x9/KDN14jsOxptSSegs7cpe/L6kX+cPdnXGHTXZ3idlGPOG
TrJ1vTDqpHBCbtMXMS9z8+5sFn9p0fUhvR5CrIxbUaw5q4ihB1RU1U4J3o4P3L9sgVWGgJCFjffJ
DYktQCs2ODGweGaj7loYIPBRNEJ9ambiTsK+2vsjer5yPlmd9OoDJJrwvQfVjUSJzJwpgZZBjIZv
OW5LTX0NythgbgRnoRTmYVowLroCBEJ0QbXt2yk5JbV9pmjO3hk0jFQFlWXvBx9B4ZcvG4t96YKr
h0yWDFR21YzF0UfW9Xds7H57zLeNwtmyWjE4ECVlv51r3KX7HfiYCl99OFFOWPj+WJLi3leXzXGa
KzMgwFG915nHxH7R3Z1ixH715xvvOQKgC9/Ki9o7vv0ySqxccW9X2TJ9FbA6Ca23qWnjtW93ndRF
pBuko7igkrZgPJiQGU48yV73UMU4uen/4Ls1zR1ZLNS9rVNkSPFn/t83+W5KHPsty8ykdmb9gJ2e
9IwA/SEhTn1V26ldLldT0VL1kCqGkH1+JHBALTk5KKkIa9DqAdQDyum5egvGjSp/qEdcgWPJVjMp
h9K5V1Bo/ik+tN9oI+QeZ15V/9geapkroZVB3bJKvjKIBBsxIW3kPCDBZQ7Nj1WcigmCRIwiYCRN
RVr+42qoAFNc6cvnzDgCWDOV0zPBRbWMO+iXisG6C7pJsm6tY5eG59Go1v81sbv8w2OMLmYpF0zW
llp7BZYAJFDMKMt99byhu0bN8EhytIPQxsLbtY9uNIGIH8BVU9LUiAbjHgzHe0b33xEwoRUYYRWN
D7mZpxV9WMUD5kx1fyx8b/snpCOfArdyP3pZs64pLWLK4ogZ60O1r9DJlGr/MtEMbqplXrc3Ay/i
7+KTSRMwA4Xf2U0eoUZiFqmua+dZAFrLH1rdW4wOZ16uFGqs/Gd5DeEJkHEKWk7V+P9ks3XW4xC5
E4xNGzXU2SszH9ZteaUcuM14rFFIIYLaTUcZtjnFPWQcBvUjRwMuy8ays9u5mKv+0x9dEA8CUBXu
Tl1tS1x2cIGTpspGHIz9tLE83i0RPKxVxjWuRn5G6Ktg/hCYoCG4sDgJdsiKo2VSoiIH3lXP9BV1
vJb3IewoWKlFQHmHqpgiY9in4sfhFTZ4kwMXVH8DZumIriu0bgZMdHzHY8F4Bgu7CaE+bOJc0n7D
NmyYbN3LlR2QQbQXEeAQOJe8LKPluEW589g1tviB0zdFHKgb5lxHjd299Lydk2Bf9x/ZVNVvCxGz
iUum+l9cZzNqCgsLQzx5C+jDSYJ6Qm4wlcPrjOGgy+NRKvdr8Oqyv+zXCfRPUZSi+NeHPdT7pskr
LP1eB5mrbqLiP9ajuHLnZe7Wm05RAcdBbRBf5dG6YU/d+iklB7287xE/gYAsRVf8dmbQWVA7crmf
Ap0r5x/qAjMfCuZz+xv/RpizRJ/Q5mRdwNSTxYipk31pkeV0MJLRq8wAktpiDyWhU/W0YUpsRjhh
/B7MAg2O7w4QGmg9kCsZI/1GKlqNGMtv7zoJCmc0aqOHkfdgDSBEYuZ77N/Y2uRzIgWze2QKmf+m
/ayRHxBUqv0yVjshYLsJsPKW6HxiKdtlBf8Giu8Gpl5XvYwOsKExMwE4rbD1GBnDy+7PYoaBd2bt
BwNQBP5WnXees+pXBKuUgIAwQrhKsiPzDilck2HrUwIuDFsPCwwEdSidGmCnPFk25tOakS+jtCyu
8dVnn8Dyd9KwIiWGP0boznmgwsGHVXKTNf/KnVyI22aw5XBv4afOi/utLjo2oHbVrTqjM+vCPZXK
4Me0qlo7h5CePbw0fcfPjFCvay+WCvHPsUfAP52azILvZM8TskFKpRAzjfaFRSxfFAoVgsG0gtmh
k2kVlyRWVM69I3u60kvMBA9YUkVYbYfIwucr+5d7fTndaneHQxOP61ItBP6s7T9qETMch1WWH/0K
meU46509wsoD8toYpCJAQeeNiT04pb9ib1UNFyCLgsOCWKe5i6y8aFDELQvTf99b1dPWLcPyXpCy
NN9vrdPNZ/R+dXFolz1DaboWnXBOWyXkewmw4GfkKW4SgLPZmqrOqa9LSehWiDyQRcIe5j4cOKys
vn7WvIpl4qCqXQh5dqW84CAt33h81+EEEM77hoRawIQYJ4M2cxtbRr81Dd9NVgK1OvI7+mC4PSQ1
Sbl4XoWZmC7zb7Oq0Et3F3NMkiOAzsUVysXS32o090cBikz98twA/Koy2fSGkO2KIS0r1uEeSlt1
zuB7M5bFdo+ILCyb+T85NwAAbLg4PlqK3CfusCcQ77Zl6x0SCMW+aTzvjr669Vd86METqpSGscTu
uf8y5r7lQZSeJ5jvtHzAjDJUccjyFrpDItpKIiGtUXXptBRovI5eYIJ3uNFIFMoGMcCxJwzHYxDt
a3Mra8jHR191RInDJ86bW2WzFzljUIY0pJuq5rK3qhK01QoyjQHdXBZgEteNnHAo9dZ8CiYMA3fI
CrVI8n2SHT68DXxs58ysLic1LNEpi5BXfVj2SgVD/7MNZ2drRH6HOLt10nzrYUl6Y4E1mP0S1mTU
jgCe3I2JJ85vGvWHWUzAZ2qGQ1Bp+N7He8+R6CL5qkV5tzrLBNsQiSzHDD7P5YW3obJfhbNeF5S1
BTzKGnbrKXO09i+2lQnStIe9x4cacpnd9ERE27HPjU5Oyx7ihJJ3aDYM700OqqF9z/wBwF5Hd8oA
p2+s6kk72VbQybnMgDpHW83bOO7M6dG/q/GvVbIlfKx01o1/hg6B6CVyyg3zYqRXXSd25xXhVzGA
GgQkmDMQt6nHGsbUzuJhYQZV1bZP49LZ89usSBNqsX94FrqcPQum/WB7VTV++IwVKfJY2odEs7lO
TZTOTpHD07/YdvC+oDrxKQJ1R5yX42R6fuX5B8WTZKKOyDOvIOM0vzzcCzVUvRpBkJXPm0I0xPjR
pFFhDcNNWelG3W51gJpj03pgRsEeP/zqirAr3gK7FtYNtAbLPO3TsCFfAViX2w/7QoQUCpFxnz+6
qbKdey1g+KVAsoJ+v8rFUclTwyp2wHVV7tN2hyFeVdUdlLCxdR5MVJs9RBlvZQP8YHYkJ+2RbPSL
KdvQXVhZyivBGhnNXdHl5E4sY4dir20iYt24+hxCz0QFCWkcQU/7BEGQBhI5iBCjsnTh2GmiyeqM
xWFBFYcSZECsiKsBtWAs6Ir+1ZNGN2gqOuM4YvZ7F8FxoMQ0/IO7GVt5QLgZpaEit+J/zJ3ZbuzY
maVfpdH3NDgPQLWBZgTJmGcpJN0QGjnPM5++v8hMtNOn7HJVXRVwYPjkkRQKidzc+19rfUvWsAb4
Hsi3QB09f2C3Wl6tGMRru46pONLyFUKInNXvphgV3JFJimuRCpFSIhowa33dnXtR7GRmSVqWGu1z
z6zlQUzMkricPjPqh0LFZWnTxXajjn1Yme4wtozJeIBparBUwJioqduncihhe4imhtKvbNIxgpal
bz1AP5WGH4Dsf1CxesrogTyNg1oXcOGG2QRYfZxDdMiw7anycQYYJ/rF9/0wrm0kTlNp1hjEtPFE
a5fIo6Lne7Ouih75w6pGWJlhCFQBc9E0z2p7GBrTawslfgaljQwMp0M8D3Qc/0SkYjpbiwftm8da
r7Ilrcy7Mef+m/UoILBLbMW3uDMtbxSluV5lspC8SXWl3XNBoxqqycOeQEzWxAX1XWwN7L7VxhQu
7ySRYokKiCk56vZ/I4e/jz6RQouf9t8e8f3PopzoBQ3bv/7b3/3tWH7n17b+/m737+WvH/l3n9j8
9bd/Dr6LRwr+7/7i/JaIP3ff9XT5brr09xf54yP/s//4R67+NpXk6ikUy7kFL99BVPwSrSfh9s/z
+Lv3ovn7JD4f/nsSXxKNv+jK46qjKxbj9SN0/nsSn9T0X0STPOkjukqSziAP9kcSX5b/ohGpNkmQ
WxJmC4vI2R9JfEn5i4U2TwzN+D3cb/5Xkvh/H237vYXdUA3pl6hZWQiRBTXRWqvzEeNLI/6LfBlJ
0kce9m9R47996V+ij3Td50PdCSmToJxIA8BdgweGahLpARZfK6F8ochFo3xQtPZSHJP3j3L5Kwe0
GkDqnSMGHkx7wdehGCS2AqmlWs61MrmGUTwq1/JqtsVRU2G5+ek3Z8Xp1EgpY5UGwOG99S3TERWr
P85tW55oGhmelGoe37JBr1+BkBfPlRQidVVm+03RC/QwYgVg+U2lPMdCa11NOnUvjZgNL/gtxyPP
2JDzfOe/VmiNa0KzjN9GVmUR9T1KfmDbVJdIF5QF/XbKVdM6IEAMTZdF1EKgLTJRWtBwJU623jRU
CcHKyzdzhhbvxSGc1gyTLud9ZmjOrEGhSdkGJ8ssMdJ7Sz+GLTYkgpZTklnuKA0MnDBPfFCo1zkW
T2m36LqoWseCFDkNtVVH+Fb0B3Oy/xrnDJy3P0bsInh2qBZgDzoGNRVQoayvKqGpiEBYElOcWoWW
HsdbKn/pgEhHJYB/Xw/vajBn4aJ/1CPniTEeHtgIxG0sKYeYyfIiyXp9iXdYdqy28vcYhOj8igzl
qFcom8SCpvFzYG782kUqCngbzyfAY4nDGVO7YJ836F1o0beoQ7sCfQITXcmaubKm3uesjkI/8RAG
Kl8ZwboTxMkZI+rHKWKBtlRKZrbmG9Jgdcu/0QjbDZZhqj1wwUKMldrmRxamkvFI00g3DCfmk0i0
q7LltGEgxG8wuHad5nu+nOirPpGZVYkqiBejT3o34wa54evRi8UEVOsEmaLbR+XInnOmRsM16a27
JnC94COa0Yq3EG9rJRF3HUfGdDlrKZ2RXYlmRBmreNRi+i84aoHyYXY1+D/4N1oXjoDoqT0CGd0m
JjQ4M2QubrbDGZNnvQysUKNOgbYffTAbkerh1H+ai6mi1ZGDKxHPfIWJQn2OqB04FZ0cvcXSDOi7
Uc2jPDyKELW+SVZj2tFyReCbSRDW8iddH82PgQIGGvPYFlNgnpT7YErCn16LVOpDYvSQEZAL+ayq
ME4T+Lv11KLt+12A/ymSmgcvWP/KGjU8d3UeHcswizymk5ZHfB0cjkEbTUxrAp4NDaNtnVbn3uIb
zwToOgUbVMhzlkC/OuCd2jUwf1ByMOEZVnh/XyZ9OWvg1lgriQE+mPuyQYsXAhF2gZy9KOwmo4wc
bYb1RCvyw9WZpTQ/ANp6A78XvIhEn3bsOLStWknFUyQiTyLfZ8fYJElT4Ly8t3KuPlnNFBziaO7e
e4yvEkcGvXF1fjKbnj6/q8b1eKpo+HxXeiMT0JciUkZVXzIiNpVNgczjVJYoXoOSx7SRU9CtTplS
bcu0I87SmW11Ecg2uVraCXvsexa7AjHr2X/lvQUch0JOckMcaU8DLsstlwLnqJL7S5+U8Sxj5yFT
kljKq5QZ+ObwbMi8Qo9xFN5lt+YrckuhZL3qkzA++QLnjVHpxltXGvzymBkDuU5HHT7ePD6MKJWH
98lkPCx2h74hHFglifIiwrZ7CdRE8qJ6bGiErmtt3TGXckd470veekO7Qma4WjmAD43DdGPEYAQJ
KQ4vFp6KpYSC6jJHgNjfz8KwndjTszTGXX9pSflDsWwHVjmgAdd5FMXbpOhMmSC/VHjqJXaRWEyN
dRoyaLBN0RhPMS6MHcWTfDeoWsE3GKv4BxT02C5TcHuO4OtJZ1MlK3lBFpdn2gIxZ4qzWV8wp2jL
KoKE2Ac0mseS0JzJxfbrtpvaFZiu/IvfRnQk36Tte322XF3o+zsOSdOmxbGczooUNGSQyDCSBhzl
QsRfyFiPDX/jg9ZnDa1pFadXIw3KoqQ3uojfNUnuayYWPnZJ2j+OUa3ijqYgSUZZZ2b0LUSFjus/
mEpvjpKSM3Ua12egUPW6GlXtOsZjv+pVwdzVYjqdRDzYd7WCLQklKwOySpXAjkJiLnAhnV2kJxFg
5aQcmUEhFQxA2HYWC8G5pVYTv2JUu/xqsVQOyYXNx1sUUcc0QTGHK/Lg+gNH0350IR5dwreJK8WZ
daNc9NH+F9M2y//bijqG5aXVscyUfR1/lmU4rFsmgDDY4+w15ED0BFyr2QQdUVYnxtpwC5NkOIWw
ctd9M80f2DWFZWcW1r4bc/zCWBEeJXgBIQ8eecNWQtL0VEUZWYAji5s1oIoDMyYtkGZ0l9g4OX1V
V9dBM6yPUJZZTLicwqcMZPdSqgSG5yxmwa6dip5Wjmz+7tXGsGwRDO4+qA1r2eELXoLS7V+LURG8
GD/7q2C2kzNgPyX+Gc3CVogR38CIDAhFmogPi4hVhvk8H45MuHy2MQMUV7a9GXJdL+4eDsB1z5GA
DyQQITe9wuwnlg6KOMRbAZLbK/bHR/HQjG3PquiO08WJiJRKLrV1RmUePavKzDPQx4iHWILAWnbh
2hxqea0IdXodylHZg9dTN8ipBumSqWICwIOHXFjYYjsgpOEYQS75i0LxiXbS0/XS9OxtlcFAVZx8
Is8sMnmylfJB8UnHltZFa5X4rFIJfmNtrjzsAhjLx4paPgmlrVz6koWpEJEiMZZaUYhbH01rr4mG
smkIZe6MCVnaF1CU2Q/hMPbb1tr7Kmd6bPvwEAyt8I+yr8UbrYnbTzwfOBPMyKl6CVkeiC6pHqvT
7+EY959TqSt7mO7qbjY0kyhYyoE76yVlZg/kjyusFmhicvaNKxu1xO8aoM4Jpyc+5WIlcQ9/nQ5t
JhmmdSHEHj/O5pqTlEAhyE1nx6rOjM3UmLSz1xoqJ9lb/U0NTDTqsUWAGmDr2wkjJYAATX1PMj2G
Y6SLW27c2cuDOGKHNoWbNrakH3r8aO7WCgtWjgTpERtdDf9cN8ir6bgIXvOR2EmhFqaLuaVwimAK
9mlq+CsjRXVHfVD2o2Q16zbsG5DID4auxXQb4R86XfUY5aabVNME7rcOYzgGd7gEai09T+CJdkot
jRfwcso6KRv1rtWhjJ9YLs94jbSVVRCd9rRSFO7MaVu2HAIwQqxWlheydpxGImiXzEoTFzsJAG2u
6eqqwRtcFmpIdqxsyJJpZQWhkg74dOmXKkVOo96/twMtBlXWH2q2GB4rmL+ecSsPbCQV1cWaINHl
lvn3URKHZ8iG5k1srOA2+EO0yxm8vjH5rZxBz7U1NmZyuUmpf/sm5NtRbe5QApy5JLxVMG9ZltRp
aws2msYFEqvm9VyoGzNqmWjiqbEOQyzSUYL/72Bq3A5OIPcs8Y1GI1bQdU/xDMRg0YTZcKNKB8wk
xeyfWiIH7/hLqFNJ5sRnTCzPZ6KmmTNg5T1Qg2b9JHNWVfxzQ+/4lGZM9DS9NW1ZgbRKlx9Pe7sI
M33T+pjpbHgOjAX0fJhcbPb9s9wbxbNY4MOMQxkjPUc6cs6zGZeftaD7+7Sa6E2pwamCMPflaSUz
kzjNeUWLkImch30aNa9oG2pUMqnNoQEK+SqPEE+gKE7EHXFzAlCler7LY/OApDhskeN1Zi5YwrxQ
9iWfxByhbB99AkyyQqsdtPp+W+aauS3rxzuiUM5YSBPHHWzqAdjKsD6pj2Mg3WH6V5x26jWkjHU1
ZkiDdqKEheA0gF7PoBOiQ6LOdJ/4sEDRyoLnaQq4VZUhN27sq4j9kcvZ56EM2yzFE7kbOlS2vJeZ
OBNT6b1RT2Hsoqpg8gbkODgyRH5ot0ojfkGvMIE69hVlh6C13GmYs12JCuwJUh5uIgzJVB/7M10M
nTLfJCsK1o1RDidtwillRXJxrrMBGIdlMtyjIipbKn7delJfMeHtu6baAHUxVgKk0G0RPVgehgzb
F5JxcUtngdAkx7RFocXBzhJIYsq9IP8YXdR4NBxVL1Gp4R5r4XGUiS9/lUiTl0rNYeYGIcXjLJvT
7PRjme2MZBw8wl3dHdruyKO6Dkjrycap7prySpolwk3awmMeFG1cJmqsnlgXgy+5iJVneZZiuDmT
PEmcQsbQrUwKWsMMSwQdHiB1cnxFrY0IaDlNrQl7qUFAtMNE7rf4upV9FzeWp4JRWJAYp/arma3A
pZWVI6giSg95vlVeJKmCzK9qWQ3DEvN0E9ADSidT8ooOWzyj+vOAi1VRsSWVIFyha/gO2dRppItE
k+BKZnxj1x49sxSTBUPF/DAH0rwldC3yWx6x4sfywEiaCMcNNyKBFM6tmjfDZvspcfq09vhwGlqI
BneZfCfUS6tGW560/Fb31rDuLN968ukA5lQa0+VamTiPWB4eLgEsgD4jaK1DqSQbgcNJl05TIxqf
SMrExxKJ4LjGTvcAC4Bo06CX2Slt0HkDYnoDFuXJ1riS2HCPWftMkbz5AZEyrrftFMgEpvCUMdQO
9HeIwOk2MCT5ZIZc5HSuoF9gfDWXCd/FI5rLkt7MfrejOyzBrNGysRBGCsnCdg72Mo2+a46O2k7r
DDbSPMuXSUwZFkQo/RUkQfwu0bGE0KDpF9BYwXLIrFpG4Qq0tdKY6amgk9dL0KC+TAkgbSmzzbDN
vH/pkMAyZaYKPalbmrpCKBO4EGT/ySpo2dRn1djj2BMPJZNBtxlm4yhTPdPi17PU46R0CLk1SJO5
EKWn2cxrb0SfBhbTNVc9FsQd/t4R13kRVwshGq39INf5RjawIas9J+chseHcwH2SuU7jtVYQ6dDq
0fo28DO+kdPH+DxTKobfs1duvtU0azHIkiswFbIBmkW2RZN6d0abelZI3P+AxWm8NjDCwzTA3oDo
hB8agPXboGJUxL4n4OZoymyr84Rfmo+OO/YD6Q6NK4Z8EA64k2ZL2/JrmWHtWMb7yCGg5+g9Mawm
WpRsZb4VTx3FzrUiS3lmxkSJRxQIKzbON1SI+WrmlQq4pqMBt8+rfc7693iod25ds1/k6WOU696a
J6wDpGqnWekXAQaoA1ZuHoVANcixxPWroQGGcNRa7l5D5rJ2BH3lhWkDx9W8fVz7QK6XaDn5S9f4
V/p9e/JR0rTPooJTH888utoxb68aXSBRJ+QGMxS9pbKASnph/jCM5KkRE3i3ClVAbqt3whlwi7Av
iqa894rUfMdCrn6FyeObrvqGzFUh+q7Is4q6aSFfiOQXGHYDopzKCSp9bm1GicqxuWDJYFfweN9q
1pfbh0LFs8BKV6SphL2GU0C1g9yCozBjAZ3kQn9Dm/HxH5AMHEJOS1lfZ16B0ukGo1Ac2kpPvTju
un2T9emhZ6JNGcMgktH0xWJ2ZzJdjY2HDKnbFKvy1CCB4lvKzGbFzkTacB5nw0VSOru2ShK8hknB
gKdq+yU3VX5Je8P6Mkh3oGpiaN0RnkFArMsw+mAqp4z446nARori+GWgdh9RCGWPPR5mBeqiHarM
78HDKajVZY5/q+23SpHjj8VpMQbuyAhK4nEyyRtpUtkyJQXJfDbIRXVRAMR7ZEmI9jds+rRF0/Jj
lUbih26F3i3bmSqHk8sph7VQVnkcLtvBiFdNDBoBKtcIBtlgYY45oAM+CGQezS1svPEBj3isc41v
R4TZTpxcra1VhzmmFjEvXUb89UFpBX3XIj6IbL2UwYGe0S3ZNKWI19hMdNssI8hzlOnq2QY8g/RT
Rkl6h4dCtCUKEqEFSe0337qBdmsD0Kr2VLyYJ6VrImk5hm02f1EAMZ362NDp3pRrPJEVHgMcxNFQ
F7Zi6FxLcaQFl86QmOHIsxZ5DayRnNlgoT6raTmsc5xgD4MzjAxdb9t74KNVSihCW01Ksg0QrJAi
9pA0TEmpy6GsyEpZkSr0FDVHWu/mPD+wpWFivEc9Hg0cSeUj5aVRoZZXvibZVpPrT4rKEnHykfC9
TIq1HRMHg64sBZ07wwd7TnpU304fmi+qG4YtlrdHoLWpKfUzWi13db0fnkatExYcI9WnQdCFL5Ps
q6ej5O31TMoouQyq9oaDAieomhU0GPjDKz1OBMYxFTwc5hSBlpLanzWhDzbiI6fD/t3MiT1Z5rhQ
c7W/VEERfWcyYfZkNhLZlvVZgq0DwrpOBGT2CJzvOyZpWESFgQBIjqMgt+mTnyFVPl/DsmmxGkQh
VrZcEH4qFjgaLSsr32ijkbhWxp2fJaje7cSGljQcp0A5IiRUiIVwSPAnrIEBFNg0G2Rh6n7mN3MM
ue8Mhn24nAU2oTlJZZkxLCaPyZzX4KT8K+pZ8dqBe/hmRGm86GofrNo0r7/mTlD3IkbdtzmYAavr
pe8Z4vCiSTM22T5Wql3eaOpbQT/xBUkAqJjRZcomrYX0DvCo88BiJWjoeNeiWJE4dZdN0FAoWaFk
52lVHHHr15+qjn0Un6PcHol0pEsQ3ITF6SFToUdRs2JUsvlMHheIGbXm+0GQNacXExAMU7RKmuDo
Y8KwqQxc5n64klAm2tB/kdso+ooLU3Vp6+6vPt4nj+AQffZFLzLkKklmOlGDA00sU/P+gGKrrFwZ
2qFp4nbGeVCYL0Utzz/9II1PE/z3jT6CwGZ+mrdeYBVcvhoPtY0sDqDOmffN710NtpslFp+nZaCs
LnD9pnvmpNpnxI3Z20U3+EsyjETnJcknB2xYXqyPc+VJuE+nRcb7cEj6xcUiyIbO4bSHfVYQIQLZ
xjymcCSm1twKpDJYXUnSuVWvBq+QEbPX2gjmq8wY5mJxtTGcyIN9FFpYbxgNeUMrCF7JyYdWLYkz
AScnDjPVBOmoo06FwkXd6G6dIcZkkQR90zy6PCcqyBgXkn/cTARxb9rM6keDL6m6ssi9SO0naqwb
/dhUY3ueCNQvZBFLo9FXdDjXuYxYHBtO6ivDGUQClI1wFlZDoCoufiDOPn7fbbIkLw4DU9F7LLYd
++FOyNdJjOOQTWr4TJJfOWYkrWuXUvHa1XF5NXY6Feo7XoxqBRd5chK1LV+tUDGXWtjUBDx+S+nl
EnlStYurJT8wcP1zT+JM9UldDlF6EFMf52LQ4YSXVf2AElyvgoYWAx4I6g6nbE2IdBKfU01EDDYD
NF0fW5BbI51s0zHLzmnREmMIk4CzsEKeRqKUE36OYH6kE6fRhaSbTeVBwY69Dv/SN7Zcc09xrhEv
cWkFBJhZ496HMO2p8qb76SWVevOW15BcNnmBorwmsaZTt5jSNIInzNSfJ8MYdhlpvbUUDv1OaNRU
WKjYotSXJh8w71c9JBtXkoshXzNW6p9mOg72OBWbWy8GAmF6Rmts4koFnavHnRM67O71npSjIr2T
oO2emVTC8IsmfxeDq7hTN6rt614NmUSTpXBEkALM6WeMb7ahmMQnKWk0TLc1BareODG1FumyKF0R
tWfLzGNHoP2APOs17iSwMKrU+gIFVO1wA4kpHehZFt5yVcF5UrUzg0a9UgcLfU0pVqzKXcf6Ptf3
esy0gUSDzEfgNJRUDx87fBpBK5Nboda+tFBZaT9bf+pFu8UxTgkKpSEaaEIALKxfCrQiyq4xcVvk
oLPFqMOLgWrtW2fKenHpT0Wt9CvWMt8r0sQKtnxsObxPqpT5bxq0u37VNFivcawIMydcriyr6RcR
USmW7VSva0fPHqu1OmjZezTMSn0IhUf/YWjNMp7asEXnmHPdaHhUSvTaAOmgI7cWCBZxgmtKRzNr
DmmqNSvWGr9tVFCPKUDUH8pmGNdtZGYKFWKsL4ZkRKFrkvO7ZCbbVIcvXVQ4RAyKimqTcmKvmOXY
7UR0pEWQC5InitwkswAyS9ezKVzF+HxHFw57DYarV9IV88LsQn08hdJpKDxFkSwcpYQcxYItd3HP
DTOet0SFyktdpvHXTMjFIwpbn6o4KJEyg8yLIwUOH4YwOHzTYIxbTZBp4s2LeP7JYqGAHoGBh0kx
FSivBO6s2S6jgn2ZqDcclFICUk9akGeGU4+zIdqY6jKWofnJmGE92lVcGoTAyT+sjIFEF4pV1G1T
eexvkZJri1Cs9bUIn0Vzm4DmDSVlczWJGvvvsG09s2i7PT4Lecc6193x3NRuLAMEJKBnxVsyOtWd
JNS85r7NabsLwhUopZQycy3YhFbFUAa/u3or01z96cQse20p/AqozdWIYSmMpBZdYjV02siVDIqh
IvmRjlRipOxTv1tWyRQ8gYVdbJKaayTJsUPmiqLMWYMMTjf1NSP2QCaoUwUb/kd3racuuoA6mhaM
fYuLHI7SltuKILsZ0qanV9lC8dv+lgJegFyV6LtGkaf1qM0IdGMvL5JkTmnGI1zTl6X2o5GIOFhB
Tl8rIz70tyhAqohns3qeQIxA766STS8qVCSPE/Odlq6sRZTkw3MbZWZrR30VrzEtPaARuf6Oa9DA
S5c2kjvCNjhFSlPpDneKcG8TH3uzX3Uh3Lcg6F1FBIDUF2rM3GNQn4O27pJlAzbvCJci3Jvyg1Ek
DoGCgKhXB+ARnCBIKQhObqQwtYiHBYrdKtqjEcwcjwR+ut3U4Zs2coy7ZgapxMbNJjr90M0LrAjh
8mHAfiXRjXGa+qD+LfanxHSQf8yNxJejszDrUpR+TZr0I35SyrdToZK+6lwqlsCu5hve315wfnOP
PIwt2FP+APrjbPmzJ+aXv/71VmT8+dUb8+fP+Kv3XTz6IJpfP+h/ooHmgWr+5waa/fvne/G/rv8X
wPf3b66e9df/+d9kW/+/iwbbiw5qGuK0Iimq8QAW/+Gi4V80Yrm6YYgiqHGFz/mbi0bGKYNkKCqM
/2QVK8ofLhoMNpKoQz+WFEXXde6h/4qL5je7zL/zuuDY+cXrQpmKyeGl6rdGrzq+dUgK5QndZgge
oW4OJQ4zrnvXu7QQ5buHivunn9EfV8mfax9+w4j/o9f9BYON965poZj3235yZ1DH0lUcikMePEkh
vTGVvDhqbf3up+VSD/RlY4wro9gg9nbqpWpXrDULYD6UNH+LgFa6NHcsuv0K/ThAUx6w6hgWhffJ
a5cs2CdtHyjRafz4j7932fyHBiF+aL+A9A2r67M4CPttEq1H8TvWPtLojb2eOqWLOKfHzK3Kz1z6
wW/Sf0r6KgyW83AS48m2xoM1nQYeP0Z6EF6jD/72GFwUM3bgnSTvaOXdVNmVOUlisWHJXBnKgG8P
yBoN0tOmeKt+EkZ3j0HdmjnLKt/nbw16iK26UGbc2oPs51AavmyczhmX85Jg+Y5Bjh04cCSXdFEv
4mXi5EfB/kDctRvHT+xwF+/kCXO0U/h3zVIpDXfl9CYPh5FnaLX2pVedYtD0KR83uHYN5SnBwjSI
zpDerZE5OKZD81FlTaKTovT+SLzUDNyeYHO6eWuYw25IPGkPk4WNnUBZYH/WmW0V/AHECmPAP7QT
eL3RZlBRKedkOsK+oFTW0FdpfeMFe5weNdmiRl9AXorxXpMowtjaPlf5BklY0VZSuaIDSlJXY3+q
uqMZsAB6Yr9W+i+ddkBZsLt+lYHyfNA8Se9NFzrLmBYvCmY/KzKK5Ue47J5AS2jJJZz38LRBojAK
cVJriduHDpLCLh28u+0zB0e94aA/LdX6SMkrf6RNESLoEvVhoBS9Dvqjt8nu39VP8bNjVecAhVNZ
hzOCogxuDcM7Ys1CuowGnGIIUVDePlEfzQ81TF9zr+EH2+gUGa+Ga/Qyyq1bWdJ90HmCBIfG96bm
hiq0IFgCJpHSMMA2Cb92YR918Aogd/iYJN7pNCXMWnuptuTnFDqjwc4VSCcbmGWYrhRjiwqqPM/8
j+WwmaIdTVtH03OHEVlJDjqikfXc9G7lym7vNGvFQeR7slbyRnMtV3NFx1o+YF6ql3zk0b+A9EsP
ivu/Wx5U9Cb++5/o7iOj0rA1rW4rXNOTv6k20io8Kgdtr2zyw3jIN/leOmXb//iGlh7M/3/0ar90
AXAWoCwj4dXyXfdcHerTeC3eYA94mhMf6kP2Ol1zp96bh+K/+4oPuv2f3h8QafgMJGa30lHc+Bv9
eV5XXnhM9vrOPGobTm47fSXfzYNy+xfvkdzfP3mXj5/1n16zh+orjZLWbZVjVS0Iw2OhgAsl3a1D
tBnX9GTdRgR3FOznaSOtq5XuzG6y4hbYUGK84b+59VJZN5t8Z32C+dvVp/ZYutE2P0WAFVJwaKvQ
35OSGsG4Q2yB2LdEuVYHVya2JTtBwkR4EdGEyVYPskbmgEJHEGHuIe+xFXUfEhjRczQumTsAn6um
JVOH2KF2y0a968XF7lC4Z9AcuD26CYT8Qnspd7KHm70ad21/FmvO+27ZehrIYkwdB2ugNnWHNRml
La3s6WdiUsrbfsZIOP2MGPOYFTBj/cEkx1wq87KzyETIflg83qtLdbC2t8Yj0sQpm0wvg+Nk3644
1UBt7l5qcqInyJy++zBWaUStNsGaFzgyuGK456BAmEsmrZBroTOpLCXkkNpVF7im7FXZpqu+LVbf
ovyxgPJ/puVri46W/wTMRY2VGa/GT3k/bIXXRFhoQEjgu3mouHA/OkDm3+IHzOE1JiUI1umy/gw+
5tfBsPGTjWytP8aTeMZXx6K1HZO3vmPcsqwVqE0w75bgXGuk6HQlgkr3wb45XBANqqE9f0YHMrir
YFU9K9XZUh/PEayhHClXzXbawhIY7og+F/GcrsOb8tI5iU2Gglsy3RerblFzE7XLL0b3S90l0X+0
Tvz0pYHl0bXaRUA9KteKvCxZe0mPrJVl6iZevuIE7sy2uphd+Tww7lqYDuYfJzng9RYX5Q4iiGsd
xZ/wtA2WsV0voiW/KHvg5eMFzquXyiGBT1soF58tLWPFpix0z0NvbTjUUNvmhrdYrjGukQTk4l/y
5IZqd5+O0iF4axKvtc4B/MTpueE+CG45550iRbnXF1P+IX5b2+pSvtavXAQVfxJHjb16XtbNiuit
ysBuoTl1ZnMS/RGZdTjRU7rVgfSY/ZpYRXuj3WERHgkA28UTWCM+lS+gP3o0bekiTleTifdZPJlM
APKLZrrKRVwL5/o9Pmjn6kU6T0dzJzis0I6yk51qgRlz2drxcrZv+gKm1EV4wd62e/wwhQXK++at
XVt8NHGgRb6kWthN9vhE7FdgUG53o+bUCx28VO7ruPgcHdOlffmLsUf02r5Hp/TgX7sX/GBI+xoG
kVOyIfn6+Gok5zfzhmfWkqhcY6vvieK10TKmH6BaMqpuBkf6gHiYLwkg67aqb+lVsctJRfXh9lyo
M9sLW58uXHcjz2DCYSq7OduyLTd3ETEYDnyRRyhexAd/cGvqw4Kd4kICbYfdRXeba7nXichNHnO4
bCl4xY47kek56WynDDl/76D1H4JzJDwXb7Bldz3DThCl2XL4GajGsNYTF74MidxrFFekUUFxR8sl
mKE1i+SNfO0K15Ibs1vS19Jduisr1WnX9AOaXtqssQkeGC0fqgNRpGdhO5+Gc/8pazbJuSZc1NWS
OxKlNuRKRoMkFPoJ4y47U+RIsJoAcE5tIfTidB2JC6jwEeRKa2cm2w4hqls241lTVnWznduTTCmA
iKW4scH0GOlSniEcHkbcS94oOcO4Ke/5NdkG25bg5KYon2XptTQ+rORNF+7GSzAnr6jLKxRJP4LI
CSO9uQXTD5zLPHbip/Scju2tydMPlA6nhc6PaQQTMd/HKt6Psc0GNbRH3XRQLxh6QCsIv4SX/gaT
8N6nZbYoquoxHt8ZWBBLmWyj/ODN8YtP7Oo7+zZfjYt8Ek/TMZtHu2O/R8j3s30PXttLfw5eKrgi
Q+sxnHPkscKRBCeFPaHsdFW1okrej96C1NNyhCy2+SVmX6o7n9R6HSZgRKhHLuz6QvJu0V7N7/aL
vC27ZgaJSb/rDu1RfdWvbHK66UUV9DU4f+QuGUI6bCXWCPA203sUHfveC/q1JVNT4aqX4gvsWY8t
GVnnaj6L/UfSfE3SWnjJntsX9fz/qDuTHdeRNEu/Sj9AM0GjGUnjVvPoLrnk44bwO3GeZz59f4oO
dGcVkEDlrmoZuHEjXHKj8R/O+Y7JievtRUXOAcUtlkLvB3Z0yYqf7+cRcJAtyxBO+9vcbXxU0SVu
Z75Dqk98oG4/nkpKYVxQZ6/5Jb0lZlVQ2OWAgxYf5D58LdN+XSD2ad/Vyj2Dh5ynRcS1zSVrLytS
yLyXTGxy/yjbSyU2JcY5lCbmuj5SPbPFdE5gVp6rG1HXTP7eQO+ju0nRLXfLfFqW04pVRFtS6sHr
genJiHAVwLrsjwQwgRUd1Hpkoppxwhief/J246P5J7Xyrv7P4NdDkA19jBSay5R9Ouygwm6TTktj
2vdqA7oHnA9V5hBsTckYFIQYmr8FCjiaDPRd4mX2rnZ7xBbGPcfvNP4Dvyu5WCdm65y9chfW31Ie
U/+UqR/Ii30aQHvPLIPeTtSvUY35DtCgN+wSdCIA9vFAjqRqrGxxlLgE0x8C/7Nj8Xp2MmDByzB5
yximOyNJE3demy4FTLsxnqc37sYrJo2Gp944yu7J7p6Sq1pHL8m3/Vx+yOIrBXm3KN6jW/EsX/05
WIj2jRVgsW9W44v4unAnrdtl+RqtimpdVnRacKtDLJpgTJI1ixg7WOL9xHYF20UPxM5K2D0DSQbv
+MWOgRALs++X5n7irbfFE3mpH2P/3fQjKK7WzcZWDfkEKAS4vXt3I6UBAY1+F2fzXl3QzpTzko0+
XQdZ8TSX43X4KSeuiQWHrorWfbpHa1Avuw0HMvlZrB+7xaV6d+9601xSwjm2OI0xbOCMS27tl2Zn
a27YInnl0VX3ujwCaUMJxjaS9Wyzi3fZqvqhMPy+gk/Sx+6WX9PfBjy+MyecTeyD+44S7kf0Jz4B
IkHQwm74NTwl7/4TWAJDMoVaimDHwnX+Vb171GSIOcpHYWNZkPPRXpFRsmBKXm/MF37N+rFsWf5v
9N6wkvykP0Z+PKCcnxZmJ3eOjq/GB9P2VyTmvAESULpoD+GvPcXN2SB/yT/UtEtN82aNKzIpys1g
9NgSc/IvVqY5bEucvMr4FNV3l6brocvOKcpQ2mlPfMCOW4/Fn7/K739rLPZf85c9feP7/VP8DxiM
WTbeq389GHv7bqOf3/n/AvIy/fNs7K+/9rfDzPqHArxKm2dqRYLkP83G+BNlu5Zn2Tap1hZ90t+j
MSX+QYqa0p7LKE0IadG0/T0a++uPwI3w76MsJmXz3zOY/ccpj2sRn6ks9LtSOAzpTPc/9U1taVhQ
aiUFPSsQPJyRuvrttw9b2m1XTb6bzK073qijY2/3vMlKdpPPwE7xa6OHkskCH/kG9ik6sQpX7T2n
rC7f7Ok1HF7N+SmsLh1K1Rg1NfqVcUsvPemrU8BIeQoIt/ZfbHH79w/hf2E2+y/P6X/L4Sy+wH99
Bs8FUUBp9P3P50/Y/JW/z5/w/oF32oKr8v8msP93NksKsask6W/SEhZTWIf56N8H0GYAqzzbc4Xj
/u19/P/nz9aMUjVTXQ93unL/ndEsW/H/FKvH/910CO1z8ILxU5CU+B87d781EKuZbnYOVQhWw1WE
nCwhPoFDrMykGc4NwTuRXDllxUb9beRxYvIHcpZdVKMto3yNQQuav51QaP0Mg4BsiM6Zhh+IOTL3
O/H8wtwhuVLONwKGQSyKSpJtHGPsng9wFMruAqopybG2q3rVQI/kkm5TstCr2BwwoqG4CVBl1QI1
YyLJVENF5zTogo3onja2XAJ6GrJ707TIXh1sS9nJ8FT6gmbJMcnOmlEqBHnSXCE8qjfgSrFxmDw7
LtD8xDID6Dl2zY5wC5vVSmJktB0d3BGeyXxosugsghpAssOKnM2+B3etwjE00iOPXRzcCPBkzbUY
AAf9ckrcKVYsoHxCu2Msx3q+p9wIBzLhekGIOalqbX5u4IHRN/d2IeFvoKKCJgIXyzkinzAxgcZF
1n4gZbB4SkMvCvdWbRfNLhCl1fxiTl4Ge2ASBMsY3ZB+BXOJMiKJjOFZFJKqXxehG71CNy9WmWlD
XrQ0DnBHDc22sxtI/iTQ58s5ttR9MFu32uACxQOi0nTPToddnw7sEp4GvpfcWsb+YECttWFy/I7Q
WVKr5yofVznhT+0iyBo4f0RbWKibnEjbmkOB7GbzCBl5CtoOoWnG3kKeEBLFkAPGkFicdYkD8zHa
hUVOiRCxxPIBY9TgQooc6uIKXZTdXPEFlf5BYZhHd1BZxs4dY/r2oaDu5+QxQEof0iPLHRNVrYFB
GN0tQ1w7bTvtRvSFoNaL+mLrMkBxZ2fqcVjaHnv4CpIMGYwobbOZMr/RzdA+pToTyXslkS8vdeVD
9NaKtwB57k7omTAtOq1/AZ9LFNEc8TjZdN9JOS36gThTHEKsHbFKZba7wsvXDtQYuj3Noh/Up+Ak
yPcBWTBygbzOMBz2I3p/JqUisnPU4IklX5HCmTRagOCdlee7NFR2n/vZHsXgEF4AdUhCA5OkNoDt
95mN5SUPxPilJIpqFAkk993aLqNAnHJN8IvnBH4AAF4hYx/MeXR3nh+hWsCKAVp7tK2Izs/MySnA
PFIOyx7bCdIhOdeG+Kh1hz+ZFCGPmYrgk0+rMQVdzq/cSlV8Nt0a8Ry5dYGeshVR6lAzHewTBlSi
EtVOuFK2Gmvip3PY/qRPJV2jJGzUkatgERaN7b17venhYcSCFU2/3XAs7B+tqwZW3zCsE1Ms4jqB
+rYwq95uCc0uSvut1Kz2gY9Pnk4Y6CSO755D3tSGBtQNsHhTZg+Z9yHqHqznQ2e4TobSAL2JfXPm
SI/bcRpq+VXKiY5aeogTly7EZ+fuw0+jHRYteOw28/r0tUejB8A2l020TvFhwHKbW//FN23qUWX5
KsO+YyKX9SXCt6MHYJs5xWRHjDOk4XqXoAALtRxiohjBxGK8bidlILoKjQwFLp7XZQOYomIXodQ9
M3LN05NHMY1dZNq4Ldwmkh+OLiYuRjuqq2034f77IL/DKAg+MBW9tF9OHw4xLtG2GvFx3qtimmiT
0KoOC7LF1EdWgK+vRjHuVRJ69dFPSGRqxgY+sASIdCKDC8ljXNF/50EU2FungH6eLEiYNSqK1ah/
AeJVfFRBMD/JIsoXAk/j0U5V/9x4BYrHh4DjWSEcZgbFeIsMj4hszU7Q3IUl7k60HsZnMBvtZ9LQ
hgLwkR7Tr9qVu2Fw9C8TcisjGf7uwkSuSUPT5AdnEMy2SmwhWpT+M9BW9DKIZYM3PbkBLUPK8ovY
gmodjXNyHcSQ/SbpaP7wRYTyG7jtVG7Qeo8ozOca0YbPIZYorawSZVQ4olebJhbh9K61fcbFXvxI
jMT8SEa0nExbK4TqxCBPNwsN19lh573AajuV+ylHtoLWWwHt95sOhPSShADdYk9rQtYgpW84ZyJA
u+LZaaPuVgjPSvfF0Jj8p2z5Mskq3PgWouMODhezsbwELD4VGV2zCaD0Ys7pPUk6vpLJwEIStEKj
+vgLJQg9gCAuCG7DMqyNhsRwAzihwyq/fZ+qIXkLHiSQNZ/BXPoe2PVlEKjyXJVi+szyqdoPYLWf
A1NzLwTI+LJAhC9jmxoHwiqCE8oY7h8oRkc8HLV/U6o3jhPJXLBtDL6QwK6B4+N3SveDL6xmi4WV
gUOS28DWJ2l8IhxjQtsp7wLfGRFc2urzMITToU5Qn4QNmTrEK6kPjUgUH8RU1Uec2zOfoGlee4zU
C6eejLMGo7O0Bts6Oqq9NUjGOWRWArRj0oK1X4N0GR4eY9CuNjnLCBEGckx+OUa5i2ID1HMTJNfa
beJbgi1qR1YDEzZpMBLuaqaQyL71B8q19NOa0FvQOHB2oL8c/KkMPs0ZYc2im4cna0ynoz/0Jcbs
Id2rlBfI4AbRQbvoQSNClFj9WnizTDftCpzfRDWijnVfHFKLAAo5FToPd3YWTd2xh3RRsS0SNcbf
KtYKwyLA5oWZ1YZHU91xQlPTu6H+jjGtogcCIqmPQzxXuy6fGM63c/IaGT05n5nP8NuNvSdnwMwK
9UV8+2j5FgMM7xuJRyapan3ifVjw1umaA/Hk4tnYQzltl6qdSZQtpPdECJz+DrDeJik459Jv3Svu
VbUlxqA7lpnFWsw1vWttesmLHzHrAUTGKLW3DPncyyJ7SqMqJLQlvVSRwsJJqcn0AYo9Pmv6YQHI
octdD+tqmB+5jAnjQt65RcJibvBIwQrDM3KMBbki6EgqffSKMNqNbu/eGxEQgIEy8jSqzL0asZ+9
WwhiDh7HkuuSVUwxJxeVQ+MtCbndOIVS78HcwoowIUyShsUayrTEvSjmp2lUTHOw9bL1BX19djxK
0hYLYCxKoNOV+rTb/mcIm3kbONLfuGmMGl0wJ4OECq3QDH620BnuusabEfFa3cVZnHLfTta6KbFO
ons6pG1knsqWbZYns8sEMg0jFt0+5IMnV5LSUBlsRWftl9vGHYoTttCHBSJ87BOqKogunAnJwjqS
Xrp1ffrFSxEn9ZPq/OC3cr34SxZd8UKsUUXaU1vseiecTrE/loyGeFuMXHYa12SGGe9XPov6rVL4
2U1beXz55iUHzMQnHpubth5oTm6aFej8jaPncAe9HIBextQzmwcXiK+XfclZDg98BeI42m8VXwJy
5MjUaFV7LakJT9J37GMxdzj9+IpYm0NNt6u0tgGEhr1mUll7RxRk8z5HacuYyXml7o0vbQNmKem7
NNzJEQDHAjDGBAaZVGar7YszPCnCq2NOLGkCCF4QQfUSXObog9IlqzIo3BzCVfjHMJx2OwMuemTu
TvatjZsQzmZvGN8d2pajnzbdUy2Bk8H2KrsN71fWA/BWf4YT4g2lzQwkWF29cqz1sh61Q0WKNiWf
hLfKkEHTDjVIEUbXemqcmLCZkaVOOwbFubCp3WzKoW0Rg8a0QnqAKPFiPBYWXbaka9mGaMwW9ENU
hQSjLIIQo2Edduj6w0gfmzKJ3nsgvVTYnr/BTZefR565erSYzeaq2RuEXW8QfjY4fCSjQXPGGIfs
06cDobFYGJZjfwV95WNCSLrjpLhjxr63PnEG9HuzyXl3OHm2wkCR/wEf/gTAb0L/O9XnLE/bVeiS
HWqpLtvoqhmPYq6eWyXES2kjD1Rp4u4zb9YfTti85iG4KGSSyA3DlCXIrE1/VRn5qaD02gcyRyNn
evkWzn6Ol87HLjnrcOshY7gJVX10SQYYwaKy75oaJ3LWceGMeczzWOerJhwlGa9Z/RIEcbqzCTVF
kYJZFARA81ThBOdLGvxpVcMcXw4IdIE1EnNkBV5/aEr2oy0pwB/d0H5VXpge7SRyIIdlDg95/tni
CqAqnM2tR8pXutCwr4cV+RfmqpVzuYmdXp+g8otjGKEV7AWaB4hnLGcSDrEVW7fE0+U9jxCGBqh/
P7h+v3LMTNsgyrAvONQ2hiADpwJs7LQar7vTfHPApp1Jdbh2JlW8TEXpkqPJd11LBvej4ycX4UGP
6fo8O6suVCuKARiwY3lTzIuQQavpYLfkB5n1o//NlPqTSpbRs8D+OM0Muc2JEWjWNwQVGbzG3ZHl
CfUwmEAusEVQ2fExT1MysGM576aZxU4zoWBfSCsDUI+x4GkYcqCcOMf8jQaYexAQ01h+zrjpUuyD
JHu5NWGJLR5hdyzPuhySfd44w1qmXnWjyyejiTLjcayHjNaIBecYTlcZl8E1KLRxg9+ltjOy4mNr
EicA1vLhaeQuxbBevzZG6H173VBeo4I+kQ6VFhkXZbHUEynyeC4S3OIuQ1azDW+l6ycsDNPuBgHw
Z6M8DEZWCYsmDqqiWxQRqDob8B1fFqz2ZxhvTNy9YHwBjQ6pTct4T4pK/kqz239OejIvjNnsY6JK
uWbLkz03oRMfwBCMi/SRycntkG2bfOyeXOAjLADGd0Vf8O4VUfilLcyUKB7cNY8m8gFeMevAadID
rEd1LYruXuBYEnVCPF0fj0fPHKvvxOnnA6+ZbifMUn1GHYvcBy75OeiL8a3kYXkve+nRctRUdWHY
kVxRG28VUWPryG7SMwpgAgLpo7+dkIJAT8jl0Vuee1f122JygqMzj+wHTBrtXIfJQbou3rbMvmZj
rFhDtiQ1ZhZZcT7qo0YWzgcdyngee0F4jASru225hw8lMSgI7ev77LG3m22LuzOAsBONGCu8NjyO
ZF+fWqyZ+y4pmXY84r5JnelWZSD9lZeLp140/jp059dS5tW6zQOLW4pxQlS3z1zYw++5dshzEUGJ
DyKQeo/z+RHPDaWEoa3Yu2N7UWkntq6l+rcIFOhalI+XiuONQDsJs4x0V219fED3wnOusWzFMsyt
YE+K07iAjKKXUhMhHJVAMjAni7OHP2xRDPT1hml2l9p1AfPFsY3AZJi8bBmK2kF6HFQ1YUhpSqCQ
fHIL0K01aUhrR5jflekHu0BHoMf5TSysuHd2cR3VOzxLKA0qtIGYQfI97/PuiM1ius4AEa6+Tuoj
MA56TyFrCo3QPvDh80PWlHphy7Ki8LTumGPk2jO7QyQSF72t2d2xd6cssyLjjv0+ezFNHJIwrwHX
BpX6GpJpXuYlALAo98F0KKtxWWs40a7SQfDcpOT54c38hRUxPOKWnYCcE9dn0e7+JoRQPvx6CZ5h
BoSHNKsH5MkUbauCCIs1Q0uIWjyLx4cxjGqzUx+WnsvvdK7Yx2omjSvmNg3RsE51qesSJQFtEKhS
N3lsgCMV7NwANw5RJ84Pk8QSNmqGvYZk6FDe4FN0ogGBczXV/QEfoblsYUauTAw1S1rX/IAvpnvP
4vrByh2cSxNWYpsKHLmma/tvvJIJOJdO8h1LH5nhjJWwQANLLV/ER+TNsIpMH4FihOi60hKvndkh
wqECpmG08/QEdqo/qsGBMAWXCK3ObBwGEZ/REvTrnNgGlHfz8MCT56SBBuS5AyIxSQL0+X4b8rpg
lgcPrEWwaeAsrVPBxA6ti5ddojESbJQfuI24wb/tSPu7Dktx0gPha9VY0kMXs0RI7fHcRnGVfxCw
O53Nskt2Vm0a2MOq9mLjRTpPU86TOuZ4CPIpxzeEJbLBz/c1qXDyiExz2Wy2enoeySd4JyMSKwzh
P3dFiJi1AJVTn1M0pTgSIsJ6JjlteYEg20Nl+ssBxOgv2iyT5JKxzSdaaXxpYv3Ld635lI3zsLdC
xjKLEij61s0CvYmIW4VPEJFXS3t/dmq0BhA4+o2RZ8PaCQxdM88ZWDcoP9frWBrGlZkpczBM6Vc7
nqJbCA5+wdTZ3pqtmoFx5E60jDOTwDFHAtYihes61HN7NCxTv4SQmU5e4gCWd9HbD9iDF6XX47Y2
CEHatDlvQy8esEbTt2/GsodU7xQP5WWMB7eFh9TEWJ8s8BZkWVSSN58l2ec5uUjoT6HUMp3vtolu
h1eBUB8zgpS4Fn3dQVbuQv+K23haG204I6byHmPOhJwf3kn4lH4VBvffY7bLbIKBDt4JrAfhigho
wABd0dVLiRF11dsPRgCcsRtj+LHaNXpEiMbjS5ZCbKZbK6Ctna2s3QdxGNAchfXayrpo3kxu3/xw
MudRP4+d+DaaNryDnyYxljfN8BoSq8EoqtBbYHL4IgSSVNMuCS1VGEAeZHiGP/5oE5MK2SdGIDV9
D0FqPXUD9aY1KSpKQ4833ZnpOiMa4neBz+6XGQnFj+GKL7TaxuOp6a/KKb0TtCxD0Lhjj9FOaL8F
BZ06AFr5bFZuj6pjDPaOYzAe7xQDY2ES0kSOqtzCPsb63Dg1canNVaeFu1GcTvpUm2w8B2a541tf
mUOMUhlRdJBLnr83/YjFAnfeMqtIHGyr+YSFk/4E/AtjRtIriIvcUdr+1lF3MmJ4VEyNfuq6ewL3
nWDKc2txmWWpEKUK0HbJMG/CODGR3M3JiqmzdSAND1Mc53FBXYBgbyLLFtwKowX9pkYu9JGXKzVL
eVVRcSijx4siNa4WDsgFxeu9d9A/of8OAuOzKSSVE7lcn1lc/QqAPTGs0IIKJIYWr6zseRIl0gTF
N04ZUS0Uw0z0IrK9YWVGUuEVOl0OfoIyD974xihaWl4noa9ysvJPm4r0fY6jnWVzaTo4hVYhULF9
n4VIr4soou3PZY3yxBbfU8V1QWNub7m2b6NiHiGJ01gxTDvPbUUdaDaQd4lYukY9xpwEYyQn2fyo
82B8q0LZrmqTVEEG5iEBf0w6amOOLvUQlqfAtv2zo6WzroR6YYb+WqE32JSG8WpPGGR8XSEuAVDI
8xSBAR71hQyDI1688Ymxjeak0YuOXX9O3Cb92SouxM4tR6jsTBTwL9EG4UzalwEdqTWRpKTGoV+3
BKm86DjRX0KAoB4sj8oNd/9+TMbmS/YW+nzfsmi1yViDFJHfZEJMyjwlzd6sq2GjaPZ2/lwYD3SM
tWFl4l2cQCClczN/QZCP+5zb3iOPoW9eTFzPSETi4aVQPJTDrMUiVEH75scIkGiF0vcheVyyKgFT
lImB6ZqdCYmuCCjMIjJ4iCvLanbmBEMXUPuwjUugX4vuwfKOQvWlBQPWYkKGM7TkqFciN340jASu
MLlqoBcc4A4e1KEwy+YSqGzeNsEUn7VvD/dAeMb2YU5DrS0jpmiTIzewNv+6zwnLrrz4MuiwW2M3
q3fQpO07i6hiWzKwO7TSjXat5+DWaWx7nwmGwX6RnAanCbajZiKtCkzSwsz8U50O86HrKSZzPtbv
WbtoQnHpgj52mwWbJvCfIvDACBvxy1iE3Gtx52ygE/qvuA+Y1MYVcrMpRHEl5nq4uwiUEepB4j02
qWzpJXqeBByJqPtKwX3sK/vcp/Zk8qIbkK2RBzah3hcYOZveQXkZlw61HZhDi2XNmSUYQxcyzZ7S
xLaCdYktGV1q8+m2EvoNvn6JeT3F+M9bZa1GpkhmPzLmbjr3YkrN5YAVJidD1othYZdn4iCYxUEA
VFZy82F2XezGF0cGEj5xYnj8diRqRE/MdUl7rbro3pbAKmtQTlxiBgELUlegKzqm6wuZR/eob2+d
n2bPBbgerOaC+qgRPrV2OgIgDGymm0A7Ct76U7Hto04tvDYtzg/D2Q7NGx08e6qz7rP84rVafVuh
wcSTkcf4EhMrD71YoxfIh35HfrJ7YuuSUQF2ksmsF/4wpu47TyrAoJYM6zcGU3Gw9KQTPrcO6kAb
PNuhLHkVEh0G/icpYFtgka+5yEpvNZsWMR6WjXaI4S9R3EMMVKtHNhRQCe10ZV2BnAw/q4zgqKn3
DKZn9Ydn0YwsTLsi3rNrfpDoPOxp7yaGkRRJrpdeK4e9b2kXZ8QZYj8nLqo/KOBEE8t5GtcW0UgI
H/kfMbypa9jaJP0OM3aA/EFz5uXnl+WVpXL2ElcB9b+XKHmnsXcUsLfCeZ9iPJTRsgr6vFg2vDYF
+rbRjpaWBfn2Z9Z2TFQMa2AHo+3Yhbniwlr9yKsuZyc71araEbdR0mABGWvWdhdZP4EdeCxpW8vv
Lwr6FpH2vvUCyNACPpW5A1yMQpAPPtowq5ZeZLfmg8IAM99KCbYOBku+NG2VFpuGAIbXouYNz6Sy
gCU2TvmFTVy+KUYnOBiswYJ9VOVRi+QLAtqKyCD9hauROCl26/xz3pF4xbuHNDV+0e9dGyBxng19
YDrWXbkymS8IjSrUgKqAaqxKb8bUhD9d27uC0XR/TCyH1lYIQKnO9aXmIC1EHul01bDreIkyB3aG
b/rTSRRzyS5cNPJuWBYZOTMhpPsyrVV3slO/+F3kariavc1T39OxDXvDd+1rnQTqIwoHae67uIyv
MQ0sujWSUJDZppqUvtkr+icFcG0+mAyYvHuidM1UJ+Ru+JYKlO1yIFqsWSuPPGgSqVgrcP/SvoLg
5UvsmKCFvLpVUj41YWswkcKOeIMObztEjSmzfw29pjb2aauC8GdrqI4mzeD02ABdaFHgdMNIU/HO
UXyvs7T6534KIshClGY70Tf558TLawOAEEFj1tqoRYscd1Q+dBE5ElHUMzk18M46hr3hCwPWbJg1
GkXYOE5q/VIDF/rjSrRr8l7o+6qdNir7yaZV2I/t0P2g5CV+TNaPLXOTrtSQtCuwFEj27KQGUMS0
uJgHcweBhwDviASO2lLZ0uzl9MfjRXDLLNBIS2QFzqu2XXVNKKp/moCO7vMw6HeT8D5IyJHrgHhg
k0u6X3jqLNAn8Bj9n4VdArshPYKbq5PDdqpY1bJ6t6FNNGl1csgxZupVMfldaEbNZ7cf5K++qbJd
X7GcSobmXfUdl6msDnZRAQ5usqa6tyPR2uAWSGMNU3PVNI/yarCsz6IYv4OyKY4RuiukwnaL2lb3
l8kPmfNEAdUuNzSZXCHFphW3jITrwTmYfq+3Vc4jO/RUvRmnaEm8QnElidrahYZTnMFicoQN8pRg
g7T5yhHIFiwqg3PEU7nPXPGejqH1VTmW+BE7nJ/EKML7CNL2yavRUJYeu5QqJ4yKHEC4hHOc3N2k
n/fsZm6U3RaGDHJFIZ+QJ5CQW3PGL88Wq+snfcS7rHecfvfWEYD36iCOvuoClmORk1a6iHJZrDqj
xOAf9GgYiOiEMhu75hOqGYkVr+jfddkk94Aom7OJH3uF7KE4g4F95Uay7m0F7a0jqQNNY0vPapF/
xc5QPnI840cor9UOCDYYT8+OXeDv6w7m4Lo3IyVffOrnF78yf4HlHoJFGzF0EExbD7k5d7Rotsd6
MRJru5j81cyIYsmzm6MKYRBXsXVbmMIkjVbkJOK4eteYTrhPoDrQccvK2cxcXsuRS/ctGfx507rF
zzmwuDK4HIOF7h3rhYi2YkmyX3GHSudCQOqxxlDaPB66JH2qCsQAjhOWwLAkj1cgKfaDgRTxqg7D
cy0qa81g6UeN0o0yNCYUK9X1SNR7z3J3wp+C1b/Z8XhZO1bVNggsiviUg0ho4qxfJg0WDkLMNVAO
9j/ZdW9hmkZ/2mIU0PUkwWpeP1rntqyKHyNJ9reBKwBJqSfufd72f9ApjH8qr3B3mRETw8xKXMkO
jLHpjyfD4jEjz+olsMQldjv7NfL8NW8F6MGWTPeJ7yG5RV+rrQrVKz9DtM2NunxmFQVZw0Z/Ig2k
fP4wWy9xPOEQS8ef4Ka/e6KmTILQvHw3p8ndIRQU22NTXZhbgryA9R7d/UacAg1KYK1IOjp644iS
vVKF3DymsAvDZcUa8f7c1VaOi793G7bBI7uAcRwQPihYXYkswmMSxB86DENo7EncviW4vfHdJfad
o4EktlIJ5GHH2ZEjjFewr/iR+tk9dejHGPrZFsTvGRNGhq7YhK1TL/oM4tai8oCaWnTlZ0958lJl
8Va3Tb2apDl8c+qN1UyFdouLPlm3HoqTkCQ0MmWJhLALyg/Rtep7ZGewcyS5vCyABNZ6Vua3wEjC
G6ui4W4zo99HjY/po+2pEKoE15UNow2DJOz894JVAkkd3ofZ+M7B9T11rAt41EYShL+ZfjCPDUlk
EUteQjnLlWKww1+FyrDn+FE25yfdK6I5knpfCJ7Z08yX8TwawdycUOE4G9ISpmTTgGECshfFS4M9
64pTxrqqmasbp8X/hNJJonTYhvK57pyWcZ6yWNwbwCjpfNJuB+DC3YsH3zcxlLMzHIKqQO62J8eJ
uugtg3N2MOfgkTVV29uEkLd1g7D1LNu2PueCaMxtzbplWkWVmYsDGXWhIjutHAKYXYnC5svCNCZk
2zKN8TBXKDc2bEiwIjjufCIBEbW9AE/Wb9rZkdFnbDLNxrFqjNGwbQnya/9kusN26gvUTYthSqv4
Shy21eJVrey7W6DKW6lw7gS/JZoa802RnqmvwgUlfzLAidCps9zto7WXmWBCGVsR13EogtE27oOM
bH3uElRHR5VJKNHSSPHM1EmYtT/ayVLGM1qyNLiyyh2gdVRKtT8n5fUJMrAInu3HbFQ+zh6hIYTi
LmAub+aLnoQ7N/z2SlMkf0JjMPw1S1/2sGky72wq2ENnVzOIjJKxBhFwGRyRZn7KrXFemhr1f8Rw
+cY8ZkaPj7TwSGTe9ATWSu9C3dThfvJJI1m1AvXM6JXBWlRwwP0O50Ufmd6qM5V/axGg5+Bm8RUR
LCySU8yq/A+zpPrLBWT+bRt26jI8s5xklcfT+JsJxfRrLgdxaLH8f/dCtu5hyIoS9OFEs7XJSSVX
h7GoOHNTYwPejEJjWRaYY1yUUaxsfNDFSNUMc5vZw/THCWmXRqV8ruuJbEHQNb1nr2F8YycatS02
raYnyoKu3Nm8S8Z1VtQ2r8KOdcNLa/rWHw3wdl8DJ9slI/EbpNHVk8+IAiFmsZhJUHavNgFfLdGR
FuiNJUsJe3q2o7IIVm1GkgW5d+MQWR9dBYkSoJhIxugXos+QaZrlxHXX343EKdJnKMdmgChOTm5X
XUoopAZWzVSlKLlSXXXuUxuBiTloz0u8TVAOESW21m33oqzSlDHyQtP+P+ydx3LjWLqtX6Wj56gL
t2EGZ0ICNDKUS5nUBCFTCe89nv5+UFWfFkldMbIjzuBE3OiOLJOV2gQIbPP/a30L3wg6EZ+Sf9B6
qOJcMwjz9egPyaNZqbXlNEU71I4JrWxHSbuvJY5QZPHeBlrVLA2PVGdiqH5m+QRuqPfnJGjNpoo0
OvCNaTS7+ain/iOTYxI/1jWHL1nW62RDZh7AFnKsPAKYOxv4LMd6s0GmkeQ+a6akaX7jdlZedVcR
0a3xDzREWoNbpfA66fqfsxL5f8AS8L8ucsZkrf64GX9RQ+b4m7/hGDP047/+eVU3zOL/OG+zlzoI
q3/8n//+2/Af2zp5yd73BNt//bi/Jdu68YewMTcbtD7oNs3QjL9xGrr4Q8NJoKnCVk1T05F5/y3Z
1vU/BIYAOmr8vqmqs8/gX5pt6Bz8EMUCpyF03VZ/C6eh6XP8zL+t5KZNXQsND6Jt2TKxEMgHfAv2
joYqAcS9F110G3OuuSwVUpgMEb0C6ClcZv6AxMayeG2ixl7FmcnmM9aNSwPt2wuympH5M5tWnPbE
bmQhQw1CRkSmDcalrhMaZZTTg64NKtNvRnJx1bQAgivLSVN/XHeDFm4mTZNcIXv6+Yi240JBzbtO
sthe0+TXHb/Wb8Z6Mla9Er9oZjZuSalllImflgJCpERP2m/e6KVD3m6ySU38YbSZaqev6D2TyVAs
pSIuliRPjcuJ7QmCF8tRbGNljhNuTj97LrFt0iwOwx15ndWWnM5XZdRuLOTfYRW9p1P4GppMdPO/
sD1Wo6CkjFsjdsinn3VCQaOO6WHbyQXxtlh2own72zAR2i7hz7dG3+1ydNWTKHD22KYES47p2SyY
V+nn/VItlMnZ4J2ZjQTFXcSvaEps+Nr5nT8XwgsoRmZINkfY2QOF4rxGUxi9mnpFhqg/hmsr4PMX
lRz9QJ2HWzMNgyuydeiJNvmE6kw0IzV9CESynl9nWhSg42D9jgfTWqc2X1Kle8rFUBg7IlHHNRna
10X5LDeMVifZc9JlyBx7FKUyctePf4X44bkfq7ts9M+9abbpZfzHRGByqirhdGqd9KaEgHssugjL
TGkugzHunSoNTJdgU5QTkLOBmL9LBoX7ukqey4Fqh5mwitdJFfLdD7JYjI0SO3TRmeQqCYiyV5YL
lKnVJQrBG9X2qydiFQ0unVYN+t5fRA7D2Jg/Y5s8M6MHwM6UZIGO+bqc+D7CaHYBZnXxXES22EBi
huKB6udC48yxAYar78b50Rm0+tK2hUQRvWuJd2vbC9PwkchKUzb3a8xUvU38pHhVFLm8IdPkqegp
jlPndyZb2+Rl+FpAnFuIIb8LjGaAEQz9xKvuPD2CEhVldzWflmLmUyan1wrJ3Iupp/tEhSF2AfG/
mm38PkboAPVZ/hzqGiuKVg+g6BJ9pYO4W9iIUpZpIJ0FVXFn0/lcqAHX22QxmGvxQzGVGzBp2Vqk
ebzKQ3J549jmFo5AxnM5hZ1ISOnSSGPx0CITRv1lolZglSfYeEyusQmA85PIcvMzyFe8Z1DSf4lR
uQH2Su+MGLW1hTFMFIa0gFCWLGlJ8BAaMj14YgtmYD17xmiIHTvtL8lzfJ6MQob+B3UXk4ZEFdvs
kDjriraxmx7gqzT6F8YkGtJtYfs2/nTZC56ZQfB9yqGprUD8+9yLRiHjJByuQrXO1vSyIdrNwtlC
UGpFNITNwNcEzRtLLGUiMhyhlb1TwktbEQ9PoyUon5qBCaGlruhw7KrXZe4H700OLSLU6Z9L4S/P
0teiCMAjmK2T6iGO6K4U1ybToqbK2pbSoe4k+BXWts8NaMFuOXTeML7ame7I0vTAnQRQbMuXSSTr
m9yKad3pnH4CoU60S4J3CK+XQxqzF0q6h4Sy1oJqTL3US89ahCEfrbaDFMF3k0EsVIctQpwAvU31
FFv+a6XKpPfRj5M0rLaZAe+m9FqyRXi5aSLUTHx6Du6XmhM1SRzoHZB4l5hEaRFZOXHLoyjPyA1s
N7GWFVeomafNHBHz1OZzKDta6YsUc8FrkROJRE39w39y+fHciAZhHC9bsMgsXik62yqm3wqFEqX/
xcB8tJFQxJBOFdprobeX/1PbkP9VvjADL9U3vrCX5D3s/qz3thnzH/lrk2HOmwKTWDsZ5YhGA5j9
wl+bDFP9A+SWgcmLVHk0fJ98YeYfLPsaZka4XPQLcS3+9yZDkv8A8SXITyBljD9osE34HWvYPq/G
1NnHECxj2JZsm5Zl67Nv7BPRJRyHMTTqRnYodtjGbU5JCJwdDlolwUlrVlV4rtgXn27Q9V9bmM/E
LnZPnzc2uskOCRMaHXeLBoSqH7CvPHsIMgwnCPNK0LcKwfXQMdTG/X4U88thdCFkBRcnFPx5f/Xp
0hSvSDXY6LJDTMxCNTVX8zY1xyOoViOvwM88foyTTYE7IzkrJ7e0l2HBtIRsiFi0bXkPb0Uyz4xk
V0ikWy/BxzeABRRUIktLRzGyJFqBmntNkDyda7wv1KsUF5midaHsADKZudt357NzqFoY2NgD6CnL
6CV+114gi4lpKUmurELQX0UQk97Gt7LHJubQENYh6BiqE07npn2R4T4D/z70lH6IX3DNjr6N4y2/
v1tHzwHfCec1cHBA5HShHjhU+4qCgtLxHJQqchiZkMKgB+0ZRd1tTBb5Ukz+sBwn4+b7Yb/6jnRT
sTFHmIahawfDJlkhxtxnWJDow4pCJS0Iuy5OMKC0fV4RTzlXx2adCwN0N/sf9x+FrlZJDNURCgXm
tquc0nT0bB3Ul72dw1wArrwowM4b1UuaPdTJThFXaQ5vkuMmjz9bUxAHbMS2CrYbYhOuK/sxxr6e
yVcmZHSTyttV2LHyTt526H+O2r2Rsi3sfvrtbohfu+zE+/Pl5VhwbDE6K+r8Fu1fTjUGJjlkkez4
1lIxrhCcwoKLVoF/0Y8ydAsQQ9EMMEqWwCKcgaBb0V9H7CkIgfLwSVjrtrhK5VVQnifTiwh/ScG2
K1k1TYjxNWXti6Sq3aLfxqUbtI4Z7WydtRpacjXrWW6MFn082552+/3TMJtQP514Pr4myzBl5kIe
QqJC968Lr6iHS8yYnATT5ILAyhWaAlJCrDl4ou14W0r9xHOvzKeowzFtNhy2YJKGYHxwLzUxpegJ
Bam0OgSp8CUJY28XCB3DVMExvkTmHcbtJreZDttCC9bWZDrfX/b8kB98BJ2DqWFgULe57oOJiuiq
wqwyY3BA+tMSUi804Mwp0epkAcrr3x/LMhEM4EPmdT+koulEvsuIrifHClFaD+1iPnyi+c5Ravdy
t/p+tC/eO1Yxlj4szir9g/n1/zQFj4UGXZe9rqM22gVpGti/EKcvUlUA0kqqh9g0l1FcI4+yTrzy
X0wsjGyS3GkIFllxsK4Nw1DGZSO4RALZkOI00XrsDP/EGvPFKCzstsF7yPkcx/b+9SHFJz6Ra3QC
EswXbVaiKNC18cTzocw/5uABIV6MU42A4WmCLNgfJobxnGkt0jnsiq6FzgXpcuBqrQLcCFUAGSRX
mRRjyBiQvElNf2KS/mJtEHjDdZ2JU2e7Mv/+p29xsntaq4iaHcrks5LtpeT4iYazw9VWj+OZL0KH
J/jEqF9MBkJhd6AAKGXUw50JbToU8ok/YR4YYgKeFJroNt45eIQo8egTe8Xi+6f1yxGZVU1ZRXMo
HxZcYqWMoTSgZ4pyxBk6Uh+Kyh7omilVloWE2meKbP/El/vFy/9BbhWzQZ//zR/q080tvBQncDeM
TqpciQrqm2+AwOzs/NdoaSce1y/H0s25qmTzMs61q89jeXofEB7HWKgqVv0YSm4+ANA0Ijh7o6Sc
eAW/Go2RZFuwx2W2mWfeT1fmNSHncB4QJ27vu1HtkcHlCDOIjMDdoJ+4jfMrcPiKUH1jp2fwfybS
/cE02R8QHFG2VUO8NipWanCCiGi/f0KOL4kTJEHR8Bh0qoP2wUzd+lPvyzajAJLRXZE8d138ynmN
E7YWnliZjuZOKL9zGVGntGHANjl4MMLS1tq+xr5i6yx/uIv7Tdv68NJi+WGsCXeslGlbk1VRG8HZ
95epzPuhvbvJ2AatS4qfbJeY2fbvZjDCa0DnMG8wwrepyu7rCFDEgHPDIWEeyx7JHLjiWvwgq46Q
ZKea6ntUiKdejqM3ks9hy8BbCLa02JkefKvegLOp7ivZ6afmXeXtcAtZX49evI5VVP2hhGDkP7h0
tqNsBAxOQ+KjKvvpqY1Ka0qHrpUdLaa1N8uD+9K+MfCh0uXUCW0I1ZuwzfuFLUqL7rb+i0wLCq1j
fOqTzA/TwZeAfW1m1tgk+FCP2P8SSHRUFNPERIfItXXDtJlN+dKZHJWYRSxxNTc5aJRo1sqW4W4O
veSST3Ym7GAn6V1wYtN5tAhw4OSQqAomKp35+GARgDyMjEmJ5jRqgsLjIJhn42UJIr3sKwN/bHCW
FsGv77+NudB+cA9oTtsqWZMcDjjtHjyIqm8MahJaoyMrObyOXx0HBN9/yos/eWdAeIkFRk4PGFPg
1sbKnh5SY6fHO7mmMvrQtltVeg5gk86xocXiJpy5qP3GJzeBkEST6g3FGPEnTjzAcTqQx+TOCzC3
uoW6zf2HaPzZBfRDb/r4cqivvr80qnpfXNs8kRhgY9g8zwikz/PjJBlKhAGY5aba6PKZxOnTFO+j
dZ0iMavqn2WG48gA+/4jT849i1PrDwB/lGLTgCOM2FX9g4I5yi9vdOSTYfNktOvGfLKKTcaxNl9D
DhntVVmukX4Ct+qcIllCJCikpe+WxrXfu1WzzesVUH0v2iYaMW43WXsjEcaXXHbquVa85Nkl6NWf
Q7zR6KwZTmuQCgwqzNGehp+Jumqbxy64S5IdalzRXgDlMgTwLhE8DeFTN+ERRBl0N+lbDeZjuATI
ikGw99zxdvaUUWzrcTE1CJmvm+pcJT6qvM9tJAE8Vz/6twiba3ibeW7or+Nk6ZEHck/waCZfB9OO
7Th2ZoQp9eTahYNZhWO20M7xpFHrqzPwmbS6+3vTuyvbpWVeEMHI9kWytvNWFI1jaZ7jYrDkTfcT
usCAKRRhdgNR2QG4fUGeptFeyeoqjUGrLQpM9NIZVuwIxIpyHXjxKmy2U/eaBq9D5o7mAkUpOa86
Md4pwDewdAqZMZb2IhuX5TbGvQGAonO94Rz2uCJALW+H2b11YoU/njA5PZm885SW5Lk/tf9MWaxO
aUbCjRPkGvIfBZxd5UeuL6WPXZRQdWReP7EmfvWKGux/BZAsTbeUgwMUlqu8qoZ5j8/fLNMOyYWV
YLk98bp8VIX2p0N2vjIbM1VmZVLkg6lglnWWkBJGp++uUICDdDDUGzJ9cUdOb/DBLfm5qH6M7e2g
v2v6n8Q/IMzYWHPxVt4GtYPfM0P/BjWgc1rLhSHQkJ1ur/vZfBYsldoxrKcIZEvWul33FNzMYp1b
6Twl+BhZhRvccGjR1QW5UBOsTP/MvEyx7xmr4Ly5bIQDS4MU7Iko7zUazV15pwJopYwPzzB0Uvjl
N5QUchv0yNrfdclF0W4INSRyYQutNCM07K1rfljhXQbTbvxFtrXsIhyCCwkEhJeerv9iLOnhhMlS
Fo/F9IY5XHjnNTi8zrHGXYiVuMZI/FRVuyLYqArmLmfo7qgIWOaiQXgzrNvJ6fpLDeAr2ZiQGsqV
bp3V9U/EY82NNz3myX2qDwudt6xTni0QLk3anzWk+HVAyQ3pBeubXlxpNeUwDBFVed2lZ3m7MdFb
je/ff+NHey3OjPTSqXEwRc5/3X+Um7xJzBLLuNMbRBOJsHsTFRRZSejnk4eE7fdHUxTWGAhdFmeO
g6eLrEy9q5EuO+RELyOdKl5fQoA0kYQ7GbCS70c7PtFR8qUWZdmQuHhj7YO9cRXXs0BgHJ3JstD6
UdDHCoyBCTsLNmGePCM2Bwzb8RLl1x3CRXFi+Znv3sHbxDaZvaxQyB5Bhbl/dyOzyIM25nqHyWY5
T0JE8apdn3hrvxoFeQb1ZTbLbJkPRqnkerJiq0QZm1vvIUr2BcSdU4fwLx4UfrimwtWjJA4xbf9S
1MTuNB3LhJOaYpVMlTm7rXF4KmTcmdaknvjujjdC81gUi8BgCAobB9uyqMzttO0Ai1e5gXpcOrNl
ymicduDrkrST4QkzraA4MbEfXiSJTToVc8r+VP0Rix5O7IU3lQLbv6Nl/c8i70FjWJfq9FqSG3Xi
Ag8PHgzFMCr7bo1tN0bk/fsZdUPm40SjrK3Y7SXLaxEjXjVK+36WsaneWRdWjqmF4+r7l+Jw7Zq7
AhaXRm9AY3/5cSj5tPMm3FNT8c/U+H6ZaYm0iRaQugz0OnBwzN6RJ8k8MeTRe2gprJa24LTDNpuj
/8EDqgUy0KvOpLBOt/SslWhfd6Fj9iO+Pvq9E1JFMtbUdduWxHRMyon34/hbBf7HwNR12N1y0Nu/
1WEi4ayL7dyxcfea0Yi9MGfbVNEJJgDSvv3+Bh8+uVws7yKLNMUq9tKHmwPKS4ZHbm3hyMNV3UNp
kPHDWCVKvqIxgxXgpOcm+/X9mEdfqsohluKVxvep0rY6uEK4GM3ERhaQtzVU6IwBgJuYbZwSq+Wy
KtpfcZqHJx7gj9LQ58nNUudqP0UHDgGwFcXBy4KJXlLy1kud3LqewhXyMeLYLqzq3ixBHVfSQi7Y
MSKSrtA/03kvkCSnF/wDyqypf45RqUhQhOFmPwfdPUpC9G+rEOmkKC7a/JJfxzxye5sjb7cwwW/z
39rFdavc8zNwrvIDxJwkWa8Im+ePSimhn97FlN9/f3OPHh+u07QoRLDhm0vXB9dJ2phORGWcOWOB
fqGvpGVZ6NjrBzQnwiDM6vvhjiYGajg8OXMbxbapTMzf9acXFBUI8pMgDR02BM6ITJ0NhD2zSVU3
SZJfE3npy1oOr7tMv/4PRlYYns2tNpfL9keeFHwEDdINhxT5Pwn3ItitF3T0u0BaI+NakdJFfi52
IvvEwMd3mEumIEjFnM2Brh7MD60axrVGPh9dSnk9ynMYYWhy2Bobe1mkp1ayo2aExb3lvir6XHuh
5nrwtiSC7CHRTAMMkZpGVe1UFWLstB62ojfGHaG8q8zush2NMt8xkhoRj3+q5vJRGt9/e2iY0Q+l
2sxnoRmzf7O1whRDWg2Do6GnSaFFyhISi3ulYzeqIqjQQ1fGnIGowP/RSXRP6bCGWx02d5ZseeCn
HGq5HGOScccY9TecTjJAfWRZqON5QTJ0N+AOmpVsXNvlloM951AYIMQeom1FZUu2ZvlC8wVkPS8T
v/ISKgCxKgocQDGn5KEPVw1udHY8C61gsAuPHw1BFKrZiWf+q69EzN8+8whNSnoJ+3ejixTLT3Hi
U4behcqA1UGkzXnCQQRrsrLsM3kBsEk4lS9u8gY5mEqS4YkJ7WjinpvlyAgopIJwBbC6/xlkTyAx
mzgKKF0iLSbImgNqkaJ7MAfTh7UBy9+XVt+/csdPPiuxsIT60RdmHt0fM7FQfjdV2TpTMzltC3cf
SzIEJp2yiC4vvh+MJgY/bu+h0yh1USxGIsGwrFL7w/VZW0291DeOfKO95bfMLfIDGDaD0FL/BkOm
N7r8o/SW4VelnVkhPbvoKPrUiyFeqvGi1hfy/XTub4fMUVInBSUo3vm1HR5b+wqVcFSuLQUyecOE
DZhAe5mJLzxC0lIVlFi3xEqBO0gqN1Nv8/HnAAE/GBc4XnN6otIylZccjPgVxwt2aQgiUbsgqrtO
HTR7aMNLQfXBFeqS1GIrc8x2M0MJyKPSNhK50JQyghWUnlKsvWipQVxk1+1hC11k19rVdN1AfiAA
8Yf5SOwFCoSAaA5po2QbAj5sfa3775kF92BN7Xna2RzpuiX9D4pa6h16pNzYQNBI7F0hVlW1qqJl
Q2ifvC3qVaOsMxku0A7Se4PDw8ZdvOZfogOD5DSp67HZguWdMfP9KnquoyvNPyMBIlwQ9hBcqLvh
qf9F8PyzupYusj9hvnaxcH1x5VvYAy5yrcEatYqB249vVXlfxG9hepPCtiDj4xqlvK+cIZAny4eE
Vvs9uJxOzNBHi9L84MzoYltm20oXbv/BkRKSyVN0jg56Vx4DuwAIY1LU0Wo0LIMWnE3wgJehqfpo
v0pje+LB/fK5pbvBwztXyw+LtKHIB0ttlcYhmtzNq2gBcsjpx24tQdjg2xL0cjpIBDiNEAh0afq7
5wIu30AKQM3H1C2K9fuXr3DBkVH5PGpSfZYS34kxpr2D3kJVJBtODHY0D7Evp9AjWJvkeTo6mBOs
MDAbswYZEOmVv6lH75IK/QrBGuqWMXnxGx6GaESA+/1NVucT3MHkwLiIhSzWRYtWwP5FpnFYVvgD
GyeNMMAonTrrNzDWAHnW18za6XkotFkDoSzRDwxXTWKQ3tKFypIe6eSkbNPcPAnOycuqnaxV/8Tu
Y52xb1NJbxJdsGpCVJJe2HjLZg5X+P7jH981thA8nPMOHy33oVoDa7XaSTbxap1UnlcCXV+M4aRn
z0iy7MxRyR/76MTxfv4m9u8YY6oQQmcphbCtg1ULjIRVA70t2aaVxEIIoPBGe9aV6jmNHIlpNT0l
tzpaLzQ0FNSybVWBtU+7Yv876jx8XXqHJIrCR3OWSK8JgE6rb6VdP5Y/fveOzr0gRD3zY6igw98f
K8zzribrOXck1qJ1KVONA4vGPEO2EaLQzLftM7bF2Ykl8fim8uzJCiuwahmUOg8OxnY4sxSyHFaF
2pV4+2sXuY28TjyVfG8FpmxEDPj3V3q8/dB4YOaaJ61wWo/W/Gp82nNnolYA5cXErA4dISgNVca+
o6ZpTK23zVSEvI2R9OBoUfg2rVpCP+yDZafEvz3NgqGfVVqcVckyODzHtUUMhanUUkeOVeCQ8DBS
O4HMHKZLryQxrOQRHgxiRMR08/0tOH6w9kc+uOvgAFoT3B4jm445WJ7b2aENI0KYrh+duN3Hi8n+
WAevTUH92WQ6S526lJ5Hi/N+0GrIIEktbnZTc6GrUbkiFSA4Me68r99/XRmXaZWpgCoZis/9bzkN
4ZEUbUAR0Fdm9XMNIEHK/BN72a/uJNt6jhgsFKgiD15RfxKRLwVq5sAvmUP0DPyZPQp/fxYiB6fE
Bl88uraOyogHVzMF76m6f1ERjjV7ykG7REPyFhrxL7yRmJQV77Jn5ci90s3ZUweJaW7pPPobWqEn
Vmf1eHWeP4JgAtTIWUDZuP8R/IpmJYsjsLPuuQjmcnpmBvTtEdWDfAEWVnXheQ70d9Hoyos+SqBg
aAQAM/UWMW6/i4rCxpIhKrdtBWD/iD0nkdLFMpBwigGC/u0Vlg8M644HjaMXt23/A7eaiDQFWawT
RNJV0cFk9/ViZVQxmd/jinJVTwQqGaa/+Yrp9JcpCSHGpeQujIM9lCV5mMDrKHZmVMgKjPKz1A9L
WzcftTS2/pPB4GERlMFJnhrN/iXm6Pebrg4wH4SVz+od09OIlZ9tATGXvu3vXhn6SBI2OLzxAB5J
jdEt4YsJaHgAj36tSqJWCsteQ/FwMgUk9O8PNivO2Itqc2X/4Mq8ugVPAfPCoX65wUW9Fp6O94P9
Kc4Y49f3gx0tRjiHTboI7MdYb/XDt2uUBkRtoDwcON0UnSKiqkrbepkZD0pqdts06I0Ts5RyasyD
xUiCTmp2IdUQy0P7AE5qnRfESeEek5/amiCraaCNTaJYrBjDUgmqjR+o9lnM1n2ZwbSaOJwZg6Sf
m56F20MzT+hWjnZa3BPEAtRpaBgZ8qFQbRjh4lCOhEVVWBL5lFpypTavZe4Bu2/Jco+DayvpixOz
zPy17k3eiHv0uS7PsPMZ9nB3OhgQC9QEyi0v0jaRpleQQafq/x9t1H+PYlEN0gx8h7OZYH6QD9VU
FtojX1XBbsdJUKzkMEfYG1CeltP+Bgt38Qob5AYbvrIZJYChra2813H7NOrTeRAAkJT6qZg5fy9M
vMW2l2fen6Ld1RVG2u+fzP1F9K9PCnKGTQLlOh7zg9mEMIKq96QgoippXGp2umtKD/BX7UfbgjOu
rf0MQv8iNEb9xNev7H8TjKxSQqeiPqfmwKg4LKcHma+3tIN4J8JmE4HYIbF73FRlkqxICFHXMqro
WqAo9hQ/dMchcEOI1Pk2E1X17PfTw/c34qC78PF5DJv6ybyso50UBwvuEEm9KePHwRmFyVoribOz
sFmZlWvXxOT5eb6eGvsJ5Y28SIFrn3hf91/Xv4enaKTj7mCXfKigDL2WaLiI4bsaVQMMlR8SXPBJ
kq/hAoBw6aThxIj7L+C/RuSUJmjaakcHtWIAFkxTYQY+RyjUxGRekzs45RbM3mDUNmUHsA1s0F9P
3P/3P/9z3tH8v71Hiz/JkHl/+Ww9mv/AX84jydD/oGw3914tHeWUoYp/WY/m30JOh1iDDjSeCGX+
rb8NzpqK9VmRjfm5sZB0zAvL3wZnfouJB5U+3++sB/49g/PH5uvfM9qsIzNnaw71TA19mzhsR5Vt
KhnFAEofRMA2EPG6sFrEQd5SR6ehzu7CWyTsThePO9+KN2lHyKeJIgFGgx0ol5HJ8iPB0xsfOqif
Sk1E7WAT1ggatAETg/ffkqQz4IKOrb3rzbMNynEoWxBM/mMRV/dtm1FoBuwRRBulkpfAV80op8g2
zfugpeRR9mbCgObx6OsYT43KmXI4A+CJPMCUMOvh7GsX8TbS7E1lgKadY2btcKRPBMJnoWbRD00W
T57d3U5BsIbv68Z2c26ItRYT5p7GTsvPUfrK+fQQXP91Cz/7q/b3+cc39mCZBg3cGalXV6umBGVJ
Vaw3rvU2crFJrr4faX/CPR5p/v1Pp9OiLOJgKPgKbfVaUn92yolwc/34UubjL/IE5UMEYh0MUJpS
VqsR5D/LvwxliqjW3RSzvUCdpZPY8MMnSdkuiOMoY0Qv58RVrGLVcKLoqrHqZdUQdEyGZpUEZ7Uk
HKN7bLUaLeEDmxDSibxF3RA0wJ+Pmpx4cVQt5Xhhz1nF2H4RtUiYJckyWOL0XHhj7o5F7s4oVqin
bkWexSTFmwxI3gxoysVZCXLy+xt8sKTNd5gbQEOedwTaBryB/TtMWcD0ip7ErDmFMsjD9fAW+VRS
20c6xZuYc1xD1rGJPSlBCsVNSVQEkXy87z/Hl9/Dp49xcJBKZTroYKWqVWRDkraRIpHto5i0GYV6
4pli6vm0nTq+4oPtVF7oHQbqgWlBm9CUyQtPoOSST13RwdnwX+OwbYP/wEFLns+On55dG3N20sTc
2Vr9ERRiG8neIkG3Rz9zLQWPlX1hYDloSK6X29tJ2lF0cuvpUcW2O+nc64LGj+d63qvX1SeW0f0d
1PFHO9hB6XU7dHXUkmBqCsiAcxwuOoRWXswGE78u1x0cCKnzb/+TL/nfd4SZf++OQFXzio4vuTQS
FDtY49RoWRfdKvF+Txh0fIUHU1QGjb3wW4Yah4wKBPC59MTJ73hqml+cf1/MwcwRtKQD2BUj9ONz
Zf6o2xNT09dvBGlUgjEQyRy8mMaMFI1MJtlWuWrGtxZxZ+3D9Pfevv9Svnwd5paYjV6MNffgdQhN
vDZpzTglVDm7WxftgzzdfT8GPeavXjqLbZv44Jd8nPw+vQy18GVZJiJrlVYxMxzUsZGVLrS26oRN
F4N8RrKvNUG1TftVaJzX7FgnH4ibqT0Mfsocav5SRXgV9i0BpdQnIUrdd01LanJY1QuFQyM8NZwD
HvTSREAdv4d+RPwImfJKDJIruJLw6adtTAQbyHCS1Jp+JbczGhd4uPkml++Szp83izOpkM+UYNdx
hCQDcSFonUGt6NH2au+1fg+Dbqq2jagXkR475WRvu4zPb/J2l7w1ko1BMlv5E3kqacQUXmy9YVgG
VBdpAGBkeCgl5Uzrok0it5uGgN9CdnNMoWr2pwyzn2jiyvwl9O7BENMdtMTbxlw36q4Ph5s2MX9F
re1AoKIEW7leJMNB58ZFaES5cXVgngNNg59FsxEsng6vyAJTZfTXFfEaUv9cxWIh6dpawKzIi4lA
kJge4U4tbZdH5Dpt4l1cqxdx+Q5NaDFtzJumfIuntcfaOF9CD0beQ645Srdt/pIZb/703OqPVWyz
OOH0TK89TAPG2Dr6QG+yn5ypoJfaR25j25yIYLkACZ4GkpkHdd0H931Zrso4PzPstYqKXG7JW5qi
y2jsV2qTX8yPixS+lyFQdjlam3pwy9fjQOdftqwUKVYmPxcXY6C+W+2A2tS76wc/ofgIVdiHkYU2
/pJQJwCmfr/Tuv6uKPG5mPV6IOIqgAHDAU2tnYIs6lbF2CNDZrX8BdhQdlsbeZaTz8sDGYfRQMx0
Dt9ERUUFu3FAtiCaVynlIBowj0vLsHwf+I9ChPHgvRzrtaFhYKCDD21lWzb61vTPaRMthBlso4gM
cUTcvbziniOIc7rmUpf/2hEk8LIlVK9+BG2B4M0QnQTxIniGHdB0P9Luqob2zD7EJrcbgZ7btK9q
QOInMiF1hzyil69lishTKS1hTN3mabeCB+AMBcHwWvcU+aR4aPoiB7A+xciYWqRKsBpJosAHazMf
Y1UNOqdEgi/yZFeZOryf6DnUp6vMyHewRG/r3rpI2crK+htCyDNTCMxswbpp31rdXqRZ9QB6zfHM
+w4jTQ43ws8BsP3Z68FSLjqa3dGmQn1hNASzV/WdOmVuIE/0mCsnuG7DalFH74qnUxhnPZyTS/j4
JkStxl/rPZlTHb1qnLyNHe5gRi+VOKcStjSm0YkUyaXCelEkMbjC5jzFVB2oxeUA7qfgp7Wq6lr5
VU4SaAV/jIwFy2+u8hguStvjP8SwZhDQBfdzjB4SwdkBTmkrpTyQYhUXz6S7XXut5gaGvspRuFZ+
sWwagNrWXa/m0G4xSsomgCMP4wHRXiDT5s2kWi8NP7mpUrHt+5a0Um0b+4NLXPwqMaQlFKQHTa82
RmSgtu5XE3i8LHDTMXT1kuyC0bxKyEMLCDDHOFwQrM5jmdZb25wW0phuptxYVsm0nK+QGII7g4jW
Tn3uet+FOSNA5PPlFP2uzrNrKEHbIEufrUq6CZvqbKi9CxXHROT360GCsqcuSyAf9fQcqfFM0l4I
pmtwxm6HVJJ3rCGOUWEgBZ+fnvZb3UtwlOgbzWuxHdi8wt1Kb22XwgAkaNu15Gs2mlQoiMGCvRlK
KprkaENeLBkuF4CuXUK3115sngeV/whRYg229yJVf8mDTWzPdWATTAVAXkIXASpGhP6NqXY7rXwG
1X1btcO26y5pSTraaLsSwPNRzUBpJws5o4mFXyKJ16Sv4HIbdlIUPVRetoxIM6mM7kohtHiK402L
tgIhjKtKYJTqu8rvNt+vgh/lwb0DKYdaiu7YogXsI+WwaSqNE4ixNq9IZ8vPIqimBtRzoRbL3KKY
oSarNONIqFJMxhEitSQLyLarW1A1O5lQLyYDELdSACDVPPHRjpbng092sP02YytL2JCRYJBajlZ5
VxCbyaWZFqJ+SPguKSetmiZxvr8hR1uPg1EPth5aiwBorItqJaGxsfUHYNprHVH896N8mCaPbjtd
VSZm+qp47/a3nYFZQwJQ4SAbZgGf2NgIid1221y3cuXmEoFag+0qfX81bwCioHZHFevX1J53JfGO
fBWJ5hZqSToTnq72XG0IhxPBxxk9wCCm81wRi3CvU34jZ3JRYQrX+KmQckXwfzk70+Wqka1NX5FO
aEhNER39Y2uPNhgwNhj+KMAYzWNKqeHq+5Hr9PnYstu7OVFVUVUBOKVUjmu963ltZo1zGpwv3W0H
4d2wwDsizJEIGoydOlpcCRW2ZDgR2nG20atsZ4iHOtxZlEXpwDl7sPK1N+yn2D5IFHqt1X0U7rz3
rKckiz7Gmvy4zDnHUF/sqHjQZLaFpPExl/4u94v3IaF7Pxq+xI6x83wCubX5fSimwI1R9cCrHNtx
X0zzZ6np21j1x3IKv0yD85B30e3M1UQ32wO07iDnNla76e8RcEsP6SoqmqCrsq2E1JywkVgpEzq+
pAd9BhO88eWer1h/nBpZAsN2wnuGYXmjsybG7Weh7Zcwjjd77xR9PH/pr3pZHVh7Q//Cyfg8vMkd
wiDI/ByMIrlIAHUZvn+0LhtQlq2gdcKoMun39Sm+SQr7XYf52PMQ/av44l1V8Pczk/Gxqqc2ieLu
f/8vqIT/83//T6rR2e86PFULulCuf9TyNP/5WfI/9MeFeHj2P7gSJd30qX9qp9snYGn/PEX0VC2/
8//3F//NULybahiKjxW06uWngbAt/wwmsub/MZdfsBff/8h/4Gx8Fn98/iP/5isa/r8olKBSgoTF
s4L2/8YffZ/IJGFpohvkOVGLMOX/HX50/7UkISE3oD4k58Fv+U/4Uf/Xc1jZ97l0UZvLbcX6G/LR
+eoGkslxcCRfkq38m2TB6gKXiRmuvqrlQfRzffTYs4I5Iu6Xh2F6Yfl+rSl6gGJP6B4mxXnnIxWq
e4leIZWHzurF0S2TB2PUddYxkNp/fIBXQn/nG8U/L4Xinuwq0wN81CqoEWc5i2UWyYMuZh9NGHRB
TyX1ztVcua9QTt1SMt28y1VbP+S9yO7fbn6d83/u1CXXwdwUYkmGnb/pXEj2y0GXB7fRxs+z38s9
lh/pHuO08N5OyvQwh036iA96euX2Mrtu9MnaYNZQXdi7Vpv5v3uCBCnSXeplCPKcP0mj+rrXTD4v
OTuZETWuu094GSH2j52CSrkC1MIEn/I6Do32xsek7H0ZxvFtOOg9VNuJ43UNXvcuc8olG99RNQEK
78tkZ+5RDZX/DzvtH2rpKx9ueZz/WUqfHxfQKJlq1+SBX1RR2mOSZ+k4dwd4gRiLmgqvQ4zlOVCn
o3tVudl09/anemVMui55MopBTAqa1oHFJDP9EZBfR00gvqSl6RFZCoWDgVx3SV5gLrGW9cuhJPY9
AE/eolY8/xaTT2mZ3reMCkjqEhVTmZ4qXVfdFu+W4sF13XLn4JW8sHeNAnOwdvY+59ws+L2zVX7I
TE/NCI6KruU27ERf5xKUjGaEhr+zY4WpjmGxGzpphqjcwtF2p09jX+5SfGQRsabZDDqf8rriwiB7
2YeI2QSpC0G5FBzZ5b3/2IHKPFEw9aAUZhLDWvDu3JtSJFnhLMMLp6TzzW4ZHzTloFwlduN5wl6F
BKVGULTPKsZHorSbXuD1tRh5cB+Unvshdjjw9CVM/L8dJAwRgS8OKwl4orXIIJ46DKE9kiDmTIol
zR1gUK6EhGj0yf7tpl6MkaW6H5c00tsueJIFxnvWly1WC12n2sM06sOVHG2o8PDtL3yx11pBx4+K
z1yST2sFa11K0Y+l1xxKDCPv/ND2jiHG5d2Fr7UK2/O5KOtiEi9aGiq7kM2dv02LTX2aNjqacwm8
6mQBD/01+XLCvcFq1Xd7UvWvEC8uscU5xcE/LsOfdkOiFNMgjrde9j7tIyIEIrdxDMe3F4LB2/39
zPA4m5TLNurCZfIYu4QxV4PXn8Cgz5UBBEFr6h38kfJUD1L8TAnYHOdZuZs5HslaO5BGC0W5wwJE
PmYemTmn742rAnOuq7msmuuuiry/iq5CItTJQJK2RlK6KNbW+CajGFos54byoIlZD9JW3laqxliR
qd7N5sUsyzK4/uyLpTmPAwlFPiZlamuVpd93RtHqdnkYqmTnGrUdKKu/F6r40mYTJWLEXzJBnVxh
koiZDYrq7U9vf471UvL8BCRrbXjUFHs8L6F/LCUOAXG9aZzyoLqq2El/Kg5ZDGqfNdA4vN3Uequh
KTYZ5hhKXVI1a8k6hi9JzU2sOCSOzY0I3muMpVqQKBAMTeNeWEKWS+J51y5JZt+jWyk3Jlp+PhPg
n5duak75wXBTSumFNhYIVQ2qelAFNB87b/KOunQsC7gucae3X/W1xp8x3uw+WB7pq8Y9D5JL59X5
wRKZhiqknsxt6irzyixwtaMgVQYV6v0fBD18/cJSs16x0Vws+To0Z4wtrrarJSCaEH/pRpMf5saz
3xtOnO2Vp6kPdUTNPySk6UuSmu2FYfSiUWTmqN18k40Wxpu1mtQ4RHhRY1HVkQ6GOioG9X5mWDFz
yqcwk2AJ8WGYdn/ZyzTqossXTFkBWm4Z23+M3TDvfCOLdfMwdqn3rm295IjM3TxOtpsep8IzDinQ
8Meh1IoLUJr1cs7S9Sw4ZxlzOeY9VxX90TI8a3+upWcesjEmBssMfmd3rXlBTP9KKwLBIj8eLCHS
B+v8/YAno53xYuvgRVLhgeMZpBrG5kIvrm7TrHnI+JBLOcxJwlAv6q6lNyNZMlJia8C09wNU5I1W
GgjqoypvA2FL/aoHwn3EK7Y+uZiBX0sMx4jlAQks9C6/weSAhMnb3/bFugQY0QRExTEHPhkz+Pzd
8WQwihKV76EtGsnyiMtDPRJcBwF1erulF728nH1Z7Nn7l4oedxVtaidCP90cm6De3Oo6N/UYasx0
iUj4YvEjuMeh11rGDXK9NdkKgp1ymoRWrAYguvQT96An8GXa3hTHTrnt/i/fysEtgGsf6x+XYNRp
5/3HeadJ5lnkh9o1siPupC6yOOgbb7fyYp2jlYUVhVcAZUDcjs9bSVUZ9ZQu5odursZf1Ww47xpZ
EIpOPSe5cmTUXonI1BOEb1iWvN32+sqJlpwK9uca5IVmsT4jcqxWw4Dr7cGWKmw2fecSIU0N6j3D
ygIhWkR2xqkHZEhi5hHld3B5P779CC8/6rKTLQsfS7btresjOyFnFh0jP2ScRD55XWsFddgVxGNx
TBz6wbwgNHyxyvLKFOnytsiqGFDLUP5j2Ulqx9MKr8oPRYJBUwj4BlfP2PnsZUa+z9PMP45t3B3f
fskXM/G50YWDtcQrQHCdNyrcdp4srcOw3JP2VrdqZbOj9TkZr0prLvToSrrIYrRqbXUcX4qwHYu0
56EJ/aoJxlkav3qM7oNOq+svleMWxpWMx+kbB+B2Cganr9NTZsXZhbd++WlNbh/QXxyQEBA9l1//
o6tVjA8kRwbSsAs3NPP8wMYCFToN1ixaVl1Yg1+sQWTYuRo4yLe5brGhrVqz9GkayMIcwqR393ic
u2jFjUsK+Be3A8r1BBMWPQ0qSfh65nkzpZlini40dejI+Ssc6Q1/L+pJ/Rw9DuNYxLgZIQg7rY95
X3rJdqCm50c2l+G1kEK7N43ETXFlm5H94LHE9eHtkfayF7jMcjoEcoI6EM74+eO1fY4fWyyLg5nT
1R4Ml71KB+3CzvJiEnGXtbjKwNkkJAAN57wV0Xh9rte00nlIm/qKAtx0NqetWHxju9b5YmjA3v7y
zajmf65fIl7MtcJYfd+x6cqhrJP+4HGSf0hCu7yRLgCy/6IVSuiXmvFFCLvqv0zqXF7MqT+Ede+f
bDcM9+CFnAtnn5f9hyiOKybgLSpbDLHaL1kJYn1s9P7gaPkQaFbecJObzJvWZsnndNF9mJvsEobr
xdBYOL7cH3gvInzm+jgQsr/UWkXUqAMWvi1y0uh+RYnlX3cgt2YT1YtB4Qa3hvOhkTs4ffF3d6ix
uGw24EUo8jdS9/btZl6sqJwaUalTK8CmCUFjtaIOKupizIVKzgKUC0wp6IzGtzGVqKJm/3ZTL/uN
chCTN3JRxFOksPpY3tiPCPPc5kBRFFSQGBcNp9Ie/4tG/MU4CDwa+8TqfVQ7515UOs1hUJYHJzgO
3/lRqC5czV97FZYHjvx4+XGoWM2hwUasM2tDgz1N6mOPRrB35L554SLz8tug4LdJAbA+2Daz6HwI
xKmtmkESAMjD3rsmqJ4FPTe3m161zYVh8PKFnmssF+An4AHqhM6bMjRriiOvrA6J0U44v2Xj3aTN
+oXj7dItZ/dgKoOWaxn3e0H3rbeWmJogAmlACPNoLI5EZbTHrC/CK0oRhtvEK6cLy8Myos7bY1qw
tsJPXeTV6yOhG2EaYwJoZQ6p4tCGrXuLWZlA61AZ8kobPf+qcJ00GOKiv3A8evntzpp+cSszJ7uc
0nyAsF/HuylHjNNNwtjFcryUon7ZqyjRqQPGS4Kw+YvB6NhZidZ6WSlcp3pnysL4HuX9+GRgU3nE
wEBdIlW8XHXJNVJLYXBJYd1dX7C1oTKnJu86giezc+W0RuphdO27OytKuus0gSOU20Wye3tmr8Sq
HMcI0wgbUhU5Ahhn68W+CdsQBzr8Pa2kUSgmhyJ/yLNSXbeZ8luEIVn8MCdZiULLYV2DPWFl455M
zHjXW2UTB6S151scCJt+U8566ezCxKuio1XAJvo4Ndrk7UVetTLAo9P+UcaoOS7sii9PPUuAcLEZ
oXSaUil8S86OchXGU6k9ps2x02wSxVMdwTDHzF2x4BbmFXxJ6nmxMicBMGTgE/YxXOwvdqpCDeU2
bJAALLfpXHVzCoMRj1HgJG938/P+/8ekoe6BcM2CG+bwx6FzXWQFNbp2ROhjIkSNtTyYaT7dhW1U
PTm9Ff2yopSzQlymJvIA06+z7dxnBkyNsZ4gbhjpgIu9V2kGRgVm+EnEEfqRUEhgmDKzJ/NCh1Jg
/3KOo7telmHiBh6Vbec9moSiBEBvlgeqBJEw+VnrFTvs7LtfDQVrcETqqs6CJAQTtUu10Xxokmh8
ErWV/MQ82YJdRVpY7Ep9AASG9WHZoGVa5OUp6xfS31JNNwRVVIKQT7rdTs9jkzdycETGuNfOs8B2
+vC6tjjQ4hojAC601FXiLe1l1Skb7WyX9YaIkDFq7pe0R7NkRvZXfJ3cKfDxot8X0tP21IEiIfVE
TrDDTnAhQFWna/nOV8K6y7waKzi7mqk0j0ITqEBSE7beTKlj9owIFy9XlJiDeIcZqW0cm4rjczDV
ZvKRnu9ve2ENEsHXXD7KshlOviIqFcx+K2Gj4mZefGqiUh93OHdC6Cg5FH+suNH326qyo4/CKJJi
p/V6b12jr5oPSZZhdWuoungYJmL7m1ZNvgFTVCHVqNIqvskpafU3vLZV7MM8CQ9KZjhBbWJjBItS
wu/UtqUuULtiyWqm75YAabul7HeKj7mc4vp9ixGtHbCqZAvwqvF+9HWrF5vCzTt4ESqq7XgnZINj
SdR2nggGEeXfelF21403EIYTmLnMx2h22w8zMCG57wfbiqjRwC7cjU0JNNkbsy9W2ms/tCa3nizC
W8XB4M6O0WmHgm/OrbHftWRKh40blfV9rorUgXdjl/nOTDqAmKHrUlZnObHzoIWYjf7GMswSIWLI
udcPbhLZ2JNWQ/NDr/1ZbzZWr3mPDiy1h3yk8HCPHW7RHLoRVuw7DPA8isCLyO/wmIFJHxSt8hfj
EZVhjjonPj6sizLrVzjNzRQ0Fm6Ih2gsFznP4OTWNhq77kNbSAMUTZGZCMYshEFZalG6L40GWok+
x0X4TnVDDsopqfH5MdAzjZuErLgHLJKi+02u6zCARsxaP+upnfQbrLeNT3rkGB1qqyIZN2BQpwdz
ynQ4/X483og+1D9PBnLGXWKi9GT8F+pzxO4BarbIkBiGfYeS2YGw2QZmnSydm3CEQlYELwO+VdT+
ikJf+17rlfYrzkvX3IThPTdHwLajh6aMeOTOEQqDbjnE86few39x09h4hW2EXjnvynYu9whlsFMz
i6q3jmFuN/dGO8wlnW7LAlpZ4tz2wAEdAl5GeBC2O857TR+o40hjj4s1JxEQxhYJ1M9tZrQefTbV
72Yr9bPdUMXptOMgSRHnWFK4ux2SHt6aoecjBuFm6Gw6PZpwoeunSCOXXyETj5o4v5apld4x0tKP
WaThjMj21vebWlUEoiqulj+yNg3LrSUZVcEI7fz7WA2uv2kxYP4IYsI2gknqqRMY7pCwNEU2DpGh
pya8mPM42oqsxaFwNPBY3KCqwmFAek1a7/04s+9j0+ysrV4b2oMMzfpRYlkJIkbHxkdEuGYGg435
M8ZOBbjpnv1zAUNhAO16oRszEpYNsHHM6UOHsi85aFwnxy2CuezY4FpVfs6dmcKtxkwEw0R1gKKo
DPGdg3JaaAEGftPOLq2Qmn+mMgzldOZaYJndsm9Ay86tcV+5CZuxNli1tYlEgSCstE2kfCorh82M
PAbpsEv0kN5d/Co92c/EXTFVf8/whYCT4a1dbwgBh/YV83UarkcS5F/NSuseLXY3FzyB7f50k8wH
Vj8682eozACE/VS1X8Us7AFBPCXCUJLGUaOa2yqedPClJlMiSinp4mtqQW6DVsqwqC7ItNvtY8Jb
uBsk4HlBSW9BlK+fJjunsK3RsqBJUokNpKXmu4kKjxzJbwInWMV6M2+lVbQYYMW9XsO1Kwu8Z0ju
oWVTg7Wg1bJoq01DJDBpUo67Y983YY33SKmBMuDrToLbyj/WsSrMQI1VctPNWu1sR+owOiBoS/GV
Imp1PeBR7lyVocYWZnpp47wfE6OvqDFJO3Mfz7HDC3gY5x3bKA7DD9WYFeXOHEoXTHLIQhxY9UDw
3cVZninUWebVYix96xiT+zjnvoURWGoCYtE5vGQI5mO4WkNpuPK+cAprurMKR007z0JBxj4gvd+F
5UdfWNktPdDbsEdolIzqVhJ/4ejWyRCOuQwttU0hXFlUMsbGOyG9VgVDEUdZ0I4sLUEUeWy4SJJZ
44qkM3+LqMGTxYr8DBsINjW8Eerc2PvGLBG5+woCZRTJQuwWM1Ej8J24+iVzQks7WWumcS06fIeC
caRWG6fNWPys7bSEwZ6x0n3UO13/SkKkdPd+nmOFNmZVYV1XCGXSI1RhLF5rdnlQ2kpa+nsLowSF
Tlvrxbu4tIr5SDW0bl64Qz2XhK7PZwQmLYMQKDnrdZa0n9yu1EN48hPD5z2rW+GSymvjYVM3gqLA
rCEiuyHN1flMGwq/OXlUuACUw3AnO8IZlD3UnDVKovHTJkF1YeyAy3jvpzqJ/C0+O8IIMit3f7aa
55T7IvXHD+VU10Vgpj672NvnzdXN8/m4+Zzt8ck+Ay5YnYj9MUWQ11SCapWwP9hOCz6hG6wLsYfV
KfG5FRKwHL3R3OE0uAq02aVvx6KpnZOec0QQA251rsriE4LTS4n0V5riPkYpL1X4C1J3dWunoHxw
xyRyTuFA2gOTdotApSTzdWXjHP7370V8yMQaHewzBf/L3fDP0HCjDOpPC+fE7Rln0R6Quza1LBY2
JJO3P9Sr78Vbob5xYAyss0YTDshqqjrn5JlQbAcx6tvcphCB5SW+EHxd3WiXrwXOjvA7w5yQ91pB
VzdWa2JULk6wLLL7Gfz30UhMDRShFsV7bWGZvP1uq0DBPw1aiAaXCnHebvXN2AYzF1qDfRrz6YHD
067L5L1GIld26W+KdSA2TMkl0NLrjYKXXpDEKKhWMZeh9TGlZtU6hTr6+WaWahd3lr9LoZbs+kjj
bJvouEP0obikaXpl0tkMUiIi0MNQv61Ccf5syAlIN1UeGePE6WR7yG2KNN7u1ZcjZole4qEDhYIw
zAvHQaVRZ1Cq+VSGy2nHbfRvSzQmiNk/LsyDly9ksRKihF7mAKnY5VH+mAcAgsqM2vIRUSOXJgGb
b+916utfvw/+L8RiXRwYCMeZ541Mc5LXphTdqctqoE21bxLFrH3s2a3mghRynQhnRAI6I0GLjIEk
G02etxXqIqsnVOQnlXbxVRhVxlWZN+J7W3UatTDa+NGdIjcwXVWhmo/8Yy78/s4vsv7UjU53JPVn
//UkoW89JLxIOihSWIeKI/RvykDtfiqcDBiopRkPpaP172s7Nzf57M5XJK/z6zzz7L8eSGSkiPNj
0coDWOsEcmSUkdVNtTpxsBw389T0VxySAP/Oen14+xu/HEhodmnkObuIDHW1oNZlZWeG14uTPpqc
+5EoQMKKLq2la5ojnxd3eZKm6K4X3cg6liX9Lszqhrnv5whjoqhOAsfROqoku3FPmMs8EbD3wJu6
5qPTqnDnh12LeVhfXel+nwWDATeKi7tByV+sbWN7SO7HwcJtZprivW3J8DDXRk01fNJQkWRrO0MH
pvb33wX/ORNpO2FddBurZYRgdBLrmFKfZOvo97XRcxXtUrAq5cLFe/vDLAP+j2PPIqFfBEyszSR/
wcStJp9hNfBHR9Ugw3SqwPYi43MjO87vZLkPQsx5tYnzYbjg37YaDsQcUaSQTyehDvDDWevERpBg
dqn56ZG9z6X6UncD26fW7O13e6WV5woBli9yrtT/nE92147HMTNdedTLwUDzzK3qiDjELC+0sw4/
Pg871IRQznAEJoS6OgYNTS5dP7WtU4xQPznYTahLKoUts7sKTRX/UEm/MP/cMN+EVpV/sLjjGIHA
l7zalK7q02AiOEmAle35Nxki7Ij+qieWByRQv+QLCWZzuV195THy0nQmdHASPYYntYXDUTmJ8vj3
rXgLNoyvisByrfuuC6KU3rL9wRSItgTnLXCA/SWN4eqr8i62wEKR/Z2cyqJMOf+q+Fp5LSJh69Qq
7zsKAjK8ZWkhBHn7ZV7ushz9IHKiGiZyiwblvJm59Q3lzJF1qlKp33F/wTqntpNj01fm7u2mXnsj
ksf8hUcrapPV4ii0fCT4yZUGfYA62akx7RErXTIXee2FbOTCwPFANHrPa+cfe3lbKy9RhTJPhVHY
N6kRjh/tCZIxoqX+gsRj6Zs/FpXnT7SokxHtkc6gufO+6xKzGCY/NFDoDLG3bb3K3YvRGo9CxN1N
VlNGS/yobigslWV3Yay/8p4UqDDW0c9zCluf3dHpdGZccfOBqdq8KxX2F4BHpyunB+v/9od7ralF
jM2VkaDHiwO1nkmq/1DvnrKZcJpltOFGxYJwZ1YZfz9GFqNCWlv+IXF53qVuYw7tXEcm9X4sm4Zq
o6DWov9ijOC3ZQJiWoxgwOOct5KHjbDCUVinqOxzyngJuo5KVzhf4kr4dt+9MuhpyudxSTBQorka
9KbWe27Pce1EvS7hS9fDBKoKxwsH2Fe+ELsLalmilGS3rFW3iSKqW7/MGfTUONwQjZrxQa/7W9by
S/nC1U66DHqaevaVXZLL69tVGftjIrPOPPXOkH5KCBhnm0m3B+s0OkV09EU73ieV0vQLg/DVdgHD
ouvkuyEKPv9mek4ZvweC7lTW8beW6PhGU4DdR/+nEFO70ZV39/aXe7VPF9OAZV3khrVqcLQp73bD
1GQz8UlkQaXaNGjZMXnO/r4lRuNyl1rGPSZF56+mhj6XaZ5YwAV741Nj+6CRK7f/QFTwL+VZcJDQ
oGK5hLSaVcteU0rcIfRQpbBDmkM0Iiqe5Xvpz9qFhfHFt1paQejL3KIdFFjnL0TRfdNNOYMeX/AR
C+CpqT92rqbtbFFaziYn2WFzG4/zb29/snXxHGctJgHB9+Xyz5VYX/WkYeZuAb+zOnVKuThTohm/
8+xS3WuibvtdZkuPcKsy0mOn2xApCh36/rUXq4jAZdlSN/D2Ay1j5GyHIABBlSSVMlw7iByt5mXF
IqdTZ12eVAO4oGrK5G4YLf2CWmDpznUriFYoBUUlQg5z+Rx/bHnaGNpONA0VDpR+uNMIbR6nsQr3
RpTe5+moX1hsXnkptgFqUrHL4VK11t5506hmW8zFqetiKiRrq9/nTXjJ2OnFGEKiyUEORYIgDGBZ
55/y7c8Auf3FXk24k5MU5juL9op987yPPKcw0rAP42ODYvCLDAuyJLGu90+9ypongukzlpm+Q0kj
mRLZbQrhKxkUJAQ+ymjQHgZONvcD1aC/7dExikBPx6zFl3AYwx1bFbiV2IKPVpclrNq4FAZ0XluR
B6pjo4cfN+vWezlVU7nNklLe+opEVdAMeVwGc6hDmNObsr6yKocqsboWhPYxzwCgkCdxyx8f4Y7i
kpIRg/ejuNAPkVPBzmrnxoTBAXbqx+hiKxAkUkuB7ZR92ATtkLckKsk+/qi7egphxs6htfMNoTDe
KGJUD74WGr9siO8gi/q4/hLllLYEaUqKf6PC3HqowPeoJAHiVlKY7+2T3INAOwyTfVsjwMwDCqvA
pyFmt9EjGPBQmgKHhiG15ul2ROWBFtPzcJHupzzKNmYfkcBQrlCfKar1YiisLrYfKA4LK5iQHJ5m
QcTiMMVtfFv2SBa2HPTim9FJqnyXD5KzlEkS47HIFt6H8vjlnnKYKJMxauk8pLCxIzAdzNnUfJ4N
qoVhMNX4O5G2d0lR9431HiQe7pcG2r5mo6dt/VnKkhIeDS/Zr3NcdZ/sWBPuDooG5gZtNNmQAYRT
/6oiMX+KQ+wqIJwlvbEr3JG8SWuX+G8RcUFeQfKR2Pg8zaDkOrCLRy02BrWJO+EHnb1Qe2JtxD1y
TqJt2vPQW48jfst1yXa/+ZGLAauiymcE+FsorEBbtARbjhb5Oy2bsD+p69D9PLqaeW/VHiGaTHb9
Vzx8p3TndYP5LRNp/hR2KB2A5tjR90iMuUNyPx1gBWWhwwBVrrZUPFQ8raLYmLZZMdNNPHTuiTI2
Q6Nb4+xLpGYDF9uBGx4iNU/skHqoD9xUwPrlDkMaDEvK6ZOi4OpXVY1YuKR6stB1uOkd4ed6j7YF
YSI2EYJsR6ufMb7jOuUHZuyLAZ/lIQs3Q270xcFpvXzcZDUWqOSEtYiwhK8v7AbRTNgcpa35k2v0
mOxass6SP9Q19ORkKIMUXt1cdeEMcmUCGnM9Wm1lBpVheT+8WTafOp9MTKXyZCCYMYKGSkfqlHdy
Qn6+La0y/qpH/vzOMEtyH7EWdZ8mJ26+oidAxTjkCWKNqO9HnqgcsYqJZmN6ctPZj68BGUpB7jyC
XtmZCqo4kSHSasoCoQlSOILRq9uPlR95JB1NffhtVHEBF78jOUcWOQamUTjgLAKqTuMHzffnn2Ya
Nr9KmbSfEkBF9wX7OI4yWlp+y6qsez82lD1v/KTBazlKRverT024A9YCwVGQa23R4gkVp09uFkXi
UAm9MK9xPZy/RnmsQQ+LBCKTaixRQkSd7z0W+AUVO2euvZNTkSY+zhj0PSZ5SzJZb8aFykh45uM0
O+OvobRI9aMqah77rCOKFw8i2wgjaW6q0p6znbBa/cMEVjrekRSdP9tJAz5KN0kngR5pjXzTRHP5
S1LbEAeurWU1iK6IvHPZIRIKaoewI8Kwttjo7RDD8JLok/CT9qhVrCKntbaiK1yePJw6tXEUri2b
TsiaVGKflOZmyqRLuo9yz5H/nrwPJiO6Zf20ZRuQQOlmpCli+jCVRnW0Zr/LlxL13N6O1Mh+Irlr
xBTwNYmNcx3vcx25ifdoVjp7Aek5wgmT8ApMHPWckWLajVvsVNQ3xW5Wc3Xyh6mat5mWNcaxcgRv
Mc9N/CuyKLDeiJCq3MCwOXMEROubOvCKmIJq0yrNL2bd8MPDzvY+2X4lWML7NlpclUPmdxyXM85A
DUu13YzxD7wq9cfBy2pzM/tJ9N6PdDs9AN1fvo02TIuOTUgLakjkj0ElZROShE0xgK5RcJpfojqT
rF5idr42AwKFI2mZRt/4unK+ah5TY+MTQyL/PHvl71bm4biz2dJiVEKtneyn2UCZQCa7/OZRvnXd
FNhpbfHu4jAgphm+FJiGGb9do87LY1u11WNuuglDD5LEt2ooczySeomkMDX8zj64RW7Aj+mG+SZ1
JvfHpFr4nGo0BHZ4fp9slT2TmYxJezubMtXkjxbJCVRFadv4JNna95TSwWQzRrZzdCLEYsE0pOlT
p2tMQrIFUbkVeta4R5Q50dPYJ83DKOfSxg9NS0niAVGwNmiOSIVmWd5qwaSX6huKAl6iQ7AWbQlc
GgbcM1NT18odbTaOWMn6Lm9ixzwSb7W0rai1Qm3lxAMGJlYIOfzdtnUP2qgo9UUTMiO880TzgbhZ
blCF70h/E2FxpJ8W3+c8CSolMvPE7QdTPMdtPCuoJqPX75zBSNRR4mmbbTMReb9GAzXvJiljPqwe
WZDxVKdpX9MildZBzxW4A+yDMqK2Hg6OjKUqvE1s5AvT2LlPQpXjU2hHEZKexgZjV+auxNKapHC4
mRHtYL3M9/I2PcrCrwQ1zE9m7Y4PPMT0QOHEdJuJJvuNoMB/UkPOQOtI1F/jysODaJVX7XpnxE+9
z+NvGoKJ38bgzQPRjyWnPCQJzCBtTMOnIZTZfVZZ9ifUi96nuR8jTjdppWN7U4vh6PYtMgvCkEQa
/Ba2xXbx+CShFVt2skVxidiu01rdw03atr43ZT8l7/EZbD+zSunurlJOjy6pJlG7w/W6A+Oj+vkX
DhW9PKCXVhWV/20JxE2WqHFCkTXhoXdSgbhiiOt+bzR+6RzElJk3TOFw2JJfSNMdSd/pF+6BDihi
g/KTYKau5l7vohQ8hjcr+GLCrT82dp58T8OIp8wNK0SoZzZZu6lJvPSUCw+Js5nY/L9oPjLArTcS
eHP6zC+DMbKKgcoNJDx7Fpf8NpXF8K4UVv/YdogBeY3JTzZD0dKfbSKLMbD8cYRQVHihzj6Pddcw
mLMVhEMpU86By2whkcdRsSRMXG+mREK893IZfWoaWyEvwenpo8fYjzdZCzggQJPIUVNXaMy2HAlx
szB7y1fbye1ThpFcVD2L+uZzNwwAFJWDMfEGFVHyu+fKoJ84ug7XXhM349FT8lEfo8ckFcCcOaRw
9+v1dDpIDpx3snDw2gptRDub0bOrm8xK0CYyzNz3jS0iOik1E3dL7E0Htuh1ThNQSGqFwWyMyQ2s
CIsAYt/PEc/j1n0gzCYEBGW68Xe9zfX3s55WP5WmqZv/Q92ZLMeNLVv2V8pqXEgDcNAO3iQCiI59
J4qawCiJib7v8fW1wMybSUKU4ilq8mqSdu3KhIAOTuPHffvaEmHrd8VOhLKDWTdhT5IjEVrniQLM
0B4nL18bLFsoxYo0Uw7TNKkcEWF2tqsTlXc37UL7bniTeu+jFYckqhXdIYpG47LjnBtdcyqty8Fr
FXSMcQS+GrVrQ3yPUsfbtGHQpmhAIvvzpCRpeKjinK8lLE5Qp2slXCHJQyn9mT3hdOVUas0m20uB
9B1esL+2TZK+ep4m4lBy8YVZGGVF/yCBt7oTrd+g0NBULaQHatIsrI0Mgo64MemX9Gus9mqh8g0h
+ddXoSy6b54cYLJuFXZNfWdqigutkZHMaF1pGsCbAVy6bY80bj2UFbFeE0UFWsxIi0q3SKLJQuJh
B7tB8aJzpIsqwr8Q1fI6NeXoW6yr0pOGoIqQl7iOWfmcZ8pdm9nmOhnVMylpnkrR78poBMxQ8R+/
GBx/lJjugVevdLO6LvRpo2uWayC3HxtpM9Lh9OCVgr7zqR0DACdlxZlcJv0zTSkXld23T3FbVbAV
AU+OOv8LNtidTiRwFcmR+oREFVzl5FP33bRRbt1ICJRWeelbl5ACdLfqajc2c2eKmxvRcwQiRAV9
2naR4pKtQLEWlYeiN+9CLTEcjD03vY1tYeqx5tYowblESfo5wp/DUOHrmc2gay+9FCadzpUXJ2sd
Ua6GNHyt9KG98kztSq1LRKCx0X1RPHVyTeyi71MpMLmymf0hCyv5OsKB61ppzUZZWWp4GG14emZT
gwrVzOtWalsHAnq+CqvUfrQ09FCFdy9IBDhh6U3ntu3Ft2OQ5Y5cPuMcGDZDf9OrxmWECKycwl3H
/jj3m1MDhYIiP/dsibrfXvVT/OypiEJpgHFRt65LwI1mWbkIEVdWYOxxP9pBsL0yzcnBEuRW9i/Q
kIIL97/63BLjeC8rbUk3Z3+fQFPtpqRAENWp68m8rwgTJRUjDYifLZiEnvy4P2brQIgVSg1Syk5k
hJ+n6czEppubClhNKfE3ErqGFdcPJxgmuJfnrQyZqRFh5lIenRzPpke14BOQG+2IBYbm2jIHspKK
b27GVF2JKYvPJJHWbqMU382Rq4VE8ejchH/zyInPSkCQjfOXEhXcmw0lGLd6MjiTYQB/8ppdFkyO
xpnW2ZgWm2VyHcXF10rEruW14druGu06LEHyBuP3MElx9pVgGRu0dm3tpryFthrey0WonnVtLX9t
S/wiEclZjjEFzTrubScblNwNTatZ671+Y9Dq5KQS3SVRchsYQjqroiJbi1Q8KQSs6wBl9qqAZbji
EnBBc3l9JZeV/c0082dBMs9RjER3J+7ka71KLnC32Vqcs+tEmcZVW4VfZjemM78cUmDw4Djl/E4V
0e3IzoBYsYfwb+xBCX0d1fBelJ9SpYQ8O20aoRwKS0bS2UBlxf4ytG6Rd24T2X+QrRkGXNMH0Rnc
YtgVbAAfTiHZWO/yRwW6gGLVjNaXOBBPOCN/CRLxKMh64oIG3mVlBD5cgJb7I6LMh3GgHY/CsJ4W
D6rmfzPrwn/xIyii1UY14NYmseckPR6jU5LdUFhE+p5/9qVivESuPdxhf2CeKbEOfLVW1qzfbWyY
pKaxI+/0el8B9cTipx5XXleUtyJHlqyaaXMozGzHBo0CIYkhteq+JnFhtF640rG/6KpjiRSr0KjZ
6AQ+K63A97ApNnnQfIlCu1jPojmdm6N3TqScf9dCw/7eeVZ0x8rHj11GrUrX32ePK/hmsMVFIvy7
WAV8JMn+cOkZuV5SLo3lZE1y1A0jxP+E+WeDZF4OqrYWSAkHM/+SaTXuvUFaRuvSmq451jYitS61
sN9VhPQtor2w9oeVnmXq3gyG0rGtQflzsKdwZfc2HS/lJoAGyVz5OuY4bpMHKaV7fB6I/CvtobHE
lS8Btp28An6uJBdn2rAfIs3jtJQpMLRKaxwUkYuDrX1hnk8OsnmRrWk27DipSePQPXFTJlGKcwCJ
Fke3G+WglrVhO0UY2WvPEoijSlAIXuqPnWOnot3aSe4LajBROWxUfKaitMpMThrFJgKWG/ItMjkH
SNUt2TG/I4TacNQmexMwnrEuS0mW95bHHgzqKohubXlI0gu5jlTpDsYhXWIrpLCG/MS2VptrpTKF
tK8SfKKvgqRsHnOkuAzoUNTGJenCSNr0aabW92MW5ORHpqLct2QwEpeGITqKcw/1/5bynI8Wl/8j
p4vUDPpvFcUT2gpqmYmZYITAlagogMgVXmJlDz1fovoK+HwUHLA4HmltH37V1GKUNvx1NnLSZd6G
+1eKE2OMMMMNohrduJV1PRrNduiDbR2IItvEcZW/0B6LBQ06KXWHlkchi4LG/iXrDY68pgHjsO2y
ovmkYuD51c5E+CiyqAUJXHY92Rey05/B05q3HAP0S/Sdlj+TV1EFJp7TYKxi0vv3jYxwH5fm0u/O
GSig/Qq2UNpa0/Tsug8E3wxZlTbuE5X2KkfG7cG/IhnqJextcXUXBFYD1yQIXG7+fbJXa7vlflvm
AMgG0qXdGohcDAybveebZ9Ylj54GieYOZcAWVSvq4k7t0/CyNfAk9eWCTSyFcluSztjYclE+qTQy
FTutp9lhE9QS8nBU/eT1pYY4c9VNrMC10MfprArQQ5Hanbr+Om+DELa3SUfJGMoxt0xLgYzKGNUE
uzibPEm1T9Q+afMaGCer+Mx3NHB4a1qbtgMRdihkJ1F+NStPFvQnWdip1EFKDGuXiUw6uZbQxVJs
IO3E/OeUjJW2+MSRkLyYI/TlVaWWqN6VRI0vJhPInxM0iahftKEySJzpQoLqTAsLnXLt8A2rhUBZ
xWNCKsXHnvQaiz3s4qMqK1rOr8zmBLcr7z6pkv5JGTPPc9TOUL+nGmmKdeSJsVyPedKnTpLh/LUL
5cbq6dFJ4tt6Mi98Uq7PUZv17ZXA/PYAr98bOCctuMhlbcbkqUNSqex+YUhC2hPSS2P3yZOIR3Gu
BGKQXHmQic8sgN6KWxWeUdMPYUy3YTpKd10V2um67bWCDLsCNGRVmKHyaLSTeWd7WQmaW0m6m8RD
+7xKI6V+UgOjeCiqKb3TPSNsVuTpCc5E4xezoznofJwCElosZDq4tjjb98mRssqPdQ5LQyg9N9qp
1FWWpVt4Rnpdxl6z1wbJw/wpa68mzaiP/MqPNStuRej0YCXQoogB8vtCx/9JwnHsfLmS96NUKN2W
0B0Xsij/XCFdcGmRU2aovLdTC1vcofVLDj2ZuI3IdO9IXeeHgidaYNRDghoayjXqaO9LJFEGc14o
CRLdKoiNVRcNJA0zqejPJz04ZjT3Y80KU8nZ3QwppK1ayzLyECRKHEPf2xek87YN17iHniPEHQ2d
lV/oxv2REtBc039fJONr8jHRzM1gz6VeVmmZX1xn270V2179Tak14xlgHvK3DBcT0pCtYudOGmoj
ieEu0vutzcpZ+Tm4xO2v3+WHiUU9C0bfrEeDrknB9f1At2XfmWXk6Xu10wp+Zqi3uZod8xr84Fd0
GS895NBotehWfP8rSoWz9qgrEyNcd1s7i5NzO6Ms9et/yw9lOvQ8SKC44oGvMkBxvP+VHpN7EYXe
tMcHSrk0ufbtSkN0DwZyIq5bfrsRIMfXv/7RD2YqnYgIdsEEws1Zgi8QduELmZnTvg5tCmWcaBSP
AH4gHZmOLIqPRhEdloDHSnvoD63tcShVlWitaT+o6fSiNIXASkurj8yIj0YR2CuAN5berCt7P4qW
R7KsmuRpb2ixuKKn0ihWSYetdttU+SYVXCVl/7g10g+LkH/QTBBBzycjq1hqpfSgHCupMqY9FasA
kKI3EmEaTax+Jxvbc4MCgtHO5azhQRf9+DiSNTXma5EdkzqrxUBJop/DaDnWztXKl0jmljI1ylqZ
265+/dE/GCMENIgxIEJyXViqJAbLrGR76NGD92S8tNnhNQfYXk0SzvXhgICzQAL769/8YIBQ7igg
y1hDYCQXe3OY0AmYUxXeB1TYajWMnVRE1OWC6HNG+ffXP/bRP5BAaUY3s0MZ1kJOVlplHxJxyftM
jADucr+DyFZKYeP2ZiDfZnTe3U9jqDz/+mc/WEyI+MFX0gUNBmCp6gw0e6Cb2CRz1yTxmaejnshS
bgc5tu5HhvODn0LoAnEOcM8sbZxH4I1QwRgTRJulOuw1O6vc0u7oixa+2e7TLIuPaEE++i3WLHRz
GrzRu8x//ua3LMwSLRp9p73daMWTqo8UUgXJpFWSjPYRne8H0wQAMJwfBP6AluzFJkgMH2i13rIJ
5obhc9GGpy9baXzw+ZwWQRxpvF9/tA+2JVqoZdYufQuc2ItfrDmmB3neAWMvx7FcS2RSLam4/fWv
vOrV3x2aKITgV8JXYudDX7JQh3ZSjsxc4R8WA1r8NjF7r+iSotTeBLn6KBmdfJGGtAmjiM1ubA7T
M4q7xvOQokJcqSIczj0vHNw2xOFrTcrQ31J3Ho986Y/GAu4d0b/+Kn9ZvGQdZnlRadK01xCmOfVU
507TNn8T7H+Kl/7oV2awLoMwy2SXaJjeH+2hq+xx702Wuk1DqiSl4h/TFn80a22gRygGDZhE1kLL
HaRK43VeNe1Hc5J2aopJwkhFhms/4pLXj/tbSP7/Hm//qnjJ7prq5aW5eC7+f4Duz/i6n3t+Xj9X
z99ekv+1r5NnCs7vcP3z3/wPe1/9A9zpKwoINdmrMrp/qZv/+t9YKf6hgPWaxVuUNF4B+3+z9xXz
DxR2OJpDoOVoJbz7h72v6H/M/VJI9NlmNazqrd9B778K9f5dmTSXzjaiBLSLQ0LycCDAAqw+6FV0
GUGnUr30EDfyZZxrzjSY+05In2Mzuxw4udVK4Him+uTsMYf3DMxBRfEtG7y1VIjdmzG8/uun31pm
6vMy++iNFmLaQW9Ues7H+hDhKmZJpc+5XFA4sNMMZV27ATpgrbwKBoQYm3OLtvtVCVcCLnn7vYzU
T6XVqOtBmw7oOZ41s/RXimSZDoVJnUqMmW6ULLk37cbcJM1IWWJCxGDkEc6mfn6raMgAvFQ+JG34
pInpME35/ZRGl7z5J9xo/BXthv0uo+C1SyuJtKiVNy7pAnhp2vSiW97eT3OHroFrOc/vqSHcl2l7
aaaxuQqg863wxvosKF2u8TT71lfyJ6UdjG2WyHejnvurvOM/bWNcTVSVfj2gryrJDwZ0eTUixqSX
pxy6gx0ldJWX1rolh7D2Ayt07V5ZcRF0jCRw2lBZhV5xPhbRU56Z+9yPtZU2+E5Xc6HQe1KzXr5L
feOF2v0q7b60psJ9brhuIl1yqPn5Gyvr032PKsBpVAAsdqR2bjWmc0Wta6k4D8kaWkSySjTj3lQy
ZYWqksKhuf/1P/VVB/nRP3WeU28OaWNo5C6W7O4wev11kmBXlEU3aD0uGORdg+vcqtO6ZB3onvno
CeYvYemTFiY4sU6AMPWm3PVGtMEJ8S7q4Wfa6rfWauheqpHOmX7yWeRqB8RFZDfB6F+3PvZMR159
DgE/evVFLIPnU0fBXy4PlefvxqnfpvohpHxHgs8hWMA+wru1qk3sg2wx7eSpM+RPRtys7TRw4qp3
CrNO1knM9FXKEiIEkxZlgHJuQ1S2zfzWH/q7X7/q4jT/Z89YMpwDFNN4LgTVocWXQQkzJyPrFHfk
NLoWPjYV2kpn+lj5fSKiu6nituEFPt6CnbGu8uI8ZamQGD6WAnh/1v37OovIDIJJp+h6Wh0s1Hkt
ySS9ZWUdM9JedLr/+/j5IH8zpxCoGwB4KnitADjKpCTRPPZULaAw6J1qoz7MGpz+KCPQX7PNWmZ7
EJCDT9T0zk+BfURycOX5zVlbo47zZ18tnbSWmYRP4AruFLXe5ZH58utv8z72//dl59n15mVNkrjD
SCnnMGSJo/kvdlpxn80whSWMNM0jW8qCSfrvzyzCReggNY5obXlQ8n6vGvi/lSnj4287SjWakjtm
VWCJ0Kxs/ZifijqfSB8tkMVJ5WV+nQ1JVh56e0Ibap1FMeJrW8OSsO6NP5HBeg6KA+kh9mevuGgX
GfpmUKXJkaoG7EPYRCtqt80q8eXPUUmRp666r3bes5dZKJ1QgR9jM74SxT9618UZZuijZHijVRya
vnsqQkBTKvUczql2orSEVCuEQm749oOq1ptAn4a1paWPlUpC1vL1Ys3x4o5y8zltJcfz/ctG6Z3U
9pye3us4AKgxhN/KUL2l4jlh/qvKDkJLt07lI42/rzf2H/8BpGPez6PJqkvuIKI8TGENAkzLnJqE
kiqMe3lSH/W+gbPSblMtXnd+5YyFsQH7tGp16QohwMWIBIkE6A3m9qtJbW/7XD5LaxMpYLTzUlot
hI9K7Ncz/lXA/dGrLvb8LJOSMfXs8hDVkraWWtU6R4YAsCUOO1xkJsP1RyKUYGjHVdejWcHk8jY3
CvlKVxCFpIkFWKST8QD0AXaleN/pXkPTqJeKufG+3gHUeZD66BPauwfwQ19s0CUoF5NtixOTXCtg
b0Uo1uEg5+h6xjMrhVUFIeFe/Mf26qeXBuXj04F+t/ffwyvjxoKEURxmtaORhWeG4R1SA9kUgC3k
2Zdx9ZnPdaZPYqNVzRk8uU2WZNKRBf/agvbRIM831jf7SgbBuQUUVhziPJHXyTSiuk4JegzQKNcF
IQXFUFRNWaoA9uq/xkL7VtC0gWDMJD9vi2rLtRDGC7fmZNRZtu33IaWVg4oMNcw68tdaqoBhKVAo
r6gwpk4xNTdFEWu7wV+bKa4XRXWWJt2ZNjcOU5DtnSywdJdavb3JWvXcoo9mi9h3hxXnM4YUFqFZ
R9EkRRasSERTsjw9TFayF+SZVhxKNJWW8i0dQD1ikeqLTgkdiJNHdx/ycgDOl13WPMSJ+RiI+Klj
E8f6A3tVX+yKwHeHfpbtBNqRu+dr2/pHA7w4xEy57tHiqO1BHghoa7+8rzuNnlMyuqtWkGag17HZ
iAqNhtQ2YpX0meoabIoOJ3G8sQhF1k2sPdtBQXiO4H8TeND8YIcdqn6gE3ogEP71ilv0QPxn94d2
934ydHkD50a03cHTgsuquwACSgHxWhMApirUTVqrH/TeVJ3BpHBDXEAlDCUo9BybgKH2k+2A8jUP
pj+jrLqKh6fJTy5MydqW2E0UVrkrBsQcqNpqU9tVk9gmuKcbHmROdKtJbDhVSe9N/sWzkAMIFSaV
Wd1SkT8DaLg1unQ9evgBqDeJcc7eu5Kk87T7PqjmxkdQHQaJ++tx+Ok3Wxy2Ho3IYdB31UFHeUfN
IUzu4yw2nYZc+V6xKpO6NNf6HFrUOjcsfMzYqKXJ3raKPj2TCfZ3WjSVs/1t4tYyIHpRggtU1C5d
CS3QdvWIQOXIy85H80cTbHFkg5NUZKB+zYEiOr6dOTCpfWhE44WXBR6xsnVFuZ763bwAZUEGXEOX
sPbt/Jweaf+2zmjNWwV6EF5bYdTe9amFXHHSqgv0i0g+s7yZxUsSzSZx5Br1kXjmNTP60WsvTv1x
8PNQQsh8qHW5cSYNzmTcxMYOfydlg2h7ckVQNG4loh5Fdd47XQpyk3QRGWW/PKcz4tYsvauiHXfo
poJ1oRMzIzwL3KE1tHVHnXoVkoJDDhM1qITNZIPvk7xS1cigpJiiT4nNYV0r4VNr+9dYwfhr1ceZ
IJNwQBVqqZJSRY6UBPxBqaAOCiGWr4qGLpZqjG51j6Bvjhq9OsmdIK533Zg8URG7DqHjFBqSAlbR
vvT8S0vCH8szEVWYCCVdX8iIdAyt3ntjHLOO5qhezoZtjbi6iRuCajP33Q5Iw1pNkt41e+sYyOQn
QS9NWe+XuFLGRsvltThgPsZ40aO+quueWmufesO6a2If+lWJu2fevgyaWiGfLQDQDXXh2hmewDkI
ObfMlUel1g/xJG66SJyLKSi5nQj9alC7cy3L1mMmjlmb/eRW8kOqK++LTDOjIjnEsfUYdM2XZu4k
0uUehY0aXJu28aiq5mOqBldDUjdb2KrslIaEli/DSAhu3DWw2ucxCm9/veR++kaLyESw5QaDmZHJ
KJXwShkjme2nU5s7T2S7QDL6T7pqlw5iDd0NFE1xwijrd3iiHyotD8wtGwwqp4mc0YXvTeG2aj3/
yLr6Sd4Hrtn7D6wCkGjqRi4OfoCiWqYlYKWL2t+KBFEEQRQgQQrnpmRcNcA46Q5o0APT2+piM4Cy
Khm0q6DN5Y3Utyr5BOQJBRPxyAnzk/sFDnXv306ZstAqWqU7ZFqM4b2CzYnvyJJ1YVr53mCpzwIy
MBnrVAluTvxa+vvfTNUUH4Jk7A9eqGyb2NvKKRZu5GXxI7TQdMvb2radUofzN9CWFHkPNVwTNUTP
UNj0fk5iuraC5gjbe+Ga+M8huyzh8dH1vlSU4YB28UFg9LYWTTeu8ni49mZj9bgmjwJs+QWQ6xkK
rr0I8ju6KBEda5PuwuOMXBSL3/IQHKJURc+GJR0pU7z2SH+wKS9LZ8xLuWilASPZwAjmHI7/xSNm
/lMZFftQdXm9U/1SQRgqNmHYncWv/rr1F1nPz1GZd+uO2sCus7piQ8YgPBBd9jcNTp8OcoFbHaXo
ZERPWBB6YFlHNyubI/ZBPzuxrcUh6CUS6oHGag9K2T3o9Cy5NZ0uQyPRV1mlT0rcfKEBq1lro3bQ
tObZZH9GU+xhOt0Gl7RXXdShD+WzNcXGn5jvDIK6Dsrwxc+Iao/MxPmS9dHwLs48o5CmQOr19qBi
WodCLrpQSvyeQzn7LkqMz0TuXxGVofeZynOUiucKmKAVygDeLOX12GHvJ4sDq/QezYrgrO0dqVCb
7ev7/VbC//7/wYP3f6K97ozphxfx5kP94LF7Tndr8Jy8S/P/89f+yvVb8h8g41QD5B794yQO+IJ/
5fpN+w+qlbiNWLMpzkxy+MdnV+CmC06Iat9cIZuLjP/k+vkjAF8UcahIGcjlKD6+Gh1jMXz914TB
nfjnl8iPb3EYAy0CVvYvEXcIG2c6dbkWdRHTKREfsjiEgjDLAYfgKatbGlWUJwSiOsK4/hwF416n
RWnlxXhYtyJ/ovnpjF6RJyP3P4+5iyjuYKlfgrHWtlF7o1ZmSddp+qeXTveYbnzmgLkHxZ2tO3ty
JrnOVhop6bVfh/W6FsFl7vn7QUpWeRUFG7uxL9uePLuN+i0poF8GZhY7aE42vTQ+a2TOkKGzB1fG
+VRU9OC1xXpK/oQjhLYmPPe68UvSKLtCC6bVpNyraERBjHjk+C15ZzQ6pNDuNqu6W1+pPge18W1o
tKdRDl/auQlTbQnHVfUx6qZdW8lO21hfOZCHlRgjyMED3lSteRXR5FOX3RqHlDt8ICuAilxWuhJp
PWdTHoTPtILc+36vODQQvNSiv01yT7lgsLKgqVeSfaMOWQsxDE11nuYXo03IHwYUGf3MXPVI1TZj
2V3KQFZXVqpMHEP+d8TSMoDhyQnIM5ZFKLjZTKt4QqHtoVFUk2YleAYK2Vt9KDw6b3o2ZwOT3Sm3
V7FxaUuxsjdi7MxkM3iI7WkNH/ep8vTeBey6SszqMgtlyx2K2HYmaYzdcRwb+g+bnT/Gw3qQm3tz
gp0sbLUjKvRzsS3Nqd6GLZXZQG/A/NTxFneD1hnttrua/Er/PljcPCPxjVu9tauDUXJ9mtx2tgfn
CLOmdVLI13ZNrxw7VJiSnaPrdCwJhc0kPuSeWu602KIVg6j/zwB/oS76T739t3ay/17p8uP97n/i
TjaH7L+qWcZQB57fe4vPf+WvDcw0/wAEOm85FmIlFae9/2xgxrxLaRAH2SZRlmAM/u8GZv4BYoFN
D+Qhqj/0H/9sYKr4YxYXkEdE0MCf80eLDetXG9icX/jhXFRxBXgfoSnRhI5wwikhB9O5TuwAyfGU
bN6Mw9+75du6488evgg5DQOTitjj4YqUfsIXkEaB6q8D86cb788evYgsmxyvy8hOdReFc7uiYVEC
+Tz9ngrw70CRUZl/9U1qLvaUsM/bHPNMY7gqNPsMxfExz8GfvfniwBhHKHvATACAdtKXdNDXvgxP
77QBX8RiQR/VsddSQs1V7S4Z4ue6b0/8losAijaLEsl3atBHF8qoxmljwhshPfHFF3dj0dVSr6Gv
dL2Cpm/fzPfpKBvOSaOyBBCLQjfHLvd0F29sf923+p8lyK/1aQ9fXEhtu+/bmBjY9TEtW0+pNDht
Jp026EtqjKlWLaV3T3PtNpduuka25t5NQNynvftifdZ+YHSYNumunrZPHnwEoxAPpz16sT5z2k/r
tODRZjpGcxH4PNV+z0vzn9W5dB5DPJ8lk0oypCh87vIq6aaqal5Oe/HF8vSidsCGhp5DmKTfI5JM
YVpen/boxepklmDMNO9Z/li6tJo4fe0dudrOw/rBNq4tVicNEEat4uZAD2AjrRoRTFd+6FdnbL9H
ylc/2baWxoyBCCRogKHuqjQQm7J05vffTxoWMV/Z3my25DvtqZcDHQSFcaj07rnw/75W/e4pIRaL
E3VuCdHFp6SRyv2eLrb4rFV+zzj3n2m4dIkzMC3xEpkGgE5o58aU7gCyu6cNyWJhTn2vy/m87nHE
cOEvHmIo0ac9erEwFbohZSo5ZBIlwzr4plT/Cb82ejjt6fPsefMtuYR1chHxdNUbH7W2uqRmd+KY
LBamaqQt7Y/h6Eqy+n3C9WqlS8rTaa+9WJlBDCt7aP3R7a1h3OhdYTuq0H4PhP/vRFkszswqDBqz
6sFNdOPas3W8Ucr70158cW5KWTPRdj1oLmYZD72ufQ9ppHJOevbSySpB5u63YTu49M2ewWy5xJ3l
SGPNPB0+2K6WRNN0MloJ3s+I6jQRK6+JLpPe/n7aay8i2lGkdpfLPYZPIcQKq+u2umifT3v2Yl2C
1AtKIxzo+Um1el2a9p9SOp04JouFWVd9XuSkI91K7l8Kqf7kiy+nvfX8Fd4sylQblMmOGO1KSS/b
vL2UoeyfFkK8ih3ePBsjb63AkWtwqaanZxldcPetmvunRflLJLRRjZIaF8Xg9sL6lujaXZrYR07M
n03BxaKs6OMd474dXdUYaUYMoK97gXVaUPiaK30zKnC5QqF0+eB6bb9VapVS3+Cc9DHnu+Lbjxl7
gyW1djG6gmqssDBg8oLTZvfSMwCLnams6Dl3OxNdR6iH5wF4nhPfe7EsI78CbVZUsDnDGKp8cobn
2Gknw2ut6M1o+9DxE2ueJTG6FcdGL0XtVK9Om+FLyLNnFV7tMRNdy+/UVRvAPY+i7rSl+YrzfvPq
wKVSKy6ZKF0r7cNMfPapmJ42URbnpS/FnSZh+OXGmoxiNBuCNYSB00LZZUsZ7bJZKYmGI61oPtPJ
S1pTlo94e/5kZS7l0wkuPZVmsqXkFTqVzBQOno8nHmqv1bE3A17mpqyUtGi7xljcNn7wuY2N0wZ8
qQmOFGQZAePsCoLZW6kOu8coqU7brpZdHqUQMXiddHQDL7vXB+N2CpLTNit5sTKHKDdrkIjzOR+n
uHxZL5p+2qdcqlq1bDCauk4G6ujikNra3JZ+f9L0XvYOBYLcc6vGgwu+HzhRkd4H8XTis+eZ+WaS
+LFeSErIiORWCM2kUdZJkqen3enlxbokEtQs3QZS3Fbmn9EAPAZvsOzEhy8C2b4ByOLT0+MKtUNJ
Bla0zMab00Z8cWIGahn0pcyIB0pzIeh51uvwtPhbXoSxdiuLJLAipuAkvQy9/Y2U/CkLh+zq4rwM
cr2G2VCP5L47GT9HFUWadEyO8OFWxcOX90vwfI3O7cHF2fg2tsmgoBY+UhH+2bMXy7JKkE2GCkcD
TgrlZtANVMHpUS+rnz19EcliB19FlscUbwLZdn3w1hBxsvCU44FxWcSyZhxJoojKye3BVT4lSmM/
Q2jr9ydMRJ6+WJ6RMSipVeuDO+X6g2xEt2ZzyvLhyYu1CT4Hs0xfJ6ssNZuwpxxUCUypTnvtxdqs
q6SUqS5PrlpoN9kYOrBTjtwd5q/2w32K914sTYykOiOUgZzJbegWnezKTf8VQ0ZHCUPntLdfLFEa
OlBHtPnkDmWwUXR/Q9P8KQcQpNzFEjV0z8YMi7f3VbgRUtE+9GRUTnrtuXfs3VY+qL6Jky74t7aQ
XC2ecDfVpZfTHr5YorFcjUacVxPSrOZTVPVfyt8zK/o7ZcCQLJanZ+JB3KmCfbxPvidgIbnLHnMn
+8nStxaLM8D5qoqGaXDlNH/KVe9aDr6eNh6LhTlOgMztyeNoi5rrOsoeg+n3mmr/HZDFykxk3H6z
if2q9hG7DHatO7jgnZITY7QXK1NMIhlpj53cKRzvMAK+A7tySlDIoxcr0wxKqzMLCcVNke4gr97V
WnHaZmUtV2RaGBY7iuqWjUSE5Rm9q5763uZiTc7EUk/vWJNlqR5kT763x5NC8Nnn4P2SDKZGsSts
UFx96h4Jmg9Go522kywJ8ujord6WEbBOqXkX+cbzlJsn7lLmYkkaIXk2MzQGt0KgtNIMwMVhoD2c
tHLMxZpE96TFsVyooHyHs8GSbya7PSVxz3AvF2VYFaGsMQNTUdxLiAlcv4VFfdp7L5ZlhEMU7CV1
dMc8vICisgPPfXvaoxeL0mjgdUHHHl0lUz+H2nBHO8+xBpefbIHmYlWGdMDHqs7SGVQM1w3yj6bV
Pp723otl2ck1AuNx5PIQjt+SYnqyJHx/Tnr20kYMI4awxkEYo+oxvsr9tMMIKr0/7dmLZZlgQJWp
Ho5SJn47mdftChEc2anm8/CD8GRWYb09hA0rzqbCmAhPokR8DTuYnJWyozd4ZbL0IYmeuIyMxRpV
qzGR6pxMpyn+L2dn1hs3Dm3rP3QFiKIG6lWqKs927DhOp1+EJN0RJYqkJFLjrz+rgouDmInbOEQD
/RAkNE1xc9hce33dlyWaDp2t/vEbHidCKxvBbnDHdAxx8U7X+NOesr/8mj7P0l+um6hTWbcMCLYj
UMpPYlVloHPPpp34rNNpRh08soV1OD3UsPZDsZ9n0058tnGzGdOg1z1MnEudoIiKap+02JnM9HpE
RpsZw0UL3HwL89m229YrpYPtndPyeVz/NB2dCEUh4MwgzMKKGGz2C4S/5k5WjXlnsr/ReuLsnOvG
YNhR48KpUvK9ti0qq+b0q9dM+Vnf/8tMiWWy9PZ8Uu6lfARUoy3AmPVbt1wl0Brn2ZrmeM5EnhNo
eDHMRQh3Tr+OO4FpoJxG7T4e77I5u4tQklRT6re/JU5gUpQSplxhTJYOnp4zXJlGI579uu1E5tKl
+wINIw603UfFhq/S5l/8WnYCE/u9qTJQ5o92UexCTqq9qVK7vzMm59/9DzM8cWIzihcVUtRpHW3D
YbVS8259ODPunwzPOT94/Qruu317NpSYE/wKCRtu+o19Jj278Gva2Yt4T0cs5Byjs5GvwRjct1vk
l1ZxPeaABFGZZXiMrQYCH+lQf4cxvd+SmDgLiw1TiXovZMWj0F60hJ1Aj3hnVXnji7oaJsWB+9w1
dn5mWn2VwK5thvNFlgaV36Lo8mrhAJLC5rBFglmLjzwKPu0b+8fra/6mYsoEaBFc4clKTclVTOca
zsFAm/m17iwtcG+P675DZrzj5t+8SVDOuMMt169xZ3GJAVAIKti3Ytfvh6La1acapQN+bTuLi2kZ
3brtPBOb/BEcqIsKBnOe/XaWlzWold5SLIowPpfAYaTfYTf7nsXfuYN/WF1id3VpgXBjCToOM21e
1mt7kmDlePbc2frhMqlJvSHtjtphVDdDCjQY+X/D8f5vFuE3EVOQW4CTMFcUTARKI+HACy8ev4no
6oGMIRZQC0T/Em6XNQhGcpw/eE2VnzY0v+z7C+yxN5nhc0YhHKzz6XoW7Ytf084MT7s5Qj0Rjlrw
6ONlktL2sEfcL/lOnSluBV1WiifrI0z2H1Acdz8mnuuVw577f8AlgUqhMNpD2n4jOKjAyPTRb0ic
+Q0lHWvyAb3ueXWx4mN2LLjya9qZ3UQoOIlky3okG9TQ23QDhYPfAu6an6XpvGatIpjb8X4CvOV+
avN3Np83At5VAunKNBPbFCgIAYVfe0OB2fm/Ofn+b0i6UqBg1BBFNsmGvPJcyrX6aFBz5zXYP51E
fomaCtxTQJtxiqggnL0EWY9fsWkp/Rp3th0NfoDt8xyLYBJc9Ft+OQT10a9pJySHXsPLnmMJXOK1
v5+XJrrqhtVvKXEZrXynLYkhcj1OG9ytjQTgQyntF++uGggXiGDgGcMxfyB34ahuKj16DooTlCvH
a+8wUhyAKKwXoJ//kSnP28lPe5xfJgprwX+yA+ZgvyT3tjE3OQQN//0t/1weCQ9p50wI5CVPUZoF
SFcq6h0mHT+NjEmTX4dxbD7OsIW8y/YVyBMgEeG+udwRFOJ+5nG03KAw0QxF0oFeeppXGk8XK6zi
75ZoMQ9wQoWL+WjD6grJcf64LWGg36npfCPefxY4/zIe2loDS//zWGf0cxxVNwCMXf73eLzVtBM2
UTWnI5Ru87El3Us0grIhQMfxa9uJm433sImmcj7u+bd+SB/t7nkPdGU6C8H7roXR5nGT5NhsyyFi
reeAOCe1DtZ3kyBrf0RJ3m0/UGSAU7+t3RXpBHOj4A+PzO8SpPIQDYC8iew9x7K3PqSzk/EMADdt
9v54xgGUccW6AkUzXgU4cPd1ogYWIDXsGDAqQyjlaa9Qqc5E9M5B7TzX/nB+dYU6UVeFpJL4misU
3E+5nj8zu5UCZiZgSuV+D4+uYMdk1aAhXeyP+2Kb8LhUKMJEAnFM/NZDVweYw/u5Bwl1P6ZLddsl
83Wdvwd6P8fLH8bH1QFC5dEP4CAi/APTvowBjixg0TEwDSLYuPr131UdVYCkKRMNPYo47HaYF7Ba
YGzmpTYk8AjFr/brCpa3JhbJ2B9NJRpUYdoL3TXPXsuMqzza4CBBIoGeh1NwIcLopNrBL+8ZnoPt
l26DeUGadYDhx56jdncy16C9+uU9XNmRDOoGDiQ5Ft7OgMubjedi9xWyWr9BcbbnakwCjY7HEBpm
cClHJruUQfSed8obi03oLDZDU6eA+UDTTbflcwR7AT4Sz+dwV3u0ix3Oe8isHvdwBCQDRqh7GHt9
T7AjXn/Pre4TpphApZKY4IfJUZ3drYln406S7AzN3Oyo4HOSgK9pm/1uTLTXPYW53mh1Fq8zvPuS
4zLu382srkCc9DqVM5d5MMBSDW4ysNOog8DAc8ssBfzpvQoJCftNeSRpBzsMtN5EAJlt7XVDl3e2
jT9PQubKjjQIClk7wVcGBZyfeZrestWrUBa9dg4BBN7uawxj8iPPJzhC1fm/FTxhvFZa5jqft6hm
g3EW+h1O9VVms7uZ+sUlc3VHADYZQQXKNukYBccBDCKeSXbwWVLYuZL618UwBvBpknOfHs2+s8uw
iT4u8fae0dgbH9PVHIk9WiHLaNF4379MM/m8q9nrRAdLitf9noeo7ZceIrJ9aZ5B3IDhl99bB6wt
XjfdNHBzpw3mSapkA2vY+BQnnV9yDE4arxuP9yyNpEHtFmqIdzhZiE+RTke/j+mKjpK9BqOlyjAJ
6/CeqRAE59BvfruuPgs2hyQZ4Em5Io11ZUcbQ5nKI79V1vXlwccM57hGx9dqfkGO/HM/pp+8Jrgr
O+JzsgFYEKHpBbjxTI9lM2Ze+zFzdUeMdf26AYZ5bHR/E27DTTdknuPtxOWysbY17YIC9ozAK20U
j7aD1YXXmLi6o1qs3TRrjInYg5smm03Rx6HXtRbYidcTnIMV1a0TOg4UojiEyF1vOvCqAwfTwgnN
rKnBLGvWBCQoAIRh7p5I/cFvTJzAtFOSyrqZ4SG26NtqD4BC9RMwM1d3xANRgS1vUQ2K6Lw4Lyg1
2fy0b/DheT3etu46w2MMSbKML9UUXkSj9ErRIg3xuukU3oNbTJfkiPKcM2e6XGcY6fkNt3OUzaYw
EsuMMWEbhLqyDV9mLvu//Bp3TrLVYhjvMnzLEX5v8BrrwmLs3/PiemNTy5zIZCRQ8ypQdB8M7E5u
+fPi50RwRpC9HvAQBXhayjk9yklftG3zoWHs5DUkqROWQZOFAVTWZ6sAwD2LhKQ5yk01v/Zr3gnM
uuaTbc9TfIvBBF3D7hjUxKtAEcPihOYakMzoDX2Pg5fIKpAcAoAT/TqevB5yAgF9YzskDLYq/roK
pJdnmftp6FnqxGbCbLjk56kyBcv+3DRJehGGwGT6dd0NzwjjnARwaIDZ3j2Nu7vd7wGFpU5wkhV6
DARRegzG6XrflsvK9pd+nXZC04CKZcALTY9xF93NUX2ELs1zPJzADPHK1rBz7ieLU30ZUbBhYR7s
dy9xBUd6jSxYizw9AoN+U03tM/iTfkPi6o1krRqS2Qbne7iQUyG2ohW1Kb3G2xUckXPhY6VwRMka
GHHmpr7axvE9O/03lsLECcxZZ2sQ9RhxlQKQIfXafAPOM/c7XbmaI65HLOMxTF/6HkRwmHzKD3h7
qzw/qBObPRixvA4x6qTdklOFdOXDJHTyzW/YndispjleJigCYBlAo9Iw0RfxZvzyBq7wqNpWvho4
WMJKuvoOq+qpkMvuOV+c+OwjvFM1Na5sYNkA+hIKhbLC5L1b23lV/T3pyVztzhoHGZ5RsCDKmPK7
vWlrFPtKSkErT+fe7yTnqniGHkg83aDiVFT8ngOua0Pj9fTGXP1OCs4QNovzKjAmpJQjWN1Lur1n
df1GOLkSnijSyF33mJIdx/FQVENXTuse+50AYidYe4XGLYFJrhgBaLHp86qyL16zPXY2USHrbBsT
DAud0/iep7J/sWLhH/1adyK1RZlV3glMScqSL7PaL3plvPK14Jm93v3boMOhRcEmDJQAXXZNhNNi
D8i1X8edbTRb+6zGPE+PKJ5dy8oKYKfS3XPMnUAddTfbFTXhx6maAJiPVkhg2c79VkdXwxOMCrC1
AOkV3ia3OMdcpomfIou5isZuaYLlp1lzcs6qEDiL42Wf+L14AFf6+osuaz2avEdONU1j+KODWIJa
w8rvg7rio7jbK6FqHETzOgaxPSJfO+33jshc9VG7pnxPV9zJq22+IfBmA4PU73BOnfDkQTL9/6mS
y9M60x/hPD95TXFXe9SteR1UEXot0kqeMpDEFYP/vF/jTnQONe3npKO42lrQKxtIMUmsf/x322/s
RNSJzSTYpISkGR5KK+cv/a6qW+xOzUnPs5c/CaipToSuYJqnTGFsTIzi+Uhk9jof7eh3anSVSAyg
3EapECM/VfcCtm9ryvzOF64SiQ8iosGOpoEuRd0b+9bK2UuOyVwhEskgg2syjEliwrsZib6s6oXf
0cVVIoVxL9SU4VUiMJu4XtadnWAz7uV/QljkbJ8cThwAamFQuoC9rAqJkDzMvAx+0LgToapOZILS
HTyodFt3pSOoSHGXMX5TxVUj5W0Vy+i8tOQN/VqLZUQJI9xp/zuQ3ji0uGqkJeZMNxaNc2YPjaU3
TLwnLXsjRl1jIjDK6xrWrPGxFpRmhYoj831VAdzCqbXEc1F3dUlALA1VZPBTlrptb0cVzCVwf14G
MfiyzqVU6xZckgiTcqXbVk5zuhzqKHnnpPvGALnyBJ1lIpQjFsglmNXTxr9noFJ3Jo3faf+Nb+tq
FLqsR1q+One+nj6m/XAVEr/SDPBkX+/TcVwFsp7PucUeEA49RFcty43fxuF6FY01qTZL6uRoe3WX
6/2SU/boNd1doyLIpWW/puh3o4BdMoMdCuQB/XLnrgJq0JA6bgq53AqCtaNU4bUKdj9RGHM91Fsy
WLtofMxJ6ztL1EPa5X6lnihBff01wSoHITkOYAeXN/dpXF9mXkZzhLk+RXtn9tCG50WdxU9TIu+Y
yoTnNHFiMyI1M3GMNPHK+6xop+HzuoGu5zVRXP3TGowjSvUxJPOyfeSWX+WAM3u27Rxykzjohy1A
x826n4myHwMt/Oa3qxgiBNzUZMFqmKnorI3dTwFsBP12aFcwRGNgv2Zwto+MwXQqDYPj1Jvdc1Cc
PZTwYWWVwkwZK/4IJ/eHnpNPft/SuYHi5hzrZERcQozwtIWhObYotjn8d+NvLOKuZkgICTkCBCtI
Ekefq4gXqIW7kOPutz//DkiP+TyOMAhNud3guaDsU08X4XdUdDVDdhjmvrL4ohZgncNc5xBs8Uj6
pVtc1VCQhkqE56GRYnhKKL1KQ78Hi8wVDQXKLAPw0Tg+i74qWp58qOeceU3Fn1iOX0UVeY0DdLPg
9gz01XWruhfwo7xeyjNXMxSs0CyLHJ9zkuByNvvSlytQxP89Ff+83wMs9XoZV0AMj2TEWa5fgsNg
9Q0wV16fMnMlQ2mgcZvLcFShelcFNeA4t8n2r1+/nfjsAB8Lc4p+R7m4q4e/VEw/+rXsXEFFGs57
e77DscYeMp3skDkufor4zNUMhYwGGUGe4tiT4E6qlzXun/267Vw9scaCFpNRtJyn39ox+3fZs29+
TTub5ky6eBlhSHpEmVdeUODcjrOfRRnJXMFQBxAyrXV8PotnT3iFOplm9Kt5y1zF0DTPKdcmwkII
nDa0PSIqIO71C0tXM8TzeV7TCaNSJ2EZK/ugptRrAc9cxZCNmrGONhKDLQXCnrDjo1mtV2YI9YSv
Az7kfKSMYrzBGAb7r6fFRvV7MOE3VhNXMhSzSSjbnHceMYyPraDdM9ts5du8E5rBLIiteoxLK8Gw
FdGdzP0S8ZmrGRrnepIE2gesJ5smRQCkwQ1bIBv02x9c3ZDJAZ/r4jA+Apd+Hxt+yDnzW2ddvyIy
xrtgdMST3BToQu/8O6fbi1fou7KhPcnxnkox4kAR3s9hGt4wolO/qejqhuaBhHm4ouNTmt2Da/YR
5uNHv347d83kjC8dJwibgX+cwwIQ2OmqzVaAl/zad7bNJN3qJK0g/crM/AJ6OscLtPScK654aE8h
nZYcasS1YseB1vfV4mfblrnSIRi/Bioe8DbcD3N0nU5VWJJYvsc9//O5FrvN67XFBqmwSz9CJxjx
uMzbnv5bR41uitxy7vllo9c/g08jDJ3ABEE9/cKKIVuKOch06fdZnU005NuOuyZUEGE3xHc6gCcx
Cmb8yj0zV0ak2QafkQnDg/TZzSbot3yQyq/nro7IkLRtGoMX0CEZWRkKdjW2ej54DYurJArx/inz
DofbzaSHmVdtGYv0PYTgG3uGa2KUAKfBeHiucBCk6YvWNKinmurFb3V0lUTSmFkO0QDkw9Scwlp+
3He/UiTQpF5PxX4mwQI3HTwlVkwUdSN1UW1+/qq4Ib9uXMiuBqEXL4lBvtmSdaCCG9b4flEnUtM1
XOclAwgjzeoyH/OHMPV7MIe2+XXHyYD0sBAE6bK0qwtMzH+W91irb00VJzzlsAhRL5CHyDYfir1r
xbGrA78HUJyXX3d8q9MhX6G2PPIYMDoaNjeBBWLPK4RcMZHqRLbVADoCqlep+1jV03FMgY/za93J
DpHITDRZCVqP7FiEzXyvh/HJr21nK93VClCxhUJxlhsIr7tlRbM2o98ZwNUTDQmnLZXnI/r4PWrz
vzrmxR4B2dKJzmFVaT0MZ1XyVn3tUm6QOuN+ZlSZCzLD3VMOu+6QM6t3CGWzZhtvg3TNP/mNuROe
eR9IMeJ9COWNELOENrmEK1DvORWdAO1T8N1UNZyfEOgFDEuP07sVoG8EqGsCVPVMgUB5voROSXW3
S/uN0Ur43YpcJZHF4UKQCWdROg3BMdTTD6Pt7qV+yH5TEM2mttUokGSZ8ubYpkML9Ubu5+ySuSIi
ASTumDO0rqQ5iDbeikV7lmdnv2mILNcb/kPqaSe2aAn9QvnspZaBivL1mqj1JHIA6vFBbXgjhugr
q4XniDvxSYAEypNzHpFU1Ydz02mynLzCxwWZ5XWuQjtgJbdrfmB9e1fHvVf2M3PlQx1VaZAsDFfz
CljRFUehvAsHv2XcNQDSRk7DPqDORon2Q6WGu+W9e9x5UH9X4WUux6yuTZ7u7Y6TeUPDI/B0ybfJ
BMjm7HzJn/1G3d0/dRUGAa5YR0geripDRdEgD+rVtqsgCsJF9kJyfFEu7GMngFmHHEod/rv18zb5
h9FxFURKDgmtFC7nXbW2t6ofq+dknCGwRKEFYL95F2W3HQb1x9qn1DM55SqLrKzmdphrXK2NvN3P
OZgKLmfvrPH5G7+RE7djSsFoa7Ctong4fJZjIqNjm7MRNaErfNmOw7ImQaHG3eiyqrIYhoc0MH4T
wRUf6U3mpmEB0OhQCZaArL4MNqHvfKv4jd/s/Oe/lHKHDUqKZ4lv1UfpZz1aURJS+Vk/Z675EZ3G
Ls7rih5Xs4hiz+Lo0OVT5hfergAJD+tBs22YxEkbPsT9Hl2m2xD7LUyu9AjuzGuVW3R92MaruYfe
syJ+G6+rO1pXFauAtOcXHySYMF2XR+iFu3cMHd4IPld6lALDm/etAcoZhQ3q2DDCPoVC48l3tg2Q
nNgyw+GUqW7Du8ck2ei3tbm6pNDoFaxIpHDyKU4AC4mD/LYiyoR+E/U3bRLeIwHyQBSk7dwXqidL
ERDhtx660qQ9NzbMqi470l5Gz3M8tQ/NPLat30x1xUm0CWsRNJhMWcpLU7O9MD3xfCpztUlRb6Ol
rjEw3bK0h43T677mntkEV5uUpkHesQ2Nk7wdTmEgv9p989MNZa46CXesYJyD88LGWXXRqRdDtfI7
DrmapBmykp5v2A6q3DxqIeUDESHx0uBlriTJnBf3pu6AMQ1nnD1T9ve5Due/N883jhauImnVZOtE
mEPfx4fpG0BEbVjgYD7Qg+277eN//5A3Vn1XlmREz0UYYHREsL7gAG0LoojfBdfVJYUGZUTbjGU5
TEdRygbCZNUlnrPdFSalocz1arB4pgmtCw0HydMYyfadwX9rXM4f5ZfdcKWySS0QVji5LN+iStzC
Jd1v/XKtguAoRQMG+4TjvJIS7sv3uo79Lv2uUCYjeHPWFGOy7yGSw00dwYrI+JUoZa5DkI2NznSH
3Fa306VguJmTzYvWSzJXK6P3MJRhC61MYM0z/AwfdBY075zZ3viWrlRGghY/DpM8p4dFgFpQdmyq
6b2ExU9B2R/OuK67zt5Y2zZzDPWDHJm8nOpwyYog50F8ITvTfVBhJbdC51hBS8ab7FMABel8IAmc
EIpBCj4dJojgzv8eBKXT0lfRex4GhPxcLP7QO1cGV+dsD+sZTx6oQWLVbW1SY4uGtVFQTHaqs6IZ
ZfrU1JPgJUl1oi+VpqvuL6LZTvNe9NsON1wIo9qN4M9WVHW0MeFXzZRtP7ZGZXkB9bQ41HU+Xc3a
RtuJJ4Gwh35TUCNvQNxPsFmfYBeXLIGCx87UZEWV9vJF723KjvnSrPLQ7nMlymhS1bdk3np1aIRY
Pq1hL+o7yA+zqajYwIdy2+bpadnmPfsRCVlxGGC1YrxWWi4PG7B+8X3LBUtvYca117d7AijDjQgU
r4Gx3Uf1gtfHbLnZllZrWSwksdVesHHsV4DQQwABs9VK2EYCAMXWE9Dau4A+VhMICGlX2UtgWkVz
oRckwD6bLdryi21jXVSOZqzqT+A4Dh+kxsXvYWdJ1xWCpqq5zsO4De9VOxJa5j2y2beB5nL5kIyD
WmnBYYuTYAEjOkdStAOtVZad6Oh8O4352vy9kIj0V/Um0omgiCwdm8eAgrJzy6N9gusSmcJMP07x
VPd4tiWQaRfRtMzkcZxCZa5woq9ZIVfNDIg/3bafQJcFdPuQjFVnjjGvdfK3VcEyZMXYTlG3HUyY
GcbgeC7MAuLBJEX+femHivwAaWEcnmkG5dNt3yWLegjiLMhvxiXI5cPE9hkfgM2imgpQm2eVlCjX
3/ZzJ/GMJ8sMVQ38eW6nRD/UbcLauIwHILf6Qlqi7S1YAil7EdGIh6fJiL3il22IUUaNSFOfGN8r
3RcpVF5P9ZSQ5cFKiSREpvjclotclPkn10s1Tkc7KHj703EwN1A6M0txuk5YGqLceZ0/qqrFuwJM
mjry3FWcRode1+wwmj5sD8EuCb56Eoeg9KlY8zLcl3bH84y090MWDff13MS6ULXMv1Qx6+vrlGUj
bnqmqscdv1DQdrj7DbEuUybPg9NfaIwCOVCyjOZgRdJ8DnetzQXNZXCNjOQYIE3LZXjcxj7+QAZJ
riyb6VAqqduoIJucspOmtWBFHgMnXbChAyMzj5NKF/PcITfdAe/wRTZq2QpWs5oUMsB7lTDheMEA
yTjBQi77gtJvvNn2465LxW3THeJqGbeCMNlfjP1C/1rGdEsKk/S9gFC5YcsBrON6uuiTmP7T2DkA
CbVNP2ZjrjWo0O1eHZIsrvWlHnq80szjXhfhnOTPdEvMQeXpsp4M7E74/VrnwSkA2UFdQV5ovgwD
qa+bifOvkSDolRCwKyy7JV3olc2rRj/1ARBeJSfw1DnsnRzygvQyHx+HjYnHTqNOvhiXinxYK8H4
wbRhyA5px1qQ26S+0vneP1Z9gMvalgTVfLDKPHVmSC+3DIStw0qzZTwFUm39yY5kW444PSeigNXG
9O9YKxrehVxoXkCBMrQ3tZzwhqZRILZcqVbocqyCTl3SvVLmiD13M3dQBV8ptoz/kr3G6Mi6PZhg
rmusMwO9EprYF8Vj/HW8WAy2bPFO9MhRjc+KKNySD+s8ZOIa/KUEWoC6NcmJxiv7KAYippvY9CgF
4rpfxGma9ia41V07mUvwZtYb1QGXXLAerkzlXNNo+RDRFh6HdNi7kxy3dQX5Odz2T71i60WGN5Lb
JuatOhCKAuMkRlLjNt/TLizXdNOoltTC3Hbpkqof49Kp7FQnU7YWuWBjVARaNevjkHO8hdR0l/h/
jIplvAAKRo5kSSpx2KSaoQha82Z/0glf6AE2wqisC6dxf4oTLBlATOS9+DLlFlbZIOLN9NAovtxV
UPfigZvZtTsuW0S3kjWwgirElIrpouk6sG2LhM5dQVHpfUMop6dZtuNLvoFluGwjGy8HAUXv9bht
2/hhkaqv8OYEkW/62Outne6wF1XJnbH59mnLe9Kcgh2F1xctC+C5UIqBAosGSE36o85Sg/rxPKQV
ygEbkV93E8z5rhTceYUo2nqg/WGycMG6s3OTN8BCkbC9wYwa7jhrGpS1L7LG6ytQPcdt4GR5VGdK
2gNNWk3LSfTk7ziD8xzSebKGxfzZN+UT67OBdze0hvfJATaYYdXAdcOSQxOz8Gh1/aPtA/uChP1+
QDEKJjrP86EMMnjZ4XoQZ48d3qw+p0bP3/O9W4eCtFOWl1VeJVd9Q3t48C/rXWzC6alpY5aWeoQl
YC9aemPmeVZFvGh5g4xNXVqU0ZWk78Kr2Kj8ZtW7DQ8LS0EyZPhL7Zfe8P7vGPW7H4Tu+doWcdWn
+hBrzPsnCMRMfDnSPVTFmpmQn9pO5G3ZLt2cHIZoSr+QKk+RWQ/supeI6jgodDQN5AVBNVWHNRfB
cFt3O4eFXrvrkzBVE19AZtX2BaaeueliA0f0cCftFacACJcBm+KhgPVedql5u9sSVhQjv2Qiz+5A
kRumQjdBt14kvG3ia9rMpJ/KcR03uxRjuBn60AuexeWiACw65KKrH7uhT4dDb8LmuY5G0xVhtVBb
mrazhZqAAyvGNBXLfdDm2VQ2JhdXWnVS3qxZtncXNhOBeYoisk8l5Dh47qM1jiA12xp6YqwP9GXT
thkyP1MsC/j8/CPJrNRpTJLWHPKkJtdi1W1zwcCvGY56CZtDlzJT0njGccqIRH+eQTeeC2uwBxQb
6b50bMxvGlSEF/DC/dCKASDbhrYRVnqU0IgDXwkzpwgnjmJFMFYF3Qg26Tlk7f3acVk0oVhCsMDn
Sytwh8gWkhVUE1rgJ+nDmFcP69T8tfXABtM1oZdrMzNkYfoUb97UYh+b4hbunsEKXfqjDSeZXFcT
T+pyXnsz3dl9rOYyNTWASv3Ag/RE+wHlpTVK/KKpwCGmXq5IqLKh7KxsRbFG+ypOPUvtcE9nPk2l
tZLWl3oX8BRem5xn1zbDeaQYhn6efmxRl+RFvHdA+804hC8HUy2sOwxDHYVlQ3B2gP/6Go6fGa8C
cxgIq6aDrgHqRIdW84w8Wd+UO8ynb3GoR80+Tar5n2Vi8KfRcRU25SIwm27SbMjvkZHdq4sgweHq
otMm2Z7zcewSzOVoCUtV201+GPhM/+qTPkKMbIHGCSWvgqFksKCVeBePdHMwBhZvFzSAC8GJVnlM
rsCC7PIDZWFdP9WofQrvZZ7sWYHjQH0pFQkijICM7D1qpSp54MtS5WXf5eTzlAWrQO6tSYW6DCZQ
NgvV4Nxa5kkj6X0HhQIvRWNQdzOvRjzMkcUzKI9h4lCkO6R6l0nORXczcEaekZufsxLrprrIIsIe
2nUL7aFN+8Y87WRcntDv8BtlFUwRNUwPmqtwBwulgEktm7/v88aiI2jeyNOt0i7boc0ak72guDgd
L1N8fZGVY0by+tskLcioe4NX2qJeVf6cML22MHXmaXgMAMVtyi2woTrVCu66h2m003YDj6lpLONa
RcOhm+BkV+LQH942tVpnnH5Np24kfK4+wymFhYXuJ3hPDr1dYSya9evXPFIr4RCZLIu6NDMW6EvT
WaWPZhSojkNf5xx8+TbhEEdi6z1OdAi6B6zjYv2oJ9QY3ewbx101Wjchr9Y1yaPDmIHZdKhWsrMD
sVEclztJh/iyWSKG9WaOOCy7rd3sJdlTXAOXFvTjF3xzmtyAJC7Hf3uFLfQiSeN9+CoilBeVNCX1
+mFL+EYe6RxM/AiboIodVBvKUxpn5C8dEXvPKfb+Q0SGKcFtQVrUP1AUFR+6eKj2Q670NF32/8Pc
lzVHbqtZ/pUOv9NNAARATrTvA8lcpdQulapeECqVCtxXkAT46+ek7enrkm9PzdXTRDiirJCSmUkC
H77lLKMtWBoGReMdogxou1skomxKYLSZD49hvXbdqYTaGzKuubFofWRm2Pq48lWjViSYdZ2x6rGg
vJ4ui4bL6NmreNA+z7T2xTWxZgn3Dizeh5lx1mGdVd11Ow883w/w9+Ep0mpSJj30/puNnaKGJiA/
+NEbY8AWtnFO1gWwPzd5l54UyhyDDmOPZK36qsOO6do17gseAcErAbmTR6z6CPcfAj7ede4r5d3A
FwrpQKE87CA87CITFehUeE5b5ny3YHQC8bOYCDP54CsEw0NgKoFFB964bT937VQsrxFEKNWrKRVZ
v0UzVu74nVJsVP/s1VgNKFHhgqqSqaL+FDvZWrYZ+7NFXJ5Hy8VUjkORVhanV1wOGsWtzk3+EtRC
PFsYeJ278p32BeziJXYApkSL3k41zkyXMg//KpgAlNNiL1Sw9K27IXC4zFwSzaycuxSxIGvwUKcQ
kigFiqY2pcWI6sVkjkKWDzPIaAOZ37FMWV66MYEPAvVjIHF0h6hgoRIyo9h+mkuQztGEBjWxlinS
Rt+0sZAKYOA4nCsXPBNaMIlMoyVeEmRVrq9nsjD9hjDbN+kSYS1ts6mX4SHkcwe3BR7ZIfocZQMd
76YMHYK7ppVdlYxcNBpVhp5gJFwxBD+JOKo2nBCdRwB4Gbae8FhFfrFmXnRPG5EXOzKzub/2RkZo
OiPCFMe27Zd7GKDCsbVrpiy47fJyRnaKXoH/NnEWkI30QS3cA9Q0r8mAlHu+H93ozzFf67o6unFR
8y4bCcOYa6XfgexZ/HhptX3xQSK4Dyc9gQ7ideMAZdOJNWnVTkF3IZclf2sap8YuHim0xZDCtyVW
IYHFYbldKl8W+JYhtP7H7qruwnaPTTg9Z36lwpjNU7inYg2/F75EuSr8SvLEYVgybliZy+pk8FS6
Ii77CV3q2Jm6reK1WBiexLTyG7hfg/Tm1sDGPh5vuowmmFPKe3ojIkObC4ZxHUPug+Mt1lXDBwA4
q4lCenjEoQfny4htaQ9N1U3UUVa+WqKbaQNd0TGAvWFGIuwtJNhJ1w2YqxjPB7nE8opf0wj2djcc
jlltwtCGbpIVRXKV5qsZs4vV5nxEfKsyFgMsDZJ4jvrTHBgE6E9umnQRw1VqCS/HwA2oobyW5WMM
V1nxiVdj+I1ZzzeffTKO9jqTYOJt0dSFqCxtucJXsA2HExjQaVkiYER/i0v0/HIOvdAgDhEy4ZZD
RQ56wnVflHtfLDUM06ewFSyBdgV5Ij46T7GF1MR9SSS6MrB0Uag0rWjDA84b0AkDgKUO6Ky3AsZm
JYvQz4EEQ+J7/ZADKoAwB6GX2aIMEJ0fpL1qgWObat2ri4E0K5zIiVQ0QYkX3i1ZH8nYj5awSbpw
zJ8FRNEOplUDTTStw0c1hUBL912UPfS6F5/KSZY8IX6Zv4D+td6HsInAh1xwoKPyCaJ4zlh0I2aV
f5H+VJHUW8rmgDdxN8wxb4PAWt6WujAUyZJd6mRS4bjj2hr/UBcOCOoAegoq6UoOw5JiDvm4XZEG
6C3EtDuNc26C+9SiEDKP3rC02b0+A3+/dGWHNIdiEhN8By1XZ/c14PUY0RCcUujXQI81yRUabVdl
ZKrL0XF/U0weZHxy3I5+MwxFGd5BFNdfEulRRF2FU6uZUozPuUqHCcl9jwXmEbTSvGqIuUUXKVlt
VkN0Gt2RmOd2U0btFeXSPS60nPa6Cn13YXTbDK+j9RUOi9oYffTcWIMF6Yc5i+a4AKXmxvqMVUlU
9nUfB5J53g3rXXYyLAv9RJtOHtbQeuowNhb6322pdP5Ya7jn3agwDyhyVDLbZMq1vvUlhQNTNE71
FR9nBgOSSrXuZFFUH1i/9BdO0WBKUDtBZYgrHKQGJVl50wRB+JXUVZWnpURmErc8j+4Z3EWPGIV3
kLGa5gFZ5pzbJ/RoGmTQHoiuKG2K1lx4gxQYzA6L++S3y3JQ3rCyuIpUcdXNbf29IlL2DfoQBNFC
uWqtL+oZBd/FPIRREU8rmWziSos6nzeVB3Eojme2C4tqHrMYMjq5updcd+GFV3j5serKakmGoLTe
kapp6nA3pXmDiWCpYz6ZTMZkDVy/CyAy9XkKrZ0T5HHqOqcLvQxUdDtNGcCjELwLbYqwuZ5Glnf0
ssKQ+w1EenkLIYjoswtRXBybjFRqP5DK5zs/EG7aweZlMLHpl/yOg554GxiV9fGgpPsM2qJ8ps3S
HEvDmo3fzFuXodfCm9eFYUvEwTguz5gfBDHQMcjWMK1H5Gz9K4368pqh/w3vrBEQgc2M9OkpI6s9
9Dg7b8GhGb1DLSxapJVQy20Q0fU4j5LnsVNRddTd7rVbl9g4OJ3ZwF9SuTMRpCUSce4EZ6TQ97TS
2TMJsbjyMG+AXQr4tIN3JGh5A+CLXWLqEo+igA3RldMVvRJ6dS8KTb7Hmqvx2nWRIfuoIU+R72K3
DN+5nh/WqiJoLButjwVfoXkWAtJ5wfssO+DBeHE3wmQFOJqldqkZh6WOcfv5o/JWO6cCyfOQTF6V
AyuEHtt3tkJgDruBoQcNJ8foLkLRfJ1HU3jtsaIeceo4PcYEyxb7dHTVbeEvdt6uHQvKTZY79F1n
P+g/w8XFpzi5GUN3vvZuSeSZA2G+gbWLWprXgK/uLXRz56MB6XiPI6EOvzdQQvsW8LnAS0U/l4lC
3FXoe6A1j05kRu+pRoMaFLtl+tzTpqbx0jCIGVTDYFTaRrIYYqq5skgOnb2crM2LhKM//wAUDLNQ
4vEajaJ0XL6gRdg121n04Rs2Ft0LsV41HquvooKUJ7YOcxmLjk3XvYj0CeFafi1rmJH/BHXxPwyb
3ksDQNfZjB3PAYuXMz2Au+oSxqKP6eDI9+IAlY/WBi0bIEawxL0Z6VZFvc8fGwW/A4HrvMv7uTgP
D0mxL2aEI0KXj1ndyPdGEf0c5O0I0+CNtef108E5PF8n72NchPe8b8JalykcoxtobZJwnwt/PdIR
k9CP4R7fE7+BVi/Q8AakclnEna8uaVQ8f+imvyd9O1eg1ZKtQF0FY7xqceMJ+rGV+J7xjeESCB8N
1orW6mu31J/JEP4M2PevV7l4T/meGlkpluHaXKtPY7gmhfyYBZ+IznCmv0ze8zGveGExrc285guv
McfS85eP3GzxnvDNEF8ZlAEgaNbAyYEvgmEI+vaxa78DBjLTZxGqQpCya/q2YsAS9cR+aIAN4NaP
twSjIxBi+jM9U3pfYRJnUqKr4EMgNEgA/XhxVDa2ZhwETajfFGmBAvoJI7T+Q4gEEbEfr84Chwbi
eF6EE1GXBK2Kjq0fvTj98eIZovhSly3AmNN4JVyR0G78kHyMeG8UAa1INN4FyFOBsU9oLcJBPfv0
sZXyDs4bGszKPLB5Nmpw7CYvsyBeVj19KKCI97RvjEVFtGYZWPYeRjlL7x1kkX1MgUm8533zxfcj
4XcQ7mLozWJ2AegC6uoP3Zf3vO9ZWyVXyHcBehc9zT1mUmjQffDa73ZnbaHMj0434CUD3Vdy2lQN
+dDZI97zvmex9kqG+Njo5W6XpvgSle3Lx+7Iu605QD5T8LOwnmTTmiysdPt8HNf0Y1d/tzVDB2CB
VpB3LKZohGH4kBKYUvzkxJTYgn/HnYj3tG+OPg4ke8GFqZYJuaNmCkaqg28Bu2Ad5sJoaxVlt68F
sX9aaP3nq/1f+q29+ePq4z/+Cz+/th16BvBmevfjPx7aGv/91/k1//03P77iH7u39uqlfhvf/9EP
r8F1/3zf9MW8/PADLHeBkr3FMNjdvY1wQfz9+viE57/8f/3lf7z9fpUH17399strOzXmfDWdt80v
f/7q8O23X+hZGus//3r9P395/gK//XKfN/qlawecVH9c7r9f8/Yymt9+IX7wa+CLACIQgRCQIgGY
fXn74zfsV8hXcNScglMWnAH6DbDdGV70ayAg4hpFTAgm4T2BxTe2qPPOv4KSBoPOCw053GKEpL/8
n8/2w9P559P6j2aqb1oUP+Nvv/xOdfnnEoF4BGCTUvCIBZHE9d7DypClBBjVes2ub1T5mgGaAh9i
dMzzFVgjQsUTFQ5oU7CiC0xjmQtjOJuAkAPcBFp642hguSFVgyI4dPoA64YMhjCY/kPMZbIw13Yy
TOZ+JnKr5HRtaceLeIArdupXZxjU0J17FiX1muuhGtabrlMF0mpAa27HKfceKSr4+5zJII9XUoYO
vZ312m+VmTFqIeIM9Vh3xJ9LtJJFLj5VU4A0CyWcPvehIi8pF4lxMRJ32IARRtB6Kvv1MM+9/5NE
73dk9Y93kkUiYODkURpFKJN/PA+rGWVVKKp2Z1e+F8pvL6BWlB/CsR6SGtaKMZiGNSaLGAdP6Ice
q6U4qcJ+DuqKxrVeXqzxNEZdUXM1BOwCrXegjNbqrdU82owRu8Wci3/V6Dhhft+tp3VGxiCLfHJx
UA2wPonKRcUqWH+SPJxTvr99L3Ru0afifhS8XyECwDR0e5Z21yze17PhlCcrdqp40yQk8x6KprzK
VNnf/GUT/blQ/7owz2fC3971vM4JGjw8en8e8SwrqiKw7c5j0DHFBJpt81J5cVTPaDSsPvkJQPnH
UHneByySPgEMCf8PoZB3Wd5Qz2iFerzduYC6G0zQ/Ut0d/uUACKABvw6nCTgdz+5teeLvv+Sf33T
dwdji7mPGGzY7qAk4AOX14cJ3JQI1DQK+ZOj4HdE7t/eK6DgGWAaRdl7HnDjz53GZLrDY/wdhjZs
BsqOI9PHFbV56rTWKRqeGu3J6qpEXy/Jmrl4lR2mGHV27mDVdXtq1j6PRY/Jzb//uAGYAq4rOgth
vqfLD1pXwEPW7W4KP4lhzC/MsK4HVHrLfhj+PR2EP551xGlAKHjPUDp996w7jblmV2CnhmeTZ6xA
jfnBT0lK/2pFRZg3QlwdI76/mUoOGFUEwzS2uxkwCOgWaJOsonO7qi7nhMNPDBGtsJv/+308JyXv
n3IkmY9vRkBSf09xECJv0abDVwMJoUhsA7Gn1i+mnyym33ndP75N4PskoMKHuIsPNUN8jL+UiZBf
LIPOiXaXyYOe7sLhoAYf5Uu0aVtyUcFJc6nvMNL1vE9T79Kgk4npijTyvvvelgwRoF9jYtSjqwHj
aNl2rTaWfFvQc1JtEAOpkuRBMrli6y8d5rk7xQSwLKDFjxe9/y2YIDiD8YQeX2q1HhbvGFZyFwRf
TA9LvIOqTvBTizk8QpFo7lp1yzRcf2YHTVQ0OemS1DWwRmsHFYwplmbZ8DbfopceB0P+MymV30kI
P94qnI2MMvAqQLgJ3ptiDBFEcta87HdF7nnbWoN6smAj3DaFKDZFJ13SAyoGfCGCP1jjJAaKbdpj
iC43nNfDwV+q/CqfTb9TnvN3fQGtXk/3L32ehXFDXbkFxHT8GcPuX35sgUOMI/3gSAvehSZRBbPL
yTDsXJhEgCVlGHTG1at8ZN/rSwHkyEYkGOs7DOMAeYzFTtzdij84TP9WLnndvTX3Znh7M6eX7n22
+EOCecpfh3Zsv5v3f/X/Y055zh7+55zy4aXIgf8wLz8moucX/ZFUSv4r4Ug3CLaeQHZ53ud/JJVC
/sqw3EDGDtD4Dfm5o/BnUhmQX/2A+7DnpOSciJ4LyD+TSiZ+FfIMXEfJCmwLrvjvJJU/ZgxoGgX4
ABFShkAwWBm818oIeA4/uZVFuyC0TarV3D0aDAk+KZ/Jk0QP6NIUPbmN2ulnDEdKfm/H/HO/4c0l
+hwkQOyjxPeD96FJYcgqV6ha7igyvz3Jx+4R31lOQIQpRYDEXZuN4pK7VChh5i1AjRdONMBCrK56
Hc9dunby2S3w1MsOZG75FGWrvvejcIQ9SbMwzKV5Fm4DmuvbrI3ofqFsvgXIDWC4ifOBpJkJsmDb
YBZwQ0IrvioFRlhR5d2coMy+7MIV8wLVCLR4x1jV2fBVBNbsba3ZltAgfLEV7dfYMwsh27kHNGLA
VjXpZOulOGIGFXvW2TIOgdiO55HXcTYG+f158nJhAZb8btqxwthT1wT7d9FDm450qjHVaYd4kFF1
2S1Kn4g3AEgNDYwG2Tztrhmk+w1y765/jZa1uy8xxQ3SifTZa1s20XNfaHioVM6k4QjAUBIYzVFc
coDfoelUziTtAg6GxTKPz0G10GJbVms3JoFXjIAUKbSeVysxmFmKun5CaTkkg6ORjcEKKDfS1eEJ
iCOYx44K7rfCj/ZoW2VAYAHw1w3O2wMaW9wAqdju1KTzLTgDxfewWzxIhGXqKlTFwOJA0+kSiFl6
ooZ5KbIveyKR6h4q2EBsF7j27ktVljcLHJ7TEl61275FIh0vi/1seA6DNWfn+puFs+AzjMTJhfOn
4DTPGmOvgvVPGMABIMZn/WhU4aVdvsL5xWEoFFtS+NscB0AJzEnXfwP8ml8DAGlSrB+UK57uUMRk
rU4rbwKEvfCHo4dj46o7JwkOJO00nKjZYhIwvpgwSrtpuIr8YUOCYAUWfQE7hNnxIEK/vzUAEVw3
pLfpGbzKq05/Q7zwjpVsge1Zid5mEAu4aLw62KJT5x0g3kmeUE+i89oy+FvnBOPoyq+/lIGRt6N0
7nudM4zWgtLl9/AKb9YEQ7sJ+KEAfBLi5kvQKsIJbA/ffZalWYH8DM8UFhMB68bgbLBhDNYJdaO7
w7i6wxrQV8NmdTnork2xMb722MexqNEqZAwZQTCfjRA8d8OFF76x0JyyYkgMidoNn+2258qDur7u
r/Vcbjoo18YKqKWbJSTlecbGL3oLzLMWwy7L1NFoctcB2JDk9fpNtMFhsmrTAXF2WURjvW2gSbVq
1A8lBcvO9fOnhZKjiujrgEI0Zb5+88g9eoNXqww3dQX5E7Dnbm2VP7XGPQxiOKqcPXiYxJd5fUez
fg8iRRwxAAWKZSem/MSAJFLKwpG3AKy4NthMZQMuqx4emmZ48YrlaZCABEvsfST7PC412VVIgiKe
8nL+mrHgISvpF5c5cxKeaK89gD2TnBt2M9Lim8t0rmNj7VVnvMvSieMM/CUZyf6s7LMObzUDDwKM
32PHiEDCo9N+HYdEVIBUAuyFAJVAEACLcOqBrO/CS5AQVOwVQGC56rIFTpX5dpMtY6xRwvo9ULk5
IJljkOVA8hi2USt7rYQoEoBNzWliGIdWbV3um7B5CErFj4Pl3d5kRf/KMEBIi1qXW0t4Ci+wa2La
Z6/IwjcvYt5ewLunWJaH5Tyt87lp7wmfN7Sp9Cdqe9A5ZoDuKI37KjvO9RoHxSeIi5idINOmFZh5
wEc4BkMzWbsvfG7Oeo860WXxBiTiHYQUMfiNEO2NuHJLNWxWGG4iI3xED+QhC6/ORBjgFHIEvuab
KnF9CzWtuKPqZOQUBwZ4q2Ja7mTN40bUu9yfEjSNwwQYvWM103TK/C9r619joHaSZ2RQOF8uIJLD
CmKZNy7vAAohqR3CPaCn3da3Mtt02XhnVpsCgpQBLD5uqMg2rYcOyoIs1gvyUw/VQN6SBAcoGryR
Bc6lX68oIhU4U7d0DScAeJD/UYXIJvJnnYtnCrhgEOFZ5QP7VBjQ66Lmdsrq63Igt2SK0GkJi+Mg
IMzigwteeGOWQKShBQgGyH5t89gv8uuCedfY1Pce4FW5xNW0EGOSRwcCYELcAgwc4yxPxpXWGzPz
6zkEFjvvuutlni87b/rcLc2VCjmSev1iGBC6Z+KDyiK5c5CcWsPRi/to3AEneCJOGixXARrRdFGp
7qpZw2QqvCfOmkuyeGdQ4Bpn9Xxb4rAQpK1SX7oNcJDA0LXssOgFeGuQLvyOpgAVARBiAHG1e8Mf
qQHNrYLOZZID27gB6BxtLB2pvSHDpa35CVoXxS7o3rC/shQkG5aszMoLZaYm4RrSWxkC/CUmPH1S
OJ+kAKg+ZN0SpKU/OgOErd/cNK2xD2sovGMjgrsKbsVoSwTg9jR4t7VgLo2gc4ZFv2D1eHWE9e3j
GJRYrNqE+2JF135sAV+0SDSOud+43QyEbjxObmPYS7cIEMiDWQHN5wE0HDmZ9LkqL6A+cZLaeVg4
ZdyOeYFJe9nrey9HjBmTzq4vs5zuVFs/ESOuV1azJysrG146FT6G7ZiUYbUF8yXmQh7DAHcK5Okx
KraYa0dxXdhTyC5N/xR2ZR6jZW/i0ctvav+8p9EAaN1VoKt0AVhCevIReBTAZ0rUB0HxGWKRC6Jf
Vm7hK1DE0jb1tYEtJ7CV4xcphpvVggoCvk/iBnHUcHgsVrKXoOWEvYqwEIsX8FMQtWi4xQz/W08y
CFDJco7zBQipgc8InF3wbW7kY+vgtwQ495yOXfVV1kAaGQ+eHXXRJ6Oxh9UDfWKCDEmCtsL9pOmh
88S+6fMbMK7vsyJ7rNBhUF6QOJkVcdbcWMmrq2a4n/xxX9kitXWEhMXGVdY8uH4CsKaNWqyUaJct
2bEEJxznWH8sAACNW8WR3nafI8C8Z9Ue6OBvy8VkuDf+Mwzu0jJvj6403wvVnSLTH4eg3kGc7rMt
ctCsPHytEN59nO+A57pjLUCA2dIHSdblX7KwGuM2QMtLePKopbsgQEdCqgKxymDlO69Wu9b3932m
RDKsJOn8LF0tMEBw/I5a1LlWNpejVUMKqsGadFio4Jgccpv1cGDvL4twgtYkIhhk4qpYFAvgvd5w
Q4Pm6wBcSeKCJt/pbphSr+gFGKlA2hp7rwfghukCKF/ni204dSB6Ats/CfqkuYRX1ZTfFbOZU7DY
ur2vND51S5N5hLolXeb97AOL7+c9LMnrFnkzvBGSORB615Li0XKAW0U1bKeJbBY+bcjoV7uwBSqw
oAQNyBDdXX8kdJ/X6OhS5N6b2mXPhnS7rKqO4IbdQq5PxgsiCobM8ks01Gg72ywVjlWx7iCB5SG9
SGeR96BkIg2HV+DXUnU8FhUiJSF0EwEVncjQf8L44Vat6wnF/ZK24BwkkRK49716sx1oQrW7bfNl
iLtBervKK7aNo7jBFjGxSDliU+aa5xoCkMeFIQHH2rog3I1PNVK3vdbhQeW5n0Dbfut3YQCeGeiX
a/YdUg9ZopvhqfSmm07SJwDa9lo1CYiOiBy0TMx5UYKQCaIAEEhgwFzbKkzaNisPQOr3MeX+yeMi
3LK6+0Itcluf+lHiDw7ho2o0Gi0CpIEa8DkAgMCCVcPtavKnwmR7H4Eak5KEiz7JTY2gKz/1yu8R
2ma2y6gtAcz19wDfPkrQ3RPWAS547s0SZ56gPHAK6BL3YsW8b/4EzNW553JDp2if9/ZxsSEOdG/X
Gv7NiQvoOBXbeXRBDHWii3W2F5BzeuvHcE51lp9zswuqzGc2Is2JgLRbwR4E8DQqQSkBOWTk40s3
qY0Ek3gz91Qk0+C+NH0HTlqxvuCzvoSLfgbp6gpNEx97GVwfysC8qZr5a1hXt0AVXg4jtymQSgzc
Ct6B9cLRsCMD8IRa0vzogUGqQn0wAbnMfT8GvHsH2OMllFUasE71QyNcBqZmbuMSIjvZMADWGbhT
oQHn7UDH0aDwIJmG23eN4KqDdGR3oR6OABqmROTrdiqAp96IEmHHHwQCffEAUfIpKcoiXTn7Tnww
Aur5srDZRlD34PnCbXppdqzNnwY23GGygbweIXcyoGeM/RwHntkupZ13U9FmDxXTfpOOFceQR4io
3QM/PkwxOPAoGOvwOZL1CHroVO6q0CzbdqYRYH6zuO2Rdm8GKweMW+A2eoD0YHPwM1lvaZ7rnRlX
9gb6Hv0UtpkDcGmRK4js8E7Jzip/qCVgXQduDyg/6roYgxJOM20/gDo0+t4xCyL1yivBnn0+5+ac
ZgCBizlQfoOKiuiksT2q2DGbdVI1TnZJHXL2IOYa5RzoRTUo8IS9lag0EDNyAuI3SOnfFzGd6wnQ
H8/lOjnA1KXfLF1H7Jb3g3dth7n6BrpyezGDlLb30DbflHOxHBazTnvgyLwrOYkAIOymHDHzgl8G
mh0MUyyLtLHtG/Gc0xCN3FJ4Oq7J0qYi88NtE41yi6FX/40j1l+i+QrLNC+i6hEyCPMrXZU7hqbs
ngUVIl2qNQLrtYIEJaGYYiWZBPkajK9mT/NG3RemDbd55LH95OvsG7WrcUkuh9KLmbfUAFv5dY6A
FmFy0MO29rspM++6VpgoUamO1oJZ20ZNvZtzvuIAjZwFswA9QwulHeRnU2BvkFlMAF23WXAFNgIw
iyhh+NGWOQKXQJ5sSoC5eyLM3tAoeAKogby0DM/B5vXb2kTyfm1Ws6FjCQhpb/WVgb9FlZVPwJp2
cW9yf2fHsfOSPmwpXBOy9uRFi90NwImj2GrnXTGO5z6DF+0X7lVYv63w7o0uzsTJMySSoM50sW4i
ENm6iWY7JdnwCAZIBjuAef5SCMsOA6/n7VA7ZM8ggZ/WqfZOwCjjVFSLOWYRabf6zFqJUO/v7Azq
c4Xg3qMQc0jd1rmS+zmU5U05yuJAWg6O0KTt1i0ZPwwLNzHYina/hErF2ELtp17Xywv0HD6NFlug
BakQZdWuGYDmgc6vyL/6wOprVE+gcqFwmvI6DnwwxFwJlnds5wpNEwgcvQZZW1wEbbAscceQP/oS
hiwFlfDxYYW6ET7AB+hBdADGzv2pDyD3EKL2x8e2D4VoxG4gBkJSmO0ko+BXPUNZ146gVICcfGWg
3o8d7i1yP+rZXLRiabcrUAxfvcCrUgIxied2JnaHw6a6hW6b+gxiEexJQABDr6qhd6Mi9amfZofS
GTCzxwiRZD+4HCBnAzlJP3EiwwDSjRJlmORXtgQmNmYwatsKil5axgGybqk3x63M6Vud8+Izqonw
GxQT3NapRV228LmNe525T6Wj+kEt0gISzuV1ACoT3Nj8fNMxA7WEuXTJSofKQ5AgPVIcXR4xes6v
fVkigFtg64fBFp+CyDQ3JfXra6lBe8yhAHEdtGB5QlJhvszkun4pCQ49AQPf2wzg4d2ZBX8BVvR0
HbVu/YKjIkCSHDYiBcBp2kAP2UDYgVf5qZt5SMHSa5tv09ghm0T6etlFfXPDow5UjpHRx54gq8uo
6S6IG9wDBB1w4KDoG0e00rWXzKvXJYIH0IfJ1Zi0/jhfoHDJD5HsxHUksi6llbemNUfbHRIi9KFr
smqfqbbY9j4fN5BkLfaTC6cUYnvwezU+6V487OsUp6q/GQFOT7XEpU1rVILJtEpC6defHAZeFzUI
8xsCVv6FpOYa0MR70Us4aisg7iWMhxKao6EzQLLlfoUOfEKB2k4Bi4NliG013kKv5jlbV1BF5yi/
GNrGPHbWD44E5IqNx4sQJWSIXAxdS0celOcDmF6B9bonSzjdeL6MnjT08S8VlQPGCq0j+7Udw3TG
9BKUrKKVp7zkaKFAfsl+bmwz9lsw+T9DFahG7k9q7xJYAFclwDVn/5u981iSW8m27L/0HGVwdwAO
TAMhUydTMJkTGCW01vj6XmDZe48ZvMU0vlEPelJm1+6tREC4+xF7r1McYtbvgyubfGeOHXgmXOfy
qAKhh4sU4PZEvFN0wALL9CkGumFtZs/Lbmt7LiCr0OK4mhQLcpxqKgOiqu8tXJZUFvj3mzllfLGD
mwr7kW1/GGBlvGZUAJ9x+J1k4pLsGfZG8RKPnJOIrrP02vaGYut6aNNRWI/ZtnUi59ay237vjbSY
EIaNficbqz3mtWPsMvymK7B+2HglbbQszYtrq55GqgTELLZEw44HJRuM4+Aglo+wkLfY0u9EVAV7
LFa4Qmc34WvvTAx/zffUYQ5V2VXx10gaKOHz8YAtHd9rmH6BdAG3bRkKKmcG1YmFr2yHiTLtLio3
Ni4QUHTYM1CwZfxOryApoK5b7Ws8a8/ay+F0ByHbN7WShuUwCvca8gm5aIxxINnMjme8ullYfm6T
KPuCNYI+YBJkzXHwwhJxfdwF5IijFx9xt3qPWW4s+w5zegymZ/IoSenQWe2bNXvjMPdkfNlYBCfL
g5W3gY5PVxHnTL8jd1a88Wk8jKjc76JEuo+asiXHj+r7q6KPIfloAs5NlHr0dSmDJ0dmYXjPTp1q
eH9K7Bfq7M4G6MvE7lJVw8ViFznBsBXhi2n7MpB4lwd5OS5ADaY+m5CyFOMBR471ijdQfrKMoaeX
K4oLa0ls6VdDkFChRC3zLRR9e5oKEdyOVWI9GwQ2t3YrQrGJ+fuMl4/dU4urPIepUamntqbuvPfq
JX5cNS2HMYrr0s8B9PjZ+n1lifBrJzQOwMGsU1FbnA1zZTcPdZYNCN8cM9kU0TzfNktlXMeMsP8a
KmZX4bgrH+KpKt3VCilv+qoY78I5l9ti1C2eSNSbqGgyvFGTZxTMwJEptijDM06mmfVPEg/ZaZ7Y
vjYuZdgXN+m/hcPslRzQHlXnOWG80ta5Mgzpi2TYukNxF4RhdTRCc9kxrZA0RFTtocY6NFn0K0Rp
pJTuA/MmdSp9aU1mVlCdiZuruhHyEiyUyRsVdIH5JkrfrJnEZSZUjtjuvmELpJSNDf5a2VPz2FZ1
9VSGJiWnyBiXi6WjjIfVKTZ2IqUK5va5Fpuut5ZbiPCa4lw0yH3B3MBDI0fCgHWUbYFjbtsuaYS7
UaRPJIPB5eAM5SWJabOXRVc9jJ4hLqasloKCiLLvKbuVF6qCjTGk1nRJe5dEqLPWPDAqZl8Auz1k
ippmVNX6ISyDkFzBiPvHqlTOx4RW7cFIi/Kp8YwoOigqxZ8RIRjGdTnaOr+2o1wjNiySl6yZC7rZ
dbONMhpYG8uKvTUIcWtAL4AHdk3cy4OiQD49933t3JKRiOJ6lkjNtsEyL+luqYJpn49NWd9acVPe
umbVgxJIC5hS7EMNRBo7+VrXLr48ByPIZVy13bNMDPe+z3AOZm1VfF2SqviRy7baE670TxBrWQqZ
Z30aEGgNG52W2UMbOeURaps+1aGgcCuS1Lgu8M/ftlnf3wDKME4thhEGk1vRbWkjL617fFCNuZJK
MrO6pSjFB9V58vOKxyoOWTcTCNJR73ZpOAxPVNFaZFxx2O7CIlW+OyM8Jp3M9yFm7BM2KHGZEhc9
8Vl8awuH4IFi1CFIvO6D0Xnd44J3TGIiMqr7nB0m2opF8QVkeVTcux5dCpNC51YUxNdD2UD3gW3x
jaZDfRiLOZ9osYh5Z/QGS6ate89EKzDm2Kso8iNsA/dEsUzYY/bYRZW5swpPXtBUBGHSuSrb6ZZX
HmE23LPHNQfLc2uQInPabm08Rl9AL8tsx0wR9EZDzeAYikxl3TVfea+KDK7qvutRZtsOXyh+02m5
6VBN7UUk5VbPTn9djCa5lqXbjqpKZhPP1czMgbFzFwSpcZeYy6MXe49NEkwfcl3lO9twumnDTwV+
NbGW9iEjwZ4yE+0hOcg49psY8QHx92i5mH9wfJ4WWGRHoxXBVpRu9QHYC7WGRjfbzA2L1zx221f2
lvEKQ9lybSb0IiPSoKu4sJanUHJudVjqXlOsyRxreK9HWoZfsqQUj0XQfsu9kKJuGQX7igrMlbRo
uW3MWmWYx4CC+f2QM00co/TtkEzq8wyDYVHudCEbfmuWQiHYhENbnyhgT3dO4Vqdn7UUDH3KfmlG
Pp7kVwEJGaPJs7vEhoqSWHl1mZsaZkFaFB3nvFF9NQpneGLzoTZCRnsgEyMCk8slhvpya646kqhQ
31KGG+M0ZpAFzZQUkxUUkzk+Ko6gPbOtYGYUZVY+G40lvjuauqMsaewBZp33ZMPjNdomAAirhKXL
2+JiauRlhsmKz8T5qKxGHxG9qf2ciuAuHuuK6Di2gkONj7LztW3mN31Lt0KWxk0W187X0DE/Q2GK
nr2SMlkTrNoXszvYOVU/0jLnqloJLCy4j2XatwV6jdnyS2OiVeXwsimVw45IFsI0t1LmNq7d59Cj
Chqmi/anLvH10J+UWTaoKYvrERcs7QLjw9A26nJIKd+RLY+bKFjT/V7cVm01fyxAkOwnFwKAdrlt
vYoVUxyTTLZuDroZnQfoAKdKKUqbnlpIXBcfaMxW6vwpDJqnOlvcE0h580RscTGr6dUYuvW3Z51x
HybubZZUN2NS4K/JrlRpvgZFcenWJrSS7DQJ70MyFffJ2FzDB895FCo7ul5wH/aNfhZqyVZ1W+CH
rjFtjMY5JcSqzgbXnfnRy6mG9oZFdaj7MDo13jvbMPeNMQEqGKkCoK5y0FX7mXbyrwvV6YslmeGC
S6dZuQeDtr7E+DBHYi5P+8YUl4fWsvNsU+LrqvaUzuaLyVDNNh7b6uPI1ndYIrtCc+uqj16cdn4I
a82nZbdWpqrxQ8eSzv20t2maKrSwJJUp1M12Th7b2fVGKvdBcjU5YFU8PMj4nW26xq6bv9ITJ+/O
2mZfQ3ndUtGgYT9ZNyb556GDPXz0yO36DXY/yEYTN4G2VjNti9BxVAa7ZBtl9ylH3Q1pK7XhxpuL
g3CC5WZgLzxMOr/gwBo+Jj1ciJbO/XZJOyr/ZO8nBtIHz2btEOCOHo3GzrJILFK4pPAiepaY57rj
XuAB3ufG0Fb3aFvL8WhKOlxN3aQ8pJJe3JgL+FDJwuBpz+u3zHloc1+EY0c12uwgZrhq8bthSS9n
1c5XZJT4uWaKqAXpdLYxorF/8Wg3foMnRjltrsPuFeRX+QET1USLCRM7OKP5kspxYW5tu7RP+ZLF
NssiKq5NA7eI39ntFUf1+JQZbXPVoqr57Bh9S0mQ4MLzbdG131asycWUONFHBObt5QSVgv7wHNsn
j970ARD7wJxllByAeOIKf3xmhoBhyh5G+jACHdssILbggBBsUISZR/FAqW546pFhLiTfuQPjwvKK
q3kSRrkLu0kGF3W4shyMxWryPW3/ApE2vduHzB2SCxfS97V2R/SbcI9Pxpz2NKEm8YFWY03JoVgO
hKLBZeRIw6FYGeYXMCGARQye4V5nASlZnM8yZrKo5T7bkSYjoodZsmKKqHyGd5Tuh5KNeKjr4l5M
AvTBCAthIxdPXBMnWifq3AYAsLCUPIrSJC6LzBn5Xw5qbkext9xZo4XmIPPAbjqdqy/MSj9mAKxd
347C5KYhd72M7TreB4agbUUGHM+MErAK0zw4QQqJsknjuwUcIi3hplK3qmcB+lBee75HJ7vUhWDY
YNjVtwnArI/06IY9FCpj66Sx9DmxuT/6kKgFuL14tIb7IQCEBHyCcRyuHufHwu7LJycIwuOMCGPj
AkjbL44d3JgwH47M6I0ktMMi/mjXDpULF12eZ5vDQy6W8mgSsr5YSynvMgmYk9hreG2R0x66NDGu
qgLojZ/CzgT84GV3SxfFD3PbV/eDu3yRMUU+hnbN+HmX1MZhbUIlxnoaJzTHcoB5hEhLkl4WRerc
1VaqtzrOaw08UgONjO3slMzlQL/cEjQl2MSM2jR+CF6ib9pJ9Iz3et6zH6hT2Fimn4Y5cwAytUS0
U4Vz7bVlhGQBNEEFofzUVo34AtNPb+kA21cmPYaLEt/9zZzX7onWYrgPdfElCqqHDPl7DsyJUD4F
WLSvUzuhwlfyAMBNs3+5kW/Bdto1wvsBanJ5TGQk/d6Nv6sKbCQS82xHmj5fu3kMBByoxSOtdvND
5Pb9/UwX6Bo8IeXSAMrY1NNJW0me2PsNXVubXifeZyz5pE11bJLlIf+/nzA2z5tlaRpfrrQWzqW5
OEZj6u7s2bW/8/2jEKk667kNi/DYLyqiHmV4e/LQo5fEy7HHD2ltYFvo/WAs0Gy8gmZcVolgU0e0
j+yuiQLIvHl0U8Cs31JYd+7hcNLzJKFbDjqPNfMdVTJustruQ1/0kgphxnz3E5UucZcXbnnXJ1F/
M85ZeZ2MkRpZjIgCTO2KU5zldCTGlIpWVrc/cjOOPvaGPccbnmBCa2Q03F2Z5U+wFYBQDTP1tbq0
rkJSyU2xVD/5Zc0uC/PKpzmqr2KVdbfJaAz7qkmB+3R2/zWoLRS3sTtsFqzOV8NSBqfMy+hgSvCa
nae7D729FDdqTuItg9hj34SFNWzSlvNTmTmNDUkkNy415JTau1eRNW9jL1Mfyiqdr42q0P5YufWz
Hnc1WgY/qLo7zP/TpkfdYFaV6VdooTAVaguHvTN41N2Qga/xSXBZLJbe9rM59ZtO6RgE3ZBdOkM3
b3sVJ0gf1lQ5RLsegG+8aOq2+EgBEkkNOEjwyawUijm3QlfxgYw2fVoW1d3O9ohUejbx6JLdHcJy
qV+CNkKIHhvONytv1oACWTKKtsl3J1tsV4DCEwaxp7HNKaOo4tad2/rCzAd905sLVZ2QQXsS9+K+
j3sQFW1pHGjh4/PIhvKOHgH3KtQk+q1GFnCi+Bw868ScDkwBrCKGuyiD47mubvuF7bERivIrgLX+
FsiR9zkKI30Uqu7CjaJ2pEjCkgfV8L42tMaca/of4xGsQY662W3GKxlK+Bwr0bzZxF6svplo9rY0
B669IWcYRGOFGvEE1ZpKrh13I53ti34gzuzakT7NaFf9BlW+/SgEMgPLKHaD0QQ496d1bzXj6VuJ
3OeuJ4F3t2AlsmRjV0m9K0CLIqj8DkbO8KNlfhzMGVGMGC64jrpMVwYu0EnQeKlT1q9wplaVc7hQ
J7Vk9CFtO98jbQZsSescbpUEE5uX9jc7jlAA2IR2N40Syc2AXmznuKreqboBLgH6D5ydm9Nbtyw0
kmkIcZO2sRjBMti4j38R5/6DV0XKN6r7VXNKUd5UGBdW5b08n1tQDoxSmesFIDEDuZBpIhSaA529
AGC3nrTTjvkxcA1539RBfRHYJAs7YE/MYFFtmR8NE4QeUvCOTb2lQ+sXNNYvRCRU7pd0fULZTceh
C+mKEUg9ztmwbE0UtPE7qv6f7PP/kc5qBdSSeBtyhbJtiR3szMEEOnCK2V/jYx9EoT8aTVGe4kSy
Y3b0AvdIc5qdhcBiV5J9XrluH4WbvkGP+Fdmzt9+x7lVJY5hrQF7dgBFTspPIxy0MYO2/+34+St1
+X/UjL9Rlv9Rg/7/orrcwY/xn9Xln77n398Ky9f//t/Cctv6F9+A6yAOl0pS6v5vtyLqcRcDGJpq
bbr8zyqs/i+3Iv/Rf7kT5b8E/xp7oiBOR/7yNzpy7CRvFpZGRo7GD8sSf9NzBe3Ftz6TqhsmO6bF
CsHdiAzKZVFT3S0pgsRtxQRTDposm3Ij2YQ1SiUcW2FuH6ijLbd60Vl4cvSM+8+1pFEf4GBBIIWa
3FVbZttKsdV5kX+a5aDQV0Uh7ac+1Z/A1C+oQ4K0/MhY88Te9LAJaWYkdWmQK/dh2bmv3cD09wUw
u2tBE8PnV9Th1kuh3n5Mo2AYnoQTlukeFRkFe7CkTWL8SPEmYgVE9SoUjKopitOS1hyxzMVsxLJF
iBcKw8VpXJXpFZlbr/YcYNFVZ/bGeJ2NMHpBMZty3CPCTijvKmR1dzbUSAtCeRShdZmXxp4vqrnG
Be12EJmA3juIwzaFjt1oJ7RBLaSB1SHpQ5bgFg8J5O7gKuohwiBKNeNm3tpjb38OSlwhj4EX2xOB
IRxZhRLLjon8LxNmsObPhXLr4XWe2ql5atKRaQpVM+XE0JTsEdvQ9ZQYfrwyYhejRqXmGxCCMrr3
lsB7nfJ8qk7BVA7RNfmxg5xmtB0gRFvS1Dmw9yG3AK8m4Y8hAWBUS5VD9HfjuqUFUeVMm1CyljnY
0NHly8go1zRh/uDNDPQB4hTQRl8oi8tlCarhhxnTJ4h2MAh7aVHkq6IImXqQO/WBwKnz0JmovNBg
+Ww4cN1VVpcp/1QWNZ5YSR9gOnKeFRK9aNdZ+TFx3Cb+UfeWIR9C4kZg3Gsryza89CkwK3wdGpGs
HWXoLbyiw7ZoBgk8T7T1CaizrMmvdTSaYIwLbb9gh2vUkbaLU10UZLvhsY3kHPjlYqX+slphx2CG
XI7K877q+4RibVTGSEhHR9wrQ6H0lwPRlJtTs69G76Uz8+oL9qJb2VT6oxkmBrLrVFn3JaWqrxJC
ee1batWgS6DQL6qO4+Z2SqzspTIn86EOh2lbDJX3CW17eB2GUmOprYTd+LXtoWDCSb0fY+NBVcwo
GFB1X85xRiHUmu3udbSn6j6LRutVWg0BEzOTgQ3RkwmJDBaou0S6G+pFuZ+PMr5MCxxhLdoxVVTF
KYgmyuUtHkN3Uqg9c/sHqW254/yxKdTT4spoBCOTd66cLuFPWLL5ALiWWhQFEZlZ04+ySprLeUZq
UBaB5bM40h0N4D59aPOWqoA32cmAEKquaP+lZNXQCKhJXDJcQ0FlRdWfXtCQ0SvDV3iAOpuxc/eD
F7TpDfVRiKjKqaL8he8gGb9JrNUeIOCRpsYwMOmMpm1oOJ/CpEVklcyTjv2+ZMiwP1DTKbbw6nIk
5lPQLr6BBULfegZ10Z3sRjTZtEyiH8wtYAqxwZSGD/QivDtoS80X2hOdpp3laOqRUyc7/lJcPpGo
N84BIzVF97whLXvxUHkXOwrrjE0g4VyqbTlbibxraYB0fplQqfDN0JQvoxiaYicII6nvjpU1s8qT
VO8jCyv557yNmOyQQqNOjka1hGKXAaZE3b9ECJloyIzR8FFhWJ0OYTqg7FOgBqOrGu6i6QdT0y4d
SKrayShcFzK5s6jLg3pH/9aYx6UGtPaAi6czALXUMrukQ5vzdFpXUY9Ww0CP6ZcT7h9CtDNfJOxS
ga/Jk1pannA5md4eJGjAJIqCPtg0CSRPuJ+JWW5hLXZf/xfXgShF0QnHNPSrt9exRzEtGinShuyz
/lJF4/xFNNHg//kqZ9bSn3dj0yRQHq59hELrv//FfrmElO+csQmQkXjqqPIk3lP6LT60Dp2dukrb
awS/xYc/X/S38HB9hg6eTxzZnpA/Q4Nfr0ovFg8Uk083kg673xkTNf3cDDtgW0uyQqdj5N3KQFtY
ezWTTCuklhAb9fOff8eZafrnzWspHEVcwNbonD1iclGdoPkLEASFH10zCa84atdiIhPi/nyl3z8a
icmVOyYYFso7n+Hmsm/GpViMTYf26NFesI8t7SzeAQf8fj8giKXrSakwB7nnE9sKnScDAwsD6uCs
h9aT7TYKi+Bq7pjM8dc3hKUT0zNPbkXRrHnMr9/NbCchIFiE5Q3CNxgk36JRhu+kEf9wPw6fh2uT
W5Gj/yRO/HKRzLHNLnITDx1xQPAT0ojDFeB2dzKlq/f3d+RIwbcoNQZG93zCTkLnkb4+ykgChhfD
RAO4hEwJ+PNj+6c7Ig4VADkgOwA8ePvYKvqVRmyNHtk16id6HAgsL9OhWIirSnSW2z9f7h8+O0dJ
b4URaI2o8MxcTSOCz35Ve6Ll6PeyAXkIWDDb/fkq64/+NdmTBNRwYMjULI+LWGcgJO2N3mgVEE4j
3M/YbaL00ulZ3A26houyML/99eVICxwlPGFL2zonI2naoHSXHY2awYg/TjWEC4Oq72XTwxhV82y9
k0P+vkWiDjKVaQuP3VieP0RYoolZw7xD8xhhFOrCz1IiR3QGcQNNkhr1kL9zxd+/Eq4olOLAZ5tT
+uyB4s1iogEC1U0tS0R2Gi0fRwTKSkYM/fX+z6XWTQN0DDKV8zndNnNMhiyZ8By207THZzLuIcz0
j1R7UDmKJH7S7aiWd9baP90gHz+rQDCAB3vx22XQMPh+mW0UBK4Qw8HApriTVVrvMWG0/87Nyar/
A5bm7ONcjxpSPk5s04RMcz4UW4dsgAS9wUYMYX8ZG3qNM9vh+Hff5HoVQBguVlJiKlLatzdUdG6b
0sHim8+G6EvaMJ/ME3mxQ3sw3OYo5N7ZGc+X3M/rrcQJC5bKugG/vV4ShBlarTrYQNSct5DP00OP
CuCF3uja6NJh/s5j/H0REBso7XqO5uAW5zSIuF+MAbu0iySbERUwvQm9ZaTTRwvx1EXjeSNDwpx6
fI/m8Y/XZVcx1/u0KDm+vVHw/qKZmbG9qcfceswqRLlF5pX36G26r7OgN2KUcfPO5/lP26ZrAzeh
HEdYcB4XII+ZtdGilOniZsgR6Zrqixxxkvz5o/l9FUga0qbCAuJ57J5n95YRezE9DruUY8CttueQ
aqooD4kHofp/cSVeCQUXLuaez7YbMAjPCKO8TWmK9hPpNKVYa2Gqiz2IPn3nYr9/m8TGFEIQeJhE
POrstiYnbHrhtFwsyA6S3p5vtPrrGKr2QAnjHe7N768Kf75JlGAhRrIp8rz9PhJdNsGyKs76cTB9
cwrKLegd751b+rkh/XrEKeDFkp2SO4KJYuv1Vf4SiURRxTyVQrvQhJcxgJaH4WHTz7JHz8okJc9n
OAbPlI599GIMbrNsa7MteqT1ka72yERH25dBhHi3Z+bF3w1yhAmy/ro1pDB5BjCOzn6dTaYJMJm7
RvRb+07Qm/vZwfzx54/o96UI7U1bEJQQc9vsPW+fgYvTn55Z7oIISJlbtczlXWiqdCvctnrAiFm/
xFAc/mog63pr9hozg7KCPbfe39uLjoZmes3CvDRGcLmHyJ7zbetl0Tu721vMBFcBcMFFTGWzwii7
n92aziojNabW2aCUa77a8Ywrgq4glahY5qCbmkDaxk1UJ7l1ZTMh3nnn0f62ZOCFKeESq1krPe38
89JLG2Pyrrh+lTdXfbiikaxGTMepmPG44KTKd39+mb/tPVyPJaqFIIg2wca9fa7wdas4Ypvf1JrB
Ck9WUDJBkbMjtE6whEbvnfPxt2UqFNkeqgqwDVz3Z9vjl/UjUd0Dk8KoLrpRbr2gw/hSTn99SK1X
YUcliHcIrs+xllkzDm4V0RWmodvuVVGKg51arS+YqOKrNMcLGtjvYS5/T2YF+4HNulvZeyB0z89+
9KJw7iCPM4Mj3BRieokd8Yyb5caN2ke8JF+sgB61Hh6jEgvFn9+jWEP4NzuTYOkzdBQslCLCOV8g
XbfA9piZUjQZSHUMy1xOqB2ALSw26rWaMpquu+S+bvvxYDDJ69ijVKitb3/+GWfvl/hRwGjhZxDR
yTUQevs5JaIsCrRXuCp14WIoHfFgKj29E6z+01XAk7ARKEvasGHeXiVLw3mpYi/37anGvFTjbmDQ
lnjnkZ5tBmvjjZmtEgIoIarmH99eJaZnxkY0Nr63oDbfF0xU+NzRUMx8Q6oG4rtDl3ffMuBP7cYe
YP/nPz/Ls6W5Xt+TlKiJJjn9WaNvr29LWP4R8gEfSa/xgZMDZSuty0nujaanRPu3V+P0WOk2mhiZ
o2195r+sTIcSGROWnM7vQtoQKY8+osKb9AzR0aObbP98tZ9x4i+fKzdHF9pltYAHglN5DsebxBJA
ggBfYyp0w+wHgwegnI6wHg+DmUzdRY9ZS25bgYzusYaxIaE8U5k/OF5m1DdW4zFLZdvTGXE+Nybe
jK01tF291TIUj4NTwsDZ6FhX6X1ajBO+7Ej0TMShYfQ6Z7JhtkUqKm/vMA6oixCSNWn5EiSMdv33
W/z/PcH/I1e66H/uCT72TUpXMP6NObX+3/7dGnRgRJFJsGHSBKSw8z+tQVv+C64UwDnYfSxDdpP/
bg1a8l/0AuGeKptqJYufP/dfzCn7X4TQZHl0m6Gdcnz+Bcf0/CxeMWUcwhyP61ks1sv8uiCGIFRM
N8cHLqum3Y8W7q6IUoQ/j6N9oLTev1O0O9vUfmLRXHCY5BmCbM45u54kUi683IYUk9ZAVwxGGW9d
I0Th8ctb+Ie69W/n1Hpj7lrpNNFsUVQ4ixJlgmvSoGi4y0xUuscE3Xx2qK1Y33RhrMV1UhqY2R0d
UjIXKQvkgjGPlN1wltHf+fOPOdvj2GYE8RyPjbqFzaOm7fvrQ8aB4BLROwEiviU9usyQfXQSt7jM
5yV/Lx9ZH+AvW856LcrnfFKO1hyQ57n51Oi+xuHm4U+ajA3DXcw78Ey0ugYv/yhQWl0W0RLfGXJo
v/75Ln9LG9ZL88WS4mHooMBy9sgZ7pWSuzN4rtJivMq0Fd13wmmu8U6CyBGDiXEM1810MQRDexvx
nDFMB2hx6SzlW7NygsukKvOnd36W/IcngpaCOJPIl2jpbM8XVZEMBoE+hJi62rtMyoQHBZ3PnWUO
kYA27aQmb6+aMN4aVT8dOlKsS+R0DjARJI3vfAy/rTiekmtS4mXP9/gWzo71gj4XrlheEDkFYBTm
XDooyZNm8XxayuOJEcGocP78DH5bdes1WXsceqwLTqS3H2CX57MjF4arlVNNlzYL1daBGPTOcffb
p4dSiGIQWx3pPa2Os6M89zAjGvEE+DuqGnXTM/wtuq/MtC82TWTkXyeDmdynQRa6OpZp3tbvFBL1
z+EQv378bCoe7Gc+v7V6olYA9a8LLYHvKBkt1O7xVRK8oe+jp7WBFQZCrUnb/vNAueAV/579Wosh
frJSEx+jN9NMYwhPVX4uwFx8z8IAY08W5XaxY5pUv+wjoIHeNlinPOBUUxik8tiI5G3BjMPbManH
aBem1vyIRNCsn2a3c+7lOGOFzcGq/cDUMnVMg8uhvzoOorGnpJkmYC/TVJv1zi362X4yhxnq8UbT
5F6ORsQgvtPQQOjY6npoyzU/khVSNOVdxZXOOyw1aW9sHBvF9UaCzGJgahzziOfQ2tWEWvTqqLZi
YpRtFKz4o1rnRxxzjnNbW1n1rLAVX+l54v1QDWVO9Ze8dGyUcWZZKI8hQJWhizukVV4DCTUdoey0
gkG6lZDDkGwqLHU/ApObfhgauv/HhZmV7V1Ui+VHPldyLUzk0dfaDCdjryL4tbvWzSijuSPq/c2g
GJ2+YVVaAuJRJ19HS8/tpgii5TWWjDdCpNYb056NJFj2zVh1n1LL8zp2jTzqeXBm8mlcDHxuJdM/
I0rHWoHhJb6SGzJew710YgATGwbAQ6OAwzBBy6tV7F2asWq6Sxl6TKbODG9u9smCn5bhcCZmekaF
1Tn66MEyjpUt4Y7mVD1gW43IEvNW0piLKhP1VqBtRmIGVQanQ1GdDxZsP+hzmf+0UapGkRZglQ9O
c9nipGXa8vCjKb3I/NCyLTooHu2SsakNlC6EwshEPkkVgDizFyxMd5FtMrBRIXewP+AbSiIGJA6R
+WWBfmNkPsa04mGu4kBc2roV3nWppRfrA69nYlAxX8b4sefp0WK2u2w4mOaIbphZgewNzCqOa4/p
n2uFSmwWzSbU7mZC12qXtd3AbJQy70a/ptNeEjB2jFZ2E921+xLJd73pUyv4qgcjTi9SxjSH22Uw
mI1JzQoYQGd4CXMy28HNNtqVGN7w0wHSAvabJLuyRal3WEBW0OJuMxFctljfPD8RNlDbhjboo9Aw
A3NECMS8JNdwSmzmDvtl7Dn7LHchUAX15IotuPAupVPqmPCqvCnFkY/q86YEL1j4yH36E1spcxPo
BVPHnOsMFJ9yl+wzcjhnPjAvqkn2y5Rl5m0jotLcSpHIy5Y5h6xQs5u/M1Fy/pwGShCt61DIFz5X
p7uao4IJDF1hLCWCbDzpmwVmR3Zgw2iH15hplXzgAxMmvkxFOLbMepoC+7iI0ikOzBpOP9EvTTGs
Oe1EyXxaomSHmQoD9MywUNhhAJYZ1KlGBK1lhwV73cfGqzFNhuAQhkqhX8xHqvuTDpkR1aSZs7ft
DPhfqosIAEvfUVWJkepbmwLBK7SsKBkguvW2gRAh4Mn6RZpKFNUZs7ydwY3pumSQTjamXTIENItN
92UJ4/gmw2hSo62PTUTXEaOxtrGzUG6s51p8ywJLnsZ4geaUpHBdyiVqXqMkVeqA+6heDrbqjB9G
OcCOcxhpPt7UIYZCqlpNON6EoZjt/Zio4SpLiQ9e7FDXq7gB4yHGCRqtib+AyKQMNse5m/i8NEan
QxVPHwrsvJ/b3HFv4yLGdw9dZtCbtGQAtz+iYu62TWnFz65YcPsHNI/ZyHBilw8InpOGxxEEiG4W
d02GhEjmK81A7PzCG8eS2WU25nq5qMrahJ1BS7QYRRb7FdYOJncHVZXt22nh3bgFxIOrga70dDAc
HePoB6MCbL7Iso8FotZ5m8/NwPyEEI9SNivjO9uyh6o2CI1qX0VSffPwhmDHtE2n3Yu4E8uG8uLw
QvBdN74uLEbGsQ2L7jIuVMHQuWlpjONCA0udFp1H5UUV6QZCCimsAlCyRFaKB9huUMrHBePbZC8N
PKJOhQfQs0oVXanK6L7/X/bObDduLN3Sr3JQ180E5wHoaqCDjFmh2SnZN4Qsy9ycyc29OT19f6HM
6qrMrjrdddF3J4FKwGU7pQgF97D+tb6Vmbi4HnFvTySssjJ4kH7UrZsG9Jy+8Yfev3QYjchwoeKQ
JuJfT2FHH+e+9npTbegdLn4aXlcp+tay/i4KOi8852kkw4uZ42cwdraP9o5cjOOoO89yzYcdcJ/x
TBqzL/GBdR49muPivNcYvnEJ0mi3bHJWP6iPVeqDnQs7kCITre/xEg14x6B18BJLMqnHZqVxEl5c
a9+0nDdoAh/aHIB2K4blLqCgy6TWEBfSi6Kbsb3p3dqobq/uoHJPKbUhEwJV4xrC8syGxr6rjHla
oWyzTpLxyC2QjK5ypihKhFS4CzYGeXA7UTXZwgF7zgReNo4ArISJ1yttvbJTwOpCrA78MxadDkAt
Lm7yTHLKhX5Fw/dKyKAj5NC8m+0Qn7pVU92Hw2sLjEwt70swBM0dtkcQnwog4LX3sW8nqFu6MevT
bHW5vgO6bqbJxMf2RXbse3E/OU19zIO8sgnKFdOTlGu2fFHCa+YLbDvahHHdDfcB/TRgEnvLyU9t
bXgX7OfVAlktBwbSizrPniLDyH7Weq37G9lipUjsmf6+3Tp2VQEIAnzAe2pPPZioahbDq+zIncUz
MfAJwc0d7vFr1+KrtvL0JXeNqjhUVJHjNjQaTcS899HMHcEj/wIDw/Mo6CS9tQtXa+VomPuPypp5
n2dNZ+LOLCl35VlqwjvCTqENNrHLWL66KCO53yu7uGM+Vr2CcCAA4VkDa0qapnkXe31GEAMEE82x
6L8YB4EFAtJqR3J60Oq66N3Ni/HLjPvA31IzHN7z5NvfA7MQ5369sh2pVl1+2DjzHqKuwDmLCUM+
Fb0o1mupR39bpH7QnbO5mKsPd2yzRxX5AAyVrrLuZtI5Bd3myIaEd1IY3xdbcObDF4uVccMrt75O
jfLLrY/0LZ8GT5gXzJDzgh3IHdqzJbErQKJUtZEIu/KjpHJKYq6dKeqH3ByhNRXYsGIhsuDFNI3Z
gMYQQswNHDypm55RMNCH0JQ9kzX2djAQgQcqt47MGRgpa0Fs9FJ4sRelwoqDzIQqbwSlAT2EpW5K
OLFgg7WDUZH8DdO8OpSFiwszQ4m4uv5qarVZ4MWvVdnw063mfHo2tCNnCHyi/AlpyGrjfqnbH6jS
62uh/aiPPbY8cl9KWD7PS8Y3lJmFCS4gkG9tu5Ar75Rtva4tsaw4EKv4zlWtU5eMZgWsfF09BfIh
8qBy7EdaVorE79HuXvg80MBbutLrvppmb+sjZ8eImLlMx4yDagG0oUjqwS28IyCOaBrZxCOPGqLK
E+0bR6P2lpgtwVqQbGLgkF450RNGDl+cHV2Gloq9JTJhZNZNmu7XcExdFrTK9qQBWaLMI/bIJjM/
PLuDC5nVQcpbrXAYb7xgLTEFj9M3Y4VZtssnov8GmA+KHDmufsevLPWurx2ql8Uy12YiiRd+gbA9
O0k0OHMYO4sLjM7j/NpufSQMsQ2sygfGsSh9VxA0h6KT1ppV1Sdkyx+vu2DTGVdOBNeu9IOAGqzJ
ch6iG2J3AbTPfjY1IMgAyrOJx/iweJC+9rlblyy/de28jqQ2g2SVrvMNHqbxlc3GvZJBU7pVbcE1
JC67fPwWuAUsMdNj+g3YgrFxbC0DPfB1NrObOG5DDFlVgVS7wIc7ljRtARO2D535B5nAGkJKWxTe
LromOhrlVgXw5gKuTOsso6SCtmJXhhZq0eNBeXOWdGYfvJt8TigCB2vW7fNeDc7GjqqZDSpbA39j
s5uRamkjulwDmL8Myp1pg8ccMlfR5XaXDN0QPAQ5XaSHJVJhvpkCS8Hfz4Jg107EXTcePdZ+7NR8
mtopH1dK31rrQ7WNiyOvMQksU3sBN4jG7XUhSqlW86QMw/2K2ue4h5Tn+FbQNPvTswEAbiz4sHlc
EOO+J3hs2tuwzPl8rFRH32gAofMOK2ghjkszLj+twWSpoXJ25stmfZTvyV/ZLyoKINmEytATcfd8
oWCYDNzN2lphuSuCsrZONBNpbvGTNfmXXIkqOFJuTPZcMQKyr0mTwfGBF9G7vh3dvuPOpADYxBCP
FxY8s1d4UW2vJjuLkQT/doC7c+aL75miGTmV2xN88PzKctxkVilekEIElKLZ4xJbwQ/hByvz0U3S
dsjeqF/gjqlJvlE02+jx61iUphM307h+b+ZijBI+qtgaKI6Em9sPEHkTc12Fs1+UiQLoyEYPBxsE
cfWj9vyseTercK6OvidN7yB6VxgHUfh2SkCM0/Wu8YjH3bE++YDk+D98CA+4aX8bwPyXqP0X20Wb
+dei9pf1+8c/qVG4/qXfaxScX9DRcA6iWpJ5I/Tyl99rFDzvF2aCnmeiNJlUU147DP5Wo+D9cm1z
QRhCtMaZEfBbf5O0g1/wIDJrZ6TGEPzqKPo3NO2rzvR3FeiaKuPAZfKlrmozwt6fFDaFtzEUTiUO
dZpzQ4HouZ+NftoDwyu3zWDbz1x+9f0/vEP/RHC+arh//KKMljHR8AVxDHh/nqM56KtB4Qb5wde1
jyFijCCtrcpnyWitMmXBiqzqUjp2xtGiEkzfoVPN1r8lwV1fOlNZx0flY+7sogD/UQBzpnkiVmAW
cG05HrbOJr2a97KV7hbl199qG54J6Pb//KX/boD946sPbGQ0xN8Q+6X1Z7Wd9IuxGB44fsNT0xdN
6n8JF2d5HD23X/k5AAzwlebulV6BAnnbobX0V9ZAYOmFVZ+s87ukB979NsrOfuGE3U0HIkeO/wWY
QOFtGYboLmG838iD8Aq7eiLdpO0bTo8AGfq1SZyubm4J/eocjhDcrI2h/XvGK7f9J/QhtczZTsjT
QxxMr6wIY9HOS+OaHB67JWQIUKF08bPri2NTR7SwF/OVRYE9gWAvW9l1NzABEoCFt0EeRaL5KLuy
tjcrPORs8I8rM9Zjo6fsA/coruQrOoPWey8puiza22t530X6ngAA8WjlJsEVyAEVOO24FqonFMEe
7BN1EswIHHTCxvxZ0fYDTb95IkvhE5ipjEPa2SrGfQ3BLuWLFEEBDG9tyn3QL5/X0zu/XycvEaDF
rZ7qgDR9NSrH206gqvdRB6bEgKSzof8mILhs/OT2D7cXngeMkNGug83gh83Jcyr/u1rCEzjkiMMh
L9GHkvDRMcV9D8euS8jojubjmLkv9ZXAAmrzPBN3LXaTgVthC62W9b7hVHzQFXeVi9ZNe4dVr4+X
euzh7BjLxwr6YThOmOdB6uiReoIl6rLqXs8GmC2zVPZdoUfvJzmQlllNRbTpzB+e7iZHeRaU9AUw
XLv4LrjoJQRYGjJOPdFZMgV34hPDo8qSyHPXNmzXcraujXaprvtHO18n+XS1+c6Hqhyz7zoyhvHS
9wHkIe8TQoS0mcdgI0a1VTxoIaVQV57ROk+dPniNHVyMuS24huR61udMw0pKaWZ5FGRjMuoZUCBI
w8FYAhuosq3AcAXD2M5rwfd5RTUFImck3PVN8Ag/zHcOQaui5jiPDMJ3peyt92gO9JdqJQ3MIdOI
SJq3MiQvNo2eGVujrjjot8WVXpX2FrC8KVwKugg+gVdhLVYvgRyyjN/5HE8BjQeSnXxDodmwS4m4
yE0xoeltF9F2j+Unisv2i+ZbwNJKrrvogNylRldYezcXy6OmWM+gtoBM3/OozKU6d/PC/gu7T0I+
0YqCBECYdhgHkllEPA4GtJyCHF2zg4XTZltL+0N7sq+wNOhguNiUptgUwDGLSlK5PrxxREAktxbl
o3/KsyJbdg6jhB2NopDdhKpc1Ki6ok0D+lNtHk0FoZknNwPC32ZAlNHKaxL4tROmWyIOttqi+CtE
oNB3l6+Agv3hZhrb6MtMrqt6mldYCQlR3fCZGsfpV3UF5EWeOXPda/RcJSR1St5jkXs2+HaZl195
oFWB2k9k8mV0+lHC1TAISQ9ShNGhLp3mQmVIOMdZYS8Vi3wx+E+6M8ANQdZczK1ZE246sTs6hIKR
2epzZLoDY5GAUy0ciKlO9AJhMPHryBqfU2kv71fgjThLyf06rvuqWXFnOzb4hEVJuMEiWndFNU1n
h9jjo0fbjbczfCxsiYvCLXZeJ+GRIbYtSWNyreWdzIGuK7ymX5bCk0xjC1s/DU0Zqo2HqG0eEYRK
xIy1LpozD62T3kw5StoWRXN9pHRnwh/SX2lQqpkxotskGEG7R/Z0AkC/FolrL/IjQuaWCfdO6w5R
xsP77AL9TxYWoHdzdAEmj7QVPy/gnuofHS6RW+o8ehPwjpLDRvnOFGwDrERv9lzI8CQLSnc2fpi1
PdWsJuh0IiDLAXBqs5KRY5AGjSCo3wOnih5aKxjANJmRmOOOKehG+MH8BrSvU5tlqMTWKHNQ3yOj
LHD5ofHsWat9bwBUbDfChelWhnUtYtrYV3PjeAtFDsT9/KSdp+HAI4Qjss6Y4J9GmHJyL7Ni1g8V
sKP2YnXltF5kmhL5Q1sSOXOXHFqW7Q/5XbBMTbU3eqycMWiRvIwH8pvlZlGFe4UFdZofQdEs9yXl
NHcGgOl+03ZEgo7XDkA2BtMvpw2xLF0nYhp4q43Wduj/yzWDBoVXaELOX9I7gQ32RsJky+7Vkqfr
tmUOvZd8I99YN7M7u6rILxigc05Qr4S7kWp4ddv12M/1DAoTpglIaKma146+pI5OBdWDjJCAzrwx
b5+LzKEIY/Ap72nBagGnjShX08hfXAKt3toCQV3lniqi8FHpboCXxtJeOfRD2pa8rU3ZjS9RYQPM
tRk2iZ0KW/2lhPN6j+qtHdpOlX+voZ1BwBbQbPeTC3Qu6f3BdPfGtNA+YxsLOFNn0czrcm/Rt+yn
14PP6NvBuWRYme76fmEQMEHwplarJGCXjB3gQDhB1Q+vYqdIKognzd5jhTHixg2z/CgxcsizGTaD
OEGqX/hNelOnsLRps6iM8La3lvkRZSmX5zCUpdhNo3LUzi3daj211EXtCQ/2MForS8oLSLN1jWUj
w/RM/rsajgMIIs4Frtv+0LM53lwTU/NBy4lE7Wr13oUde4q22NiCt66EjJcswzoYfMitlbykytMP
HcKZOOu8ncNk6C0Qvr7UZr8riyibWB6s6aNYxqy4gZZUgRqCRKcTW3OA3WASYtLIZKy6zhWrLC79
6aMZ+3ozDnp8V4F3JzrLOLc6lFsAdOE3ZNjYXqwX5TrbyANfA20IJIatwbRG3PeRmasY3eRENlgc
LDVYxabvGSv4iIZmzFWULdE0gKIzTOiKm7UawrdQD+lm4hr70xZReion0Ry7qXUPCEjqBEMS9Eg/
dRvgbdat05QKJFwtk2Xs0y9GVJVfM8wG8OYQN89dDxQ3DiCB37iisn4oUfeUROE1ADHMTk3Rx45S
zPwberX5pfC6x0mSdqTGhvFknXJGINb5uEbDLQdSqq266iZ1nG/tVaet6usTZ3QMZEsFpUJTXVYs
WRsXMB0oGFHZHsX/RMzCPOgsC5IFX/WmGtVyEKbKz4Gyiq3hG8S5IwPWSogkXYX1HcegNlFDIXeu
GT5KVXICGCZr72ekz+3o0iMCgM4vT57V7EuR4axeei8Jq+YAo/PA+OHsauoEtDu9ho6b3lKmcG2F
pFvCVSzvbj2QuZ1ldGFmpHcMSsYDy8NPgkPlHjXo25BFCbyx9GBCFjZ7qjtoo9/O1tjelelQb61Z
nPgz6WkZZPee2eVrm7E6E3O19+UizqHHDEoMuyGqHzggAw4zzAfcoZyaDO+QAZ/NN8Qr0o2wihOD
QM2gmkF8di1Jwdq8VXwTMe0f/ikFQ0j/VHHfWVT8CNUaF36CaQwDrXgUK+RNJrwe0EDC5xfDXFMc
HFgWeZQYAWFt2jXSQmvrunsO7jOE7ZGYtGUrzdnP8N6UJaazDXr+2bEn/61YG3GLSP7NW0fv3hFg
E3VoXkuvAjowXOPedvSckJR8tjwoXOnogxKGSGcuwWuAcCtlWB+4Bam3znKbo1f7e1GDiGlBoJ0g
KTHFmqBQjeW67yEC95H4amvfoosI0r6094YywA2l3atq5BUsE0QX3a3dHpiQE9u2uqwzJHUx58yS
xGNo0LI2dvMxBXGDPBSVl8j8ETIXGSzP39SGOHSWfu6kz0bHf+sEJauMA7e+JQ5tbobQeuHkAgen
mvj0NfXsvypYfgVx8u212sLr0m7vN9m81Q2MZwV/GXWRM4g6Oy2lm8jRzsapaufRpcj2TBbiYVmD
R2b6el+vtn8LPi+ExMmcZPKXYBeG/ZnPqH72ZXmDCQZWV9rciNzAU1ZcGsett1HZMbI0a2fDSGA5
DpDyj1TDOFtnzB4rsEqa0tFErtPOJFfEflz2iDtVNp3cCAio6z4a9rIvSY0dBkr0zqaDULjAj3oN
pzF7zhzpc26MqtelCexbEcwVBOQlcG+F0PSCdVIwiPKtB/qOyq2RYnwHBrRiwqFZL7SGZm+si/Mj
dfL81zrnLMXEIrwBJ5cmRmSWO0IRv1Z0a227qOtOODBOLW0FMJRT/dABND1NYn02iZgfTFwXX2cL
Zd2XSABd0AbbZgzUjlHsye1Le5NWRn5qSts5ALjMtgEuirilZDDjXiPqt7Uzn5Z+cp+1w3YH7M7f
4CZPk0L4zzKwskeaF1JWseqKnQqqJDXVDL8vb5OlTH8FQXPuzTzfLXUReIiZk4fdlWEgQpwia2/7
6WVlAT87Yc3lq6M/AotEfqm1zHeo+/uJH01MhfW8AUdhbgMfbgQdcBC6DMmmzOAchpN1h8uJpb6F
oQpaM93nUcnkTLs5IzPLAdi0rM3JWpim0wNpjG9BlKmHIoM55+e62LBfphuXGtezuxT9Ts0FvSxG
nnjLbDynKz3ZG0c33vcgmB8iWvPe8CqsgsulzsLidhJAsSCFNGJMcL4dLd88tTw8HMipcpzJycVM
RbyXgB/zZQyMIm4D1VwETq+aOHtIR4WT1TtrgdzYhz4lgPSXPDdFdQO9xInxFjRwpEoXowOnAbAY
5aPUfnPyaz+BvRQykEO22IwoB3eOM/qH2kSuhZpR8GimzVkIhpH9rH4OmuODzUBtC9CAPgWhJvib
zEDKPh8ude6/awTOzdiax0C5h8Z09mtX7OaKS+GmGyVhVurhT7nX2qeq4eM6zCD3E7Pp6xkxwUF6
nkYMVk8CqNNASUiH8H6PRTl0hqPBbJ3592zif3jMabiLoHfjP3CXPfczCSXDyiRUdVMONkP7AcxU
TyikB7/OjZnhElgjPGTwSdY05/i8nSpbXM08S9d/hw+qR59OpcpzM/BYSvhb14DKEe7IoOCnODVD
C5NtV6gMOf/dmqwsuneH/ouaCGRucxtYCmNewtxTeJlMU2PbNL1RakZxcAFg1UQDsnVk5u0YvDKC
s2v5VmoaQprD3AWDr45RpWXIASmXTV7vOgxQzrxfV8/COTH6DtUnm14zZ1hRtocsr05M+wan0ElN
2xSNxtwSZ8fYic9JdsG809+1VtV+y4aObvieygFHMAoAoyrDHQMrK+mn1IsHNwPslcp9VFPaqHO4
W9gxnmRfjGQ+sN1uXRAqu8CdJ/R2OOlwQCBtjN0O5EUWD0H/hQnGlobIdjNRXCi1cSp609gW19Ip
t2cMM66FSyMVmNCeNYCSEdP5igdGboF0Nhw/qCwxPVDh0qkqpoTWSEGldii68iPztfaG+sSjKHeZ
YNifO5R7TCtWE0szqW0ncMI0K4cAhE1cTZNn0FOk/LNc3RxLV2/yPOFRjeeKnUT56iHXg8PLGebu
JVyLdo1TJTPonLPrb9Ou5+4EY7O4iwjyfLWMtCDADuyyd4O238re8Jnjz/gTEtO2+Lxm2FOqxECx
JKaauSgSy7WRidaeALwsgiNnCSvq8JqISOy9HEBe0i2B8yJyXFEJFhFxsvnRJgzfsg0FrsTZg6n6
YjJ42uRCzjc9rJekWpfbmfqco9Lyo6fdulhsvDlypEMLYxCjhq2Yl/7oNMO0xZAqsC2164NL9u3Q
DjK7a1KpvhjCjA1ZcdaoVnFbgpbjcDG1PynizMrNMNnDDSARC6q78ZjnWGEMoqzJwDK0mypxmaCq
7QDSJdIym1MFNHUfjRxtN62sgiTXHlIWFQfBo+lNHjM7w4kzc1ieemf23xjR99QEVM5xGP1rD9mV
iwpI9TTk9kvnRN3R0gzlkGG/+PV6WTysTNdxjNybRf/gTAPbPGDGG3MdfzKfaWI4s+1RBW6/LYdw
OLrucijI8jy0UxbGOY/6HSx9/5iXkb3v/G7Bb9i2/nwgXGYARNapTiaEjHswrhS2MbyhQtHHI4AB
tz8Y4KFi4RL8M3BKMBgM0mfOisWRlnU+9LbR3vej/Ug/87itrLJ+oAw44MCTzqcKWil+wTan2dOv
u8TI/HpHvWoGoZ5JY/jp1jEMWi1QOEVwofKDclgsHenJ7txwX7nRtGyJ7gT7KdX5TVYOxrbOCu+p
I5sJI3YoeH2jJMjetBMNs3L8anpB9+sKIWbvFRF03eDTPORN5QVwlXdfa87DMhr7JzygcjOBtoyj
nL4+ZA1LblgPrISmP8oRBQyWYqJ6uLb7bef3Oxkp9V2bLi0ZiLUHWL9cDox6Tbw5pZ2HK+KPgivG
uSAmmWjTE3tlcgVxLdOkiyqtdka0sviXi37hxn41RInf7FFUqOGVsuCkmwccJXioYO4yGUVM3qZB
N9wuXLFvIr7/Z7SNeetxw/+mfERJuhrnX72G8Nam1HTqGXRGQDKd2QsFzXaGEvPBQokeJ4viVtwk
aRzhufp1MaHeVjzH24FgSkwVjLsf5r6nvKSmR4XcAF1+XH6dMrd+2Kv8mQ0cklGLGy+hf258wmPz
uJgZSLy1XJJlCfQlbVfnONHfgsOHo0QDvE9lS0YXMOT3onBfGThA+lqpz5MLh3x6sDTnOHbgME+D
PX1E9k09qPWQzmFI4aTCqbOC3pNY/nc1Bs27OSO86ISVtUeoi35drs62QHofQGube8oGqn1Aju/O
56z93uHk2VWOIW/Hih7AwhzWbdAAO8IblB1spiHgpNQrShQxXwN/Iqc6L8xOFOYtoC3wUKSNRHqQ
zaM3VM1Rf5ruLGCL2J8nfKZce1IuPh2PdxOq/hEQDJTHPqBBm3DXYShrHFCr+lrbcj5GdShu0Eip
oCDjd2Rk392bOoVr1UcUyog+KHcGnEqy22TRPcEpcCrJAW1CLZ3vPgHOfS0tumDa1mlLiq7a4QdS
1Ppelp5/whfH5l2zLVgLtuJBDHqb+r5xRypiPAL5LW9N5KuaDV6JZ2SAZmczaYhX0VHqJPVNbdX1
GZ0Ri2jtHnAchre5gM+OPzsOJ0GDmbEcVT/M90Wai0OzpCBnPv2Osg0rEXer1Y2bmTTBA36tawtt
xXLaLmO+n/vhWLOO9rP9hGxNbV8hv+ish7BEXdbXiXamRZv6UOp+L5uGGYTrPWCT5BMtvLV3YiSo
4SJADH/vbbIOeOAsjC94M4dy5weUdvLXzW8oCFg2l0/7JoeQ7oDGTw2DmRoyNkCZxwundeuMx9Q5
QU9usqP3aQQtoylZ8dYgf9IdzcFiedNexJ5lXtHikUfPa6pgY+n5ZQS0xZjkBhFkiBk7+uQli+6m
dbxqSyAf48ngcRBenBZJ8tOMKlqOwTvIGxhfrYArjt1b8WCkFad787ud5c0ujVTwsTj1wF7czgmi
ZnOLy9p+TnHMniA1cXsqHFplpt7wHtLhs/GXNuIepQ3s0dhyhOMsEFf1KGEP82B6UN3wLBfLU9PZ
HR+b1XpovVlth8BgA87b1NljlKn4Jl1VPLrGHFZJlk/cWlWhDnTp4LmJJkZas4VKWpluez8bVfti
sb9tbNTkq/dackjXwtnWw5htlUXOCIlZPKO/aKrkcddNhgOxeuEKNmBvpPOe5Z2BUnQiyGY/Lo3p
PV4VIwoqK+8EiLg/LZ9WYqok9CHIqRil7sN9GNnVnlteN03ScLkOHFe7JOoYf1RTMT8SRvw2+E35
lcAO/uTp06tshde3pZaL9W39NDKLvGFb4TvisqK85Zsa5fpilRTfWGNnDRwa4cEtPnU56xiGfD64
noYY1lHfBufAHZuykazN3ZN2MuPG6ioqTy13vCkLJ32hEk/H3JvMBJd3wMWpKMdnpYN2HxVDgcvQ
4flBkqFnZsKDWRr0rm+W34zasMyX7A3Dy6Vtw9iAhDZvm09DN+4lNKaNYHvipbeO2yn0zlav+/zT
EG5+msNr1MA0llyVf+pZcbmhrKxAewvNUJ1nM3THHRXQ5bLpV9uwznVK/1ihe1yVv1nPmaf5De75
HNqHtmT3tOiBqspI41DF5L/LpBMUOx8hhfrovvnmdCQkNuy/12JIp7fv+hIb+ySDMfHD1tlFs7Rv
A1tz/MdMg8T+6YXvr7b4yZAMBpi92PiGC4u6DDMYTxlnGpW2lHWpblYfIVxi8xGbLLJuX6/PsqQ4
gc5ntHUbE93kmvuo7Z9GM1ebyieDsIhbygS4T0WPnWZsiamUmvnmOZfXstO3lQjYBaTcISQ04W1S
PuGJmt0za2OMsl2eFKRqb6aVvllRgJnz7kP0UJS94gTR3t9kFQCqgumzn3ncefWZF7zxsI4lPnEo
affLrjCXlrYLQsO6HeLQv05zWhdQPVVo1GjEc4ofXInbrGt3el5ZJvXsHEZtP84z869e+oLb9RqL
Qfobfyi+1lHUJKXPVpF7DhECpo9oFQc6y7ZZLc7G2Okdvld+n/9FHTI3o+SjjR3MNax9LkjATUZ/
zbSk09YhH/UUcAvcFmK+Mw2Q0GHUxMDhxmQs8bpO3W1u6tsxhS3DA/kzapr7lZtETNCkeMAXFUta
L2yvuFRUviVL3qOcixhsYEn/nRncZ1N4tipNJ5bd4aGqvjtheOct1LKM/m1a1X1CbeFPOL947kDF
PVIbnz3Ui3np6vm9yuQUd6ykiCT0GDjBvu70CsMRz26I8/9Es1S9XVHJNmnDjRfbfg4Hn5gJN3eM
Q5UI8MZpcckiAWiodxhhNFOXOGlf7WpkP9oIb1CrcwwTmfO+ekjvdPKUTfFQO6gv1JPyjjCPpqqt
5o3MzDq2W2AYdT288P4cllHg5nRenEh05ODdPjhLlpA9J76UPYXpE52e+SWc5PTCgxBtIqshVTSM
fEJXmMuwwX2g3lHvufEsrJlHkZ4YHuXFueP+aklk54WpDzItWZfuM/cSlJZ563KwQfMFe9LVbYGb
oiGeYOn0zehqOrnQJzaMuL9RPOb8vK5fsTbr8j1lAgOvsCO5wUvnHEYrGN7nS8pgbEZYnPzpKN2J
i93U2757F1RLy/FN5uKJ8FS0cLjTfk1uKWLxOtHWk2c3zIjyOs680fypWU83/+3vgGRBMqj6atvN
uEu9XnWv/7kTxf5juA7/C3w2NEUP5ZPZG5SLP/pfCNNFsjVFdnBUJB4qt1KPk9VzeTK5TszJHIIj
oaR45B3PtUaD7nEAqLhWUfq10S2OcKdxjTg1qirYz67nTY84FTviKRM6Bjy73Ky20hmhWY6YK2lW
iBqqacFv9jcOgLivzULNHffvEXcIdSzWtuOn/3uE8L+MaX+5Jvb+tS/tfzaZZh5JNv2jUblajj/+
+vk3fjOlGb79C5ZFsC0RdBMv9CJikNPHoP76F4SFX2wOvTaAI4AKJFT/bkuzwl9s4sgm3ikOXUAl
cHb9bkvjtzClQdeAKgeXkhj2v2NL+xO8gu/IJ/EJ+AOCFQsO//zxw7nWIxdlH9B/6zAkhT/8kjGu
2C5d+95G6nuYhw+6p9RR2GV3GkadceDicvQP79g/8an9KRh9/S483gVw5dATGQv92SLmsioHIREP
yP+meWaMeAqb+mMoimdcN+e8MJqYwBelO017M6zUIP5fvv4f3Xm/fX0e0SgkExYElvknFguJO05Q
uneT2iUtilHAptLFLfu7rgZbDkp5VTUkIWvl0IPfrEuA25MTWYdyQkhpgErWNHQArs4igBgl4Tif
qfPGlq08VFXXtb9Z6v5/PGzjh7xKSP9xeeuG/9jp5seborLmv1+/1HvbsShmQv2PP/5y+O3X0N2S
N/X2h19sPz/jD/pDLo8fdKXzV3/jwF3/5P/rb/7+pBA1+vjrX94BDKvrf40C8j+AzK3rQvqvn7tT
K3+8/Z9/4bfHzol4frB8hrgPoN6AEfvbU+e4v7AG+24AwuDq6fyHh85xfiGfi03zt5A+ed3//dDZ
EV5QHjb4TiZ/ACvlv/PQ0T7JU/V3ayJBZBO4yfXre6YN6sT+05YwznmkBlujzIrROnA/0zcFtTIk
73oZUd8gDcJM+AOKozuUYt0ZQZ1UwLS5h0hX0U4cTMfBcn6lF7gn9BbOD3avvuqWfvXOmG6bMV9o
2QucZ9uQHJRaTb1m5xTzDp/4ejPb11k7ycd73Aj9ZWBYOJycyYqybTUPfBdUCNVy97+oO5PlyJE1
O79KvwBaDsAdwxYIxMh5SpIbGDOTiXl0zE+vL+qWpHvbuhdatJm0SSuzrGIFIxDu/3DOdxDmVfbZ
RZdo4VBH1ERkjWNlZYihRN+OwhlJYKJUzNAVemZcfJeKGuQr9rQkbcjW0ieZMUk9ZvYiXZNoXWKL
HQCoZ6f38Mgy4aGFkCyXMlFjZpule5m7yekurYuse2vXnBTW3OzwuSmSiERfVfEOK7q6gzM0n7ym
tiSrSja3JjOW24yfy4xvwTUW1Yx82Dq1w7w5d7gWyKMRS99ZBxRUjnyioW5JRM2F1zwm8Zqx7ltk
cp63jFlhQGTqMHu7zs2SU8/O7sVmuChIluN9kjVQmLS7qAJNF3PB6oNVx+JCGW/peTGC7opEb9P9
ohmB5CvCU09UZn4rfbQ4d6Xf8nNnclKR7xCB/QVpued3yJaufCECvq7OzsaSC+QwmbOQ0amn6QYQ
ItZVi9EPSEEKpQIg6663lvgV9RyJ1m3uxTRpUFUd4+wXPg6lQCykdO0nsF4kyhVsuJsGs85FTCiI
0LbIYQiJSStZsHojvCCU0ASWk9GegKUjvqrZK52P+5avriAh0tlY+yGGBI9vwn0JVIeB8JvCdQNf
DsE93OaVKpAzkPpzLgiGDloSi/iJxvYLixQg+mXZTBVC8RYfyzX5NarcIhPPVl+uyQFRd/w2eFPy
VUrSLtGXXgdKilEvTgy8PM9k/5LarbyVqJByceFSC3y5yO9EjiWraZvx4jkLphpjHN17JduywpBr
2/ca9dpGT6H8kj650x3RnlV2irls/iDZpgCFzu5dYgK+GjwaTYxSgHAbltKGdJmbt5Zi5eT6x9Iu
Sd5JUVE9VZtriCADFt8yI5H+bSGINAvKjQkbtums2xPkJBnDQlN46VWfMmaYi5HLtKV14wN3f6eu
Hv2gdBfx3m/D+kpMgBWHrb02NY4xDKxsTW0zZtvSVMUNpalobhElM1BQTcP+n5aPiLwEfgA5ufjo
v8eY+SuuiopNwcB+1djZVTLURzhL5q2cEn3KPa+8mAYqnD17RomQxZKEjxBgN4mbxBMDw8K+Zq5p
rQ5dHvbZ3oqkjMW1EYAIs6sJVYT95rUHs7CqN6NXG1sid+Jp2wq/ehGDn+2c0ZN3jqjRyk6kJ+6z
up4xAWeOSCMnTZm4QJ8Z3cetZQO+X1y7fXP7RH9jXPbtvcKP9J71FdPUhnWk6hfbPF6xClWQNtOS
0E6B/tx3rF3vFdK7I6LT1NyZqxkvkYUalEGoimnQ9hvB98Xetm4sVJUsGpqgh+/m7dkTEt89uTKJ
/rp9/juu5Pa7fh767++BO/lfb97/Jy9iS1EU/tcX8Vv2PcCQ/+f696//4h83sSl8eEIuFzGVnfXP
oCFTEC8ibUriK3WPi5gy+29XhsVN7FusLjwMG5SFLvfj3+Wv9+/QCClZualdEEXUwf9XNzEWj3+9
iqk8rzwzoCemUoj8/iN9yx2rVMfYe49tmSZLG5ooILZXeOd5e6sn4qTuxwWB/9vc6sW+q7q15giy
hiLFhL6gjOjNwBkS1zzY9Nb+BQVK/7v15FY9TlvKLjBG3Ll+uljFjDvfmzt3l8Z9rrCUWnw/b6bZ
9k0TqGXZ/BRZ7o9Rt2aLgA/AhH9XK9GiKb+GcUQi3+Lk7Hl1++DFU4XNWRvzgeVnb4JiKJefHSas
Z+WsjAm2bDLmP2NGBRJhua9YokPnukY5gkHC0u/IOLBHftV3s2nd6bW1M5FhIc8qraMCAbB3Rrnh
s7AsGZ4QTGeulX4RY9e0px6gNQsIp+reOvxj6tjY2eYwYJziFrc2YdSnlAjh6oDgKX1GwEjqN1wx
fr47Wx7aFO9qWEZCgPIwj0mjJNZR04IfYqSjy8/RTFzMnVW34Y1cEMpBwYCCFEFekMZ+aVz0A5M1
e5zNtjcdXC6oJhIYsVRICLwowzgpGpOVmNjk02Q5rRnpdHZ/yNpKt4tUTT6yMJcruhRTGGuoGntq
dzDLSEka0+Gq1uDsTlHTe9QvpNmS6IgM2+dNnqBvsF7tU2Jc8orwhtpISH5rcIsxu25WY0u4VCej
OVcO+TAhI8d5jBpyB5l/4Kaj3Mliwj/xTJhr6FX+RgIdI/rrKmRohh9Gs7XfQiHEOC25npnMj1YL
zqFFe3bI7dXULVlolvm70abI96ZZ+DEZq5hrOaEbme/Zm83LaePfiSPUC2uFIR7FdTjVibQw+yTd
HFKMpF/JNK3X+bi1fS1pRVzE1hYqfWuWPkN5vC3pW7Z2sFb7GPTLXhARWl3SVZHtPclCfej8GoXA
fKI4MYC6uiVT7p1PySSWpxUyB6G2pibHz9visdn3i9M8pzody9vBb5f6dycTU3/ndVM1Jwb9ybYn
BJNYOioiIc+0VgKXtquYkaZbMtBGSZFjtJTGEPkcDr9UuTVMfDtzcRVTEIx9d0Yv5PwmZ8llDroD
Pavw/e0rtqcNYoXVpeaBUTI5xnaNFmQ/rBOC7ayUmXmzbcm83rN/FcTa9ywFHipbpabY07Tq1dih
LJ6aR9ABWGxSv0IpYGUSvzF2QnM72iS1scqWUA42FVAosR8jrTnJIXalTepcrf6IWW5stvE0zs50
1dmAqDY6/Kpl1bwgvv4rAIaXBOAn8wazCgbiyKtz3bNpKLpGey+xVAnDODPbOAmKJdEjel1F7JFd
GmlLLvKKDOGqhm8uWC28Z/CB4zUWqDNQzm1tg6x/gdbzjNxEfpFbguR4oEydd/YgRvWM50XUbyuG
j1vLzdRGaKrRzqcp2wiVdWNIROVGDXwYyTljjxQnyxxqfyLjlmX5qPrfiGWuUTYE7wEtcmZcS8h9
qAtlPw7mXzGy8c3SV8kWQagtqjPzQ7ydHLlQQXJbVW5YXoNu+XXsROzjxmquJo4pz6/WzxXdNhL4
FPFB2fsHOiXDeRk7Z+0DitKhQsOz2OXOq4T9sk2xtwW2bCp5tmyiSXeJ164gScQss2Dq8j59770V
uqszWaI8ulbaFEcUZvZ3x3qc/n5rhkssRItdv9pEtsuyeNAHmKeIXV0ILqjVjIrZOHbkmX2OybJ3
P5Wrn16cEuRrkKixaiJmBfZX6nR8RAAT15J6EpdO2Fh++2ljRB6wPW/1l9//BZkHnZI/EjpXT1Gx
5rCIzM4dXksUxPWONBcYNPGt8ldoJXCuCC2Yh+Po5TILC8t/rWZyoGinwKtlKxJ1DSllmJ7GtD0l
uHHOBWo+Z+4Q1PSbRj3fRLS6+b7v6mjLujeTRKobz4iRmlQrT6bz22ThfW+p2sC9VMa3HvLy925x
C6QTmcFBzIQkLfAuK9XDYWqyt5xE912+sTWIKEtJryTIsPiTd3myYz79udbbu+0NR5oRxFoZHqHn
HKlPkNrzira1KSPkAoGrnEeqxQ9ESFgi8vLWQApb7JRBRHcunT+JcG9XFitJ6Yw3chx8aBsrNJ+u
o+onhCle+IAJaH5n3opmEKdMCAUoOZDK9Ox2s4fxyz3IyT4shRdDitU/Ome6S9wxQini7Fwc64aK
lyPSNitKm+SaYJrsuMiLMxS5g6Y4OIKhQdlY2yIwrtJi4hDZqcwPVsZsConYDVJeViPbUP8ZGVWh
3O8PZk4iUAr36pPCPfuuOtYlBo9FuBHdka3WL+gAFzgw1sM0doQQazg+1Krswu14PRlVy5hJqGgb
cGObYxLvyG1hJxxza3REvxImfTHhOe0U8hk2PXYdjky8T6T2VheqeqNFArC0iKs08mOLaAYNTKsM
5KyRPXUKs37Nhy1g1UzMv3orObM9h9jgbNMBOs8Z0f8Ovgba42E92Is2bhcSYo7TWuxoC+oQ19Gl
wX96qkZje+pytrxTH0P8XZtoyUECjMhlAq0lic7b8tZWBp4EW9DdrZxNdRIPJy9mDJ5TcSHUmpKV
sr/4E6s+izwOfGy784ec3eYmiSf1Gvs6PrUm0tqpuNItgAx9OxPsAgwgS/uO+6v+7dTA+5CIeFNk
bNazD2f0MAmWQBJ17g/e4OynhoqyQyWLGLC2ntSMmrWsZkoFt79UBq4DvuhcyAY0PmtEhrWglViS
oTjXyXCB3cSsb0qKE/meZG+iDPiK54Z8dcWLqnAZCJrjwlehaEyyfceuvGwSV5lq+vyCxAaGgqfD
THnpvsE3G6LPzvasuDHCbfobETIYMBO1H8eQjwRv1di3YvT5QOs65I0s49VCSEp2K3r7IxvhjuBO
sVjSme5JksvW4Aq1lscOQy6PY7agwE+304pgm+4ZXk+EP0HymbD90fH2NTC7/iyxUhiMSILNIyQt
cJeWrhUNNOqfN2+SIADzn6iS8MjHJIh1/XKvU9Gcx94/LSncNPaBzW4u5EOm0ntgYO0u6aCLsRr0
X2GDZEfGWTpaBCQhFtA+l5/zh+AjICp22j0uicOspezufWSpkVei/bDlesNXmeUfK0Ov/6g9k0xZ
1q9hxU+PFLVBkMgF7oux/Gk9deYsPHM7J3iimnGnJZ4gV523LnmeNjs+JqT/BHEDrivuz4mc7lTm
9J+Aa+RvFtRfs1i3w4LQ2Cvto+9k2w4LXNSAwfts4YMGIAyR/jsQuKxFmoEs8QEabqwCazI7XmBh
hR7GDM6L+EQ0Xb8fCj5jSmOi9giCjUAO+0Fv27c1CK+w8K7tf42IshJfQ2e8GE1inOyx+xqrxHu3
mIhfZL49FGVv36hEPWqCTvaC6tT1a+c4uxyyVu7qg7AtFba+v0Ym0GJ9K6tN3VxnILDSiHO1KpSz
TOrUY4Mqg7lKJrmDWr1z3Y5eHgh4VxvNS9IgVw9roQk+dMR9uy3MZFjFHbkFit3QxUeTxC+WRwo2
zLb+qGw0sa0xhlUx9S9k9BJDG5fjrmAFfdGdPw2Bx6/5EQ8KIY7+mEt9MSqj5b3PlrOQsR3FMTGv
WwmxpLImrwh99EJHAxEURhNpJT90Eb9ynz5lPVK1YQNxQpXpLJR4gKcxAtac1kXP6liXTWjjcthx
SZ4aXb1zPnnnta3G0NyIkFPiaI5Ytwgw089rYtgv6PvMk5NhWQq8zHK2/UjSbb7o7rXBbIvwK/fu
GZb6t56d+l9gifz7BIXooyEd4mZ7OJkimtCRPCxSGHcTUpgd6RIPnql7TjUpHjHivMscTj+/WkS2
HT4fj3rPQjVzXGML8XbvXSjxfkqmxGGJKdU6JrmNsWy7J2jphbHXm9+Xz0nmxz8QK8zzwZ/75RfH
Fx41o9s7OdLjNZZQ1nrOnVuqmBIhTXZoFsN8K7KE+obS+QUuZvyHswB38lyK77Wdnqc428+rhbAw
0UwWvVH69X5CENDl5u96so+OPXy6zI4/PKIFwkKSEWOpcbppU8ETVaddd19JYVJxeGtUZAubf1Ae
n92G3Qp1n49o0EtPyeIlvwZiykN8g9cE7vlXnMjq0sXXzaxNzfg5om/fCTk8A7XsiWH2QKbX9RPT
p8ccAwmdFDrvGeWAgi82s5SHHwe1zdUvdTfc2Ml0n+PKoQ5r9WtGUNF9QSQm82H7ucKGEIx6Cq2O
a5pfThwKP3vxHZOqozU9pK4ij3ReQ2kiHNJxDgVMsIMo9T4f0S5sBhPRzOoOToe/gq0OX/Vl+DkU
2QvuLiNCz3OrLOph1nfpdz8xYULsDxDluoJenWLF7JbFy69lVW6UFqtFfx9LHoA5K38W2mzfQeHQ
lVXCxGk8/0zGXF1yC1ZsmHSiPEwxUsLSubJgoQfxfsFQvB+Hgbtkiucgc4bmdpAocAY9fCyUQofM
td/nrd5nozPhUHMFzmAzjVYNo9AyP/2qaHedx/64Q/FLax9Q+37Ecc3/3gumOH+EN/OQ1dCHWb6/
q3KCCiFCpepd3lcvzoCbHL0ggSILza1b46TDm3deBw7+ci3qAzTO5ZyZS4Gxqk+fGePbA+W61zOQ
Tdpk7wA/UBekxCos5m4OWn+7CJySCAQXPyTu7j5R4lQ65kkRp04g4qJP4Ko6FIDez6nW1TOCIl52
IUFPDZo5Zo/irfiBmirCy/SGk/2Ppr8NEFGiO07E2VEJkZIF7C5WCHW4aPS/7IlYoPPK8hkdVgSk
nHA/ImCZMtNlrbdIn05XO8JHpRd8NUgwVDw8iIazPZNg2HC9PBlaoToD38bjqNPsYKTEq3sY5sNu
SLc/MQTLPR/f2e9zJyyYk2NJXJ0QyTQtB3KdG63m6l1Ww6EaZo5Uy75fHeMInwM1mC4OFm/ifvVZ
iNA5UUuYIDtDJxPLLbqq9K7rGTWo2jwmPXsdOX3obOvPdpkLMhfa6dxlPVmIvtO6O3NxYPzg/P9l
F8l5TNNfmaB6mxLuJXfpUziIQFEucYuXFfhPkLkMnOFCUkhA5N0Jt5h3hV7VfTF07S/fKBDsD9n8
1UCAuEgPm73ks44DN0HOGTJeq/awb1IEzY4aL6THgiS1k7s11R2eTq9EN9v7xYHxVn6q2I+caplq
5K248CUQHhzFtP1o7YtLN1rNL0s2N7mz0toDNtnBTbrkSTLsYsZWd1WyMpta0EDkYJN/xigVmXmN
DrNjTL2h685nkminGzyxt33el58Oxw5C/vouwTuA8MgQv0ae2yNn0NuUlPrbkmscwYMaQ9/oAN1p
Z3kv7fXQsG04IefXb8rBsC1X8pXyHhfR4Bu8Pak4dCsWOCcV7qOVUTg5sEt3IJGqG2aHFYoz/igt
XBHCNaYARsQnX/T3sk3+tHnzEXP1ZdTh1fJS9wXHlJB7hG9PbtauZ1pbTsTkp4va8GGpzSIaRHUi
8onOtIq4TbKw6uM/WYUcxhxaOJpJud3PVdPgsXaTG1xLa8fKItnYT+PmglggX5jk+btJxzcyl+ke
FdsYGgrNdCd7VhhO+9rjZT8ArfN3ph0nz0D8kKd0drGkSJ/YhkxWzHJhNiCmirTR7q5GjWkElbKS
yzxYW1i2TfPD7ifrgSD5LkIIf2MyILohUkGfFcLBCO9VH5WEP+5hkfZ3ixqsu1X24PyQziEwwCyc
Ffp96Vf3nLju90gI/X7s6NCsqUBS6fIkxutj6UEgif3Y2809jooere82JHzEOTyyfPAlvBQG0yCe
cmPj8V4pwfWk2zZoE1JWFqyOT6k3l09W6sYSSZvdK4TtLWwHwqL37drisN5KZxmOyD8XPvzsKNt8
UNzrTB+5O63mVHuZvl2KtNZh0jfGnhiSHX7NNd/nSex9FnHTHRMXk/GC6xO/SiFC18t/rM78C6a3
eKnlXOiAuY7/ewSuoCKnKvI7ZW2faWE81cUq36uiAQ3QJK+O1RkRWrrsISFwCHCHd4gdPPdQtCQ4
tM8hAbI59o4OrAI6mw26a3LHk5x7im6+GqDt1UySrIfjUKzYOaDwOIE/dn9sCoh7oyjGO2pa+UAy
dP/itdV3humG0Zi7qKAH03bqsnq7a2ZT1aFRSjqazTl5bLKfmmFu2Vg7HiMfIGytr/4MTXnMiZ4N
6qX+6UzyyW/y8g4o1l3Tp8uJJi2BQ6Y45JZGfSdy3o46KQvs14KUOEIwlGPvyw05IE3ayePT7Jo6
ibJ6yF9GN2d/C6sglbvJdc9DXSgv3Pwle3AdZGaBjWHpaOu1Viwr5fjbdXRshTQ/DuhDxgaOxSN5
clm1PU7eAjYPYzJyysz0F4J1jXwOSFeqHgz2lWR+j7X1J4PN88FlUdroQzqEcF41nVStYS7zLSYj
sCmxsZsZQKNORdBmMShaVrZDcl+kuxWbJF8ru0yaY9+YHCUE4XBbFppWJLQULYTdpuWuhm2yhBVg
IY+rc24fFyKTL2nNBLVocG9nQjLtHYhLivol42Iq2orKNM6thN0s5k3Z9BNufIwbQeGulYrMbnRe
KisHXZo6K/buJsumOZgKhf8rwUy57MsxTx6mQb+BDuwumW388qpFYbyVhRFOvcEjTUVlPKAxkzJM
28V+Zjkt3oBXj9+WaWbk0cW65xuSTrg+G636d6sVNWaEEuAmZF6EM01q8pRy6OUvRaOcS0EDceWs
bI/kCGUb6sKUEikBnfjkxlb87oj1zrAkXGYnI234igpgr8Kd1Pi5hwDTr9PA44yNaiZuTaBnXU47
baXi1DUNpaRw9R2xDruaEO/3yfLWDHGnYAKWlUlBeLORlB7r2/ypiEdmWVM37YEFXiROh0/aDf/Y
dKK6U3F653F7RP7UEnDZ8CSKQrxUnXc7lNnFYOHIk1gFsdE94SnSEd9wnOC1lK/bWq/8UQ1Hw13I
xsYyh0YfDjzT5MQZjd/EFv/IlSYEwGD4Sv3861oqoa5lswA0tltwYruWRss3FYkZFFB/sGRuuNXZ
OqdRSutzJGCaeKpatEcWnQZ612Elg6zxbjobc9MV7SWxIDi8S75/MmaDuoLIcP9H5vsf/ZKcu7bv
jleqCd8Ip9ylJWnU/chEEAIudjF4rz4jLrlg8kCiuK9QpQNAL+62SpPjkp2t2p52MIvSUA+AUORA
/Zn7661DXLcTt8+otbDiOVa9h/3SHzHTPqcsvaVmRjqZFPcVuyy+UTJ7RFr+0uVF/yRNK/tI3Ywx
hkNUKsefG/htEfMu13HyYAiwZbhb6v4lHjYXy8LmQ0XpwPogos4340lOCkJ1Oacnu5+HRxJmFvqB
0pl4vtoV7CicLsKp0rNbbcUJu00R9QopJUib1Qtc7NLHzmt1fFjNkmky6O/5N7HieP3xlwEYwZo0
MQLA51IzqKmtIsA5YrsR54+e0LQo7xNVgf5h5IOG3J6tHiv44bpISmD9GOjR3WAWKtsz8uN/4vb+
nk1XLkJoXaDvEamRV9CW1k6l20xLb9WXWJY1sz/H4ndQjHhrrJYcy6Ez1Mm0VwXbNLCJ9aH13AEU
iGd+jjBdrGBhPfaW2tJ6R8uR3VoTV+lOMH496oGdezDUgCDwM2avOsE4EuZ6EV9Kz79GI8+D0e+5
4BirGbSCla6Gn+DJuXmc2ZbbgavPG0Kbou7eyz0XxTMIK6SDXhbihQCfuti5LoJp7s2HstBxerKG
LQ91RmWeec2Jd04/9mJefuQkTybUtTqDi9Ba+7xvqRk7fN0Xx/IZlNqGqn/iURgfeJXZzCCWoz6o
XYCOAB4LQg5cFPSm3OyQMeButJz5smqGnDgsUhsZhe8jHM6tdJdmGwwZu8+3o8PPKoIx37Jo6dKf
9HHn0SmucDCNl6agUxijiuk3EubGtc4O3enOsARYtiG1jrhsm/tZSbAIJZMkhEczVJ5pnYz3GDXU
7TpACVty1731i6XbUxJa3yPX8YXHI4Raa9603uhdY/Xyu6Ef8QSJmdRX8sMIJPEA5JkF08Fsxc+6
SP3KQLkquVctceEADjeBM0sNTvxjHDdWmtvgDs+G0cW/E1Fg3hz60rh+neHyB+4g+Hnj5q/GxRhN
SAzUkd5PgSkpPju2ExsVRM92aCOjLicdojEutvOEnOahXzTrKp84gEDkqIWyYm4eJdOMn0TKnxKv
4l1m9hWodFJPSVyr29TJTvCh3Uft+nNYzqiSfVZFZJVqE1Fb1yhey2IICSNIRSlgtrBf1fq7Bpar
9gM+t5uc7TuBJ1U6hym0tteyroqfsFl7H6p1M6CPVq8loyLep+ZZQOE5j8N2iF33aoJpuQtwmRks
ryZbP3kKBJhgIX3HxBwilqW/WiP/AQaEhEYJriYQbV/e5nzHo3Rl++m74P9dioOIBvodr50PrMGe
TkU6s/YQVRaZZQXjr51IRDG6vtSoUr3Xop2finq1cDT22V1Ri5s8FzsFLTBytDp5JhqAaXkoDJ0x
Yk28B/QpPzw3F7cFe+lQ1/K3YEUXVHp1v+fG+vCWeuBC6r/8dX4hwePdVHkTIQSj1dINE1+jMjFW
EgnHhdbJAx5sEbQj3xXBVRWVtL9RWypwcXNuMAxRVy67DzGOk/8ZCo8RbV2BoqkvhuKGVfiHKemp
gKK9NRVj/23YrDsU4+mu7zRaJgINKJFXc+jgeDD6xrGFELiN+q25AucrL2PQl3f3wA4/cl2rEwKP
aQsLSB7MgNvRRcrXcQeFzH6Z/jXEkF30kAtNUeLYr8ZWXxpbX5oElhDYRsCGzHv1E40ha8+5Hu3X
sYclxQjqT80lat/iY2FYbQiBFKuy8/yz6Sz2txOWvdxLsDRvknI7j2PnPHQr+3++YkfTSGqozrHJ
Wr2xbUZGg8IwN5ubi4uiKZYr8ZkpHtIyzLgrFUbfz8+5KTzWXgOSAeIzkKxVdIjpyIMW10yl2F4O
b6ZnIAGbdG3zO7TNyTBGfCNFeWvN/cjFQmnDZWK/D9KnmV0ZepC5vlIaGe+9afpvaWJwdglmXg4w
GxCLdm7M4boywOwdFRUJ7AaOsoQtEsEo4QYr/uqAD0Ci5w8MPQrqJStK4DFNnPGhk09qT/GOxWzk
7mVJf6+yNt7BT+13WTxZu95extDNsk/kysveGhMFAMTjHPB7ziQl4x/cMuq+qjYkW06cfNiL1b/b
DrNz13ACMDkqpK0St7DzrKc5qfxbgMqCeaRbP2lLDXveB/O09Sp+HxexnJvJdNkZxM9VbP2xFvcx
NuRxdCeGSrFV/WGZp71gHvV8k+F4fnTod1lOSXicZrndIcG46ds43mW+V57Itwh4CuCdi2JceSPG
cb/BNb1fvCnPdh0gHb5KIm5epWVn2PgK534ax7fSksWzAK0JGGeZKv6GhnIN0lTG8rEb2/4G7BK9
modBY8IYmXho0tQwuTvdOIgVMrMr3WiluSpZGJLgEjLWQFsKbhDVTZ9sw/PI8MREMrgUd0qQHxHU
M2CmQDcNYOJ+0lwAOCxV97C2ZWLdxLUc5AutXpswkFpci0VWPhJKBdnU4BKo7eqli1cTcUo5DByA
Dpk8hwVPMGkcxDyEk/C8nBfczjNj8oWZQAxvwSMsxdx+2mpAlulsgn11vSHfYXKgZxWaBpEfF/ae
G7kdMOAvbWZiDN1KC7OV3FSHCY6vX5QhEZXgJV3jrkWEVO4kZj9oS7ZOgJIkRfVKWE8GkrDx7LtJ
YU4yVsEwcfZ8eDJ22r8RKcaAGEpasVviERtT0iMRAHJtf7ROW1c3fhKLk3aXGAsCYnV0UegqfrDW
1/LgxeP6ndizfd+RCVciwM2oLVo5bt3DhKfz1ALTwHi2CmA6ueMt7Y0whz472pDU6XZHo/tZI0Bb
YClAAidmxkBb5LWoQhC/ACwhpQMMSNQjJi2CnmL+Z+YiWwqqoUKtY2OhP7UMHyDcJeOE8oBFGGId
VmF+QONK1IieFlRSXuv67+aMxZrJIrvvHYvT5l33xXgzeChGuYCqDa0AF0S8N6xmnAOIO91H0Vl8
19Zi/s2r6JhPcsZcN2l+3YXJX9QBbySug1O5kd3OlDFFN2EDOosGN/WJhfHoIa8zUfO3iWCjO/fe
1ky8QD7qoMUSiEU6mZ3qsBbeklx4qmm2BQoPzNpm5921Vdrlx950LQ4SzzPIABIoiKKuMqmUEkJo
k6itrVU95mVPca0YE/whsmt5SUYb4DzVNa7DZu6629VqrPLYdnP2NNp27R2JrdF0o73VrwGL3+EX
J9xwAwQfLYAriGOtUM0hJc0rnMTSZM0bTCBd/nS2sOSXwBuecRgvzrzvZpqzsLRISjuhgcPrXI4p
qU1I5spwzBcnC/2FBnahN3/33cRKORWr2YGqjrU02JBbt7xJow1+BHczbBTR53RJJh7puxmh3Q2a
usY/8t4jHiL4N9MH9iv4IC1iz1J2gKNVfjHrSgu2oLU5PK2zHPyIRn1igdpUafocmws+6G3qK/Wr
Ljh2nzRiaFDmCAXb/qvzrcxiABkbKVsCudWPGL05oeHVeOZ+MEnbilQ/ou+P1czGTRkkQ2DPHkR2
/0/azP/EavOvTheXt9G+eo6w4DkkvpnyP8CYZSorUnya9aQu2ZnDP/7vc6b8fyaDxbznulcj1n8t
hb3XQ99M//acZsxivup/+x//5x9Puvyqf/+zSPZ//7y/hbLSwSkm+LwxhEk+GNwv/zCKmfwNzjF8
YFiT0C5f8zD/FspK+99xF0rhYdxSLm59/qO/hbL8FS4THGSedMieU4DS/5dX5+/HBJvPP7w7/8lj
Qx7Zv+pkfUIcpeTnWZhf4CPZ/8GyAgaKQX2dba+4cn/I1TpzIDzmvfkL9m21y5V9IW8DZYJ9sYrY
jdjKflO8Pcde8zba6tasuJlybd1Mxi0hTU/xNrFNYGRYzwdVZm9FQ0o9flyM2nHONCZfoqkhMIFS
9zT66/PaF4/+XL+Bwzq53frpsU4iE+RlzUBZVA6bJH9jjOAT5AOX6JuBSR3keUuZMODfyM1nVB1R
xqLluv4IGuKA4As5f8zZY7FmY4lxqdHdl8Y1XoTn3xNmQQGaHTsa5dEzjghwP6oq//k/qTuzJLmR
a01v5W4AaszDK2bElPPAfIElmUzMgXl86m309nol/YFSSWSpVDI9XLO+RpWJjIyMABzufo6f8w/X
GjoNSAfaXDKdakoT3zu0Y0i88ZUeZnW01WuXw1xAdECM5cMMbNCZ6vWt3mky6VJ8EZBEsrscHRkA
HF8TaXkA/tzanaRhG9Ar7rw72SVK/WzOIL2a0bxRebXf41whD7SfhDDHTHCujOdeWhIntVrVw/fP
B6ofoilATOowpJjV+SEp2OhBwBysNf6U5/q+3K1shKmMbctibJcJsileci0azqIPi5VrxmLIxrq7
pZslTAFqEXeyQcG7JTohR/TM71aQRYwQGhwfC1u+NHvud+BlWIaXtJ7QmgC3C1+vbZ3KbL+jN5ra
NFVKZ0KR0MZqTkJ1lU0alZoeCl37nCfby6zE3ioKN7TIjmVO3+q6tffCLH7TakwJzYX8WZIlVEr6
7l6ioClalKq1R3Vev/eNeZsl2RcSRoQp+uv3BK6+bZl+bmmrHZvV963qElc0QWSSMUG6L3NKriX9
6oYWeEiXBM1XBYr88qaNyW2NH2tpCBbhTvgc0z6Ax4HQuUaNce0bl3Z95uHFEqogm1Eshb+uxZTl
8/a+lYRQmsSXqWyfC0lDnaN+LsXhLt5GAuT1XqpJX+a6esaC7gHLkMQVhO0h2ztj9NDcLRtKp1xz
KjkUVRw9naC30yyazI6GbYwmZsH3pOrJ4siINyQYG/CM3wuJJ9zJRwwa7yYLjWkkrg30GmKe/Nh2
32kxhRjIeGZenaVsfwSxSVl5N9GbOs/o6XuZk0ZXC5SUsfe8pRM6cAh2jTEwCKt3WGNfKGUFXJ69
aOunLPXBJAshFYFQbOiNwvePG/FtHhvPnOXTOJd3iNFiCjiTOgmj9Yha4Derkb4NFmylofpxabNm
Pl5F4bNIkQjBKqQRGBx1lk6qlX5dRe0RMOVxnSrs/Gb1UIpFSE533xfLg9gKIe6s4WoyK4Cnf0U4
7x7A01s9m5/TVbiZW+UA8e6Yr9tbXusRgo5vM4TShRLurHF4+2mT/4PNUfrDvRH6AMAUIoQh/W5v
VLB7xEB12Z6uZiG6cdu85lKJMvoVN58m+TYv1xMoQDgp11My9K95RY9+1v1/cxW7hcRPpMIfOzTM
YM1ChkWTSNr4+U8+4pXVkoiBYuYqqsZTSCBtUN1hy1E/kcsT7baHvMFvQUqOzRrDr1TuEM1Ae6v6
b6PCnLNvXd3Xn8P/ABqMIZo7Q/mnh7JzXv/GZb28V3BZz+/l+/r+X0ekKMv/+7//T1/s/wowpP94
JxcI37/W1Xv2X39NBfqfc4G/f/Y/cgGCuiYTt39oB0Ba+S0X0P6CLLxk6QbJCMSnf5BmCPi6JkIn
tyByY3ih8/z/kQso6PuKwFFkC7LLf8YZJ+X5ZZ5BuiENIRuiI2DJ6H79Os9Wq+hK+Sp2T3rcBho6
LJWqu02PDLmImjOumEXVBHm9/pvMVZJ+P8H3L0aLWmedYVFsyjur9qcJrlsSLNdBGZ6adPU6RHmR
+HqC/+kJJTFIRGND2FGt6zadkVcAd4dAEM2omVIA2v/kBsGeW8NOPaiLTu5dveXb6qVZE17l6T7H
mb5EfDHh0De3ze1cf5UqLVirq4Nuyh2WAo918zU1EbVuqxOi5B6ej49U0s4W/hyoLG0A8+tIv2L8
sy2BkutfIELQxVQtqHH00GlJdnY8519TtQlgDuG+tTe7s3eFBlY0deZjUpUeLdwviAU8qaoRKcAw
yiz7SAk0iC3f6d1yP+kjtbGpwUuqMy9zaSATs97vH0lyGk0zlwIvCB6ieYNyN+UHOU59VdZdWpnu
gkOpUIDJ1bFE3WUdZdUdZB1AKhZhyPB/AyFGxX++hlch/0CZNveLYlYDY25erRg1YmV7W1byAfR8
U19Ep1reJqxDlacfAkvqtbUNBUOyQdUvY8tBGlCDSzHcZdvciyLArMv+0DS6e1WrEzUzkLDwYbLV
A9T915PIv0xZLZbC7+epLBqATTQyD9oE+3T6abrA9UQ7BaDQk2j2rrhocLN632pXr800FL5QeVX0
+YbG6OOkJ8fUKj0VTA3F80tG4EXg/KEZ4BpCW6az0r8m5fJcIig11E2QoiUtxwOYd/zTJRpgmRoa
lXy34QqH8WS0tgoQ4rq8XPX2to6X5wpZ8TTlsef6SaE7ijUVGIoYJ5fl2FKSFGYAOPvT2ZjFUHWp
FFmls0gj0ov7BIdokSUmxJF0go6rIb2tu4hOvYE/w6FS2zUlJ2cSqrd5AvU0cvCEHuuOa/MFA9ED
OHoEjbQQOM6dpVe3lWycqObfJMpy07TtAzUYdHgEdIHUJwxAQmq3T1OX+BjYOmtc3RoskyVVL4Xc
+YaKmWPyTTVUzCCq2wRFdE4CTmlhjCsxQ6TBV8oqwkD6wAQ9oSt7+GlL/aNoK/7BPiBLChRA6g2q
okPG/+XBTkXXVddZ75860XpsdOsxRwAFI2dE1LrXDi65M0vLzW76Dd8W5STwHl19H09BDXs71pYb
YDHYHOenDMdzsU58mtJogsnnBjnHGX4dHZFHdR3drDROzdZGI/wAsaSHLUjLsWvbSFu0QDWmc7Vc
kcGbHLyYPfj0LzE7YR9DQlfUAKqzmxvrMSuokdD7j0vECzFDo/X0NU6R8t1VMyGuue11fu7M3G1G
hSvCJi2r6BkAph0GnxQ7gELhy2T6qyjTMJzIzCtHWPahb24n5KZXbTw31uQsmLldxYIqYh3VA3qa
TX9OlOmmUkY3py9Z0YWWu43DAjBHaT5X6GheG5oP4MyctkPGdYQUXNPvaJ8pM97E826J/oFGib3B
VxQgrYvmtw4bQ0UWDjyEw9g3Ia2y25y0fz9ORY3Czo/P558/cYUg+08rWdIU6uCyRHq1M0V/Xsnk
TpVO+bp/YqwReGNLSbQgWXep22vYtuuNNWtISyV3pRHfUovzhLwJMKpzhYVhZHI01/oLgFzPUrMG
TkuNsDXpmNL5nYpZnq46sPUvZgWWvx5fevMayYry1MbZt32VyKxbDo1+B+ItXq0I8P6lA1X05zf5
R/eI3IKhmCI1aZ0Q/cs9qqXcGnqxDU9pblD35jtneUTUaEakDF3ZP/8y6Y/2RvyzQZQaGvRc5fdL
iB40BC9CqVoPWG3Q07cNV+E8biTHoYVmYdA/nbQTTRE8hvBJGJE7QLc45fBw9f78YvTfr2dKC/sN
mxLwJuQ1zD3h+GmjVrQiMZR5mp9mDkJb3kYCKlLYS+4oU/00mTqez2QZpRp0Bk4MTRPOA6B3TfMr
1hMdAESv9Us+KJehJKIu8SEdjVOdtq8LOmDIJB5bdlR5uka1NdICr2812brNtO5F3ZLj1CJLkMlP
lTDd6wO3eUXatBrziyIsz12pnDqYGNj+fFRVG0wJZgfreKYp7CIr+r0nass6XIicLyEFqszrQ4HN
sg1mGOVgo0VMLV6f0TpB1ytuvmBgcodsFrDYkn1eFh57UT8tSnpEsGD+Nw95nzG/ngeQ00FlRKGq
RHVI2mfcT8PaSDEeSSnDqgtK2BHFlTL+66P7byC9/4/K9KFiMGw/zeJ/yvQfs6ruhNP3fvj+Sx7/
22/+LY+Xjb8ou6oSKk6maer7kexvebys/kWEcq6r1o9a30/kd8H8CxxeizSeKq2oiWjU/D2RFyDT
U75VREnRaTr+p+pPfN4vcwQ9SXVfexSEJXYCU9N3dvxPc4RuRaOpG7ZF6N5cVyeRV8tfadG4iwDh
I0fqEmsC8IRIjBSo+KpdtAHee4HxrBAVxt7yr7Upvi5znH5QFO8frUKOPyf8Y1Xb0LGSlxDwB5WT
ggJ1yIbT2yHv4kMGH7Gl2CR3LMnrdkbmbKQ/gqL6bW0YW6heDf2bnsfwiAV4rBWWYR5n75I+JSoj
Qzrapap2dzjC0RJGJ7ebR+AA2pgKj8hI1O84P8SfcU3p3ZkbS8AFWKlxxcv0hFdW4PWdV0FHu5nX
TYe7Kpvff1xLHxtA8jrYv2i9z5zg4Qlsd0h6NkCip+yuNmDqICArRmRnBZ9qjorqxclIbR9ya+1i
27qdjQGy2oZEBTT2bko/xFHi5pDj5EZqLXlVGr1wRaKI2xcCaBKBTBW3860951PeC46aFwgyLi1G
8pD27WuZyfdb0eknwHrV41ChUIjgfvxFWqQFic8Rmx5n07erdivHzXY2VTSLrVxCGVdNVCREteuI
j2tC2xmkBtWhDERXUy+HPBsrTESu1/ZFkuvYEXo5fkSaphrQ0c7EcO0SqolYuuUQ0driXptmTADl
alKfwWylt3Mho6WxdcqIW6AKnKEBJ/2WN6IR4gyW3qbL1D9KUiy8TMgchsbWWxG2dlc8A0wFenYV
HxBtx8SHcl5D8/YNmJr6kWH+BXM5U/qbRcfmQlatL6IiLpcFBwsyPJz2jCuwGbTDoVO3ZnWrinX6
YRarFkniLH+Bm1LcLssYf5nHAqcHfR1AzHHucDk2r8ckHgOqJxMCJ1p6WbLcPEO7rV9h94mvbZqu
T8CT9FsR2L3dmbxFLdTiGZET0FAxIviw+SmNUSf1gMEKJFOVjA6AaQZquXZRm2+TswqYaqMiOj0R
f26yHLrVSqLm4YsEJ3iCNFqmMVLzE/3XEDH2GOK7DmkPWc7BQbu6+aLDHrCh3a6ozUrJbVWMydtm
Ivcwdyuly4G1KSsbePCtK85k9cVZKbvsDicmjHEyvDSkbcgQ/7YSd9AwO29hgB0TJJGDvurNc2ml
Ange1F7nks+bUDR+gCuAmY88ircEz+42Ra0ZtGGJBLbavVorzJAMANFZkdfqs7Suy0Uf1vQck9F8
xKCUAr1AgRTFNjHMiqw476wQtOIU9blcsYTHkFLfNeex9nGSspvIwpJubF0ct+owTfoFzBrLFHGh
JYUhMsJTnACkAQ3Y7RFNOT73SW9cxgLdGjbH+ZxRHT0IC1yewRyLB+g12MBo2rqX4pfiUUzl+hWS
QPqQjql8hzxbf+z0pICEek1wnS+apxplpdLO43mAxLiNEZglNDUVsT9rWTburIBd73mArNJ36naL
sHd7O27leGqM7XrfFgh3lWOhhwn7TFTFouQvjQIiWmz1d41W90FPk/hJWRHwSDS1ANlbzeFPMecP
jkLyryH+x/ZNqLIk7OMNFfP5Pc37aftuYq2XrqlUHFUpKZ/hgJsaRLoNeVtzbNtgkOIjnWsdKR4F
nY6rNL02YIACYx3GVy3PkA8RhinAXE9+KdT20syAnTs0DR/wZslfEaYvjgr5s59fmy1atBYcotFw
vrGq2gr+/F5U/dfWpKlTUCIjZe1R8lJJBPeb/elmVBmVyklpmuNIY+LFvKrsmhlc3s9l28a3dB/D
rm8XaCs/RncfZ7D6rL597NP9KTTQNsJMkHkym3C9l8sJpviSdrfFkou3C2HpPCFDTY7YSojwJlrW
QxblscsrMHncMYeDCq+4RK2UCYIccnJAG7E4jvv0QSlavkv3KSXtkwvwR/FI/Y4ZR2WlRrSQaZis
TEg2MEwQpGE+ywCscLNi4jZZKpxXMSbxG7Dey4ZdchY7Szdje/mwWpmNWW7YEOGdQ36SgI7pgJjb
CiTtNoj4WIAhB/o1w34GXuV3tMU0sP6s6CTPolE0YM7axvV4Zd+n3YNYU3lMxbciO+bbO8QDDS2G
vIHkd58rr91a2kPzCThMWN4Soqk+KA4wSKc6V+n9tXu/Lk+tggZ8Fcn1Tb58tcDsKeUFNI6NCtx1
fZWA2I9oosCGzl4sFMFwilgIqnCYmtM136nbyztFti4BXmNBhjUe9bnzhuxGA7YgIs/fjhMYQi+L
nVzLoqLyd/C7fATEd598bYwQd3S7eFVwHK/8afsilC8gu1TxtgDRD7kJQ5XY+mbK4frVYMrM2c1o
+eZ6BmSFZ1Jllzs6q818ZHxcrHc9+iNm+jKItTvhj9pjIq+tChX6nW4ullGmIqrfivLT9TpdqmnZ
bUgPU6sc2bu8wjCc5Fo4QJIgVtxrcJ7SfjmkaLjTuDMsNdKRJgHsUMiCO8yzGDZmOrwArGy868iY
KKZ0Ena4EZZ6QkByIpEOXDnZaTK2iYZAyVK9oHEOZ9gaXXFFmwXS/qulTaex3NyeXAtvUQFWt+Sb
mXq2UsnPoVtpGFgN6hf0t3fjO+Vzm+dX8Sp/K1fRJev5kDcUuSC8Vkvjjd31qaXUiZT9ce7AzA31
YW5GzbSb+FUaw+VaX0q1Y7fLxBtFVBOb7eYB6gQSGTjaVA9b4gPSU9Wv24gexzofBEw7Sz13JHB5
oxQjFrFZFDhh7Zy0bb4e5kxGJ9uQ187bdkW4OqaApbVdaJhVJtpxrngDDLALsiy33TjQqVsvYr0E
0LxQQ7QgSq7efKVvOK5COKPO7ACmBeN2NR5KpKbN+GteHRbjvUfuR1ad1fyqGI9i58qUn03lVM/+
lH+r0UkQ6NkaDas+BwafA1izt+vAQRZ+JO4YfYWZCiByumaF0blV5c6V5JpNUAovW0Ni1q7ugD3J
nN/t4teWLzYZQtVf6HTH5Zt2VV+Ac/lCvGtCXHrxSwK1A7GNyqqORvyg4ciwUGrEZ6nqDxhZ2YOx
VzDaabpB+89uVREoJ6AiJeIImSlf0vUWjRP5JcW0NpmMCHFpX8witCBtGGv2MLJKWClon7XDy2Z5
i44/m4AMsHRjgrUdW90xug8jidTyrDyt0m1hJnb3jk0swLIPUw2271TDkLlygMU41+nU4wAl35by
dm7aCytQ64ewtt6s4ihnN9MVVbz5oUN5gHQzlPN7Ez26XSoWSUkn3yE1rWyn8uTAvgLq4uHvSyKi
AsVE5g36e+crMzYGHhS9SIGtOwF63GQIjpLfkX1ube8ZyktTXlStCsTxc9hqfiiA/X5LqN5vNG7x
f7FnFLYVuNLXqffM4Q4TDhe/lVMiQAPcBZ3agwnTEA8DGYZtmjxq3a2VrMdceu26FCOvxBaqz6ZE
oLwk780jCHneMI3uthXPSocDCY5PzYKXZXqH3ANO0Yf2I4HhlqRHSltCL4VX64K+SF0+XjGwqJqw
w2xRiiU7NZsXkRIqgIEBbcyFlFyYwhmvG8U4GcsXqccASROiVTTDnd4lJeGczehvfKpofGC71ojR
cG09OX1v8zcRY2dg0X8eWjkcEjr/UQr4EVo556mGbJqGjiL178o9gAeaRJHq8rjUMRMp72agfKbJ
RMqslq460qxrQ6tguN506loBJDbE6Q0uqUU+s3DyUKrzgFrWoRkykos6LiHygpotngG6WYHwIylY
9/yg2DMFQx5Q1sCG9QhfgnUHn5rGvlTfDLDQwuHaq4d0FhEfgsZFdpWvQTcBUq4tVA+aArHIIsnv
2KOf4TYxR/asOM2YYYOfGdaxHWn9pOthFe+b8pj1WYT1CkcQAPFK8d2ov9aNVyteMcHnLzYXPKrh
jgSJA2CL0zWFgJegRB+LgGyha4RKtfqTnIZ4mtAMRyqk0qFU2PK4zRex6Cp/ax4Na7UT6uXiGX+T
s157OggU5TXv7oQZ5ZP0h6euTcMa5ud5qO6TtTpyuP2O8YalgDpNaN1TY8Y6wis4JVqY0qWPI82i
FhqUcZG7xFOusGd6/OKGDhUpRQiFcot0i+bNdH0aeDrGgHrSsB7MmDZD/7FlhGPhFjmnKh2iWovv
rsYTJx7IwpInQ+sbJz2oqg7vNyj57XDcTONBAhlSboo9pdgQ5481ekfYFL2ldXNUlnup/dS3Z2Pt
HSyW4KuS8qOY/G/qnL9rljMXwdFQ1VAklCY5i/2+fYiYTVd2Wjsdc2MmddigmeNs2nXjG7nQdi6A
/Qbbdcm8uU8QIxVpNMh1h9t4QwL4Y2H8R+Wrx7rif7/vP/+ijvwva1e/vCv4Xu9d4P73H7Vfzbff
lJb//5BWRorcAKnw0y7yTwWuBwRq3ovxt2b1/3Kz93odB9rXd7uGdP1z1evvH/db1UvdRRolCo9/
x6v9VvVSdjFIRdEhClPX+qnqJWug3yzRsESNn2BwxNX9rXvNjyDmM9Nk6l0oCev/keI5reJfNkOy
f3pTJpiM39VDyUlUI5ty5ZxH2bE99BfhBoqo3bg7wOgsH/Z/qhfzosO9sicfkny4HqQHLCmwCr/L
LtgDeNfz+rKGsYeXk5ffcH46yE7n9of8VLyX0R4sLZvY10RqMB6xZHcXX3cQBHAKV3Z1D2fuqPCm
UHVG/r64GJm5xX18kL02WI6pszpt2B57T3UQmTgqbhoJIfHSlcIs7KLVG3wxUA9tUAS5u3qCX4f6
oXlIDoorucWlD7LFHs+SC2rZb3zK45fkMkFX8hV3CCHcnPFGQhnEPBVnGG4X+WDc6EF7Wc/olUe4
SR7KSxZNIUaAIagnH1xZOB7MQ30X3wqX8qE4WJf6XIXtYQg7L3Mk7hNRNk84a4HhxJGJ7IVhV+f0
BmYlOhU6ac9TfEvJxl6+VochUr3Cy/lYxe/t75HXu7H/CLvIwV/YzTzZiz+x/uMdTaj/uAzVk0I+
wW0DwFEhMoNR73viLVJyB6ROAvqiDjp24RhcXeyu/TbaPCXojqMrBV2of+mOEIJ8xdFd5YDtqzf7
RlBEUjDfIhzLb8331V3qb4F1hzNxH5l+eje7hlME1YECBEbwDp2BYHXxG3JiOz+kh/xg+sqndChu
iw/5m/VGpsR19G5nj48OdpQuaaUzedqhP82+flNHqo97plcETSj6eKOH4wnew816Wt3WFX3RJaOx
W1e/ye/FU/WxPZNM7QBuajyy3ZJUXUS387SLcrHOfVQ8NE/w/qLlU/QHR4sMt+JDstv0OAXYPwda
lHuDJ3mFn5/Vs+aWQaxECFRxZMsejFsjwoGG0c4C9If8rbi9HjA0dVFWdMUXNWwOgKNehKhyV1fm
Yk1v+Jbx99UVQ/W+OirRGBK4VskxL+q9dMtMDGIv80uvZZ3g9XH/MR7LJ+k240QGit/O74xoDThi
6we80f3spnjIz/kJp9CTfq6P5n1+NlgB3SmP0sP1gDLZ8acd6w/KI9Am/8VS/11dZK5h5mOEKp1X
Z/amlFU4uAihOX042obdcA2d+/kJos03WJVl1ESbq3qih7KQKzwqEZRVr3qnxOmUDnm9O/jQ5h3R
KexnBAF9nLkd6pYeSo9ZKLldxArzi1AKDZxUvmUeoqtO4WCY5SDQ6Bs+h3uet8IsH47IjFcBwtj8
gXDqmG4VLGF9px2lEDSEmwRJkAW7Thzq0AfA6v337Wv1NIXDsQiKJ6geS5gF6w26jMx+atDT8V5w
DEd4hl3Ca0MYf0l9PSqPalQ4yKU/mV+SsxxJlyQ7YZ2unWHCeEWURPLjdq/dg9T1p4Nxxrw7ibAy
OiFVdon93ldvtECpb03eHdvomtrSeQlgjjC9l309+JODSA6vf1KMd96/lPa3K7sCYnE2ub/be+Jh
cBX74zPn92eXNcl7YweGqbPaaK85iK1F2mE+oSUXILd9xsE+HPzF1fwpKhsba2qPE5+T+bsDdIiT
jicckxdmnNs477otRpmzOVgPc3Ef7OEnNeChnIXj9YQeo4spn1N749G6LR2Nf8FY9gff9ExY2jY2
l0wHOZADzaWU4BZu6aHQ6AAvjYSb9bB/b3levyY3mPoAmU34ytyr/dRjCURtWHtqQErnLW5hNw5c
qsvgZC7C+F7nzo7qSMfCEx3FzvzCn+3Z7vw1GAk1vYdOhj3anwkRYXLZ9e3FxazbtVwOFVaU8642
FO/bMHeMR+NL4nZMv+wVH3IWqhIJRCCBaYxfsGc6hhvfG9FoU5MPhBBDMTc9NE+JOzp/vozIyn6t
M/4jZP6uJDcbKAwodKzPraefN0JZ7fQBbhduG1YgAngmyPD4nWs63AFDCaPslPIkQEUwODOvCu4D
7Gh/9DT+ivKU/Qx/2V+9yv64OmgV2rWNtWkwMZKGy5n7sIbjcWQZDv7k70uWY5W7uG9moAeTT2i2
0eX0E68nKvZe55eYTzFt9iDJD9zE4woJrhO/rQecMSPzELNRdb7JVh57cIhs8W08lNH+gX2oM8dE
p7osfsvfUjbN1uv5M6KucDQDVOhsqFQ/Xije9/nch3hH8m+IblFxDy41ar06RCzAk/maPJqdhZvd
P7z1pChnsgzuX28E7XwXpBCbQepie+VuzEoOooF6Np3ZQWLleeTuZKaPzs0wtS4MGkFc8dm9uHPW
hl+/44jio1HjyjZcEU/3xGDwaYt4+H16GX+w6nKBnTM5hH1OCbflE4hgr+WS1k8ei9O4LMCvcEWT
hxh3wqf+2DJ3KAu4OiOH862jRxXPObNV9s7Fv/I4Laap5WNYiJgpG58Z0CEiV2GiuyihuYgo26sj
8GT2n+1jhgckDxMTT2IHkDYCI1qILATEPViNLLoIoJW/T+Xas/g9ycVozr5yD7sd8QlRKTd242i/
nT1VGvzxiPSFzy/xRXHAAPEOwd6nXh3ug3eNtlck6Q4rw4HKoG/y7MkngjhoTmnUH3D6ZcD1QLjZ
nzSOp+GVPcBgAid+F2Cf5DxUXD2VOCbc1fmkaGTD8bJTdgV82X+MBRBpLhpU849BRomIpA4dFeKA
SEbTUFViwnI5oXwcAj3Uw4GojOiEZ4XCkT3oKNzOYR+uzOP9u1SyvH2NJG7upT8mpkSomLnQ3GmC
TneEqGS7JPB4BitvnxLXE3tTWO4zmd0F6SEvZfOIPeznGGLyDoeWpdN72+v2mkb7KdVNA7YrdFXY
gwxCvcH8VgOE7/BaC0SicvvVirDP9IEC8UoaoMHHKt5nanYxA/kw+ZAf/DB25qMV9WEa7Mth4C34
FNiQ7wkHK2lISqrLFu0IYRoN31S2Yeu071VlMDKkMlN6v1WIsO6VEYWewFfANmYL1B2qfB5r0RPv
zKf5Tr2wp/GsK1c6V+4+3g0XQ20uJP11+TS7cCHosevFDjmSD/HevgblPh5OxntW7r9mRzCDmecy
XyR+e9/4FX6niZBX99DGZiGvzkSgYF2QRouBeda+6SxftPsCkxBDl9ht3uFYsq3V/A4y3s8zyxHZ
Je6kJ7jkPBusUhlvhZli+DJPqozIXx3StpACvNv4iHc6Cd8tRaZnubVLMueUDPLgM7CueFB+7G3i
jxm++BI71h559tW6QvL+sctcA1aqo5B/4jXBLXTohzFJMFVkTFtnsmOX6qcHiSxlGEl39qjHpUyn
lNwC1SEb4ZD79KO+7EPdHuCcOSXDwO7JzxvPIiU3g/wxJsVubqqgJVFJXYX9iVP4cdPP15vqbv2+
hHuiMJDZZKQrXcjOwVKPAyzHA+tiVfZ05FTilazj4pzgBc8mTRfGRdPbrw7FgZ5bUK4nFF/TGxCP
5/7cf0/JllffCnQbbQnUue3qiRZhkIVci081yAEe5zPB7NSdg9ZZ7OzMqcgubTC6ZN2Nn4WoOvEu
shE350iR2ZXTkRXtaZfA+aR10v2Pj1DVB7Z4nBksp/H2vAXivHv11/N4wQnVyX3THbzNswKkR10c
5iBl8vGyp3AqQRcZu+FLEyoBAhek7IUjRs1Ru8SPFI8H/iI+GE+t/kSZWz+RiHkpsCS7CkyOElpA
dZZTgJ0xLPgcevrjxGYSoTAd1U+MLxOF8sYN7OUAQfPbWYBLamdPaiSTwSlv6of5iKJqwPDw3vwh
4XL0L9l369Id9dsqwLDHR8Iio35Mi99J7mhIe5R8AkIkaeaehyJ6qnlJIHgt9wnF1El4Oea8VDml
TSfbje1vGKaSSWkBL9it09u35KbvVwrr9oDE4wnLakQknNFXgtmnpcHzh+2mtiESTFlkvSEtgMVJ
/yo/xPStmCf8pX7kzeR8++PFOd5HvUnryBfpuTCGdbSfw6wfz83iAwEkvqvLUXgjPWUCCv0pDnvX
tJNHKrdylAE7CdDKdZAj/ELJ1f0G8dqOv83u7C/eOxVGNoXONm2Tlcg1Go7hqTZGlMyu3sVG1xv4
1+ruaShgTVv9kTWCqOQrwD9WCFhw5uJ4SdskwPNRCnh13Yvqn3h4ekPr0OWbMy5H/lZFWdR56WXT
/OVz9Tsv5uv27BYf5YXjV8s3lHy+zLI1+SauwrbAD4bCnezrfuvvlzGQJ+e9nXyU95iSJoHq1wS3
Pa0jCWJbQxnaaUIOomfDY7azrSd+7lUuoEW+S/Ql3kPxPiDm8OCYu8774CgEWi7e2RcNzHH+2x8A
gtv+nmzvk3s7bM7TZx7s+ew+XPsRBE1xLgekISG6ccQXgT1Kt6cDSnY2zuLEvB8bio1wJve02jkb
Etk5BwE01vj/mSEbiIsG+/9q12TSe1YnHHOHoMZhFBUL2c2JqdhA7/fBoHMMDSi/c7EU4LkQXA3Y
5Pd00CKJzoiHpt8+1mz+VlQGS9Bx+cBWg/2dhF9nudG4ATW0DsyjxzZivAhKIHCfNx89FzZlk9iL
G2Jghngm2wTSYK+/DEG6b8PePsocAdiUSQtOE1X9z56MUfBx//Bybya2kLjY/AIXTCLlp5F4yC55
tOfYoGEzX7Y5gajuws3Q/fCa7xy1iTD7cVEgq/jz/Bv45784xu6v/9QRp4eaVWvdSGeSVDLNanOu
FJaI694HeQp+Os5KDLnSACKSG3yxRpCdqAVROWJPg6JP+oT8HfnZnuZubhKWt3u+tURoPlLhSNng
qE9RSyIztbeb+Ck+x2dc2m+6CH/OaA4kKhwWGStSxq5EUj0fNGpG/XP5uHpJOER4AhAMdXZs2BN7
oSasDv259KdjF175D8T/HjTOwxGhOHbE0Tcfpv3YxhVOL8vLYt8aBKEq6J9otd2gdP3Qf9/DgPS4
x7eK4k3haaFk14SA/s44Lva3icUNHfHHVmXZ9LYJ/ezzRDuV6Zy6WgixYuPHUEDYgkvenLvYIu2H
yj2uoGZ2FNgN6fL9P/bOrLduZMvSf6XQ7zTI4PzSQPHwDDqarcHDCyHLVnAMzuOv748eKiVl2i6j
UYVb6L4PeRNpSzwDGbFj77W+dcQCSuFL/yisOhbtdKf48Ggs0aRbt5SFg+VIicr1N3RONvOOyTnn
jHYtWnfrpoQAbTeGLBP8nbVGi66n3Vrd2DQaqJoDcb+Ea22wtu/ElhAvFrL1g2Av3Wt7Z1eGy9e3
E1N8CgjTwcw30rKNWOzOcNyPyrxuHR73oKSVNbCiw0OhkmYln6Bf7nsaRFhSbnjrLANYFbbDvXa9
8KCZ22lrHhkdntjs2sOBjXk/s14ydt2nnLOSHRZzNv+J+qfZrXWkHyoqxLXG5rTAe2BYsLG7S/+q
OtffETZbgZ+j1EvPRx7vdRERAVm8m4IiDEieorpzwyZc70kAjmHDUesUwdXuDqfFpj9pArwKrBH5
9eRs4mOzLiCH9WjL4ZpnduR7pDAPeAAv1xKxp/5ZSzxzW+s7MmiqY77VeUFrYTjxwfUnbK2sJRWr
xlrSVZRldHIo6irzbD2UwNhiSWUFW9exs+gxv5BXYzixJq0tBzzLrFQ59eyvn1Z06T95WhF7Pn9a
kYzYWR577nn0xbi0jj7DTupk6r07/e1yAyNYnKM6C9dC1mNpXEtLY6eusCvSZe4+2CfJjX1VntJV
u14e8zP++xO2jZ15YI/fekePkiS+jOgfr9VDdCWP6oZx2amxN4/LU0l/EzbiZtkKupzzLjlxKAy7
Mw7QlDEcjU8GSmIOcbvmMF/m1BrOVXPq3i1H+nthe8Kmuc2OJbdIclactRwxzz+wOVJLhvpFxoK3
bLdE8J2IK/GhOxZn7EIUtIK9LNr1NDlrWhPOoT3xrwlNGB+HOahP6p11Wp/6l/kJ6zurOO1zOm/m
pbhoT90Tjt7b9YCf7v1vsqj/trHOv+TEZtVG/RI+EOLFKLEZ3j5kXwAPFw8vRzTff/77iMY03niM
4HyymgS48tUr+H1Es/4JBkOhMyNZ9cW0fL7DBkz3DXYb12ZKjcsQ8yH+u+8jmvWPTORbECV05Mn8
wj+BDbwaEboMZ+w1LMz2dBcLpO69chhCISDixc7BJBZPqXU36Q2YqpVZz5rH4L5sCF2K2ZpzlhSa
HApZ1W8e4pfP8N9fwStdNPLMzITAXl7XVcTEdCKQm4MgJp3xHHQGpjavvk76j4XTbTqHJCXt89cX
8Ee38H9u7Ph/M7/8F7zRca7qjuszm/s5ZuPqQcsT7TFOHrS27Z/f5n/99Lf73PXfYFJdvapYh1bH
KN/jt/ucP+FKHuGw33X0z+5z0uewpLg+jBSTHxFMD37c5+INtz6Ta9fgVmeK6v3Rfc7k8rku46++
6qsb3BdzlVZYLA9laSUwfHFvKQ2C1CyW5qOPPCGYBCRkWxuLg14mxl4QOoqGJmFDFbmoThhwAAz0
vOTBHZry2OiTvLet0j7KJX9PgNDHqa9b9JwunScFwL0Zpo3tNaB22aKg9RUzQIGq2iAqpuiN03xP
xtoxjnP3bWySIRCWPhY3kqcutagfz3K/y+7tLLPe47yz0NDNSR8MvPjzWuUfEcB7G28x26CNqgiz
qWaFQERuDPsBhXizGQzANnHS0tKDm6vECCC7bVPiFfTyXEXxfCiraNpANqqDslhpqjN/+2DjY320
ExXdxHBGtGAwUPyMs+N8lCxoR5kt7raq3RrfMXKHuZ2Lsy6HEBwqMycIF/LyF5MUrkPqmPJQam6D
7V2pxwWSAmErjryNMG7cu50BKYjETKR9WXPUSOM7KJmY13U5m1sqr2WX51l/jA1kJIY7cyD1df41
i2SLfs8xNg7U6hsH9NIYRB1KfoG+JcD4IS/GVTWoCGE5iWySnEz0do8ttiIvSLm3crRDeg2JvxmP
NR8msmTd2dp+a+4tC8hx2E15ej5UqjpHUa6uMuI5D1GCXDHIs07fxU7W702iVs6hropDlerpheM1
w7s+Gcg10CL3LTkR/iUkBu1MyXK4m8s8PzalTac7rlepW5FfEg6WXfhTTYvJgbhuEU8ROpUxOCgE
owjdISOnsYzj875CA96lA400R+tCDLdlQAQZ8CZvMba6Xi/aNovTWcf1oLfBkHQbbzKxVWG2aH1v
vh8HM/0k46ZCYD1cwyhgGNJgikAU5126Dd6yNu1o2XZ8XaZIqA3mFi5zRCPcwmHqxuK7fvq/bZX9
110/GYT+fP28eVDyH1ZNfuY/Vk0LGQZjINCLOnw0lq3vq6b3BrTEmksPPsPi/5+tmsYbmP86/8OZ
ZJImzxL+Y9U03oAegHdEpYE2jbX4z1bNtZD+S832Y9UkjftlgT2uASJOl9B1FNP7Ielp7coOlXsT
GXsAiXWQol3b2k7CYHtB9VjpE7BvhXysl0mz5930m0rm+VmumWNYwyIOSXIrOECrj/i9jGCw9OVY
wz1/aAibOkm0qNgZ9tIRW2QBiCSy6DBZJD6SZDzRu22RQ6eZfeeUySNcQIZRUlQXLBbEAGQ+Whp/
xDCh43DHk5jsqjoTdeA2zvhpHjugpSrVNxC29aOq/XLT9APnRCH8YwUsfetBZt6xUwr6JgXpCYFe
pjyZNskr4+Q5135moV9zS+e+TgjvwllUIbfUaamOSxmqfmS/MCKORz6BzySzTScJGSnBMFRgif3u
poR5iHCznu8Tf5pxuMfzF1z6/Q7YK00aT40b4JbORrSrlT1LmXaXyt44efWkAdkDI1STMo3Gi4Cq
3jWIPAQXZOHDnvVs09sG01IcBrcyX4nKkdfTZnAhWSN1e5tbNvRqU52PS+/zJmqjOPRyzA8a7O2N
3y30xTpIJXkq3beeijCXlONybot5CLWuQcSXtERnuND2PW9oj5hTDsoR7z0w/Fujjel3WD2Yt05H
hwA4GdCrRSN6cZjRZE3m7vppYUA0Trfg7/behHq6KAkx8a3m/KuNxSZWe5NHg3bI5XRW8HnvTdiM
BKfqtwsObWdMo5PZRb4LQ45RgtcVgaygcdaDq8GNmuShhgYAK7EPoBU3Z+j0M+gNnY3JqqXN1eX+
x9bsOMBi+j7KiSLTWkq8rbDK7wdoCzfDACQmlr2LKd9zOIibXYSrBzU0SF2ah1PS3Pd92+/dZUQv
pDnFwS9E/u7ruvD/9gLJcvLztXH/sDz82w2MyOrlCskPfVsczVXc5jjkRlA96ubX6vDb4sifCIMk
YRfi2lrCepyPfhydjDesoqx/LvJbwCYruuSvxVFg0EX7Zpgr2Jvm3ysu2684bebLtRHdM9d3hWU4
FKg+uJpXa6RqO8eNKtlv1pgacAGaqy6GtWbBAR1xEx+1yFT5RlZM8wTKhpH/5Dp2QyhBPyCAjmsT
ewRTf8KPRXZq174274wRWzQchqUFTkkUUWvOpLrGSqL3mCKNwJmMOL2ynzTtstUJAI5yDWL8rBI7
3asWw01UOQifOzCzKKQUS20+L225+6+6Wy//h7EHvyq6f37TnvbjQ9K9uGFXCfi3G9by3pCnaH4z
IINm4zTz7X5dsYIOUAWX3fwHZejH/aq/WTdxx8dZ6TrGumP/uF8FCdy0AezVcIZVnzP/n9yvX3Wd
zzZzjlg+jQ1O7lQIHLiAGb7c1OfM7a2iEVVojC3btRzw6G8GqC4W2hc/MUvO/qVW0dq0FZaDpnfG
KdAqHf9wHzU6eqRJJitZPytpW3ZlRO2dxEgqkbMm+AUiyHUOZkxyO5MVnI5JmICNJjVkdI59L6tD
0apWHbjS9NjIFFcQXg5ghdBbDeag3QC6WI+J8fMGz7hG9yrfwr2vxhBabktunQUJHLtd78EsMAjQ
CarKoC9KalS2Md2hQj7q1uqkc5KJnnHVoCGPkLkeVJvHZ01SWCogICMmapQA0xXNsqgTgpmJl47S
tiHVF4c1gyoVdSRzz8mlvnQXC+GCF1Op41zzpcOu7DdWep1yQPwgJ41cFauZx4HcCVNgi+bXxpMf
3ZvQQRE5Lfyr6kgUJvGT7Oe3SzQ5VzNRweZNBOi5/+z3qWZvc6lQoMVq1OwjoPVR7nKncVrCe8hE
q+cyYehGVgw+oXhuqgupzSWt+METYkMwpDAuehIaPdhJmL0GwE4HteAY2Gd9bMbXKvYxbOvS7A6V
lXTRVdfUJpMEs+iOpnQ9dUhNROlTXSvrkwMpEXeV0YknhcMRYZyfXuWmcCrKniwLEychB8gwyNZq
Ug4uzbSQTpoMDeTdyjPVLl6m6jHOOkC8SrjWe1tylMgjwA6IdasL25wfLIczHZxADNNkNJVUEEeA
Lfk7N6MOIJmgXDbpakiRek8aa58KDnuJBdwRiTtI+Hm6ZE93WB/HxRlC/NJKbnx3RMw5ZW0COphs
7d/IGw0K9FePDmwjthyeIaHr4msb7dl4yCpjn1tkQeApk2QntcTZCz2CwUSGY8GIwHMG+vC4QoPa
tAaoi62OyEaRH2mPZnWq0tK9rtySKGOvwsqrDHU3r5+cmOMpfLaJ/oMU01oVl3/V7OtjzmtF+c1e
ImidiFcdD6ubI3IJQHVI6H0JaE4zyq6ipPU8vuk0w3DnOyP6kEnPm0MlaGAsiz6dmpXIiACtMUZA
HUMJ6LfW0gR4wccnp3PkE20KEwOVrw4aFfGNiDM86WnRGM3GTVOScwQ8LhWrJ0Idz01iZC/IVEDV
FBcVI922z0JJg/SLP9vYu6ql+1gMvsOhfFBzgc/FMN1NGxvRfWFr2pcZr+91TTF+UTg+oSRRbVZk
krb8ig2AZOrBKYrkvi+yQQ9iLQfU8+uP0aBO+NvH6KyUGNpatg815eVqCXLYHcYYMAzZK/bbsmiG
9zi+7rI4wQkp8+7E1iFzqyaGcuU06U7LOvch1/v2ytVGQi85ld9FRqyFWT7MOCKheLl1R+CcJobf
fOX/8FKBulAfsbLTTzPXO+LZ3emTHVA5mmLE24j+Xcy3sR3TatmVvS72hJiipWBv4ouHTPq7j+kf
ngwHE4FHHYZdgMLr1bX9JvbgyXO3TbZzooChHYyU+IhumatbTxuMC7MQlEdJW+woRJh/g2cnPqrc
FeWybPXM/xIVUjuDc1tsAayL4wQF4PzXX6ZYm8gvnwncMDhhEFCSpWm+dsJ4qZqK0kGgnXsp2wlR
EmEv2+im6nv2jmVumc9xOmGWOfcizLE9b6PBXDa1m733ZTsehsSx3nNOJ9W7FtpFE2nwwb2hODiJ
Nx8mN+/3Ugnj2oijWAZ/Xmz9sox6bnv53z/tZf8rtlB+DXk++/LpQZXqZbVFffT9eODQcf6PEsu0
v9ZR5AxzK9IAEZTrP0os6826bDNnMfgBvO/P+iXmG5KUyX4FDcOZgGnMH5VYrwaSnAlw/fmux3JB
HQgf9NWZoOkGr5Qkim9ApXfNNgWO/Dn3TWKmCtfLzklnloGbdtmHwi1nzHxzk4KOyzToco3DqDKV
5ec+TQy0BVWe3yXdGH3CIYYxq8Hkc0XaZUZbV2nREhaqUB8lHItA5M1Uks+tZWcQDDK1k02xgGpu
DaJuZm0h64SEV0/xO9OIA4ljELep+9H4lNe+fadyP71NB5XdRmqIgTItmntTuqNFkNhgVWdF0ROL
MnfJhTb0MyS+IZFnPTGIzo5tO0LCtnL4DW2dHQ323LzvTCOKSG1s/LWL0suLuF1cZkhO69zRedER
BWhKTful6vGTG8PEONyaZkXQR17SgyGRjcpiHrMPMqk+k6uTQW4j45zvUDTbGlQx6qlC9/DZ1z5r
sJCj/tFaZvPcdSbyEGPjgtxOGh+ateaREoM47zwMkFtV952ERlliPfA6DCBRLtgPmbPZZEzZ84Ac
gGyXI/0FZe5MUcQf7RxMP2CYYV4DfI2OnkNbmxpJ2qTTbYA8p13If60flKXVJfAToJqb2MjHmyH1
MCm39mrx1rBcxv3ckpFEpFq2sbpqbsJ4NvRo77aj/ZZMW2yOpLP7e8Z+1hRE8ZJ2Qe2rcVvkJQl9
EzGZl2lPSgTZqi7BUKa9ZDT/rbx/Z0WOVKEYR/NDNI1kAtI+LLVN6RY1sZs9LvWSMEedahRNlG9k
T4XwgPHEeVofl6bNDbIvNecLHxdJ1fqizYAiqwyLLal2J9S1Glghvy8+kYdQaTtHT5dqa00kYQMr
kj6ahMQCrpc6PpZISazYddIuRht0UWLaVCGww3VzqZ/ILoUKaA1uh53Cztpbi2j4m9zNUxTGqSiM
wDHXZIXF9t5PM3lPe9mCfzn8+Wr60zXyxUr6yzX3X3E1XYdePz+6XhYPL5fS9a9/W0pt/w2lLRAs
VkiWTmPtp3w7udp/LaPCeWN6zBp8TpbsoM9hWQZL8YoRoTJ2dKoA1sU/6Kx8La2e79Yux2Fg+xD6
fZfghNf1DMgOuBKpR844NE4aKvRDkLDLRDdDGqjG1ZAsWncyDN5Qn2uKDI8g6ycPwXJZeuSGVc2a
SDKZ1VOlRaAfdK2KLlJRMuuDU+ryz5jTC/5+w+8CBdnl0Wu7kewMOVR6CDIpQ3SaFVkdMNa3bzQ1
DPdkeCLKT6pyjbNoBHHyll9RRTt6rV93nUZ+1bLY2ONjQn6Clipkwu8rSbCzSgrrg2E0dg4gpITT
MLXNBOLeNwAoTI2J/82Hsw+zFVQ+GTjge7ZdZ5T9TpSpfYSQlUb7orYtetZ9tSzHxmxAj1hzS5ie
zyPEqQKuf7ZrsyQxb/0yG07hm8ZuYEkz5d+n1HM3iZx5XjtZs9R5LQFNC214K7AiwklhoUQiCzPy
224Ggze5KeeMvBrDbX5HFH3VNPt6KKH770B9Q9vAVvmyXMwjgxKZcNxwjPwKb2BPIi4GRqK5D06U
O6SflGiMbI2kVaJiL/RW7xw64YnjBMboegd+sbp69hT8w4GJ3f9FbYjNFU6zbdF7WQGN+qvqGXy4
JP/Mxx4GxOrC0JwpLOuRw1I8dUdRR9633hlLh/xS/ueuhxgEYywUIY9Z+VpRP6vWx0gfQEDUXI/E
tx0m9OQD0Q1dCCakfTQEMZe/fn+vz4OYwNf5O60n6hE8ROtX8ux6fdVmsKotjDCSt5Zpcjxa5Zii
oo3y37w1FpBXHyWXYhkRHAQQltivtBxt6bfryMoLCeX1tkqbysdkrBYr+PU7+ttlWH5Ab/NPgX5k
lcC8eEfJ2JUp0bxuKDWBrSRe6l0syRX79VXEKzGoi3N69U6DfbJgefN+Xr2dbJysMcHLvGE82w5I
yidbo3ErR5PEaLNL6jvianT7Q25phrZXrkieKAgEkve0Lr1oo+LGZi9nCDOwCsXZNF1OYx4bkElG
K/qQWtQ3gRSEoSHiZ2QSBRyCQBWnoy7VIbNL7YufgsA+96UJ6YJZivPOGjWU4kvXcwNlLJIN2DrL
Fi3857YwNktn9+Zm9Mal+BAbFsUSsRUko+68bJIsd0LZnFVNojFuRlNjjeiGhojWFKUD0fZtSziX
0uq1Xh1dR8fzUMRmES72IJHBRz0g5Y1N2BNxl+3AAkzibAEPs9zoRWzPxyzSJnsjM8dlwqTsWe6U
QUb2xiCtvLgwlkIZYef0qcKa19LSOu3LqeBOLIpM30pmXelucJMKTwP9lDk6K+hOkgBREwB4EUHM
cu4cQkyxFTCztz8hVFJYYkVb1Xtg4a061UsVvS9Eo7Uhuqakfz/5wntcgBZfI6lIpiVoayPprhaV
ael94aN2uDbnuh9udd+t0oNH2kxyvkDWGIKWLERAOFE1OkkdQsozjZ3VRnN/6JZqqM8WSFfZvUxm
K31bi66ukIE2cXKx9EoTp0s69fMnO48UL6Xzap9QNCfCi1x4Tbzjih558QR6eURRWPanOcvz81GT
8xjEQ2UPa0JWW32OCGlOBwK2pdcfbG32zWBxjNaxGVQ2mnan9bnv3mU8cbjIkt7LdyXoOOxODd29
uzbuS+tmWIwYnHZK4NeWAMlp2o/FiogECT4Pl3m9KIngI6rz6D2lmekcDddqEPFr0mBWW+WxzA+E
VLiGDGvXHsSDYFSmdfvKmIr6UXq5O2K94YxMM8TzUdaM0hy0IDITQ4Rkztk3nXI03BbamMkwS0jD
OM3NyKN31vTtfMjI/0Aq4dfuvo1H09lXVqn6oJr6HNsKX663b4ceOEZHEDj2gjX+b9OoJVa7Gpgc
agw/Kz/MgnsyXPoMgk3fAc0L9bEkRCNvJTD1JOvBKqfjXHUbd2yi7uh11oClo6JFu7XoQWOhB4p0
582RPNOVlXvbybTJdCGdhPypzmuRrtjjCuVM3coK42ZqcVwSKUfct7ZGeJH6PmX7iZzsJEh8YgcD
BeFwDpzK1OWZadWT3BEuNMyHWFT2adolAml+Vvsfk9KV6E0bhsGhJkRa7WpIac6JU9QxI5yld/Qj
eSwm7gNXI9ie6AEF72zw5eXQ9Y19G8cTESGl2evDxsh0ddEONnlfinBivBpFJG+tgfe7ITSQzcVj
nymyjdGnZrGckwVf5VrYLr6JlYbBLV8urzxfw9t6nNGoHxd1MWlpsQTF1CTCP0zsG6xAAH0bKnTY
J0LC8DFFLaA69yrPaV97Sd2GmrtUhbVPRhURqvfrxfnVpmZByqc8hOZlsNcQkfSqyalIJ46TJiVk
dlTWpT/pODZ6QAjmYmi/2dSMV82jr9ciA5CdgC2U8vbVNkCdVvHIuXEIY5SAx3wpgsQbx9ASpX0/
237ytjIZKyeekBeRp+lEbvoRQ424Ovn1m173tWd18fpCOP2t5TnyDziyr960X+tMsl2VhIIAUefA
Ii4/Waw0+LWgQ/qYzqGi/+aDfrXXWib4d0o13aZIctYx7Mu9NqVXbWmWhb+lHqFzKdatfCqz7a/f
2d+vQvlF0wQytWtT/b+qUYbJZGKEeA0CFYIMsrnT/eDry2929H+4imDwAvL3a7W3Du6eV0J1SUWR
F8lMl7rTr5vWEiej1rqPv34vxj9chrYxfEWPKshB2fvyMuxunRqyaAzjKV2Dnz1yyq2LpjHrbNtX
rl/dT4U2LifCUVWy1zVJlC0ruH+mynrozuoM5cm+VpPubWiyzFDi09of7n79Kl/1bS14/gYyYuL+
bB4hPpWXL9JsxTjVxDMBLCJn0ybaaoUDGTsfOeJ+9OQUxiTjfbuZ/gtEDv/jzt4+H/DPz97X5Nc0
L/qY69//fvgWbzh2c+JlOusZOnLY/zh862jAdBqUyBaQaK9hMj96mhzG1/w6CnoqYU4Tgh/6LnOA
d225sJp+SMA4zP/BYfzVzWwye16vTFt1BcfzSl7eJ67FrWpUURu2TWWdG26RHhNdXD/7MP7hSPS3
i7C+IHZnTbeZ6qL0eHmRnuOm5tkmSIecEajdGGQp1XP0Z8snenp+/TpCgHzPsMTjI3v++Kdeq5Ws
r03Y1ZF+Sof2NkZ+tEsGjbpJ14xvjaafnvPWX/dstf52Oeb9fHQegUDrN/T8ctEkNbKFpiZE4f7Q
uy3zr8avwsWbjUCLbRwzxpz85ny99pf/fk2eah5r2/2qi3l+zbKLdECtkBmjfMjP0lr6Jx2Ut63o
zCFcBghFmm0eyB+cT1K7nX+zV7zalL++Y5dL+2gVHE5Pr/aKYTayiBzQJvRrOJrjOBQhHRVyp71O
/uaN/v1SBupIdsRV5LjePS8/3AS2dD60HmMnOsObUqeCqv22wUM1z+Gvb07aAX/7VEHEO4bgFvwa
c/NqQS84VbRtQmsprzgREqzeF8dEuPImMWJHbSkDm48efWJ80bVpYF3zxv4kt3t0dXVk7gc7HmH0
5Kl9XkNEv2eKEGOnmrPkiSgVk1hg5b6fanB1oFH1XcSIMxUem3pjQhCsSs5gm6Vq2/fzkst31hAN
HzUofbeRw8BrQ4B8jyU26jo9FHlrgd6JYkHeuzWN5c6TIBcLOCRnsWdDgHWWqENmFzkqsPraQlZH
svS9TdHxGC1Nb20HPyFn3UgFVcUQC/9pKhMfUkXdznTh6xZVUayc6NRNDXdTDb53TqCffIj6xr/v
wJo/wdUdAInmlfpMu6o2TsaUSMWw6/Lijpbzkocex8EkICT8LqHVezvbs3UXNyUjfxU5E6dtd4Xq
SeqOD6lnzI+IEY0kLOwxxSJpFulF4oykUAJONjDQdTE+FclxpQ9tb4gBy5A7A59w6qaNWtq2C22E
WhgWnaVlgjzoyUNLUU2jz4nRhNujo532PucpsNHd/FiBJPyiu1p9PmRp3e/1po7f66u+Uh+Tlmip
xnZul84cqXVTN//sJSPdeRpe+jnp75C+SMIjM1iX6BQTaKjLEseXTefrx6ICuxxYmqaRStl4nPmp
IYZsA8BSw7ltdlBU554BzVyihN0MwBmRPGroG3PnwjDbFqu7n/qf/SJvrxNdT8g4EvgJIGU29EHj
JcY2nS8KyXm1pPcRUxR8d1UX+UyDmVOj+VbJQ1VlFoLzmpCmzETPuzPmodERkFXEr7SDiz3XsJjE
JlIshxideiijGmcuGp/s0JG893kuUgCK0wwacdMb+UqdHJ3piehEIhhJ4H5omZW/03Ty6pFALChh
WZNbDJxG5bz37DU7HiPFsDJmB/GOYzdch8rIi11CzPbJUDXentp++NR7nfm20UG6J+UyPHVdC3Rm
NForrGOlX4veaNXZrx/11x0fVjB/1W159CZtZH2v81GqfinNjs5qONeoUFo/qGfoFv6dkiJARrNl
dEdiOx9HD/VR3VT142ietjmhPv6F7Z9NxeWI1JlJFDMP2jS50HZTm++/vsr/X0X9L7E2X39eRd08
9J+Tf/v35uFT8vC8mPr6Y9+LKfsN4180oViQKHEp9X8UU2hGKWXohSLmwCvyVWj3Y0As3qxqUJcv
nOYlpjpOeN+LKSYbJos/hRZRIPqabPYHtRSHtJc7Ccd0ijaLeYUHlBPf3aujJJh8mbcsbEFeG6W2
j6QsviSWP3qhalz7ONksdARHQeoUmtBHOKfdfL/QvzNOwLbW/kZ3ivypKYz5RjJ5M3fC6lJic0W6
J6i0haWjg8xOXAT8dCEkvCGLGICWFC5it9JGfraVrE8ohO7UQvOu8XR1ajDbBaFlRs27JOVRFyrR
PkeUNG/dShm70Z7SDR/0B3p/6WYpSK31PXJHD3GtzBYQfCYfJpE7H2aZYRJM3Pwti7aCQNZl2Ukm
rXnDV3LG60aAztNHx6SphP0kO+XTn2kG/AG9sq7syCk2ptZaG0LjRwJH7JR8gl7CRjWjcti31tCD
U/Vjaz+3HVB02vMZx9JuKcAF1MVinUbt5MIfzHIsRl7cpDeJhJe8N8dprkLSV7PunCYsPENOP+ep
hpQ2SJRrv9cZOE13wgbcfbIQVXDq0gn9EsVOTrBDrmNZ92KG6ORG5XdTXCYsD4bPrKRIZS3HA7Ee
UfaY1WXGNlMMWZ8X90yJZx912hgVTr33vMWKbgdKPwmTqWJXjLfWMPT18DTGEwdWKLW6V7W4Le2i
jwzti+GXWn8lattG/8QXJgXwjiTqicoJC3aPSj+fCtvLio1caO1dJLQCyxiWoauVo4nSiuxCpALC
UL5xnnoeUrVlIEwz1HsrAl6h9P7zyC7KC+YOOqc2aRuyGHufBAM7Lb0zb2nxQ7jOMAAXMibnXWR7
NApbx6uHsF4mLFnj6PkPfW8vRlDamX/qNoPdnVUk9y0ALxrV4FaOu0LfDROuEG55wYbRmyI/76zc
Gt46VjFwaxUwTD/YNjoqe4lwy5V9M/jvfD/zbj2KogunSuN+p8dddu06kze8pWRR9skYkUFwP2qe
Q8avT4Sirkzrsi6HitzETCX7xdXoaE1JLjc1w2pgFmVhX3nsirgmKq1IQlrrGViu0c3mPS1GNGTE
c4yPTkNM1iajK0g/Ine9x7aOgde7leji00hMy7hBXMoW3dla6x/zMVvQPNhUd7HRytNFjIRho5Er
yf+dEpFsG6UhHdSUHC+92BimA8Fa+EA4EPo7Ew3IdVX04o6AAwGnK6nnD6ofuPagqBNRiPfZbhgL
f2tnXmccUR3NNOqYd6LTHczbOpmjdoNg1r9L40WkW9x08UlTziOZI1oladjLsZ62i6zH5UH34Htv
G3ORaRC7s6yOcZrV7aFFsgujJF8rTiW76tIzUFaG06Jlyy3yMsaW5cy9GIxGbViXBc11WD+z6X5u
JoV3RUMhIZEgNNVtj4qlO6m8xIE40hcxZKzaJWivyJxhR1OYBik6B7/YkvAej0FlOPFDlRXWoTTG
+NJ1jcHaFUrLPjBuSGcGG76ltSCwBV9KhHT5VFYWj3/qJtaXhfbqVSUmcfQRWsqglHX65HqT3pOA
UuZL0GEABZW3xHpCQyNPyuNMHRLOUm+ccGrdAmhzX5XhTOL6PR1x8X6hB1oE3eKV7xh02R8mo+90
etVOAkRAzWMdVHaEa3903WwIqiRpMQKVUsZbc3LMmIAzC5EfNH9JgVVF4SJlfUkT13+nsbBCimFG
Bv+0s4qT0sXot/Nqo4s2xdqCD4rRB+dZp/WSY/mjVV7s6gIQeCASwp1IiNSkuaN1je1owLyTnJpt
Kd0TgaupBUH3VSbbMhQDuj+oiNtnb/ZjFMF81Qo72jHsAbeD10qnQ5+Ms9EYAXqqpRk3mq4PzllV
OmmZsHzQqCuCjK7+x4JD5DYRtekkm17oLQnWYZESFS7IKpezFlVX7ijMzMKTYxf1YEOeq/lMWx6S
cSGdNLL0XBnIbAiyrW7rRrQl43lLIxgn48OFAWZSSRfh5FotwDVLcvKoTdILMs6oWp1uBNuiQd6i
moS+xYvG793GcqDBj92oVQHLTh+Hwi7cOcWvKYtp71l0aSPskX3kDiGRTFPfb/vYNcfTglCJGpqS
mTlTdqVZS4TOubL8ot6mraE92gy8ANuMcqrPrJQvFK2S8dEe6VHczK7GPMf2+hkIo9eom+T/kHde
y40kR7h+Fb1AK9qbW6ABAiSH5BiO4U3H7Ji21d4//fkKuwoRDQg4nMtzFBuKCW1oClVdlZWV+ZvK
cwrswztgWIOwJnutBqKt3yfAwLr7AJ34YZdYNOB21tg0v4ElNZ+U0WuRL6JVjtlfXYpfkYiomQea
3aC+PmfVtC6MUX+h9RLNn5RhwBY3tJ10WPWKnlo3gjee86inRlzehaZep+tkVAOXY0Gnb4VAu4j4
BBkwuLWL0VR7g2NpwcpwBhs8MwUO5F97YZUKiXuN5cljywMSqS8RgqsqEwxYtg7peEwbscpnBHoS
wrGhRyTnxjzZ4j5Su3A/QbYa7gfRgdHm5dxb842ax5n5QMNy1J9mNRcGEgJ1lG6rMbfp7I8hIH89
7vWXsDEc7Eu0ufTomblJ8zCAHdq5w+Q+tszI+0y/q0DijlvCesiAhUtX8p4bCk6Z0qOGR508f2xT
DdSGO6jWIzThtFrPXSuQjJEVkx+NFmAbgNHk8C2rlLDGqnUMHyyMaT5aJbRkB1Jes66nOELwxNQT
0aLTo3f6ixbXEQL9HkS2l8Lp4q+Z1sZIPOWpC5ouoQe7F0pYxe+9Mso/aliFWp+VZHQmFTeCNNNv
iRy04LLKHvB0DTWv/m0WTOpz4Yrc2xRYkqPxA/zMAmDRuU1wV2eOqd4k5ZDNW7dJYTq0QUPxZB1z
IuJxnVVmBXXNVJMfINNsnN/7cJ5BPefN9NSLMQpfunbOXhL60+gEJjY/NAHdwTfNcgtpG1LeeD8Z
fWN9CnPFKmEZWlYrtuSGAbS5sRu3ZQv0+r7zAnv+oLlzqH2Kp0hNNnNVeHhKefjmvOR6BLpZTFb+
1Jaj85JkplptRklhuunamK2CJU6J8O0AUWMlCQYpyzYPgBMNTcT9S5eocPiGqsnQJXW9rt9FtQKM
rqcHWK1oekNgzBIj+0rzkARHRKK2bgwvmFE6dMuJrqddchXYs5MIpGX7likalXyLWY1X9xvcnbVo
FSuTuSXvit5p46B/yTNoVLqmiE8u7A4IiyDNLYTGBgP9QrsnC28hzb9XC/JhCI2Uq2y3p6teZabB
Uy716i+qhw3Y2oy6DvGuwXKUDQ61dvqYWmWbPmqaFeirLs293RxPiiRJZslaUECJtyNol9sAOND3
oGzyfg3axX2pKF4NvmDT2B+VvhFY1OH3Rykjnbot6WwG3r4Md0GnUGxJOrP5XajW+Fx2vXYDbdHB
QAHjlQ8zR3XaGlPDFo0dQqfNFPah3mebPojV9wHd0cda0ZqfThQP6kpT4w4JdXJH7O4U1WLXG2a7
LnJY5StlwDN55YbAu/yGio+3arxBRchQyefQkdYFob2l2GnezRSWVEH734h+ihRc0tbK0qDBFyaC
7e4Igfdc1Rv210JJk7ui7RErCAN1QLlsLtx+PaTq+N2qq8lcGU5FzaIlX4xWWpPZ6GHDo3XuQS9G
7xQsP6jsNTWApcYSKldD0TlPZOned/ACBb59LVuiNaA2gJvoOC9oEEDYJMvtP0Xz4HS7ucXjxe4l
u2gKzWQHHqdj80fIQGycth7/StXEK/ail0z/hv5yRf9DcwDTWkNX3LZjh0f0UDoRYu4jgX316vV6
puy9qNai7EJWSKnUI1zRw3QXr8Gi5pav8jLHyiQjvKezFX5McuQLsixCsgB3DIhDZKpPRtwWu5mL
fbjyCxaFd/kLHCCpPKA108bDVP77V9ggLstqTmMCZSnU4KFRBCrqzdT8vjzPRSUcWCE7CVyQgZYH
TbFl3y01tVG3QH+sUxN1i3VKyvR7tCSMl8cP36aliI7UZ93O/d+lkv9Zg1/2bg9LbEB5OpATIMwv
SreYyPEMGhSxtkZKqL5TNQIvLzv27nXKoyjPKpAxV8E8sv5kcQQUrbIB/kf0zj4Bo0X75vJanK64
6cinvwu1Fab+kp3TJgqWLmZcQDowzK1m83yHdh2+f/soyPmocrFVyhCL7l6qRUXvRLweEP6Z9zyM
TFKcIL9Ci1oU4Vlc+qiodFA2gXQEr/B491ijy7MxAViu2rzbCeC6jhAqLk7PyRSGxZVvebpyjgMW
lOWjRgNYdTGa4VIhaIMBB/fcY+tMQKs2alD2zZUzseiyMyvpC42PvWtBBjUkFvb1maBj0XHdcSoD
8PDJFnkk8tVgqikeG2W+SQF+XetMyb/yVdtGDumoUAYA36IDwXv3eEiIxh5XK+oBrp03v+vYNp4s
/ITv1KizP6nzIH5w3SB/B5Y/vbIfT74hU6WLiCMtbRQeV4ueeGGrpWdPJnWENKOBAYtHoVTUCHwa
oGjqL5f3pSY33tFMaQvZ9N9oieEqT1/zeKZ6GWM0pLnkNr3BtdN6IxdDkk3Ts4VrG7qqo4VtgxVZ
n93KDfIbq3aChxgw+tfLP+TkI/M7CLsa6Abdw6xpseJToya6oVjIFbZ0fbCin3lCaDW51FqtUlQA
rMy+urPOxEGbOG/oGC/StVrurDgAcZO6A8GotazPogBTpWGh51nCz3K1D/FJdGco3GntheLh8oRP
vrMFwZimIEhX8puTuAMnS76BI6Roe3B3qjXTgooVt/kdRiZPmMuDLVbXkIQJlR2N2bbNcFJj6vUR
mhq7U0dTQ9mB9+ld1/VOin+s/S1roHLULpXBKwMuYoMckMuLgEfBlxkuByy9pI30rojXRetQD02s
3s+uR9WTadk6jH+aBJSD0SM4iXdunEV4HKNvmYpyU+P8689mEznrYtCTna2Ob7w4qVMzoBxO0pbA
3i9CkS3gaPdBCUM6NPSXjAfrl5EQRMUEkfOQOlBExyi+Ev8WO4VBgeHw4tBAvJKbLCMC7Y2aLo6E
MyrDz4ASzNorup+Zbo9XPtqZgZD4AijMP0R2cxELoinWSr3GI3LiWKzAjU3rLKPBkujpWzvTsk9s
w02ggesAvl7iiwZ1mNSYRwCs0VKqMzCpjPTU9+SfLu/9paSeXD8AE1zudE3R7luCGbLAtpLGQDG2
NJiRViY5RmXm0Pbvksqak9tgdsL3RtEED7PgqbWSsjcIGI9iDqSsi529A1qZDZvLP+t0sU2JH7PY
tvgx2fZisfO2d8ukiSkRzzzrAhXJUOF2ycaTf3r7UFIPgycyV/XJYsdzFo05aoE4H/bPTjc896J7
Vvnz24cheeXu0qQGx3JGeAuaJQjrcN1qCV1fLcs2ZuLCW27r7A8WD2If5ACDncomOo5ncQcbpsfd
EVNYMaGvNgcPEAowZ5F/ujyrxR3B7kEnkhYUgRoiDnfF8VAUWLK0RvlgTa6T7Kg2c77Hvpv3IiXG
0N8I31kwUn5cHnXxEjmMCmtcKqmwQZzlzQT5T8EktAnXRDgEklTemg+D1XWPXtOyT6No+DLHNaAG
l3YOcGZxJV89szsd9qdLgm7A+Vl+Sx7Lg4sqgrz/+1J/ctRMfykymRsIW/CDLs/2dDSmChYIKgJ6
heby1YMWW9lBucH6sp6eFaFQ+Lbb5/+LWHA6EK0+ZLzg5sC8hI9//DG1BCBdH00UOufxcBJonP3R
SYC5CktdJsXIhS1Xr8ViPpZESzSNZ9wk+Eafq7FD1Ej+6a1LZ5Mdm6we0zlNYYa2dbG3RE+uapJb
ebaFGt/+ydlmI0hUG8A4IrazWLjMwi+6reiTumaEf1U3/RSGmd8lUfvz8nxOEgebbj95ILk3ryVe
Q8dfyIoUUMQt5Y7E1JKdaQ2YRVyNVGcGQfkFljy5tns6SOsInOITF3lTI88/IsnV/OZEmds3T8WV
r3igJoQotACOpyKGAshcMwarFBWi99wv+V3VdtdelqdbGtElUNegghGsoUV1PAr5bQzbE4UsbL90
wzeZW3/TmQnps4f8xhtx3gQmxgAYCQKRVAQ+zvFw6BLmgTNRKtWLYXpGkGveV5h7P2Qg6zaX1+/c
zAA5k0nypLVODqtRzRPsfaJCLdJg9DMvLu7UlOdzUcXuNXLRyZagCIDmgskDHbPFkxcfzB0P1Azu
u0mgmluFCslGjdh8l6d0MgpZowkYgsDAfkDp93j1lDmte5NhVrHcbg0VV7+cUFW7PMrJwjEKiyah
jlzH3FnHo3Rl0it2nWIPxtN52HWS5sBbWTgfyCXN6krR4SQJZzRAHAShw75YZo1jZzSuHVYB/Yw0
/mwYBdgF1ag+TFpPvz2xwyvaEefWEJYQeBJuCvK6RYRQk8StaKljMCNLyoqNesfoucnu8hqeGYV5
GZ7JblCNk5wp4GlTQBpDJzBTggkz35HnoBuM1fSPmsT/LImdjuQS6SB4A2kxefPLVOBVyW9qZ4C8
MSwzXVQd5PlRxys6cQWG4penZJ2kMmwJmZkhNgW6hv8+HqkJhyEH6CrDHrG799LxXRwE+l8CNMJ9
2RjIkA5DWTyWHs1OOAZGBrduSsB31GriruYoTWy4quSq6Eaqyp06CUwdlaKhlt0KpICcqXvo2t56
sQrbgFMeZc2Do4n5c+RN1A4ofE7PttmiblQFHY0opwK/RePWjFFFIsWBDmvx+I9Suwr3aUOnYUf/
8ksVDEZyKwIr/NZY7RhtdfnKeh4hDj1QU2/Qo6wsREwsNW+eh7nED7tpBWpYtAGNpwqJGix/ADTc
e6MG/dg1wyDZmIVhU1eGiflr7kdbrIjlgw4k2B53czgV7kMbN9pLAhuKtpXTURa9/DnOfHfKDjzJ
qaBxsS7PTZO5DXQEx1t1ITlskyp4RqCGcmUfn55O93CX0l00Qa4vH48By4FiMNeD6RaUk4xsDB5y
ryOHHJTgQZuwrH7btOAR89ACVCVVzaC3yh/0ajsX+GtTIrIwm+jS5vfoQTjK8v4a3Hi5eIxCIKXK
SYWMavmyjJy4ClBV4B6rejRIxWPSrBmS8sfLc1kGUkbxwJhRASQQUJJbhOsgQ160iVR8TPOuuIMA
GJbQEANeAALc7pWHxpkp8ULjgPLgIBFepgtpUnZxUXTKqhsU/F4F10JI4/LvIPAmrOKn/w99n+Fx
vPr2J57Pu1/f65//OD7/63v+81/vfvhF/j37z//WvIY3Hv6uv+GNjvFvbnNKJewPbiTAhP+BNzro
pXMLH655ro+DhMM/8EbF0v9NvREpTALxQS+Y/9c/+Ebg/v/WKIhwJ5tAzA4uBG9AOMod+t/yLhmG
LDIQ6XkqSzaLsziNthkOQS+EsldAv289kWDEXATfqnzCebMLjG1nTc94xj6/WrwzjbQDbvJoXJ4j
GjRtWUXSKOfKk/UqCiBk65YFEm23fdrUT3AOUMzOh6D4AtdMfM/ySPlQaGWxofbZtvsWtZl+TSle
S9HLwyUyL3rkZUrtLulsiwowCfBdHOXQoepMLb6C5QwjnyJ++cvoOpMGUjkm77gT+t+RPaifpjmq
fitJdwPqZASWpXXTJtHS7p1dauEPVNafa1MrUQ5GA557LdaVrxNgoCdSzJs87/JVZkvMSa/zvFpZ
apWMNPcD9dHJ4uTvlXrTefx/U/0ElexXm+bkxD3ncfvr5wE8/K+NiOvv7a+jQ3b4v/+DIZZCJ7If
S61XI8k06Mv+o4aCuCy5jAlSWJb2eNq/JmTRvkFxz5KWBXTF+DX/IWTp/0b8k0SIRovDqcBc5A1H
bBm3kauXDQRqmXTcaNksLgn2s6gyPdF9fku/paOa7+Mgt68kb8uCkByFw+SZMm+DZbtoTbvGEBtl
jRYareN6LTGlL0rXFTDB1fhec9Bernobo882MiTov3h69W3OHGh5Xv97nh0WloIwo3KWPZea7WL4
bEYkPKAt5Q+gsjeKUOlQa5HhGzWOgZeHOg5Z/xmKaMUw5N4H6bhXocOg167rymj6iGFtTTF/GuzM
WoNwAzHrNDGgK9jorR5/uzzsmc/I+spcDMYfS71Ijuu+xnZFYN8wRAmCqYGHJ1oQXOt/L9MxuY7Q
9yTfTaU+JIHtr+MiyBx7dgPL8lUliu+xJ8hfFMZdabEw79U07X5cntWy3y4/nCwx04ORbEGqHccD
emVVaN3gINSDmutaA2W0VxKLcuYc6AXMO1433dpOBcrgum7/RqbiJUa1YQvSvPw71P3Ph44ml3Cx
ifgt3EiaTY0HGYrj39LEE9lcFJq+QIp9RaXBn8b4EUA2lJYeW1dw9esiaN5Z/OY9ddEVCRGOF8kA
D1/tqvXlpTmzpY9+DXfw60/hikaNQbIavqXoUlGj+a4GoXqr8pyJrmzpM3vLovHgkSWQCnB8j4dq
zbQFvljL0wMYB2bZx6xs9Cvv8LPzYVVk8cyizydff6/OTeZMWpfnlIA8Tuotj1rgfk4S7RAOKm/+
YOleDbXYVGbQuqOdmIYP9gmFMSfCe7Ir37Vh80Ye+t/bF70XWeAE0mAuHsdINdDQIyL5JSJNAOfU
6m4wsFx563wgoXI6iGu8kCk1HS8dkh6tWTpu4VuBoe5zMU97kINiH3Ro6b99KIpMPPMNOjGkSMdD
IeTAS9h0Sl8Mov0MYUHZza7QPyN+Wb+xUCJ5rrTyTNllo/m1jDVtRwGj9lTA1QPqE1FRI2SOMuHm
8oSWRQX+Yv5+5B0PVwN3w/GEJgSmVYNcDndIXftlN0Zy38y2JMY06s0A8eevRO+D3eVBT/f68aAy
0rza693oVMIJUE20A80FJl7hq5ioTrvSUCK+stlPD6/8VLQM2IZ0EGVW83qsoqpG00L9mS8GF7Ad
PcQ1zDa4wnQ7vRhoSFDuZvd5XAsHnMarGRmam6GkYzV+rkF8NprS2fE6AJI3CJZRU6wrr80znw2d
AakgcehnLzeHlY1OhGwZErVNpZObz8WwDpwR3Wkvn26rxO42HoDdK4HwzHdD4kAuIuA64wQy5BRR
aHgC2dfUM5DuJhO/zYq69d1Eq69M8MyCStlRNiZMC5VO1vFnw+UHdXQadf6sdv1jYdXdR3VG3qco
R8z5Is8dr8ztzFXLLWuRaZK3YGtgLaJiE6bNqFdx7QNiNIDstDnAHbtCTy0boF9DJNGTlV3U1vcS
dCl+zW3Xvve0ATs1rwKIefmIyNGOL1tp/SVTNV6ZNpZex/OPsd1wRNbixinFfVZjm2kAFdo2BaQA
5+xDk0xgdqfR1iBWJlpyTRPszAYjLrOZUYCTvIxFXOjzRoc+wvid1wZbI1dKHzxT60O3+94lXrSv
OrqJl+d8sr1A1pFC0HQjKEmV6OM5o7KlzdBSOx+aVbJpenw508JVIPDmvy6PdPqxGQrMFN0q5kYg
XwxV4tTk2qCy0KjX6swXjh7cuGrg7Wu7NSD6VANl04I6I1rGprPWg8jZu4PZ3TrZUMX+5V9zZt7U
i3jlu1KDgsrBYt55hv6YjshWC0B75ShO9cHKtOgTVdHkyqVycqxoKMkuOA8nuc0PhN1XcWrOUWQC
ptX6pVpEmzpOIJ0r4fgcRMG4DafO/Xp5aifRl/Eo9tOno42GqM/iGNtKn0h/LKxeI8/7kY4ziiht
rewvj7KUiIHbQT500IXQgNkcWKqvg3zSBwEFxYFplWlwpzVeijUyhDG/VYCp3KLKVG/SsWtWyWhE
sInCZOPAXLwdSrd9Egqw3RWcOvN+dtt4c/m3nVsBSxaYbKrEsidx/HFtPaObk6PFIQFlyNwZ43Yu
suhK9ij361G4AARI/sM/DEH9UW6xV9817mAyZdYMkzKNSxyF+xnz8zkNA7+sOv3GUNTkXUNI9fUi
UHYWgHTlyiY+fR7InwD8me8gw/YSExRWWqoVQd/4YZTqNBNsvBaCvFgPhW7ddVmFSXEWNeEKzTTn
mT3qPTVDhz0sBA1fn2ttVyILcOVaPrssYLFZFZm7LyMKWoC6k+YdJysoYkR2S5W3wjSoLT7rRZTu
gA2NO8QI662eo0s2lZoSXAlqJ4GUZaFLAArDwnGEktrxl6EngMihI7dmolWPJauxstMp3Xf0/37P
ijuyR2ftyjE/MVhwbMNCxoNKg2GgZbYUS7HBCyphkeFx6xhfzPohL1o49IqfU5uWvR0a33vDDtdj
NKGiugWwsod72CPC1gy4LIYARcL58fJJOF0JJG9I/Ah1LtDjpZxJ5GljBE0Qu/ba6O7TocFNt9Sq
p9kkhVCSuX50Jqf86/KgpwFPIvIPOrw0UihlHi//VOVDB/9B9fPGSe6m3ymWU2MpNlxt4koGcWZ+
XJngM7k3aQIc+nevzqAYzLxz53T2Ubeo3yOsgX8xnhUf06y2djQj3PuZkusV4ZbTHc61AVab+o68
P5b9Gs2MsM1wWdTYZRXxjEgw0myaXTaVSPSJ3I13dMRVbLi8bnpo9asNo9PLi3GpddPzkEDYZYUi
LIHntWk8o+bWBWuUDcO7wCmab0Od6VfC/GkoBV9ERgKgQK7wsoiG8ajMx+bJHzMr+CnyIP6cd8a3
yxvmdD402mRLCiEo/A2krtTrSIoIMfRGl0EGtas/VhqEL6WIjB9pjeTH5aFO9yZD8QpQAXBDWFnC
1IcJ2UMcTCdf6+psbzdUzFeKFhOzG1hcUTx57psvI+r5kGMQ7ueuAJV6PLmBeWFi0U5+gHLWzqgr
bHiG3roS8k6/kxzl8NxCOYukejGKGtadUWYcdCVF3zWxoBImIt1eXr2zo5Af06mgJEWH5niUGU73
MMbN5GcauYtoEvuuS8Lxyp47842kaS5yf3RibGfZgUkRgaS6hjDSQGd/XxSVpCsG1QfTjAC4w7a5
snZntp/mUo+mwgg5gzbs8azGtEtEDCPWF26s3BqJonir2sxyB17heO16PDc50EeO/Eqk20sFryZr
qTo3Clz6oI38JII1qYa/VTV5YvfkV3b7me/Fu4qXhIxU8m46npkGwdeuMBz0q7ryeDOhoNlGVbe7
vCvOrJ88S1gxA2CnTrNYP9hHlCjplvmoAf8SGB2R7BjfWkLSzZ8MxCON9ykF2uUmV7q6BrhndD6y
E/mHasA1CcblfB/M3dsjErsBUJO8x8HxLcqPiiv62A1UfOs9rXwyCsvYKI5SfhzL0bjyjQ58keM8
Uta2/zuWfvyRZjPSQ9fh2V2VTnjfI2Zarw1nhjUb51rw3mib3t4KRdOQSPDqGW9bHuRQonOHxA/u
ZOGtHWgZmBWA6JjX06C3LT7CvYvCUY60wadByctftdXrOvxMMTm+mNH58C9/myUthvcAgoxgOIH/
kAYhon08DaWOkqhXit5HM1ndRJHRvOvGtv065biIWB7iD04QKAliHbNyrzdxsJscs/yDrSgXU7Jz
qJ4t8TrdxIN20vFBK0ytugmxXOPVZXc3Ei53ZagzB1nmeWQ6sBpIrRa7fgKyCpoVvFuVVem73DCQ
LZtCpbyvEcBelZFRXdMxPTsiLQVkndD4O1FBt3I+QZ+2vW9SNtnHht3tYNmY2Iyht/LOSMvo6fI3
PRM+sPWFUgWcS/brluFjBqZm6hMqoF5R+K43FUh928mVnXNmWiBf6CAB6iIJWBJf2gwB/35AnrVK
8C5Ihqy7rdKk3s1qXD8qDbIjl2d1bqeiGQqJiPIqDmPLnEYkemLrRTv6aFX3qxDx7O0c6vm2xwLs
01RlyndhIITmAzQf3se15/3ldiRBf3DuyeEoXnITUHay5Oq/yl1hF9oZ9Apknu1W29Rpmu8VauqQ
VqBp349mFj0audvfTXqkrwu7QDwZlYT1oMwmRduufIJCrVKBhIUMX19so6GJ1lMfFvCGOIorJH06
LNv17sr1fCbcy34U0CgyKfCsy43P+0VNC2XwSxeL+RXK2OPOE4P2lOfD8OPytzq3A9nxHGnptgC0
7HiNvCFE1EMI1iiqg01UlBUsZivc/sEoHGaXZp8KwWSxzwfFc2e9RHCbDl6wy5qkuC09JA4uj3Lm
gUi9AFIJSSA9dMdbLlweDVgPSB1iEdo/h6xCgkXMkbfRU9jce1WEmFnqFHafp0Dk+Zpoqz70jZrt
MWv6rQ4ovVhkJNvJScMnCwWVfjVR5diNmtp/vvxbT99V/FQp1SwPOIgbeWZf7c0xhhqSFaw7RY55
P5WxuM/COkGpKQhuBqwsV51Wmn9dHvTsxnKkXTi1SOTN5L9/NWgFhQw/z2LERiL9UqMItlbValiF
3iw2l0c6u61ejbSYXkOFM1ELRsr7HNHEKcneRXM2XKmEnJ8PDCLa1gao28WN2OE4GFCKw4vDdUOo
qB2aAzEE8VWu46B0JZycnZKLEYiU2aVluthcSRp0OCUQ1NIh1bZToZarulHLK1M6N4qsm1LrkOX6
ZfZaOSMXhtWMvjkM3Uabom6VluM1/tm5hXs9yuI8ppraVJpRshF4x33sCqiQ7VhMn80yQC3l8lY4
U5amhCZLtGw6WHzLrsegmZOK2tPANkDSIjTdPlkhSzLc9qFwvwy1p92Ohlt/HUs1e0a8RrkP2i6+
M8Xk2tcihNwRi1SQch4SwpwBupDS5e31CeiBVXqK2Qz+pGsZkX6MN0KNvoyaU98g0/q7N2LM2uPw
Nm6beWWPcYgISXzlOXT2G1MsAgBHog158/hHJF0QqeOMCgWGBuXO6rV2VaA5cOUWOeEYSuVu+loa
UEBggMBWjofBgsAtnIIlRzLOuZtFmL5PyV0fuGsb19chyt/GTehsEpTQ/sLrTABKc9yvOiW971NP
SejKRji36V7/nsVpxS3MGdDeGHw3gNHY1SwA/QykZ3T7T86qCQ4XNgNPJojUx1NPU9ISWiFcBJOB
6FJgTr4o0/BKkJOnZLmZgHrJmiSvTSQjj0epuwFJI6xP/YScHbPUWaQIHMje03tTTUXu915W3qvw
yI2VESTFWwnN8gPT58GXh7cur8PFKaZnGzpzaA0+zrPituqTeo1GWv3hyvk9t11xSZfYT/6Dgd7x
NPUqSrsWaxi/Nqboe6ZbYew7c6d8mjDuuNOKsRHrMembh7jIox+I/I0RvtGAY/ZzqylfBr0x6UQE
Co3dGLme7MppOneTsqYSUeBQFDcWq1CllTpi8DpQzFCNHQJV0wohGedpdl2cNwurWJmmsD5dXhQZ
J5afXuaVpqwIIViiH69JGHaxngpi2lRk8SaOmqdOKRJEQ6xvOP19vjzYuQ/gsPK0IciqYeYeD6YX
nT2qE8eFhrF+a1QuqnqJ1f3BzQOez8Ung7hETnI8Sq+lliNi1hGJug3Cm+Jpbvv64+WpnDsyCJrI
3hntdgyljgeJzSkjxaY/kDlG8zloPe1BoCJ5myt1+xIoprdJAgMJUHXQrkzv3BeT9DA0SPBbJvU6
HpkGXZ8UYIR8I1RC6pB1dFuVSGRvhI0SykqoIn2+PNezn40mHixvwHtIkR+PWBXoDfGLRn8YPM/H
ns70lT5OtpdHORdVmRFIOkT4UFRYRPk4qnV3iLXRDwKBj24zere0Ytq92iIGcnmocx8PxqUJsJUS
EQDT4wlltWkrlpbifh4awwOWo+Zz4LT5bqxDZSP47HtMr4evuR4Yf7CUlFxVWRbl2jQXJ6BUnYYO
Kb5awhjjz3FRGmsh8HS5PL9zH4yaBvUoXkIwKxbxfM4SO+4zg0DXIHwhvEEg+qEX3p/EbYgosoMn
MYfeYiuWXMK5jfuPP0P+2XiYcd7YU1n5l2dzLi7StCSRBMHDoi3WrArZkbU5jr5lBsO7DkOeaDNg
Z7iqVYQqkZYXCImq2XAF43L28S+VLxhaimQvd0mZt2GrauSWQ2eiTmzllfMUtFPzTHC0d0E/9vsG
COjNXCT94+BF+VM2V9ckZM7leQg5gyjkiYUe/yIBMLEWLbSRU5ENgb7NNK+/6VGx+Z40QXwzzbn5
U9Vn4xvvhAYBwqZFFT1pracwS97oJyOrdiz+f3/JIuIlyBqWaTST0Ntld6flkb5NvPoa4fHM1gUz
zt1AzYDS/jIVQGMOnzirIL2e+zRa9aExZ6sxK7UrX/fMOOSsZM/U88mfl43fUmh6KZpW8+Eni/sx
QXMZ9bhr6iJnti5NXuiAEt5Ga2xxFaHiWdUWFr2+6So1QdOefqDmlt/U4HNoAoZWtNLBO9xcPjAe
4Wtxp7NdcYpykFSBl7L8Ujpi1WGUaf5QRfr7LnWiLRyacZ3qub7uEHe6xUapQrwzmtZzWpbq2/Nj
YDJUHQG1S8jQYtZ1hA5mFIaa72md+iR4CG2cvJ4+OoPy+/JMz9wZvDuoLclGHV3OxelwPW0OM3cG
EtS40x0ytNVmTivlo2rgh3B5qDMbBqQMvHbZzMXzejFUjMf8EMSu5k/Ay1ajYw9rvYiCK7HuzM3k
8nIDYAFEAODn4tO5tRXUNUxWnD4ckEye3URfwsTtSj9AJFiqJrbRQ6RbjbkN8zzNr0zyDFSHvOnV
+HJrvSqs2GkT2a0X635QV/VvVSCK0Zt6u5ljL+jXhTDzGzR2xcZUnAbKgDtqN6homp/1WLlD6WhT
xG61Ds2w+fEHq4+nvcQ1ylC4+F1D3s9JQZHWjwp82qZxynxnsvUr0/8bBnN8dMi7Dx5DsmXOU+h4
/ioiD57S4K6BiDVqts40V19nQ1+Z2vzNmLDXztw6vbEODnP5WEWfUDXGd67RIg8UcBfkD6FCQ2Xd
FgFmFvWstdanLq6VEKlnN383djMG2x08dXvVV6Gr3lb4MiKp7I6uvQ8N6YcXH7zx7BC7zG2RYpkX
4JxYr0QdFAhAKhNWFkE0Trt57rCcnLAhCe/FwX2P34AT33Bw5cMxcUpvRACiipUKobXEBxc/9eDo
p+lhA8ZF+vyNtdt4G23I8P/TDl6A0InD+8kqZ7hrc0JVLUcNZTVi65isXBj24QZZbVwF04PDYAzF
AsfsCE0V/hbpQqgPDvUy9eBOOHWB0P1KmhbWsIn1XY46a75tDr6GUZlYzqbuAdusGr3B+zDTpjSi
IyM9EdtowB+xHxLnRvKEs1v3bwfFg5tiWtCuumuMJguRUh7CcN2bpf0xGKG3+ObYDlBkD/6MBZXw
FGHN2EqfjTAerefUbeb3ujVM2MFkIzquvLsUPFU7JKIxDNIcvGjQMf+iU2yADGRgu1xUSvnVsho0
t3VcgsuDX/Bw8A7OpI1wTukiBd8u3YWVnnxp5TWYDiNCaGmr5OBFTBscX2Lr4FGc6Qj9r+K+adAM
iE081TFhrlZhS0P5JuvsFEHVIHDuE9upPUyLZ328QRpX/aKHAkfm1sK5F4fjCG+CiFi/p/CTGGun
1Rt9bY9RVt1XUIr0LZa7tUD/qavuPCMAXwdnfEa5onOQEdCC3ql2vYv6zaPu5MpnxAX7r/j0QJN3
BroGCJHk9l8TO/a77ebDY63l5Z0rZkH7WR30FS8d1d6mfTJ8Uk1kaxAVqQfMlV0YHmBsNOSdw6Jt
PU6rGGO2eOg+qG3jKbsBs4bxW+e6rbVKJt2YV1AB0ehGQlgkftarxu8Rh3kkvlUDazylVn4XuDyY
K6g1ybBFqJkdq+bZ9IFgmXmbOZ/FF0vkGX71IcWSNQXB6CVJSnePfof4haxq/DRoY588BqFjfklj
qPFAbhB0WqEEG6k+whVBzY4RIHWF1xoVvp5N1uwR2W6wQrCm+Eveox0FUgKe5dOooxTvI9RSZevZ
i+uf+CUWWJxmeY54olP2Ly0aFOWual2RbpwktL4gxz70N0jIBfqaNpLxmEajZ9HohHEfgadRNm3m
zc0qMicOJVLootuYqVeqG6d2EPXXldl7TMMMSqUS8ENiqEnhKuOjSfX9SftZ89SBfG70f4W1qihr
fbDiGL3z1PwSg+YPV65TzsiuRkmc+iMYlHoDVkpz956SYqYUey4JXe4ptrFumjl+0jnLaOxA1u/W
fQDVYI1AQ65glpTle8+MEdmMy9ygHVV3JTVrG78AzBLx7lvpYYJpT6foNJDHKO7wsFFxmfUH1+qT
d7auDJiLz7WH3oESoTSpeAcJ4saIap+nS/5VH+C0rhC5LZKbyas5nboauf+HvfPqkRxL0/NfaeyV
BIgDegNoFxBNREZ6X+aGKJNF790hF/rvephV050RmZ2h0upCEjTANKYnq/KQh8d85jUFsO8xzE7a
yRxat1GTIUd/k0OB7nfYA+zCLftGCNu4k+KpUTdNvrQFTW5zUlZ5hQQV4qFrSsxa0VLgwKFC4YLS
l24Uo8qmrTBb5CdohZnLaTF2pZL6RTM5YH4HA+l83EaEFCrdV2BypZBuZEwNTTQdkYiR8odKZDY2
TwgAqLTW/kvZwLOzQUn5Y5eUl9S+nDuDo+jeUFuJchruXYGZmPlp2uQp5k9TwsEiNV7bWOrDHCsp
P8bg68EKy5oVlVdSeSRGfAUItZ/9noGCYtqIv/1hzS8C3DjiJq/7iIjcMV0F4KZwRo1Rzn1k+AhM
y7bxtTD7zq2Eh0QqofwHINd10In36qH7mRn/f67uv6ytW+KIv3f62Vb5l/KPu+Hrd3Se2uRb/5IP
/+tv/yTrasY/iE4QToBctyYTP4m6/L/wwUlUUd1CPYrs80+irqb9A+g1WoqUHEBeU6z6k6irQdQF
y4QKNGgc43dIuuCE9jMOiPg6wqGgR/knaeIhBy+pG6j30My8JkSVvylM3csdqrhgiHcjRs04vJ0v
lvIBhuR1qz+RWQ/BXFkXCBnqQdV3Z5htnBTUlaFIXkmSeVqN+iWIijN7yh6BTF/K8fKAkIhAjMQ6
zYdpO7bdiYIlhVOqX2c5Om1x8Kl0MkYpw4eMOun3Isb5C3iYqyk/TDtKENYupm2e5/W2StOvVpaZ
T1x5HW40i6o8CIQ7tobRsFulyjgdbav38GDTdiJevRVyc3jsM1r7OLqIz/Icqr7QUFfGC92+wSPu
a9Z9iTL0Xeh9IrJSm99qOcFWFDqoP7ddcRo507gpuSiuOH7iEz3t8B/AJM1wcwyvd6aGM1jbt+Yt
fi53kWxU37hT1juUHBV3JP2yTwdjUyGqBVyf5AAYeROOblbaxgmGAB+aokIZfHCw09P70SvsnBa/
0aroBdXXhDI7LRWFi1d7trWATtYkbi7wMurceRi0FX+ms6bTrOiiG6eod30DJRhLcHz5Ri+ssq0z
FkFezbsJO45Qjk9nIzmxsjOcsM/stNzZGk5HxSNeRbvK1txQLjdSW7m2sVwmCS4icxx6aRg/ztHI
H6guYx2smdPirwRb86sRWZtSHa759J9EvaBCHnmK/ZHQerM4jZvoWBXl267RPMm6swpnVUWG4VS6
Du+kY82WOua5EuMXjffFNZrM5ac6NZlhbbR6DP7CqP7WaYuBs3m8BIpedztFLbNHrVchzZThJU2V
HQLl7UaU8mcBCushnOu7LprlExGm6RW4HU2qTo0wfdLHsy5ON2y2jZVKXAsqep5o69yNaWaxgL+1
WZdfq0ZtnHRDcpoC4MxCHhG3EIlSEs7h2jhvMoUWi6aU31kHkrdYQvF5rIyLLqzPijy/ykOruID4
0ntdY5wLoEI7TZ91L5H1xUPZ23LxmbzSl6V0oyzG4NCZPoYxMebzSfRbx/L/bfa0bKC1tfD3B+7d
l6Ts/7j40vZJ+cd/2rRfym9P//nlofvrN/w8dFG5QlEEhQSKJM/w+JXP9/PkJRrCTG1VsAHkDbqL
AsGfR69i/4MiDNQGjmv6+qgv/nn08iNoBzTFATDTpFhlDX5DI2G/CILEAiUJKLbUzFGbpol3UB/N
RNb1AtSlPy+KelI1he7F2iIDb0+O0fAOEIg/x1q1EGEgrADlw1aAhoO8IlJH89NuIT3ugqJdCSJZ
rHtaJbxoIrJCkAjPetMp/Rr7TGj4G7vlSVbo2Lb/kciRcdJni0PQ3RcuKs2+3pbnViYbmxff9Ppn
1v5HORTXFV+z+9d/eVa2/CuZf35Y6mCov8LwoTZwqJOi2r3VQenR8HiwHqOMbSq4jM5tO76onMkV
9Si7TW0/IIEg+SRDsjyX21QQ+xQdKalB7kegkykY9NhfSRrurTaBkdVLXmE1siuMAYsXGwvEdJH8
rMq0jUjGHj9H65SoS+B+WeeBMZW2n16qfVd6ZVQHAG3JLhZ+kYGv1EZR01NbTs9awHIkK99jO7zV
GlypUXnCESzkyKmM4H/znkZ14FtVzy2Ocf2/XY1PkCXbJ/ZL3f2xGcrvX3oaoP91PUL++lP7/9r9
2/O/R0/VKk2y9y9B2Sf9fDM8tfPtUzfk/T9X/von/2d/+AchAr/lfq6f/vVfvlUDwFB+W8RjvdzF
wIzR1FipTn9/FPy3r8MfF0P35e2/90sixfgH4DtCK3ocNKeenal/SaTwE3C9QM9XXa5VXP3P7a+u
oRplPE4G1PUJwdi2/5RI4UerTsUK4WIrAZL/ne3/XOT8a5lzMD0r9SLtSumKyvkhbUDCxnNaSRB+
g/GwNiswpdLQj0MN1geRTWBgehZMRnznYPggLeZ0MspR72tGtkGdM9tgaTefiMjclYvMbWPYvxRo
f+sO+X9Thgd6KiAmLDfU1RQC7c5VQ+HvF9u/3wZ3we1j4P/3Pz48df1TS9TPLttbfG/+yj+jfwd0
BBadwEk06qB/3kNkAKsu3MpVQYWOrt9eBkAKgb4yKu4r2nnFyv1ah2QAqDyuDa4VnPycHPxzM/46
XtnHf6tAQnX/dRZwOBcvi8ecIlqbF63iRcgJuq1hnESItwd0OZeTpE8oGExjvAWjdWHk0k2qj9j2
mki7K7vO0NNTWcPKqx3KLYysy2HEj5Gi2uB0l1j25Z9tW4TeKOnAwmcTPUc1UrdkBB80epxukgPE
nBVifLud9Ss5c5IgTZYfOaqGFJLKzbzY07mUhxMeiVh05sXtVOPKhSNieDP0MyWvsdJ3GPPWntOv
RstT6dPsxl60dZKBPlTVNretSkoRC/Q+kyER23kCvZ1bNFYgRG8qQSmzHC6wHNM3zlh+yNK4vtYT
jJcMeKsIYbX3la59idvksizMWzm2RuSvAPA3NtafaXxZadblUiWP1N9vUkk5J22/iBN12xqYLBdZ
N5xTd2690dBAHqX14hlqSi5gOVtAO2pQdvKFVhc/5DANkdBPFU8X6nkxLOfzIoMW0LFaK0Z7cCdZ
furi/EsXmpdRLLDBsCWJn0sZuuytsaF6SkDd2bu8NkDuUT0+L2tDBMqIGniXnWl1lHlh6dxlYb6r
HPtqUKNlW/SVeGq75gfawJigGxGJTTbvcK3yO7wMuQW/1KHYhRkFGNWvVC9tUnIzgBITBm+Yqf0Y
5hYrr3roiewL2P1WW1+ZS7WJhlzW3TTNLV+LZQwlsOXuduoMPiZvJf2ybOH7j3LabpGdtNyh01sk
38VJ1SnW3aR8tUBtekPcJaf4n93FWD2Tl5RF7RpAKShQhe5AnfsD8uYPRWxRaeWKBgATBk0pqus5
1qvzvp2m68XIqMxJk3S6lN2nroudbQEnzLbyb2OJmRKqmBSt1TDQjdE6JfPB/QE3uLNOmRHylMut
NIqHrq+Ryc96G7vSGptodXCrVHZrNT9xrOIqS7v7UMFTO+n9FChW2v4AxbcBxOelGkwO+lJuN2je
UMbBWCduHNW7KsIyYf7czIqbDY1fSabXzeVNXyrb1qndsUARNFK9Uv40kiI6qQiMtsDHHX6pxsco
G+D0BpvDuRZ2vrXaazkW26k/TbFrdC6zAZsys4aX+qgnxgUWo0GI/bsrScoVkkiqC6cwkKmUlyMt
1Iffj1T+9ubYC0D+z4g4Vhjm3x//wbfhy/eqfRlqrH/hV5ZhGc/ahCZiKM/+NCZxy68sw1GfwwxS
Bdpfa32HH/2SO1Qo4uA5grglgJJVv+zP010iNlm5AitAdPVn+K0YY78vCTCMPGVtl0PcIf4Bk77f
F5NEhaQsVW/aq9VmsLJ7DNzJ93+Uhn6SC2dXlduBIlf5mGNoZo2YdrQuQNxdIw1b0ajbWG0DWcy7
F9P3RoTPZL1odK9PBT5jLXxx88J5O+yW5pUI6UpJTjDgJ+yNgn4oKhhO0MXaECSr4PT74z3TZf8K
tRgQ4gnX72q6QgIEJHV/GsJFT+lOKGaA7UOHKhyeZcVlby5cSGOc1dhHaogZ0IKjPeqZ8oC9TZSV
0l2npDSplbAbS1dETX45LPPa08MqznBl6sspp3JHJbqJ+w9NJsI2KLPUzlzQgkoNkUFXP9ZiSeHn
j/HyIQbigUKdJaJt6MzYPY+2PaV3tEUWJShUY2ldjE2bcLO+iRl0+dApbiQR7W1RcGwpPDltYgPA
W79mnpbU0YxF7W9DTkzFq2asGWuuOWObLHa0lcw5Nfwcz2V9k+OKuInBJpou2CXztKnyctomjUFl
TAxl+iEyCg19Fj1WTL9MS1Ao+TgNnxoQV5Gb4i2M8Fs64l2rqHnnx7Vl4syT6dC9S0PQYDSdEE6a
g40suSPqxrKXjlXZIypDQu3B/1m+2WEDMNMJu8Y5zaLaqL2kgHvlYulAKxbf4fmq02iZByZ3BMZ/
WlrH7iLl0GKo6hV9ELUOitDIZBqxN9C+NF1Zzo2HYcEhAd9k23wUUlPq3pRPSn8SyXV6qUjqeAxQ
Q2i4v3ptUAuKDaoJxgopBJv6ZbgkDWmSi2LWAoKEbmfKuXNp5g1o/ErCNN0Lc0EZTkqdAreYQa09
eSQlOraiXz2DAkWMyux6QoDWPwDd0Tuu7Rw1x6BqLeKDnIuGltaIxfrpYpUZK0XC6dUNhdwIQA+2
023e31IHfQjILQBVVuw4ZW3wvxRY9mdh6WapHZZMDqZk0u4HYr3rNF5x7UPRng/jQLMpj0oMYxMH
WT1o+tIkJteC9uJhvRL58YhcxPvPtA/14JFo8q5aHQbAPxAshwUVSzLrBKQ/YAMlzC8cvcUZxDB/
3W1/Gy+/OcqK45RXUxeq5vsvHolITdMhUXxVI0iYsTwO8nDRgvff5QDFtr7M6gi4StcAKQFBoe0P
06Qy6hohL0Mx1b52Rtu4Hdpef1L0yB9w5b50ZucjR7Pu18A2vL7J4iOn9MHd8eoJDl7UVioZvFEG
HEkoPyydRmDVUaEmPncrs6FkGtF3SqnZHkFBHuyvV+Me3FnhnFY67V/FH+NhOl1qU6Ldpn9uoDVH
bl839aamN/99Lk2MghDdnK/fn/qD2+l5fJqIlP9gpQF4Pph5qZTSOtIl2WdR43isFwgwxMZwbYku
P7Vmzfz6/ngH/JSfnxr6JVL3tHVWaar9T51UUhGqiyn7qtNmgWTHlg+vR32Ic1P2VEukO8xLnRtM
NsfLRTHEE/7G1p2RR+KY1+frtQ12CTgW6k2kxHRx9p+kkjmcZ1JVLApmjH9xy7wl/chu3n/h9X1e
3MbrBLNDVdgnTC9EiHUBvAArTXalaFU9KrDJ5fS+d2bMHzNh3VPjB3VQscJdYHDhEfWW1+8GcQke
L5LlCEMQeu2POtBtz/Ka5QxWkXs2HrJgGZNjCmPr4tx/N7g9zBCCZ8BbX+HLqyoyZj6njOdIF29A
UDTbauRELOi/f3p/Gl+vU5D41K7WiwhF2EPl0MWOibHoEvpLPE4XpTNVj5IAgJPVEs25Ojqma/DW
q1l0rIAmcgOiRbQ/gZIQRlkCPPGrpGrAUkk5UeWU+oMo4iNY+bXu8XIaOZY59FQ8YlbENYvx4HaJ
LbOt5Swyg77pxiWIlNIcXFoz1VdtDhE2xNYlAwdkN9hpTKk+neD5XpX45zb1fF5YtdwHfdSI6ynq
wyHI6l7WL0RizaobTRJ38vtf4mBmeFoia5oIK3eBWuKh3OMQ9brVVqkaJDmeLFo/V34Gfmkja+Ux
Y4zDSv7PsZA1Q26EiJ5/7H8FZRmWocxmNRiQI/o8LSKt4RcZ3QNFDIfO7VyS2y0ghrRtIgRmVVlk
66eKlU6zt9Y2W7frM7g0ZrJgUQwnyN7oWWgjTSQ0/b7rcrlEj69TdX+xjJA8U5lzZffb80XYhAbn
Wnxdc4H9d8hg6ChGmWgB7Cj7XM01+3RR2/nMGrPh9v2hDs6adbrWyhznDPKvNkDs/aHKhsoH/vEE
a3iHbxdFX26MJaT0tKRtFyilHN4bTTocOeHUNQZ8cQw8DwsQdL24AT0SiO0PWwGNYykWWlCUSXeb
Nmh2eVnbShsFOCBlglYZYw+GntjBklAmry9UpVkbrb1wM60rzZMe8S4L1tZiniZmulTbYUiSLRWA
AlxP5yTlqTKpuXEmotwqtxSYm9S3e/okbqak9uS/P40Hh+fz+8DXhbiySi7ApNh/n9KmtjTJZCmg
6/oLZ6gd3xJg0t4fZT1BDmeN/hQfClFbDrSDXR/W6L/WwlaCvC/zc3MczO+VCc4lSHo7PtXCotlk
xrScl4Pu3A9cTEeuiDfGX7XP0UGiOAxV/CDyKLh0uyo1OD2j8hwlkjP6/Kex1Vw2ZvJUDPrglrb1
qGv1t/ff+/VpR26KHCWM2LUleIjpaUpJTcpJNoKi1sYgW9puJ9f55JljkwS9ZB1T8nj9nqt4IBQk
yssIrRzqnBZ6A3NPqtRVva89dyotv9OLuNxlpNH05ZNYCxxJlbY69k+elejmMY2mw5CH9UTqz95A
VINQC7LX/noKsedKVKvhjeMpvLOsgtLdPM29SYrbz8gMKhR2d40JvhXJQUAWnlwlg0M1aywfGnzk
piNH+OsFvqpFsOSoAjA5a9P3ZUzSguXTpFbTA35qeHZT/tAW+xhT8Pm1/lrg8GCRiaISA/UGMUH+
c/DaliHRTqwdOZCzNFwA3JnGt7qLoYlgI2zpG6q+wzWaMAa5Y48/NyVYSnXbSS7jH6ao80/0pKrc
tQZ8wl2pwG/CraAmncXOknQbLU1KNALNSik8Hbb7hy7LluIkyuwUekmVAfBMLEWSNu+v3gPw+fNb
oczGZwT7zmH37HvxIp5zorCqy0RXgzEvNl2kEsim5uQqQ2F+W8QiZHdRculzMgurdaWxGbZ9lQrH
VVDACbqlVj09KY0buBbZw/uPtn8xr7xjSkwrNXN9ONjWBweKI/Gx56y10GFOGn/sbU2AGpqTGztS
jMffHAvFERqXcKrWohv6GfsraBgmwB1wu3yLm9lv7ajwh36hVGzJx9r5r15rTRbgEJKE0zvkl+4P
5cR6Py/zQH+6N7TzTExWQOVm3BpWbh1Jhg7yfKZwHYsKJuAB0Gs4Ju2PhX4J5uw1Y8llfbnwVBxI
w+gNhWJ9A53cBrZGDQlZomEjD456GpsIHzhNJrvaACq+yaJjLLnXb0/4zqXOzbpmTYfaeGrfAl/t
LN5e0mcg6aCRG3Myd7SQRvd3v+n+UAengqW3slrmDJWgFB7MVDU8qwNHm/XLMQ/B/UBlnWcKlJCc
wXRy9ciHLGLwCIUTDggOLJhsXwNanh8rK5JuFzHbN2MHKweYsnbkwnu9dddRuXFZuXD0uH72v247
l3PsoCZL5DxZd2g0S0Cz9HQHpFk9ifLQ9mpkB10tniuAr118zpleXccm2OlRaVXDhYE93i55ox4p
ArzxkUlrQNquZWIodAe7acHUPiuz3gJ8LJxN3YATFvDdN20SysFvf2RK8Uy8tvKOX2nJTlVU6VNh
PotmId8XdeYFkIHsUq6s/OH9ofZvmeePzFBrvX+9Zyge7U/3ouA8wc5mqM4ESJJzIsvoAx1ZtfuF
m1+jUDxaA166vYejwJFta4Dxlh8LKwfxlirGJ2xzyzNRpMbijqozXJlVuZzZY3hMyv/gZv85uPo8
mTDnAJYevCKC38idRYPlL6Y2nFJJHzZR1uhXZhEidl3QfIsg2j5S1sg3wHHyHZF/8iWypqY5Mg37
Uc6vJ6HbjnIoRFBkEvYnWy6jsHZEaVGnnvOLbgmzb53ZiMtC2N2JVsrzxqrU+sGa5OG+7obyiHjw
GxvapnG/ZsoIpLK394dHvFNGwlMyfQep2rMCTsSj0Idwkw79PZH/sDGyIf74/vp685XBk5lgCpDz
OryJzdKc0b4tgO9X+eJBkKZmR/K7q2Nb+sr1Op8tulI8Tt0stmlhivv3h39r01I6AlFBurUuv/1X
BnKVpY5orFUIE2aOrQ3XApvSi15Vh+/vD3UgLvLr674Y6+Bolutqau18sfzRKFrsAnvjtMLRfBtJ
0GZmM25BuVoa1fhlvDGsKbyUI5F9KrXKvBiyOf5fOEOoi7C36Q0Ayj8INGZ9RpBhYq3JczP5fcM5
KkfVD4KhY9YSb8/xXyMdLKtFWvmDEiOVuTN7IYW2oFwBFNBvjhG4397LL97qIM7IZchGed5ZvlKb
09ViFlEg5kK9ivXErc0mDewWacK8sfCA6BJtvKDdvslz81he+OY7rxkDtUnq+od03GGFm3MdgCMY
Z+ycjHCBJtMD21PwLnh/Xb01lIaOB4HcWgI+dAiIw25W8o7jS4sFJo1tb2zURmh+Tnnn5P2h9rO+
nyuY9WKAAMN2i77F/m5BmsWWTEFwCksSHDDqP58d5H7P8LsqNgAN+yOixuvJu5d8wH/l7uFARAMV
W66DlYMOPQnCUPE1G8XyEHrtvUpVj/Ft3zqCMMXmEKB2ZxAQ77+VVeiF2iiMskCBP22mRboEH0Tc
L7ea25ZASpw+0S4KXSsvtQn3zfcn9a1T9+XwB0tWaJ1lteN66BvU7fMutjd5ZhbbeDJk0Dq94VEo
SrfvD/rmzMLUoM8PCxfs4P47G2MkVxLbgC+pQ4TTy3yHpFF2ZJQ3lyYiioS9BP6vPMCkJC9q3eLV
0ly2t3YpjK0cDa6FseiRSXzzcGVPUSCgWk5x8+AjZi3xSUaegyVJzgqRGuogZtKLkzyDYhsmcyDU
sdosOojgof7YGNbyhWa6PAc19dwjqfmb++RZrAr9Hzok67y8SC9rvbV6AEq8N5TmQJ7a5kIvNOei
S7XGxy/jmPrhm1/zxXgHGY8cz6Wg2c/LQ8z1AGfquBBjrfz7a4bSIAoG6MahD7E+xYu3CguUVDWZ
sxUeQXGrtCl+XlMs7/5joxzMXV9OhZIsNXveXOLtEFXWpquXY24Mb+15AnWE6KmekQYfvEsnqF6W
Ens+yZv2dLaiRIKdm06fxpn2mVtpSUP1jpzZtdpGUba5Og7B+y/6xuag2YJCkcmX4+g+CD1gLWl4
egLZFlM0nA3xsGxCdKO8ki764/tDvXHEoKcBngdUMfX3w967KYctPgAVQ6lR+WnEPcpdqBl1XVV/
brnCNnkVypv3x3xjTTImgGHcitfkcH2mF6ulE7Mk5fgv+1HSLLCTUuVUNtRjzas3R1FZjnTIcJg/
vJGs0cRtDm8Ff+jK0rfV6ofWaPmRhf/m9K2SYVxFa+/q4GzJO22YTYUvlWC+HnIv2FkAF876tFiD
ekV9ObtZ+VtHRn3z1Si92UweENxDGwEicc2MR0ZtqE1cUG/Vz7L4aCdX5TMcXLFoVssk00QpZNYH
R0enLsmAjjNHxySybTZY7YdeJNXGjovlvJb6/j5dtAVhZ/CjEmTsbVar865T88xwpaY5VpJ6c6qR
nwV9hnAa1c39VTMq+MIaFkk0xV1ndqekFBttUpttXs89R3cxXcy6BsDn/cX6xnHALPw17DpLLxZr
nMSWRNBkoRM9dYFaj+HTItVWkPVO4xdRAxfe0mDIT7Yxe72wj6m3vFGzevb2JVZcG6Ts1P0HSDoR
9XkV2X5biuyRC24oPKU1evwa7M76sormfV86c5nh7svKfaWW+hcJij1e6/Dkq6BejEimxGXRjXl/
ap4FL16tECoblHgUQqTDy6w38SIVChUA4leAI4MpZ66K4eQl2bJ9meSS8lEM+jbt+txL1XAJGmOY
QVeb8/0y6fpT14afLCsPPSlN9F3jROlGTuz0KjETyMiwUMYjJaK3Ng4tOvoSKxwdiML+XM5Avu0C
doUP2kXzTHwNd3IYHhO+fmulOtjK0/OF/6PYB1+sicuGjmfKF8tHza0ThDFdB/r7RtEiscV9TY28
qJKWY6YKr68NsPeYRAChopBIZLz/dmUZpanlkEXYCtTFGHBP0FoxxNe+jvz3P/16A+1/eYZCTkgD
mESGcfjl0aGRBgfAmy9PSNvBsAWunk4j+lgxGJQiyDQ5PR962So+W9kojiHGDlD+a7qxEldQqV2F
xcCZHASpUz3MRWHjXZQN4aB78KKyp0waiKFAG+qXaa46EQB52Tw30lIsgdlPd5Jc0CpFrgPIsl7G
ixk48lDYML9WgRFVKhDd6EwYSV5o9Gm0lZtR/5IsMLQ8gY5wv+GGRO9zjjLYulbSTkFkye0tobl6
sxYmv3TRKC2esuRVtSnKrl093htxVfZpVx2JEF4vZHTrKQYB3FrJQK96AXSZ8XEh3cqMZAqglqW3
LVXO365bMsqKy2CvcGkdxiH1YCRG5KC9j0ACXZ1yceDpjE+ZWogjGIm31tNq48fxtvZlD0u3NjBD
1EoYCcxqvbNSTX2Qh0Xb4IhsLIgeDM0Pde6DCYb3sZ7Am1MJZXylMLKin6vKLw54tc/0ojCoGpPU
KZU7iboLuFeTrSbP1kdEK5qtZSKAgOlBtxkTrsKWXvUZh5oSpAWgMSkLbwykfm/e32Jv5C1rekuW
sCK3+B8HUWDfGdxx+UgBau4MjbZTp96ZwEHv6QPpl8KoowJshJJ/myMN0nHb24AnF5tN6AmsnRqv
MIf5t+uAPJNOwrYm+Wtvef+ISUIzhv6PpAarsrrM0x7ewjAu3xUdxX3RLOikNUV0DEHz1sGGuvAz
JNJB0utgJqC8sAmxG/YRhZ28SDXKDXnUdyTpjvnEHmB1OFggwqJewFIgKF5F2fZfsEVcw3GodKIW
YqP2A17ZrTUR3XLcDOeJnaQohcST+jnvu2IzoBu6rUobJ+uiSW/Vpai/2Y0ef6+FKl8jNN9Ubt7p
x8wAX4Uk6zOyMIBDsVcQw9t/xjCKpLgGQOc3mHxeD0YrfQvbMPzSZebSu12Z4NJSm7H4MfBoH2d1
6bbvL81XW+bgAQ5CsRYeTWzopeQPQw7cPHYeljE+VoV8dSSsg5CAEVjDbAOvsf+WaW/hGsU946e2
dE4r7zRDdsATknaON8hZrxu3RnfMUHf9unvX2jomKFhyrpWldthsmBq9jk0pwUvBJMp0p6iIOPZw
XZemZpuUkfTx/Yk8AMb+Wm54OxBlk4WhBbr/koYEghE3x9C35CH0oyFCHaBzRO7OCBn9EGPRfC0r
JHqWsUA9vwFHaBbHkvdXu2t9aQKGFa/xrNa5/wyCdRZHRiXhD8b5F3Pg0QGVYb/VQ333/vu+uXBe
DHUQf9HjjADMsHDKUuinqRXfLoWSn7w/yFsfEU1+k/8+A/wOBsGmBV9YCUMMVc3jMCiXerFdu7Hl
bYgj+AcB0v3H+yO+CvjIZpkl5NhXuCR0hv0ZlLp5BoXVOFSTwu4Mo9/5wuqs/CYXEfJHy5Dmm3Ix
Cv8/NurBUYWeQzTmc+sgjO1UGwOA0Q+1iaJN0zmjDxu4PpfmLjxyXb7+gtwuq1otBCEDjMTB5DbZ
sqDupYa+nibWmS6XSF4oUb57/9Ve731GAZtCiIOWDOPsT+jE8YLFxRj6uaPMCIyN4O5jnY5tgt6R
C8i2iLZFNs8TvLU8ObJ+Xmdc0FfRWAR6T+1cJsTcHz2TCBnzygj92VHTy25Ns7yx7Jt7U+vO1aZQ
vDJv6t3cxdad1WTOF1I0eYP2FOUiu9N2emPnR+K9tyaEUA+SFWyAFSy5/0h1YiQtUkihn7Y4vill
lZ0IeN+PYav0oaerlXHRlOZU+KW6pO77HwNgBL/98FiEJYIHCHJR2itI6KQUMxSNMQpirbfPohXV
5kWiWoYAIT9ZJvsn+kGE0LhKIwUuJ9mpgCqSTLnMxsOCZ2V3QknKjMY0tuVQJxpEGTn/ANwl/kAD
9hqlQmdwa5o/ehB3MXpXcYYzoueEVUNbuZJmGH9JpX+Mh8GJt0KrLIAZaKpdN3Ko6ejAKdMNlEf5
Cvovzq6pXLSDl1G+qJDBk/LMbzp7NFFmycBLD4UGKKlG6VFG0nDUvsO2ED9K0PfnzpKh65ZZbfpB
9EbZuiVdXursYtHvtHquHlsgMLxPPTePRmbJFyjYidJtcqd0kGgw+GcZLjSz5tLKc68E8P5t6YWK
HJ3ZS70LD8hMILpUuji15HHs3T5s59hTqgmRXxZzjzlN3hiehWk8ObBZD9G5ZKgzMHa5bb7i9x1F
vtks8g6oyvBBAJJOg77WEs03a7uKbyQk4lHeSTP7PtPmNhuDZmra0qOWZI8jPGDpRG4iBwxGObTK
4tdL0Vrqg0KviMTI4v2KxsfrIG8m1CHq8CGJNFociS1X9xin4emxHSxE8mgMTojrlFqMDJAeFlMe
KDGu30i6WpnpG+agtG6Ux3RKpEa2vvQizj63I80vL5UdROu0XBcLJBobUfkJoUbcXw1B3r8oSdZ5
ipWIp9HQ5JuahvRTPGWYv8tmIedeLkVR59swGJbHzi6iaWOimJaddKbejO6CgEDtCkFjyMes1YSX
OtiEbc3cjXdKV1LKQVjQav26Q37bVTPkztxca/slsOCoLafEziiMUeTOYxfPILQcnRiZ8yCJFNBA
/SKkH3PDGhB4TVBe0aP2mkpLS9E0s8LOnQgdpE2ahz1LXRvNS0i4C1JUg4wOUlwZudvW9HCqfJUG
qmNp/k47wEr9WbOi20bj7HGVOLSuR+CMmKRVAm5sOGvgrnBlzvAniwgPxlbNrwgv7Zt+buo7QAl1
5S4N2mj+oJbKNQLYKeBoVbTTuiqn8bwJq87cTJak8PsBE4xuJ1ddhrJjAT3eMYT8SWWzPVDpGafA
UKnoeEtktrukleXRTY1Kb33iI/GVhvP4RXM6ftGqB9F5UpEtGlS8cbkzwki+o/GpfkbECkBIOmbV
jCLU0t6XeQd/myLqqIMKDk3TVwd0WNyhnhe2eGonT70WzmgVUep2uzyJr0NdFf2pphTFaSbVXbnt
uPVttzJi0WKxJE3gBqcmpU0eAQJv6BJG53ani1vUGq3PaDcb10Zn9fGJCQ2ePRpmhl+Etpq5MVnK
hY6jrHAxTrS+TYMTaay/aZR36D+pyJA6Slr49gxZySvoZy7UxWFhu4OsYT+OkZH+1KAgk1+PEpKe
XhSn0nRiyrMCU5mcTnMtVVTJLm6z8lODW9Mn9J+0x06K58iVm3ZVFugM57OdRlPlzmqIYrlTR7lA
in1CUqtPsrL3qDQi1Vr1BjFZq8X/g7rzWJIcuaLsF4EGLZYDETIzUssNLEsk4IADDq2+fk6QNmNk
kdO0WcxiNm20ZrVlZQSEv/vuPXc/F9b87C6leeidXCPGGcCtbLbTWErxY1kxk4VGKYv33NEFLfAN
ID3oV073o5qy5jnDKm9Eg+8O78YgXeMA02f1rg+G0Y1AbuYveua6LwT6y35n+8VCV/QsquUD1QyO
+7TYTpkQXzcfFgF5fM9NkfK3FpY+/hRdK82oWnFUh1Uheu8MHFQbjil1Q9ZOdihTodEvLLuDPh0I
1q+pp0UUi/dusmayFDsCUkpGOhShkwtTXoYu8rmG7lzqn41dbuNhtVVlhJPUBoHExZQTFu6kr7HX
U4QQL2OjjNAVJimKWr/G5P1m8D6npc9ebSfD+LX1eZpGzTQSMVsXnTb1snClflS5Dbu1ofPFOdDk
Oe/9wi38iDhIOR4MSejc1KYx3TfK7apj701jA4tNz4MQF1bKP0G/ertRTytxNt1F2+d5r3+b3TVQ
aC96Od5Ip5q7EF7C2ESgAeb0pRy0vr6H47aq/UC5+8T1krn8v2RMixAoUE5rqV/O7yNY+DoEdFYG
kWG1vXGoG+JxLxYh2OrXUBbztdlsETT5un1zNsZg3mdgHV/0NtjebU6gVsIT1N5CYaXizbU6Er3F
TDTiUg5El5LSruviR6rx1gkNkzg1joSAxag+SrRay1j1sMQzSWujl2tfk9YHFToM0kQsqb0Du2/m
4hO/33LZqmIuH7m0ZxXDBDAOhSG0n51tj+PRGlP1pbMrgeLo9PDCBhcMas/+PNisExRNXgKq1gaD
B28w27sZg4+TYMLETUDWYCgTZ3XXN1ENxqtmpWkTZaLkOUEzvfryYbne2KLsAMKWFa923R7s58xN
tfe2tydGdmthHtAAMUFFRiUdoqIr8zer9owsUmVfv1TYiGAEq8n41tpp+D1b2/pBXnrmxmvt4uyl
nceRoV4BZgSbDWEq1/TmvHUoybs6VWu2l56QR8fp3ZUiy9q+R0iRn6aXm5fOqc0lXlelhherK8Tt
UG/UvQdqay89fyoNWc42bqKbefkjt4w8j0RRV060riCnQ9cvpt+mMfOyzvTUvSkavfkcVTdq4aKD
cUimdSCA7KvFOQ910A9HMBLtsAflpvmRIWsTn8mIXzmyp5znZ7BtTrcjeGM/2Hm9PKW1v3Z7rxF+
c5k2e/Zjd0YG5Rg3Bh5bBa7rkAiIAg06YmsHGOLUebwSGUsjV5vWr3K4MmetotLo/ORzudWALweh
p8iMEzWXaoraYjmlZjdHs1X9tqZ8EVHT2tqttAADxRiBQmd2STcLLiHeNmhI0z4fVHmWftP6Oz2Y
iw/F/ThE06hJaqW6ZtwiOdjaOwRpbkJnyPuvbl0XB0CL0JzE1Rr/VCtLDWGnQfjiDFd7X/Xi73VL
DmTY+fuGVWWa+0J1ev+jWjyKQEUlTRHZfpWyt1iCayKVAcEBnEfXAS9/b6Nxd6YsHNzWfO60Mb/g
HavLmMJ4+1GKMkRm3FTkOja/dVUWHI/t1uRVMpuNJBE4KV7fKt3UgAdWm1dizU3dJpbKFhiGvp7u
Cw3jQAJP2oA/7XBijak28xLYii1Ukly0v+xqGb99veVEBGu4ug2I2jhh1k3Y8OVauJCsB1+DRyKC
zoo6c+tSDkQEsMM0RagLjdbJxoioZgk70uXBSUUM78md7Th1D7iJj+Y6ZJn/TbX++1rgXwcJgjAs
YPjnVUT0/4gMwAN3OrnmWkwmJScixBwDWRbw43lFRQpTd7VO1pQWbEqs8g765XzvbH4bL1KkT8JV
2lHrve0QgK5+rLbAQZgW6bnuJid0psnaK1Bf+6KwTVAvuuAQMWJe32Y/LMoe4ErTvvz1aPQf9Bvy
pYSaydfowCn+jM+327TN6aCn8dW3vzfc0T5CaTeiprGdWzcYiwjmdnHhgA2cbiG6delHN/8vXqh/
F3AIzzPQM59dP9w/hWJvCeZuWmQQ26aEF6oX4yPPGo7j9dr+3w/m//Kj/phDNW1oW1WgdPS1lh/y
0uiftEwayBtVt5crQYmtaZ9tjsdvf/1J/wfdgYAPWSrHtwLCRX+ogW5ldzN7b5p/3M5MZFm2iQZq
47+M2f/xk8TOzISN+9H/U1nd9Lr0ZVEEMQmx6q0Cx9iHPgm2Parbf03p/OcfxjiNTRtW5J9rwoA3
ut3R14qUsqi4g1rPzWg+wtHu/ssE/+/zOxcIYsb/+kl/fHiqogtj8PjWWIgth9xL1cFflw3zoYdz
N2tmyERl/vzX39i/y3CIYlf3ABlSbva/rzf+aa/ijHOaN3IMIEJ24GdNr4yFfsmbGyMFbvjXP+t6
2f3xXOGlw7IV2d4lRPzHL9jVQN7BYwdx2pr27znoqXGznMF+UgtYcTmJ+jmvLflujpuxX5Rjvv71
z/8PVyfSqXNdGAClZFfzr/LM7KYcu6mfiC1z9l5bSazRs8T0j3Xc/wuE3f+/uEQ+2v8zvOh/jFc2
9dc/w4uu+7p/wIsM728GkU7EMYoVyUehof0DXRT8je3edVeCC4hNJlfk/yYX2QF8IqR3LtTrE/Sf
AYm2+zfub0LbbN94V3kEe/8A0f0lmA7r1r9cpB4z398pjQbX6RUK+WeBcpGJIfeJOEd6MKWnHhtH
IPEeziwZoXXuLK89BV3P6WRvNfpBLPbA9PDpsXKKJlO6vEnq/DlwViwU4OTKl7lQCT4bWrzp28if
6V1mrs2dfWqpKKgISxvCcaOgRNXB97gT4rlfLTs27OE4GVPS2RbZ6DwLDcBwPkRksM2oIe/sHdWN
FfwAqX9aTR9ETYpKsHRlbPeCFze3sXcq8ztzDI6LC/mfPdptTakP4d9HFIeott80A+UCEUxq3rGt
Nt6C+nZnuyWiTyHezNSEPrrIaPW0ROtuKTQOO+ilnJZOulw/yBAPQMfKfWuQudLguNYEOfv0fVq1
g0n5TLgUoJUQaLvsU9X0Fcwno/kcqHngDPvulgkn33C0PsCINsDR6uVt0kYzXkvTOnhBFU89EkDv
9qdu1F+4W/f0p76Mpf1zy4kilkH5oraTueLqCspg55fDjeyJgHFcoYpjOQeldvAmAN9GsBvtMjvN
zHpRUADUnh+tJT3NnKpfPUDRvf/sBXde2/F7Ov41ZwbaZ7nrityKaqMa92V9DW97+UNbuLsu1w+a
5e3h4N/oy2c+FcEDZVv6K7JO+2xoYrzVU/U6DGZ4LfjL+EV7XWeWb5Ac2g/Tbk5DyRjVPQGviSoY
ciFNLzKs8gHJ8Nq8zlHrIInKesGPzdduORSdB7lMcbM0Sb/NJ4cVVVyu1vHK3p/8Vrx2NBu0c1UB
xdOhZ/nqvlvT19ku2h9bO86//eYtHavQWdavriziLPXvWXfcd+aMlf4B/+u1KSIEesgJacniqmpU
VDXIq6GHi8xkX9x39jM2yP4VdNPLKss+XKq6Ogi1Fru2ILQ/AEaCjseD2zIi1sOxVyNj1i8YFpLZ
uIWC9WC6zZlpjwM3R+8BrF1eBJcUdTdlgQcA+0BW6KEJ0lel+EjXNizLky3NsC9RqAN3P6vqmFZM
Wtlt4x5Tt4isSg/13D7gjYxJYYSgr198Lm7H+1VkVaTUuYSU11e5Cq0m9p2zY467dZoQAFCcg/7Z
zIMnIX9u2TlbixcTnnaubmloGRNzsmN3+tyqH0H/gBx6svKRjMt+DBrcMwuwrjMQaEhWir+/sZ5n
bfhhpF6oL+1CFPYhNfn3VgWtpoOx2Hd8yQgEjF51K17aVb/Hz/K2XotONnu3mTI03MhaAwNqZBv5
kOt98ugB4Js2aJ5bN3to4LIv8uilkxlXjnGoeuWi7/ttaBZtE5oTxmyW4Aet177hToiz4xf3Rtnd
Wu34PQvxidaeJ9tavKts81A/9KSdLOaiYghHjaxqXTjrT2Nrs/etafyHWUJqk2k9EMMk40sA8jm3
p+m0LX5/x7F+3HWQr2BmGdxa3ZJHBTURYR1092bvPHWWeiz9+bYMun0BN+y73FYH5NtMw8aIvbk1
oSBYJX9eC/nCGpAFZSZ2Tp+fMr0/MJ+SmdHjjtbczutRCSFfDhVwQcf8YcjugHB77lbtKR38IvKK
DxvLQZHVQ7KwAdmhYo6R5q9Gko2ACWzNzuknSbL2K11Gcsk1BRWTeVdb33PLzFe4y/ton9XGrNqM
05tvDVkyuVn+a07nJbQcmF7h1q0B8NtyTfQUbKXldUzTUMc+UcW9G6ODWp/XvkoobhgSGNXBnty1
e2x9Dz5KDza6b6/MxjUuMhtBlb2gCK32vTL959zo9H1BmxRvik3/ObW+FRG6tqN+a9cE/S9p2zey
6++FJyFspe9dddJYMT224lfTS+5n6UW4n8OVm6w4TNwczRLWLj6dO6Gf7AH9NtgP1k/VIaxwazBQ
WkSWpDpW2fTpFlVOfoqS+sw6lb2+K7kMG8Ula31R8wo5sk4sAQvVRxOeJTq3HqnFvpWsAdAKs9Az
8r2+vvc8z+gm+YDhFHtIt7Qo2DRgbcpLpKc8en3mR7qNkmLubkwfd2pVPOaO+0RQEm1Wl0qem8q/
IHF89gvkrnxcEIppbgFDN3VPwrzpnRjaZshFYuocjP0H384+KiHibK4jiF+4iG9s+6nl+dqaepTr
2add9EDHp1Abyn0GdxxU613ArstXx7676bP3dGg/tZ6buj1NIDMdBDZ4YuFkeAk7njhnB1Fq2QW5
ae8p7dZZ5IfwlqPbvlSye/ebdQ15Cp6xTUmsCNaa1CAuQz9VCISu3OXB4F3cJmP7gu6bTx1daIMx
hz1qvzaXDyY/+2hvDTSULKMIatlAhl9A0+29PIjAbl+kjZg+8S2vwS977XZZa8a+3zEuO9Tu5FLu
Cdacl6I9jiywsoaDBjaxyFHTdAzqHoedLFaQXeWH0tRzOtc/bNmcSQGV4VylcVWgCHMFg3veqUFN
T2Nt7PLS/2UuLIjMzP41uMHbYMAHBW1zsrnzwwzbccgw6e5W09DOlNgCyaMekY4NP9I9vGDyY3GR
vplfAJLALLRn+W6QOz0uLa03rekvNPqgmlX8Mvr03EKcIqY6RIMG6NyjEtfr3h2reqZpBtThZuza
odlRYxGEk8BA1WxS7G0eVfmw7Qze8CWpsGEDn+Euu3TZkzuKFDJuce3icKcjGSE+/KYdgeuyTdBN
TiYbqqpvnJWq78YCQcAs0IhNfd96fDrtGqIXnWpvIoDihak9n0W953SgRksceYmZUdmTrJTefmOi
oTX9TiFsjrr2e7I6kBJeHBD6N6r2qbGqh1Ub7xCdH7VcJQtUkQ/LLkOsuE9lO3zo+ndVWftRfQOn
Oc14E7KvzBlB89fHWR9x08DPb+WepShPhJtGZ2NX3+bN7eR/puZJn14N7ugUDKFA9G1OzvpWB3XS
6uuhLA7sSsPaqCP2QbEWvFoQjP35C/Zw4nTLjtCx4D/EixHxdfLd2fGiO8+FdKJaLYfZyHldVJ/F
9YA36LX51kmHHnUnUhZ2DTQbx6dgzpx9+s5c74ytMvImEera+FTMPvTLLkdHK77xacXwr86ZPd8I
Wj1YYU6XIj+iQJ0XucY1O8PLsrQxHVA/u7GNgkW3E79QB7qloRoBjk2bA9pcHZmNwFNVg9NVD25p
cnxbfqC2H2YoRWE3adSBmCdTuEeZoeHp27JzXPXiU5SE9+7R6G/NjsuA/cgovj0dWRO1O1D6qc/N
k7XV9xidRLxVfo5ZjwYOb3ylV5bzx8BuOzVCq8Ot4sy7RgSv9sTmjaPTBbGzgTacGqwXeXDajqZz
7adlkk3V4obuSofmosKF76Lwlb8b9JHmgJPl3I7VQn+AtL7ddHtRM78CmgeLqtF7vAZMDi6tVJEs
zHtkWh9CLybG7ofr61SiLHwn7qLOotAeZR18slpKNkMj0GDcAao+zuqXo1hLOowOFVuxk6Sb9hq/
653iadxeaqhnATtnU/VHC9Em364LMeXf6rI/GV33OtjQuIP1zcnn19Izb6UwzrwnopkKqELpZwzU
sTDzW1Opg6mZrCy38bz0rRk19jTzzGYb6noVfS32Ls8Lkwex2SRNkZ9boA6NPbJGRodvOyOq1PhM
UcSBirGYUed55SOHJxn31ZVDvNU3U236MRZ1Nk7T8OJXLKWLUafet9j2hd1QgI4rqymGr14wBcyj
/pOja/fh1jz/Wajpl4yqIR4eU70XvYUCPhp2HWuZ6casOwzCEZ5JqZ/WskRoxCEz133bGNaBdIdz
lESlxJA+SXfL7uWi1fCQuual2zA9hvRMzt6dti7lHdzVJXSNRt/ZU10Rw26ui26bs/Q+hQVOPB/V
vg523iivLS98GHmtvS2+Su+hhiaYHFhyY0TYral1ZGvRHLzReV407eJDr+WC97kiG7X4u06bjcjR
XSrU6u2gqJqMFQknn+3PW+4zDhS1l35qbnBf6FoXmg4ndsMs79bC23bmXPZHWQ5+2NBFEZFxShql
TmWQPnqdpYdKNZccFntU1/U9enWJseaXKJyEcKoZu3ZjJa0otaio6i/DLYp7UWT9L8PZ+oMvQdiw
Wo5mwdGttawtmum+2ftK628Q3+uIhTonAyGiFrrOjTvwImODGPqs+k7OZD+bmsxjtFwVSSYt+G9g
n8yvyeytHV2P7QHqC+U47RywKXSr0Js668j5Z98YHQ+/pohWvalD+LY+X9KuqTvWjdsdsMqj8LqH
Xg/uKo5/uQA2WE6/vK0NZ3sbQ7fLYm8zf1t1eVNv7p03tpw1uVnM0YvMitPjgE1h1ynhRttc53ec
4zHjMezuh4GvLd1qN2qcqt+tnWVGhrNWzET9Z9OZ73NnPFqNeVh770a1bTJY9d3ClX0uxXdr+x+d
Ph7mwPuuRRET4vx9VcpFn36RIDiY1U8/eM1m49VCxu2k/ewAvzula/5T89wvp+s/VdV/eNr4KCx+
e80276q8k0m3uV9Nxq2gi2QNco7My0Dup4kt6pqoD8GjsZ5zV7GlTY0sRJh3Q4fVPT6AEgBSwcfL
QaIYt7dOd7Kd0qDyt2xwC/ZPmqZtYb89mLQnHiz52RhwMjN9UqFwhjvltW7iUJ8Vu2N/qzmaczF7
WWF3UbuAQWFT+mPP68OW5clcmlMlxh/5UoNqxQXIQ8bFJSAJeReoFjgLVJa9yTp/UrW8QJ27NCYF
mpLDVLP9msQYWrx4o7wz0pCNa8y63wsp6GNAnpMVdKAuiz1T+aNsph0u8hI9Y/2atekwbj2WVT/7
FhxzqIs8y3a6h4TyKxhc2Og2RObNozhxq9/9zdvpbg7x37M4tNdJ3fnvXVHxAem4UOArXcMGWeSZ
MTT9T1EM9yJPDw42OOv6IjHdNpF+IRPwVAyrWSzN7STtYN/1Dle+caoN66zPIwvr8cUxKy3MK2+f
Lt5uoka4NOZYsLPyhBU5HCXDgCdV6a6HjrCQl6EQjZb5BvJ5pv4KecPoGbObsJuHYz66HKW8L1uo
Q+X3p1HwJhya42ghaSypJsMA5Gi4BvIm44i6Tqlx33X5xREA4iyN2nmmeKVhe2gd1l4huN3pkPXN
eOOpNecouhxxN4KMhjM9vHEiGm+C1vxp864btC02Zo5+ft6jpk2Zc5nWecmYxBfjmFuruMze9XCi
WfnfNxL+8sA6jZbW2XHnh6KfMKbo3ZPVNgX/w1rfh8Y8zQ3NbwsuuHCY8pquwf4HbrUkWH4Vix2X
1fCci+UyCeu3qu2BJ+bcXjKr0ZrIsbv1JUvduUSQqhCaWt68djJSDgDnUXYZHV2tOhRarz/Czjvz
12YBrfdP9co3uHGTJHTFgja2lrtJsc6t+0gNwO/4w3eSb14LqmhW7W2ui11ZuWqvDz6RRpIDsT1c
P/NNxv5M57Hok1zmr6mjEt9Glhlnx6GwIc3Z617rVhmRrWJ9b6R/7JrV3tV234IQnQlE9+qxG0tx
M9JrnHjU487QfClUWE5UD1chSNOF9vmifG67pourldoiY87LWGtKn7tq5Aqplp/0vyWO0Qz3xQiR
5KpSQAJjEjnMBPfSadoZlZ7t9BTDUiIWLvthytwLD/nyzb92dxbMAjyvP8aVWqZs5vwy4JXqHJGH
rPbWC96B5WWtxErETc++yxq5c7y0lXYQbfbTMgexzxqLUELpqMjPGbZ4mJ5kg/eQQr9JvjpYtoRK
o6zBgeOPztPo5VfTyaHEYr6frGO/2N8WBdJhuWpJ5YiHRdU7q9h2U5oxkAXtdpuPzZtm6cdK6x5n
bmJalPPHXp/SMEud7yGnA4IziuXONEDc5MVZM8CM0kZoO/3e6OSzb/20YA9LIelbtR6Delpp+bRu
vXH+Zc4tb9FWHaeuPAuvkgdzSx8Lu71tTWOvL0hT68S/nQYufXn9XHIpHrtKv628AEhnhrtKay3x
JtOPvlhuzOExqB5btz5ks7Orms24Q5hyWfrQFLtvisXBcNEan1u/9lFfOHVCiUXcQIe3++VWpD8a
60lsHrW9wNdEZ72vTdI57ya6HJreslWRPxUXsVAfx2tJG9jtajXtE20/cRbZ3hE9ThDGDoaBBOJZ
Bt28vP6kwTBgtE9TqjHACeeDbBY8wtItQ5cTOkJ96Jf+o2jo5h3cT5b6VAW5QcLuT0TGABNmLtpz
4Tz3GcFMHmYD79gRMaHOxFkq4+SzZM0EClCvF8DTVzxqPcH3GRnBtI8ZYw/e3sicJ5qMV/+Ner0u
dFI/nDUi3jlvG/DEbVgPH71216NKY9ryGzNxefOsDq0rSxq6fQEXd+N5tKVBFkNkmd/z7KHSPtVg
JnPdo5Fk39cbzJ0ww9btnq7i90HyLKavELl+vczZ0+L5p95zjm6u4+8TgOb3U/BWcv0sqf4wVuqz
hLoRTVOa4B84UgvMTT08KR4X6fpcuGmsyBHOfPbFMtxOk72/wtu7OdjXy8/FkJ99kMdb+u4iTIzT
bl793wVTDjXup3Ks4mrLI3fV9643nsplgKqf1CBmzad8+W1WX9J/X+UUpvkvSoTPQUenwki9c/nR
ixdUDb0S+wYVmjbAK/Ieq7SzIzl+FoZxsQONXmaJrFb35yr7bvABlkZ126VLqDJ97wNATFdcJnlr
x7otaZLE4KT7YdoU/k7L3zy33DHo8snZ2cnMP3PTOtayOmrTvTRQkUt3PHSVfRDUH7aOe+/UT771
JUfA/xBxJmU+VpKhvrO1/Wjis7W78q4X5TllbguLGl6ri2kMG069oVLTEfHgbvOPys5+KeKT4dI3
9xJoIX+9e6fSbzaeem0tjtInY4OsVZ/Aqb01Rh667Vs7XWo2Ien8alhi12TfC/uEtsR68UZp9Yw5
I6he1brw4faR7W7V/aaN+mmmUlJbHsuJdcTSu3t3GVht+ydbTDd6R6BKZfFkvYsNR08zP0tiRxhG
isl7nHrsKStw2yWn0eGcOR+28HGGTVfjhvcyOmqmPkje1H2xF608q+EuDUYMvDTdlZp2aK92PLUw
KcI+xVpRpGdcDhGdwnvLXHeFk11xyFFpmrz4/Wio79vcw45I4JLWIvu5HrcQVlR1i5k5Gz5H87Qi
+A5H/DDM38PVOxdN+ok9j9HdMEvZxrlqbnHm0kTO5XQq/WMvtqOWnWpOyHmRlBwWRXLt7tjupFvt
HP1T4zVe3DTqtGTeoeAMkS/PNt3Ns0gkvCuCu1w7p4DCC1ES02nbWHLJXEdDW1MHsf1KMS3SNPMg
VRW2y5tvr2THegyEPdDXnZqv0vN2MRzGyNnagdi6B5WWSMPaF9YBLNAFOIdTssVS5UKhKUcl1DXh
T4TfzKPXOnctB6b0jVcAfdt1ordnpz478tbV8Xke1IBctLOgGanm91K/Wj2LrwR74s5ovMe24o8a
6jYVSCL07sjJ3WmQjsNKe+0MHN2CZceE8aoFE+Jv+7WxDljEI582VNVdOixddbZvg/nDKh42jJq0
YiOxhHbR3NQgdMUYIREPFg8WwWPK3NnBRie98cPY/KfcA+XcVfcgmU2WFaxAfAfDq3eGk9rGGcna
0LSr20kWAc40742ghZVg9z/gjuCcOCel2o4mFeFsC2JqRcKcL1HPL82SSu4N3UtyU5TPmM3oNtdH
Ol7RRZz8mKaSHkPdr4722jOgyZvGQLSV402/DepQa83dkKdfs6s+LY0BdxjfHNtv34pJ1ifS1hwL
jbK5pY37o1zeN52qcr3vfyopbrpqi6yR5g0XYxO1G34eD7q/q7Q7cjLhVSSno2TfeRpPYbis611K
K4exfmp1yyRsR2OrxAuhYySOA4ZF7bD0+8UE3rqytb1Kvs8l80W79VBeC5FUI2u15mZtOfDXSRW8
rsZrW1wsM8XBNlD00SaK63O15C41byprujf6n7OlHYXqjqb/BTbosUCFNcV9St+d73WJt62cZdpd
h5JcqmMOdmdM8pQe8nPtPKFyX7rK4vw9wItyTPxyOiJU3w5PmyzySBusDywqBGY+/Km5aVwLOzFb
thbXmteC92DDVcjtVl+tX3X2w0Y8pnlBJYG5tCF2c7FrvfqCXmChRTVLVNrTzaTzl+x1EdWzc6ic
vryraX3/cLfU3QHtvufeGpKCPUkCjsVHkQi0D+ZsbiePLVA/fpRbHeXltrOk9ZBVWLB10MNQ+TFm
mbfBlG0nsdTJUGaHtqe6F77dgaBIE2MWZiI0UKeRQ2Nt9Q6TpwUslks2vJ32Q2nBBcdRPGlUEtMm
4J99MUzPeBe/gFn0rH6WRwN1aAm673Foj1QRauFaZgNrLxT/AHmSmmN2IsvyEASF/jU4mnvot9E/
uYwo3jZErfO1smqnaByebV8hsWSTWx29YL2l+qpNDC+jWybNFjTBvH3QnPRxG5k+Rid/CczMilAi
myhPG537qc8ORWVYD5WxS0m8cLy+m/OWa0ub57AS1leQbwIZNVsZORf7ruV5RLPuOh8U5a48tXSR
vjEYBlxCwXYu6GPe+3Ognap2NHA6EknfEVdoYrvqDo23vGUL30Y720tid2/z7B+03Pki4r0rXZtF
tm2+ZvrGCGbuejmHdCrduVN7ZEO8y3yuwD4/NqZ+MwT6xYMjIQsNNK+5LCcMsSFW4PxmwVkey03T
9wFX0r3nrmdDZRPe9zrLKEBw5E5vvJXir0LKN3Ns7CIxUUn2fW+beaybhTcyJlmmxvMkexaAl+Dp
9DniZZnzc+NiLfazK5O+sYaTZlEgxBbHOo82v1PP1gGNdihxc6e+cHbYgdW+1+tHxzLrR2WwIA3w
l981GXgQqy6GpMQX/uL1zW05wzFn1FTUHWPJNhpmm6mhmq5SSBVbrg9PLapLgqJv3JNfyikoW93h
YG2SXTXtACQdXFOsD+3UsiO/hrV2gLXzgw6wLKwsg0K65ufoA0S41Clo5khmyvqYoUN+T1eRN8PI
GzUzSpMs2+57EzAzgmwbf3MP4n9NrfFuowcnscoOdaUqWAY3Wntb8d/hZFhpbfY2wk4MMJk9hSwo
loRV5q+pWftQ5tK871zvdQqQyOwmPRSYN3b5WFsfrNxZTKtmpCmPCi1bp4ezr2fjf7J3Zrt1I9ma
fpWDumeCc5BA183mHjVLtgbrJmDJMucpOATJpz8fnd1VKWWW3dlX3UAjE4kqy1vcnCLW+tc/bM3G
LJD1p+ETEc7UuUWvyTm033CxcPsjojLvou2081XFDL1j+A5vTZXpEjUqlT30Y9gXxpHApJIg7KUF
afOT4QK+fnXUpltd+AagUy2P3IuetXHyzqpWvfWj1Vx7YULnyDiS/XYi05atCazHGF3qOm2eEoO6
zMRb4soqZu9prMK2jqyuC78Tau7UG9c0xoO9xmUb9Da7NKtnspyy6YCoBtxXJm0He5l5Fn1wMRdv
yhX5p6GXzd1YTR0DlIXUJ70897Iq92a5FG8hgVVq2wEWMYodG4fdOK2y2w66KZmllG4EgITc5JDu
bgxyCoPSjsJW21+sCrsfpGj2l56+5tTkXnlp66U92Mqzr0r6ByqchoqqRp5qb53MQoiBkyi7opbM
PwvZ+rzXVn0B+xB4UCfBoWmJuXODCpFVqBioyLzxD5V5mQezwSRxcoNvjUcg+sq4Vlsfdsu1WVfh
C3mE1gF6stiNuCdcSuGZe0KFjTMQaooo9tLrbjSmR4EvR2Qr27/prLnb+8VI3obfeP65Uk54FeQO
fpRNDxPGoaVwQkybNlOrW9oJf3wpdOypQ2oY9CyyMCPlqMo8U13gXuBvYt1ZPfYEFGei3smQcS4N
2EzYBlZTsC56Bn1O311CCXEVoPAc3wwAwLvBtcabHAlFu4HAzFTaEnofDn1y6VlMg2MHaR+vMq1c
bveH3Im9ODIa8zGQclH7tkyno1sWwfOYo42NzLxcMMo2U+POzqH9CGF8Q6QxATPM8luJvdWmrBg6
QSq0dil0qgqIQoZXYQxqogpEEH0mAm5L6p2szruZZFuyayJS3Mkmj4E2fOSFTS2sRzj8zg0AT4jo
ym8K68rPc+j5mZQl/UFjEVxhDDvDCDKLd9auL8A2wL8zD6Wu663uVHAH5yy4FU08Hyaps3NTZeOu
xvIsioUvjkGtyEYrpvS2ob9obVFeZRSSkD60/J42atYb2cbBZVOnN1PYzIeEIDqrUiZJeQ6DXLmA
Eje2HaVjEz+hpkN/rb1HXVfttdtX041t99jpZraz47SIFkFkcQRE6s/bXFpP61K494j0uUbLNN9r
c+Qm8EzcxbntHWbV8NkJ23Yfl+mT69bzZ3/wQV2m0sJUGxIN8Wjhrans4RakClX/qOZUIysYQ3+b
aKxMMNJwPVx1+/I+YZIgA+1uyqLU5zKf+7NAdy1vRGxsEZ8Gb25KqFtGpum+xnI+4h1iqNK6PB4W
Zf63TCfzJYDcSz0wMe+C5hAuI5PkPgeOKaaluhJ1SPuUdZT3WEe5q07LPPrYNpwp7RzmEOZMFwYn
IWoQ/0C0UW22GEDO5W1TucMlQ0t3b7XTfOnM3bwz+oJ3LFPVlpAC/26SFbbLgR6u59GbjhD384eg
RgvH9NZ2Uc3qabhymJK0G5lCHs/40c2EudY+WdHY3k7wm1DO9cy9XTUAhrNjnCSORTI9pFlQ3OJX
NVyMrpCPKGNNELf8yQJdiBBgWNtlmuqjqksCYF08h0bVbCVV433oDU/YDQS7Rq/gKAl7w0OgnURs
6jYmKbz1e+CkRfTNUbXIKDx0ZpeQ6Zn8x7W5p/xhjlQwlQhcBpULA9JrHDugZWEztU6Sz6dcw29v
fRWpfHkG6AGfqfX0IqWDCKKY4F5ofwBCR94wNWpB5cYknY5hlvaumUoAT5TETItLYgGwvUx3QhcV
rPakZ9OgEKnyrtnPw3gqQfOKTW/Rvizy2Y5zy2XB9iENhfQg27gO86+IpNeUV4gFDuRtREz4+W2G
dkI06MdwTvq2lG9VbAUXM7BfC7dmuzgGTJ6s2JphjS7O1OYZD2h+DGH1vpR5CDmToeQ1JA6HAylx
wGbLZ8pj2cYV2h3OG122JMccBCae/JOpR4ZA5NbQOs+9vOZpoy9Pu7aA6yTTO/R6wF5hMNa7rLFT
YlJAgThs8FgUqju2MOvmTZCO3JaY+Lpx23V24pN7UE7XNloYICNYbFfCLMDWdTWdMNnKoHwOSGMQ
ZmaPDT0CnK82tZHCxtN3XbbptVssPplDyKK8PJk6UItwOoP/ykQn4fel1MfLaJFQ37Q3uTvLlw7n
7XZT+4N5PRdG+23u6+V7XhT1WbiYc77D2Z1JgTOuE9gpfoaB4V0brOR7GwDqDD1eWkOO8ZAmz1W1
W2KrP9cDMLlOeuu4TGP3pY+XeBsjQkXiVjR34dCm2O+G9a5ENUNgGRJE+gfexNoAMOwheXwe5ES0
cp6t6hc57rGIJqPQtg1UHzgPRoMJ82+pJ4zuZyCL0CZknPpoXtCDtPBYSx2o6ykOj1NGcG/DlnTy
g8o6s5GfQUWaqsu2a6ptms3z9VRD51GpuJPMJ/fo7rMvSZC3foSQrT8fjKHeGpO/U0ayPLfIeT53
fQg9K6sZuYqpfzA7HqrNlJoKgK4X5zidQ1DUt44fP4HAQ0YwZ3VVtJlz6Ct7uJ6Q05cYfYvwXvlD
c6z9Qh/G0kLyUA/drWOsG8M0FuxComQl7ZcFLltQQV9a5uBqQbK+5Z0xLpCSuS8q5mImjh2zf8Yt
Y3bkMjuCrK2NjBd9u2QZlvijby4QfPwMhxXBEpF7mfXIYvIyMFU8MRYONy7Qwk5rY95X6ZRdrsl2
IpJxxrugvUV/xRYovA3iy0Iy+kjOQ+9Glkl55sex+lZWDruTvMA+4gCevRF+Twmg5LIX1rqbLwbp
wOCU7lAxcDn3RliHCrm35UKpLc/diiTiXoUe7aRcJl76wInJdjWkOFKgeK/MJNwv7BzyAFexSBmW
CO81bA35MJRVciwAMpieM6JH7qtMg8I+87eiIc12WxRVjV6wVZEdJIfSUkSMpA8m8N8QBYsV3wTO
GdEJRyWB1xulGR7XajkVAvA+jVGRm5gvLl2KrJE84ny5kMHwYNT8BNNliNcg+d789oP0/reEAJ/r
kn//x/qZ1xo1Hnyt/gc//d//7z+GFr/7zOGtvvpavnUff9W73/x/R7Lxqif7z+KATY210df/+lp9
+6/jm1re4hpdxzutwPr5/6kVCH/zUXA7AXI06P+Oj2Lkd7GA5f0mMBTAd8RBRLBah/5bLOD9hsgD
UxnHdhF7IQz4V86xa/+GER7+wsQAE0ZERu/fEQvQcL/XCtiWWP3IHDwEcZQhbPmDBQlUaAb+I1YJ
8IA6VJGTC4IhKW0vLXMp2OaqhlVzGuJ8g72jYNSrFkTckAnW+ejU62yPyQKwvNsN+mvca+u+S8SY
wbBcKihWpVLZblq0gHwwehZW6EGPjYVnF21wglyoh609TuG0hUxAVzr5slNXnjlV8Li72fxO94jf
Qz/6ctoN2KqDgudG8WB4HasQMot4iSpvRXGkG/L+2D15UCkI3kNouOmjipP8QoUDZFCrCLxPWuO6
tJFevlK6lgkuNmRZpmee0PwBne/RSkc7A38P2ZEhe6rLPixBRUu7UwQ/AKzBVi/8XSwGdZ66RfjJ
LEOo4bOEKeDDoN04VTBe6QEtXgoo1zLeHRvs05yxpEAfaNT63LR3fPscNUaszouSrYaSaO7yKM21
JzcmUTuQ61sLcq7hZO0dRJn+e5dUpTwvXK77ts0NkIuwTMN06+hCBdCgu9A5Lm5nyoscX5Ixmj1T
7qzWhIUgfYX6QjRh+qyJlxo3zEjDa/zFSQRue+2BvY5FfGlknf9sqDLQmwHm+yvRR+LVcJtlhjuT
t+e9h1/UVrI/HWOZsVA7QYm2cixkci9ATkiCFqvpxWjm+VUZlP1VZ3cm3Gic4qDUJZKnLAl6jeqW
zuTCzxsqKjVIyKdVaj/YiGdPedYwiiM8Tx3JFvEUhIsFKe6SV4O/sUo3vQcrpkbgvWjuM1HGLxWT
d/ASWYtg0yIfeCQUC4CljJvS2InZ/XFo02QUCC0FHMM0vRsSLAlKrRsS28Bx2Tr3dIe2PPf9ARb7
Uq+wSCB965xNGaCiUWnqbZosS6xN6if9J/A/vlorBnsD3z07FWqusxNOLcNLkZX6SvhL/pJOZn81
+T4lJqYI1sWiC4Ycg+fLT32oYuKZqw7WQSEz+AmYGuCrYhHg+qRZxqudURory9GvDuRELTez4CZu
nVyLZ9IRGKAsU4cUxK3K2cKKr0s+YfCFRcOQzsFrmo3GY4CszQH4G42vfKX5thK2HI/eTPwDjLbR
M6Ih1fl5Q7NvXTp6DKbIMSQj2RoeQbidYt968Fr2z00+dv1nWyflCOV6UUHkGWONpMWmTotaB/wT
hAniwVWoiU6MZpJpvsFYgZUVhsZyQ25h9ZhOhf0aylK9gTi2+BlCnD4VZKSCDOkn0H39VJh2fudo
WBWHEYgNih9je32oxxzShg3p+k6O2BYxAbE6d0OgK23/ZBHqCuobqBC2mIm5gR0U+jZMSSHeMNl3
IkE4mnLWOXrXL69JR7wFDNdUwaGxAA6hdy3x53DyAElJu3TP+q4p4CYjC/gGT8P9YvXj4mw70FyC
xwItvEiNimi9tq6dSCckrhJ7R8xs1zHO2spGO02kUBzARqJ+aw+hBR2ySF15Z7KEcVdoFDYTymOa
dPpdsSnmGYBYTX07X/C2erzXopmw/tXFLZLfuQB/N3p48AkOWLQ6E6+Z3YJbZMzNXtkljGoLRbKZ
odIh/jBCQL2IV0CkEX5IRbIzAmt67HDr1dTbKXYy/TzUmHloLJYvsjqZPfBwhzbMwLpARCCvfXlV
xqqCtBVkXEath1sZJhX+Nl7t3UHiN9+6CePVyCWtINuS/bbOpvvFpu1ZJf/bFHgiPxMBVX8kSEA3
4KrVibOpzIWGP2gA0KKwwW1ugJRhHDuBe0yUeuQqQdSP7QfC92DDJQIz8WNFlNYnfJVwPkY7wdzX
IG7vigerDCNf4dt322IWCVu/4yZFVhxb3+cKGRtiCcw2P+HJVhRnal4M494PySi+Tdiu8JgwWmw1
hS1Wn6kQlsJWN1Zo7Aa27OdQCweuoU5X3YMQvdgbg2FfmX6+3NV1Z1jb0IDdilLAn16Gqioe0WPX
w7GupTjHiATVPwGWw2ufpPp65O6tAzuBeGYMr0GeK9pbg9eJBi1H5SaHJHn+Qz1y87sg9b+qobyp
06rv/vmP9y5eaGAFru4B4XuESSDG/Rg66zJHYR2nGwqxhL0pjTg5sWuvpqeoQuysIuB+DInhZsL7
u0D2b1WM/3vl4HXzVn3q1dtbf/m1+X+gJnR+XhMORfz1g2J0/cTvVaAd/ObjwuEgGrOos/AO+l9V
oG3/hpIB1bRlo+jFBZ2fVCBsyT//4bq/MdrkXmLHZlrvJaPWbzajCD5FRl/gk1/4d6pA74ev6e9P
0enbP/9BqOyP1FXkxERs2RjRffDZdHUqKVlGTDPiOLsendzeeobnLiwktXkQbTKNUcNqFWxL4fpv
ecE6FuXOwC6amrT/ftD6Fiiwl18pNyUea3aHjKYW00UZZeB9T5ZrrNQ/VXcgZ/AQugga1oLkZ/Js
lHT4R4WnBnD6bnGqMMTrJ3Z7BD0NioYksYLbwfCEsbEm22esr2oGZpVdxHPk4C/2rbW4ORmmXg9Z
MsuLXi4cdsTQQmKB1QjzJLxCwAqRb7YFcjfkzDQ2Im+TPWDGI5XZnszda9sprxOvfzLoGycdwPpM
LnLI0GHZbfWY7+U4RF5r7Ox42km7ZHIzHWWFsRdWOfy9FJMfckiLyTNRTFGXGsRr9UCkpvOCDlyF
tTcyuwbpChiph9iSrDGAgnGg2XxtUdhIQ2+rIDtv2vDezKfbOUDhZzBTIr18pCTTeNCgnqzQ2U1I
VFYHs65G5MF/dm0sFAyXACCIkoSPUJHLBN8jlk0xOE+xqPdzVZ5U6+JmX7b4w43Gtg+W45S6M3iF
92y3U/ilSNNxn/bQwGiCiK7e1rULTcoIYohoOn6y2npKN4lTGG/angE6rXR2L0dVUr267B/4xNi4
CjiOgrxiwWOkemqQYW5CqsL7VCl1lQVGnW7wegO/T1jm+6oR50VOYoKdZ8MZriyKbRw2wV2P7ft9
2jCtXJmwmml618Jo9amo98rSKokAIOKU7cZJ72KgaIYHnQUvi4f5gO9Xt8PKrbw1cSdmLuGYkJIM
Bvlq+qTHlrwGAfzBiCekUPFHecytikF3Qa+/Q55afZ8TEAGe/OnYMxeNck+G6C+r8dSLGsysK8ao
q7rkde4rF6Y/m/BmtMv8Os402dsM52KX3iKb5PC9UjP8h9YlR0SWWLeFGB0GZwKJLuTBqabSS3WL
sxI+JCP1ei3rb/3k90+J7ptHW4mBGZcCRWFPcsJbp8jgV/Z1xw0mOEZ9U6GjHqYlLB7NpocJJUeP
IcLYulhR0Zk+10nZPaq59F7mikPDSgATRyzZVReek+Ge1uY9ZUlpQjWRhNh7jMiq8NWhbuQZS+zw
fg7LEYVDKVYKSpF0Lx2TxCBijAdJJpMKB5cEr790X+CANkZpE2pGc32mdxO+VG+dK1ZGXDOBb2lX
mhHiRk59NGf4ZEVjj8kFWsHyTVi2fhWOguJhlTAYXvIst8DlNM4YrYlOgjtqNMMhCdyi3ZMeLgNk
RTEkv2rOe8izvSsV8o3ZeeLh4RxZnQBxWulBEJ5c2tfUz6tpK/RY1he4J2TpKcdatDvVvcjpeVcv
pMrD7Pq2GNTACpSnXU0hZaAbTESHknLu4WseHZwBKenxkkPTO/Vw/iypkjlaR8ryaun62t+WAEDu
booZjW5lnMqegFdmGhs3xslqM1ijBdOg0D6XEVICjlIY3XeETuDwgpJcI5uLLV7rLZeqFRtNhXnM
HB67M9dqzC+jW5sFRk52uspQQqpMBAcDg7JcBPBCHWPS+0H7MbJBOTj+Hm6AhVbDNRvANdejFsU8
TF+nlBIkR8/lPG1ZYX2IGgxW0IyQyVFDfu6n9nyqIARYS6/AhYemZBiNtsOOpr7q+q0urAXSkm+6
deTyeLUXbdgFhOcNskdFXVRZssejSTyFiOOWYzLOTrpVOpDdvm2L0TrZZsWw32aKCo86rOATeIFn
lGfOvDjhGTh9pS/KeKhAIb2BdmjoguFmIhDlaq7nzozmRlHUFG0a10dfa/RBE65ABtJewuR3gSWh
U9qjI60DI0IarjQ1CxsiCXoEBnKre+3U9+nbwjihA1froOwIvy4ptkfbQm1MuXoy8TqH1TyWwtuK
uAncncM4ydt71RS6q4MAPHU9edXXkCSGC9kCx2/ssBjOyhhXN0yPnMyF5t6MFtJtolA3y9SP500D
Qz9iIMsr2Zl9OkW9KlvvRHM/YNGSL8AapT/RgfZG7j6rKnPjXRaPJnMDgNxwW1RTyYh39M+HqTEw
tzRy/0J3XpFtTZkw0WFTZ3ZvWEOORgxbPTTfOAgUG2eg/I081laM0dh3+JPSqZptOwmUO06gbUFz
owKIHiAXNVIUp3ueBzHCQ8OAnmFPmgnYRJnESZ/0LqYi0p0XPPP8NKF5dBKYcL70caDCmwvOUVws
9beya8eXgVYD4cww+DyxnfQu0nBo3ro2diiP/RASSlqNcti6cQvjy/7UEp28s8rEh/maJean3HPw
pUAyWh6HguzdrXKK+QL7Af3oumUMoazHKs7qsnrbZdp+8ZqadO5Y6hT7Om2lZ2Med+fF2HXFzq9k
VRzKGvktsybPuJ3tcsEgMK7jL554iBlbREnpDt/KSc3FVTC60z3bE84ANn6jmFn4cfjqwqdw0ef0
8/WMEWEZJYO2HzLWZQmhRXiQlYshlhsusP9JNC6cbDSqdGfa61f3O42VexV0aidbVTuHUnoFqlbM
Zg1EyQHshHbqENROZf80mwaD2BQ5XbgJe8sHoQ0cbPS0880Vsei3Rjs5z7Z2PHh9rgiGbT378LTd
PNEsfaDctOp+YH2PNVR8VAwjFMzQ83IGYkvNZK5B6YviAEvN1fG/Fnd1B5UPukXevU7disEITVYD
Iy0UbBv0c9wkx7fZjcyQQoUWGPuz1dy7x5P2zlFtW0aqKDBmqKFftBHzVsnTJMKVMDbjsoYsSdcF
Jk9Ti5vvYrlnsCFmJJlVHftRiy/hfm5EkBLqLo1pq526vU1kir9tTEjqM+9sSCbNgpMcQhV4cN4c
0ErC4RwpQnw9ZnBmkumugCByuzIdv4rQq3khl4p9a1lUj/2BGch5x3SoPQP6oPaYqsQyQC6bCepz
ncHjEiUJihskd4u7W8waNkXYLfZLkAb5S89/+yjGZFJERamYoBEHk7q/p7n9/7bqHwILo/8Mte/Y
KcHa/+jDs37gX12VDV5HShMpCiZkgX9h67b1G7a5BETw49Aj1vXfXZUHIB+srROIPBbwuKr9C1v3
xG8e4Vr8yAYPD0xX/J2u6kNKtDBNYRPUxfE9gjVc/NLeezUtdoNRd5qt9semfS6W7qmJ/e5gWIt3
0S9zeJZacHNDJwwPgUUh7FChoZBiBNrAcxU4kNVyOFvDdu7/cAn/Ah14b5j144utqaB8sZA0JVKs
338xASCT6cI1We6b9rzqB3wO7I7tsMox+vAMEMKfH/CjIZG5hkgIy6eLwpQInsn7A7qmVmkHAsgk
TA6RqQJ1phyj/4U31gfQw8Q11ebkqA4Idxfhj1HHH3zASAlm+W/UGpE2mBe4Ojj9hrIAez7Dse8r
247v46G1b5pZJ78IW/zg5M6ExvQBe+jfmdisZ/rhDGXgtGMtyEFyoCs8x/AKzrDOgBqHVTiJKQRK
oHDyoRhhVLExuqCCupsMyJ4IxbkqROdfI6gMvvz8slvrUf/Q1v/4VmyB0IoIjPNd+4MLIptNTNg8
4UVycoy9x605EjLagU4Z1cxivyR32UQN2A7deTNjppDMFh7GeN0+ApbzAFrhrTGUMmGTFRhK/OLr
8ab9+ev5TrBa7zuW/dG4DUVisIAzou6JQ/TkWHqzxbvq6wTKeRRzDtupXHtFPwWEsCzMVEPlJWgK
/fq86eL+F5EzH18L7qFHhhb1BJtAYP+4x394fvyFUivpVLJDJsiLmCXlsGtUEuxEYxo4HYfzL1KP
/uqpAfthEUIFC5b58b0ASS2yFH7uDsJhsV+mAYNwtPfmJwXLCisWNtMYfPw7BBLkV1nXX81ALLva
tpozg/b+3tRoyH9+V1YHuw/PDI+yDTUAmIgB5Icneeo6r8UEDOYZZLBb1TN3Q3+CFCGW07FKxy4S
qgx/cek/LhCgYvShtseqxPvDgvl+gbCHxhlCmWa7Wsj4gBHieFi8ov7F9f6Lo7jrumd5ZJCEwlsf
gD/c4MrHcCbNcTSYUHmCI/RQWJDxlHd/8wpiNrVOdgFeQ0zgvA8egVXKMpFnzP3RtxaXNYacp8qX
yCkg0sjDMtAyZkbp3/z8qD/ict/dOA77Aw8ELnQcx/1wdr1bhV5rpu62LpHPrERs4zuc8qTa1zNI
V6mtLo4YSTJh0IaaqTcrVNcRrqW2joLAQAZksDcyIgtV/yk32iQ51I4WUcBwC895jxEQIqe5uVPE
6bYb4S7TXYaA54JHybnOiJ+8bT0H3QJu2MirWqJKLuLFsegOB485RlOa8pKsvXr1NkHyiWLOrq+4
jJ6HdDuZdn3lrDZszIM3arIxn4mJ6qKPSKz+AbDNvzKNUlf4d9v1Gc8JAp8JC+cOCUHitESz5XCe
kLoXn7ogxW4rsNqY+Z4emvFEdqpf3U5jFR8bJnLBAbtp6th8GYvn3vMWiV/8XDxMoZ3KKEC4NG4t
xn0pWQi9UzIZ0+LFsDNFQE/JCAXt4KnD5usTwGn7ULgZVXmpUOL9/J7+6V38cUuxn2KRFLgcrzve
Hx7YossWW2IluBXoqeG0FvIAgOzv/BZFHUTx8SrBY2v384P+adNYD2q7ROwi/GZ282HT0FLGgxM3
GNg7yt8tdhnu2qpptrZR+X93rWHtM1n6OEP+Aex+f35dB6fTJ5QSdeCQnlszHFKZED/bOI0LIc6d
975vFL/Yq//iovoWRAzTZq3HZeTjRY3jEUYXvkBWHfaX+Txdy0QUWxcAZ2sK6hP8HMy/f02JRket
5VMJWugf3p9o7TqJEc/wb+k03X3IDccuLEDuC257/Pnt+9MuRkih7VCC+HCu0Ft9WH26zEVgMNTe
tvMBB9i11MmsUkA6M1wuCTiYfnG8tch+v2FY5OmJwGcLd6mrvQ/PSyG8tsbSn7hUsg/3sCXC7wGz
7pcUqcnnIS/tJ6jlgz6Y9RoCUqp2uSO4Y2oOJq08fEWyRA4o2scaeEyZN6B5TbJ1q24+dZUR9L94
pf7i6Q5YG9GZwXph7133iD+8UrILG2zuCF2u4HhcDENaRm0DIOk33fR/cCjqUVxC15Qf4jLfH2oc
4WS0FbphK0GygM98esogZkcFq/IvbsJf3QMBKE0XRFSS436o6OfE7rBuJ1qwWzx5MSxAzAvVIRL3
LvWhexTZOdOp8RdH/YtrCZ/VDYlwd318Tz9cS/A8lPXGIraDwCA5R8gYKbubMceb7MPffarpIJx1
qhmuZKqPsUTJtAg8GkaUUJCptpkr+127gHa6pLpvrbwv/lZ+68q4wprZFa7jY5/K//7wUMvEycvQ
L33k9C1SY2NG0cUO+4sn5M/vKr+ZxHiOxOruf4wbbNPeaEIXR7jUn8PIsNLh4JQJjG0/xNg9R033
86vIr/zTy8raAhEJXJNJ358SY5GwweGxK3OLo5jhbDNkcT0Goe4Y7q1+CqsNPvbA1d2cNGcdMYu4
7uneB/NHuTFuIN1kd+TohGrXkc+Oqtn3IQ+mI7O+mbAEfC0KDwZ7N1FGIHRhphJn4wNVewtDem6K
15QAg0OSOvp7B75/HQ99YSMIHNi5MejXq1iWvXXTBV4c40DYplco/9XzlJmULYZwmYgz0kIR4XXF
F6z+MaZyTdLsVpuN4S2pkdWgsorhFmvH1i+ypvxas51AtZIFJT9NmvnqKqCdiFtf3nfD0N7n3O3v
edLJK2lPYUoxsuBEG6ge1lDaGlWJMaEA9sb/n8gMz5zqF0JqenkW4mW4XkQ533hGKjBqRbcv912e
zvlmxsLmyjUUGGhmDIKBDSEuq3MBcWYISGvUWFOM+L1vBf0+7vpf/Qaq+A6XfPszzcL4WBA8Fkd5
oUmbGQokLIjNZljuo4KT3oFCYxEI0whLKF31j8koqmaPgRx93FTbZbEnrBbk0IKLnB/SSRBmOU4O
un6+FAvSpIrydZk7467JwwzeTyv5ItrLuYSDmn13L4uYP6Ek9F5LJZPvvj1qzitPY4wzUx3fIXYi
H8NudXOtSEF4oHTre+YNKVGqaMwqFDhli80ethl4+OmcABuMBu1simJY21wXBiUQ6voJ7Nd3MB28
KKCrD6fBD/p7NE8+8Cs4MSPNdq7OersiLiBfgvAudKo2PLSTr88hCFZEklgu05cGP1QuawoVBAVY
Jc+5gwTRUH2u0TdLmePmFxsMUrm3/EV4uemCqMgZroag7ocoNJT4nJnIg7dpnQfBpQ7K+mQQQvHN
ru0wJ8DBkael1/68y7O2OqVEh8GAc8z4lhR4+zMHIjYKalb9ALN7ueO5hsqHPfn41tbwEA85KUsV
/hBscow5ZHvtQ6f7VYbbe5PyH4sXuA7W8gHoATyQ9ed/2OPSybMKC4rdtk1Mj9h0v96yBduXg2/o
HWVHuXFMwlwIiiZ6o3BPv1hk1rXxfSPiIOEmngtkLqS1/UAmqGyrxVi4RgmAdT9ecKs2SuEWtMXM
tInK3mswMyYousNdcdt0CjNLtxbXNjec+eqg0Wobv8px/vNWxevs09ZSpVCJeR+2qt6A1WiUlr9t
ISOCylj5jbHakbVJWNz+4vzX3/Xh/Cm71pPHH1xArnh/+cO8dgZX9A5iK1+fphrTFSjs1QXMCfd8
9qfua+KJajtmIPOWSo0dDUgdzYHA/cmXSSSGmYUqcKv9z7/Yn4sE1wMMXdtfuCi+/aHJTgtfI6Gv
iNImAuDCHPSqLvQbY18HTb+RuV89GP2odz8/6g8U5/3lcNlvOChrlh0AN76/HAshMiniQ+ahcoyv
mpQFHxiwOVUDnn7MiIb94rC3+EYubkTai1OBALLcSDPtng0y455+/n1wtv14fwCM8VtHjQg30SKL
9P0XstREtuuIHSOhGsOZmxTLKlemLYQMiG8ezIo5tVHwD8MVbBjaEbvh8cEdzXTOYp7hb+MMZhox
QxCnKYdFGJVFkvNSLZ5r7lpFfUmwd66aEy0za10VyumMoSEyP2W1RRM1seM95INpHm0/1zb7bzvC
buuQBNgZeUYbdsmCALDMYhuVNoskviue/5h4MQZtzMytbuthMY6CqR/SK2il2JYyrKwZ4Qe5ifFH
afivTTWxyPRlq6eT4xeYEQhP6XtkqgxAZrefKywOdXyyuA9PTuOQ6AHDo+62qi2Dmb+cduVrG9du
sSvnwQzOihmXy3yTQijs4PUhualdbCeEfe05TXePqcnS763Faa8RDOFJLnvfivduNuNzm2Jn9rkT
QAkw7JDqHXVgY67Ve9gJ1cqvbkbWlH4zwZm0ojoxi4d2QNueTG7gHyCMA3glTddV25ZJPBFwad+u
emkoDZEztLBsiC77ltVBZRzYF4vyjYmN2X/GUMh07pcw8exjO0OD2MSzyswds058aNi4uxMcy/YK
EYY/XrQiC4l4d+SSb+diqt1TpvtWHeakJzZMeKOybu38v9k7jyW5lSSL/spY79EWkIFYzCaRsrQW
3MBYFNBa4+vnINltw8risKz3Y23NzeN7mUACER7u957rdkBjLALgu5oQHdw2bh15dldWpVekTXgd
9ZVCqoL24QFUj+3Sv2DgwK8ZgGSbuprZVRGVerU2hC+MbW2K5htxYcMtG3XwTfIQgZRMIhue3LzM
jlWOdqSwtPLFRsxPhRaK5pXzJCr8NK59NNVFVPkHlwS1duU0A6lkVpbQKQD9EEMsaRAhDFXYPjSN
syz945Tu2qlwG9BBmXwoqkGW66ZOMZ1EUQFzVpodkI3GT5JNSyC62IIFTBY3WQIBJbR6eR1PEc4i
rDu4xmq/DQfEWG3zRNXQ4BSLFVPYoo6yCbwx/c9tnUbZY2sWWrZhdmxT3ml9+WOYVBHuSwsBvpfl
ugFOA24/ApyuTutdhSTpIp5riMQiClzjQuXL50gUPHsifUM8ZQVkI5ZycDalvxgK23nouzUP4chI
v/HFY6jnPIDMQbQ3Z4ilBNeQNRJfVmMn+4Kh6EtADuRey5SLohfbjVhLPTVf5nxyXru2m7RV2/nw
tIyEYcJ6amrKQsyTkVhOrRqBCJMA8R5M+fhl0GgkrqGbgwvRUMJ6geJJWy2yiF1F1CWVTeC+aOCU
0J81SKKx/lmwfPuyEY9d0waNF/FQnRH/Gf+wZaPdBoC+aNKnUf+mOyGey0Gm4jWplPaAAVYSPYoo
9TZrTRAOEW2ae151NCYDSQmvSew6L72hugebKMmfQ+/0l3VQouYF1TxB47Ga+dEgBvAtbTEro4ju
SImIkc8Anq9DtEC8Z122mXKms2grdAiBdOCgFnOwJtfUdbB+er4/oagZJIlAq2XQtDEskv9A66Z6
xGuZ6tcohXyUuKiliT6g7P/SZ2HCnDSppjPcFKAYMDPFBkmIVZ9vujbH7GwwUP3WjHYwbIakTcZz
mUqrhy/fTDc+tvAXqP2OhUIsdx8TcqzPmqrSmcin/chQOZyDSx15tYnKUOqTV6UD2N5yaAzL08nc
q5jLTKa9X8JIsfPC5skPhCGKCMGKRNyXgMK5ykjAHQB3cAL0THCg+qZ2AjAgue74uKKL4onkNIE/
UlnRvDGMvvluLjzJtRvE2jU0wSSgpZ93ZMBxYzuvIpWQKdSYiKeh1Ui/MHkra6zCNDi9CKjDE4Z+
YjDVXOfKK0ZM1UXEnHk9iITxVeAWSXItMU87a1e147SblQp+mlOVOPuh6LRnfukaEAwKRmgc4UCZ
bSM86fHgE3GKY0VXLx1nhBW+5jjZxG5MayDN4iWPM+mcx94nEM8LiEX8HulkE9HvlMlzy3T/thIM
GtaI2POLaopmE9Ui5odV01mj77WWBfSHDDyt3gxmjqK5dovxLXCMAgkfdfOLD/j6rQ41rAdhkbOL
tohLc6L8mu5itKqCGRPaTIGYDfgKqsp+PYBvRVmBZVmRxdDpL1ndlvWeVJ1FAWJkZDXHfjRYnoZS
jw5wxvDgV4fw/4ft/3Cphf7vYfv2a138+K9Dk+Jsa34fuS//2q+Ru+b807DpZrFjMdl2GXL8W8is
yX86jkW3FvW8XNprlL3/EjI7aJyVyUiJ0azBQX3JuW4KYAr//Q9H5x9xSlFojlGru/Z/JGRG9vx7
6W1bNqW9IIJn8dUxwTsdXlFlhzrWTijiMmpum1jpB6sOHny3jTZ9P/kHxSB6QzgTtvRSs3eGG0dX
UCWMsyhO8q1eD2u3dML7QCTWfo7CKxwflMqA928RlX0ysTH/9G25L8egOuUYx4nOb+e0wcUaUWi5
6Y2+3jwhRdJhkxS1+1CaBTjRwioRO8fqYBgl59fB6qo7dC3ZiLom1g9txDl3Q7cs25Ly4u5NCNwL
mIXMU0UeHDnQ0dwpPO/aj2SM2ysBU+IqrjhlAOSE/2VY8XwbOvBhsIPY96XrB+Q2Kiw+0CQy2jia
4X9vAkYEgDLVj9b3x7uQJGgwsdTqN7pB1zRKZUn9WvvpF5VkjGp/e/xufh0SfrcxHAcc/3t2WH5P
/s+MgJOsZDjoLKX8b3eohXhm2bQQvIDsBWx8zUWYFPCidACk+3AQ9AfKSFIPghc4RIFBlgoD3OEO
0XeRMTvFETLzFzZg3EJ9kzulcRvR96ULY9vZemLD/eQb87yePoE2+n6+7KJIoRV/8o2ZzTVuw5wZ
TEmg3be5nx4EMWDfWgY1nLY5CZ1h0yHr2g5slFZM5/eow35aftGaXsX8vfbitL6UcReguw4qNufB
FNMTBXX75Gcl55POTwZSj/wmvKN6GJlqdR2YqRlU0Qi2B0ysVD77MlGkX+Y4AY6R+imnTJwGCKva
AX02D0z4vUOq0MOBtOx8JQZSD2ChAkdG9l3ezgMJID5S2wqnzETm8SDDB5kP/gujO4h7Tpjd0cgq
v3aCy4jtGTL6rMqO2izA9DNmrvYaGl29n3S3+d6kJaXUiGTO63CETut+dtQlvggM0ridrotsWmgA
rR7d/v0BWhaq387ixwfIdpdIRP63vGgnh0+twn/qCw2Wt1lFnOn8RWQdc0vwjPmRNwY1VMkB8emK
6Za7oV5cyOaddRcPTEo9EpopqYXXW3V/E0l8pjBGhP5QYS4gARPVxzW1KZu4Y7Yh3tghiC8V8BOy
sGf0wJtBL6dLvIn7MszrATNCxI8kLL+nR9QF3qD3F0xJURnaaWfxL9Ec9CpU8RumYKzSudY9pX3B
sSpJwNkUTRBe5jjRoDQ4SXzfMgNywXdOtWcKpJirBuViwkVNIFYtDPQXEk2tTokNwdjn6GWGJmcf
gVY/aYzsXAMYdknv1Xa2RmqUV7NGBUwHIDwrhoFiKhpb8uxxAVcXIWmlZAY7kXkTGc41CpYRWVPe
hfuK/I+uQmKJmgQU10RyTenLZ4ejGZAWErTva5dW41pG2rkoAspM3S6v45HAG6dKxwsrM9M7Y1b4
Dz/57f/w0yt0QHiaGcI4px4oGk6JI/TW8LqUhytiuHiRmMq5qmid7ebBpJay0+atAIXxyfDgRPn1
66mDv0K0o4mQzBAnHYYsALWcDYSSNEZZbGytHF9j15TntW2cN26fHqy2q3Y2TCVevNBLFQ1HI+rC
Sw2PwAbgx4DcW+SfiCyMP7wMjq5stVjRhW6eNsH00YKvkGIYBZMEeMyS/S6m/wYaBp/bjGthSxvA
8fQSK0mOs3Alidx8DAq/5UjegCMze7Hran+Rv5rijI63A3XPDy5oeo7o+HOkrUpVXtXY4yfr6qLK
O32RGVlQWFArIJc2T17kqbMygpQVtC3Nii+IRIBx6uvGlO/9RL/PyaUlLyCu1YtIM2rZOKmvk7L8
GWaxj6bGDgE9IF2V8SrFGsqfWSaurUSv4q0zlqiqCyO6mkRVnWV0LsP1MLDDrJCeV5ta1zvCyOfm
CgEvURQoIDY29/E5JdTc09Wgb4aC7NVVVIryvCAZ+Lshenw3nN+H86bWrmN/uJ4dXNwe1qvowWgd
rKsiUfV1xnv9OoAsjr0oLsdL+Nps9Fk3niMY9+8A0I8cRiKeXMFRl8WKc3Wgn2sOfsaVNsAjVChe
YljDZbRlBDjv64SVyjKb6cVo3fAedzEVdKQb4wqgTI+Dl2jYOyvB1CBre6TXNjkXSM8fKydrv8qJ
bFcQXc7aP+4b/RSG8yev5Z/2dMkr5hjM85bq52RW2cVWntCd1uk2Rf6DQYbFng4+vbE87ZGDysYj
hCH2iOhyzqt4rra6AFaTBFjno64rtmkmvk6tHhOlE1qrGk843WU7XJXl9Nmw+BineVJ/0MFlu0ah
ZgtUPTyVv9UfTYBboQuXKIg+S56rynTPNY0eCuOLbR47zpanydwJp9AhkTgBNu7qtSKW/Ey5QwyA
JFI8b5bptRrkzBza1aHt+up81kk7bALSh93QeqwmLLNooonXmvX6rgxjbQPey35lJh5fkRgGLUR2
2b7WKu2zH+N9r5qVipH9IveiKU7NbJ8qBLUo8l06hFygnhjM1nTSgYp5eCa0QIE6TeRGJ7SFLWuN
P6tXcOJQB/LlO1ugwHa+C7a1z951/cM6xZdCf8tGaiLSEKdVfOlmfi4ceGQ61oIbCxbBRpvqztNl
fyDuKAUPnqtV674wgtxQ8J+N9LI/aZa/Hxgcbwy+S8UEBU0VM9qT9SYCrjpWjL69shy+oed29r3C
vZEBnPhkWV5gHu+XNosHi74mQhiOVBxc3j9kYzPFMOZTcneCMb3BY6KeuDDqbyl5hjpf+xLNVNyw
ke3ypjFy0jKkGTwx54X94o8LaNi2NbDKFg1AqVL9LcGLrOYlna1Krd5ZzfRCybpKiZkpTHwXBYfw
eEdaY3NpOFREtdlYkKQmhTsJ/eHXPJUtLkMRVWcyUKO7scz4Ey3eUWz37tWybAzK4JDo4JoOOqP3
V80hDl5eXtHWoupZ5+OUefBJ8guAhPNjN1k0LQM53NWItQ7kQsC6xTl2XcAiI1EnqPjrdlxfZoCU
bVyT+XRfpVoUEFOka2+Y0pp7XSvPRVcXD4swC2Rl2Rc2Q1m3/lpZs/tE3WBve408X9AgCcW2Dadq
ADMAnGCgv6TIdkEUVAIWWFzcZjaX34daA+wHd+M1KBz3JR0S99zUDPk2tBZVNY52+yKplmBG+EnO
uewWT2ATJgfMU0ArCG3paFy5r5nRpy9ESOBpUsUjp7RehyXZFDtLj/kkwB0EkRnRr0f6/9sa/1C8
Mv93W2OHx/zbj9/7Gcvf/5eFADcAp0w6GYaBHgJ9yb/7GboilRdRDMsPBRx/hRXi38Zs3AUWvmtK
u6PBflGH/KufYVr/RGrNkWMpO9nhmIb9B1m+J6nvLMucrgmbRhqLjBTD93La/G3/GZZAac2xQdYU
U3GG8Hm+VqIK99qo2o0x192VhZXxloESET6ImfYRD/n+t5v1h0P4+5Xw13fAW8HoENXcxy1idKLB
RLWFdhRo5r6YRXWFva5GME6E698/6v1u9OujuK9c7SIlc9VJ3TwiE7B7QZgCrchsjVOTAXVeNQT5
fPI5S43xv4sPH6QE8kEk8Ysunir9ZMlNWqCPruCaitGHQgG+DQIl9Lpd2vYOmS4Zdj3bh5O2gsSP
vUdMmaMd0KlM32x7ii+RZ9sPfpBXE/anuoR8x4H2IZn0kclWn3P8r4aWRkpQ6IzmWr9vOEfKnomK
0JbpEJjziMWZqePrGBn2BhRNHm1GiPANXMB2+C5zR26gGC7MiHip1kJXRrgkp9HGq+Ti1V/pAVm0
dd5a87bWKHO9bghliFh7RjzJaQta5Sd37eNNU5A3mNjwp2DHev8wjqaR4nIS5DUG4zenGgMc8Vpy
9vcPOfUsGLyHvI3ugsqiVYhP5f2nVAS8kG+eEEQU4KvXAlILJ3+0vImX5VH1Zr3RNXuidaIVBAMG
un6NSCPwojqjztdx1GVAVr3WJY6ZUZhQnzw6J5Itvh6WIpSDlkvlipPl5I2sSYVOU5is3twQ5lY2
TgKoWhM9ZlZUoyEE64e/3xDj9FnlE2l8IRLjhqAct0/q5THDL2n6zKJoqkePepaQFhsKQlKCIq2+
BQmAplVu9dmzNMKSkGC3795c6u9oo8eR3XtyoOdktMB3tj2ZPraXklQR02Uqp68usNZwRxoVc13R
NKFaYQ+u3P/8nqEPRJqIMnHpzJ681t0MGBtMMw+OyB7nOm13kYVtv2uty9JQ3/9+v06XK26XwtqI
zIP6gqP/yfOjURumaKA0TI+mf+lbs7WDvTtd55pvXvz9o6z3lZtcHgb6tjS8lWXCoFUnx4MQiJfm
dBrBoT3jmk2WgtjaLuPfjZ2gYdlXroMJ11e4UVeTbQU/ZrtWN/RnXMnIsyQBSqSBqLbkjMbugZlS
8tioUd44BHWDRU0q01gBNUpsZizI4xgZ4kINMuF2XmtHqvcohnAND1Hf3xR2WaMEM0e6R71htJpH
Z4k8miHrKw22WW7ctJbjq2v+oXM7EGX8xnCa4ybTm/KsyDldAM1iRrxqnYLzaBCFgpyVcgpJMmam
tPv7vTtpRvy6d0d1DG1/at7T3ylxCdlaDsUrKyx80juMEoORa4whOruxtx9zzJgvIHxAtyGAcHaQ
QstwA45YXddqir/jAKdvGXVm/VYXyn9pmAreOKSbw4jvSUq14yFhuo4h/4nAu6RdVbhJv/79Ik61
z8cHgCcAsZOrlpPU8jD+tj+3aU3yjJ2yj+RFTJYI5CEKQp8kbwWoUeQIyxdInbtr7apdNwh/V6nN
sKx2Kt+b+5x4uCroHVrCbveIFsfEmsG2s87ahLyXv3/Z5cH/fc9bHlYaKEjekQgjfjn5rj5MKItj
REBvxBxwNzCYtRsZb/7+KcvO+f5TSEYEw0WPyWJfPe3Ylwg9Ar8qArpIPsxoIccLvYpgP5HHTvRE
MkCfMAN037nr1Dd//+wP5dKyeWAwpO7C5QPT5mShaWpy0cO0DLw2C6e3yoE0YIfldGXZYfBI7zEl
bY3tge03JaFcg5EQocKwu0++x8c9gm/gLrphB0+gOvUZSXATWsckZQWntdsSHVddcBBASTnlKBAF
U+RPduY/fSCzN9uSi9CcqvT9YwhmukeDiL2HQCLOUlPh7FunwnQ9wjsYW5l9sid9fJSABLHqcYCj
ocgR6/3ntTw2IcMCGtjkDa5Lvc+9hnLuP35g+RTKQNt2hMKucfJrpqOCpjBwVWGtrH0zwJ5H9PiZ
X+KP13KcPtoUBgjV3l/L4OaokhTXQucShpqWVGtN8FF/fzT/9Cm0kBhm04rmvTi5lsxnie6tCDVv
hUzAYjqwIfn6M+HnHz/FhetPAY3W7NRQaQfYSd2B5UiWHWladmum+6Htxru/X8zHd5zWDOcRY5np
mtir398yYYyR7cATIT4GFERhjua25K/ugLU4B17r6UnFFu2ahOyrv3/yqZiQFxxlvkS9Tk+fP44D
4N8W3HJkjoMKh8NIxX9ctHPx0JKotQW4nBMcBD2iSMitIdAn35LC3KTqgSKI9A4fGNrfv8uyXr5f
6UyTFj/LN8dGRn0n66lN4yUKyf9dbnb5NaiWdHjTKvfKmsZPWkTHR/39Z3FY4STKvUZQSyH4/o47
8H9HYWU+yrFZPfG2K7Jn4q6XHicHy/KcPBrkNhqEOLOhf8qVm8Y+aUCFjw4m6MKnsh2kf53xX7kb
LfKaV8LmWLnNOuZMCNk60B3THAGvAPQRg6jpJwAKmp5gJAE/g3hbr0XfelDuuI9Ajp1dI2pzbyHi
CT557T/eV8h1sGjxUS+HNLk85L/9xGNdhgOcdkUODmV1HiAI1IK228+mk33yVn5cNykfoORhy1ps
aObJuslpIR0tvfXJjCjFj6HA5aG1EPlaQ/0sqrz9pOb5eGU27XhkCZwdsPW7J0+MsolIZ7BKWtM0
u8i3SkC4bUtQA/xr8S8QH0Tl4Edx8+vheDc7/1icclGc19mDaaKixn5/H7Ne+vT5YyAkIF9WpZAo
6N2mPJvBrG2J+gWHlZryCdSvcdcBbDwIMxEEtdrJ4e8vysflAr8dsmOM1czDnNNzIwEmUW9hYV5J
htPPRjA0uBEQCq2qujI7gl99KNcp3F49yuxPSvSPt9zB/m6xZHBo/XhmTSYLyxu221ULzBO2Jed6
MJGASLTxsxt+uvhiYnQtrF4LRpkh24dTDhByVF1x52Vx943Otbb2pRF88ggdt/LfVwIOGjSnWdw5
hKKOOB6ff3s7YuJG0dajOUbARrqsxqh/B42JFlE/jePAjA5X3R4JGoo2zckHKh4z16Y1GDPdJtnX
BTxntaHTeCM/N9ltdQ6xCe89HpRh7OUti4ENlsbGJ0zHWYueewLrCSzCJ1zcBGQNlluE+uVnUo/T
H4rr4ogrLc6IjEzYIt8/rUwsS71iNuIR7p1cBXPcbyfMZRe9aRef3MOPPxR288WIudileT9Otq/Y
wnyARbr0tCZr9ySTK3LHCSn6+1P/4YDDw75AP8jtsiGRGPLkbZ/IvnM60sY9kHHVK+KHOF7RdtJi
jns2WNDYzqD4qb67b5u8YD3vNZYCUnWbl6xpibktzHYBYxEoJSAIFxr57mHUIqeEVG8TfprlEI06
f8HimybiPrL22tDr5tj/rL78UFhzLTQeaBowSddhXCwL6W9PHfPidq4Yr3o4CR90ldVfmwEYkDVF
8sxqLLZeMI53Y5lFD37YVxeOUZqfDAw+/mq8YGyzeE05vcjTUVyXpRLSNHTdwe/TbUQSF+sFYQ5/
/9X+8CmUgVwhP9vyQSd1WtC3cUxSTevpFWeW0jDsQ+/3n9mBj02s928xMx/UcNhDKaFBdLy/nyH8
pwiiWetlcgSOFBA6Qz6sTOp7C8bUqxya/hrZRHNXSqKgCUMeH/G/m8OuLlUJcdJEJEsHjEKIcYIY
9k3vluWOEFTxs+rn+tKf/ZTovHQmA5l0n+yLX/fD6IUpgWKE58EnYJgm5SP9675dT9gxrkjlYKjW
15V/GWG4fy4IWMNFB4C48QI0QZdzUhPQGRFSFnjNgMg4bhCIHOxRjJnn56C9stKcv6UAIouV3lkO
tAAgs49pgOBTDzJZfPKGncwJF2opRl4wPxQJ/KmfGlow73Pw0cfaoxQbnrHoqZ8dbqo9cnhiOyKT
lGyjKcaNilT45mc0UHK2iAoh2dyVn32Z5Sd7/5MuNYRka1/OnxRrJz+pnqkZsC6+QuMO7qi3ZBwF
ZLJ502eftGzc7z+JThoNctzRNsfM0wE6oJY+CzTokxKkaHeBQm4GkpAT0+ghfpOYMMM+yL1aWvm0
KY0OOLLTZdK4EV1gPPz9fTlFmMAJ4KyNbpOilIt2TquMscG6MEkj94wBtQS+FyYWPC+DUivCb7qf
jbSbcccGRWggKB7jnPGFTscLf5LLFiSiJ+YfODraUus+2fs/Ph98N6gCnB1ZLoAgn6xamc5gu9KS
wgtGa+y2+hT5mzF2u592mRTpIapUirMiEYXazouVZOX2btttIAFo5+WgnM/2uF8V3slPx8LCveKx
xa4tT7rHXdaRVhZkqTcbccMEx8eujSshnfXtmA42OXym5d6a+ZISbbFZvMZt3iarBOrlK1nk4rHt
CuPZyp34PktAeODYTR9TcvZSiNTd8KyLZnygT+U/+LaVJWuznvRLIw0JsaOi5oJGy9QeLL/RgpuC
kKAUsQnMR7YUM3bP7GG0Lw0a/1+SSNd+wn9gCt0bdseYkuCzJ1wjI4tPie+p0Vv1jerZLdmarBE1
kTtb7grwkWl6rgoluEzqJaYeKovfliHwmc9wZFpNBlqZFb5Z7UeEcfR+jkF2bvDwziS4VnYBwpVV
5QVvWjBvcxnmXyqb1Ya+tI79oxMp3W7DqSXhttVEHgvzbhYwlxjadUw70dnm9iQWio5KrXVbuGAb
Gztrh4uxF2l0cLPJ/oIbDeIh8YH5k8UEg3UqcER/pgJ8CfioBsC6cU983w4uqRvv40oJ7LJ9AmQ+
M+gXrMmLUI9NnhNRFcVxedeZRf3oo9gkJIP5HIJLhJzpCnxXcpWMUftksomU695tyDQ0hvaLG07x
RYGCk3hF0REh62Rz/k2MTr4xMlicB7Q+DLMJUnbwY8VVDSaMrFEP6rz2o2q1Cr1nlM9PGsoBMgj6
QDMOAFqYfiSoaPyV0aRutG2RDhItYcEuKewZoPDgq1ub8Pdh406s/HSIu+5rq/P8rAo9ngPPbOv0
a2bnJeHP8Txf5knWzLu+I8mAhlIOj9aJn6uyANyHkQqtatkxs9su1B3O+45WhKscvqN7XoRV7LXS
9LPLAlwQ8R6Qmzsa2HgAV1OXZVcqqxryXHOT6oHEza6+6nDQTEQJpOiQtYlYBLwBiDBWsVsBq6x9
slxXwpmVvjEKnK3rwlTsLFnTyR8ImDW64YUxZLRiE5KZ8RU6judbNN+vpTlJRnQYFOSud3PHQSer
wYG2qzppvYnpAIkasc6grrcjfSUFvgZC6xOTYKkUzU5GvOty8/J5U7R6S2aoLWa5EuTKJQupojnX
Csw8Ww29zLgdM799KCOCF/D5xuFLUcPD8YZ57r9kPlkdniNHeDzg2P3LwefEdOHPcfjYG21YP3W9
mEgqNcshxpphkQRZZQmBSmYIQ2OD2jrGa2Vz/kZ4p9Pt6EdH1ef0ustHMiqQq+i9YfJOAp+7TYnc
aJYabfox9q48T8rGSHeIePuHBIdLQ6AhpT5fJ8tf214nIqQdJcgeXP6UB32mHcgjlARihd3LCGgS
2xA1mGCSEROq4Oitna3krJKHTuAWP08mpzXwvbn5Bc4eFe7ShFoUXRtrL35Da2Jo0QijWetjN74i
DJ0wGZb9dEPmjCCxV9addVaSvkCaNyK+9lwEgc3MNe5MALLuYv3uk/wuMiAIHYaSIKw1b7Ayz1Wu
JBhl4ZJJ7pO1qK+rplU7mKlQWLMxLYctLJS0I/jd7Os1Y4TiEnsfE5JxiNXE6btbOOaxT8asHuhy
G8blMIFEmsLvYwADYZMvtFrNqeSZkyvtwjBpGHqT5pdvnK3QFProCm7SoC8BRDus3V7iZsa3IITP
4pklzI91XlOZrHSmM5cDBM7NlGDF91gmYrUxEQePTDrz2N92rgzLgwhbH16A22flXogsemxbTEJr
OydKciV9M8Fc2Wh48U3VVkdd1sxMOYvAC0xIfI211SZ5tbVUjRTFNyqT2XLZNd8jJQJoxsZgQrME
1yL2Y5UI6OGmnd/JuZp+pIThpVtJMO0LDlHSXXBhsnkMTaRirxkNlZFwmzTrJZqqX2fZVAhWRkme
ZztHfbLG2mbNN7lbh2+AmNzhwlZsevvWFU3voT1nxhMpjq6Ed8cdTp5OFOtEsO2uwi6afwIhHe5H
Q+MgaxC5qVajw4RKJ0wt0NxdH3fV/SxiG+mffkknCj2P35/LuqGXkImrDHmaJoM3IKlvma3t8oCJ
UewTucvrTujJCChZW2VJ95BHkhjE/MHteWaYT67mHApe+ZpayYFTI8az5IeI4q0hrIPdC89lzIxM
+sp3BGNLla5dPVuTCYSEuCDKdFQ7GTr3cZU9N2zuVtmcTyhC7wvcJcPUn9tO+hZLfQX+/nLWX4vu
IQkylOTfdHAJmS4PFv+FZoKe3YabKDO37KxyK8GLriOr1rmrRB3OZm2vCFsD0xrkvvmFaCNW25LO
Nfya6w4JWbYK9bC784kLhUJKWs+eWcM5nVT+Lk4HKchfWqWNyG7AlY5r1K67SDYPXQ//HimZ3mXF
pT+kLLshv5KUt4TnHFrNmrlC7IV1/Uy98dBg1MafFQ5fRC7rvZjkrpjmL05ob6pGXQaGfc7vf2ca
2aOtFXs7wsUIXvzOLYPb2JEHO3kkvM20s3rd4RpcwUwNznnK2k05/EyqALSX++BnWJ+zoH3Uy+DS
Co1yBahw3plzeGhG02U6OdxjmN4NvaavSkseany+fhN/1eucTCM0YWlf7vLB2IKNjVYcZrZSN19G
zbjRQ3pvIdMZUYh7g7w3pXys0K5N/1pbSy7TIYPX2LVFeG/iMw2Rbq+1PohXWThvKi0N+Bo3TkZQ
sD48a9WLiXwy0OJvcZt+bwjUW0HKvQRycbF47RT6bldl1wSqdl6q6Yc40M0vpIhjdsaBDVhsPNPD
fB340/kASBtKyXowxPeCB2hTpfN3TJMDM/rBnq4Jwn0mLJaUYSdaz47YB51d3Q1wIHD6UcaRjGAM
G+EW3+Eb7Kexv6IlsLOrykaxGtMsaOtXQ2sKSGLJTRrV+8LmqYgD4Ym5e+PFvy7cKT0UU45LW7LE
Afu/6+qB8FCz/ZZ0CQq5SMMlCtOhpkgaZe31RX45tKW4qIE6bdmY3eeQR8ciktK+REaxd6dmL+BP
7kFzXiQ9Q2bpXlQ27JK2AACQmtqVEycQZhyTMSq5uj51DKHuyXeOvaGHTfNHbGQPg6u/yhprSdN8
7XtgIwBQSpIdhmPKg91a5Hnm5K9cJEsMhJOb2hdjiYbIjikRWF9IjBDUIFjkmxh1QIrT41a5S76E
zVGRGvKYO9E2U3U3qrBSh6aFM+cB2p4kgHZDx+RRL+kVYUNUk0cs8PwSH/MtpnCKwDn4JT6QOuyT
K+lWpGFMFc2z1Fz2lsZARO/lACB+qMF3XJjdxdBDs4Rr2cYBORtzqelri/CCa/9ID86OJOHwSBXu
joRhtcCGR2bab+JIIG6PNGL3SCZGCgOlGPXuwqc/0osHw6yIMaXIOpuOfGMx17COafvCPdbcBAQA
V61/zRYwcmWASLachZacBCGN/zaPoSgji4SoLJqFrlzVrvs9XJDLrdX7PLsLiFkemcxVmsBnrhdU
c9q2mu0NR4JzT1/ojLhfuM6+Oed4cI+8Z0LXsUVHRw504ScwoZsjH9qqF1b0yOZy55IfPrMPhp7Q
VLPBCz8QSJ6YmCS6yoE7Td4t7D7dGilD7FGvv5VHSjX2UucOBiImd5QOTgtP+si0ngr41rIv9Wkb
DuWwMNVBYE++hWF7MOreXgWA6C1kPIqsePNIzwYSQ3U7GAkO95CmV39eyRk52KT35p2Zova4qlhg
E09Qo8kNY6ngXMV1pK9Bq0Cv6LXO/hnnFVDoApLBs9W7trmyZRq+kTIEiN9J2hrcBgYgIPbBok7o
JsaPfldx2TM0+BXhafGldDO2difGYYsEXs6hV8TBTMqpPSBZLWWV8eyosrmZGWJWm2jU58cUfGmw
5uDuP8mqyd9AExkYv+1c/4rRiWAsrRPltUVbHPqdqWcHgvcIHtDNFHFQVC2DvZAsAtDZ8dAHZ0WV
qWntdgH8Cqup0CXQwBUX9EJad0/LI6m9wFHRXTLoWIqqtHiWSdkTliS5eIDo3GXmkNrSTR4GiECF
gC8M/WERyc2MpuwCmqTXJb7xhcXbIP5Cn9nZ3Q4M08qyO6WI9HX9fFX5ZXCIsz56Ccbc7NdaHMne
czMHKd1omN2bsILihjRrkxfbIgbDMeLsaUhSSJJxukx30drgTEl93sZVGuTuS6wQ6iCPdrPcS/Ny
ODQmVAsqJJGdR62D0d+kkUVOAJbjWy1oOrWmI8bcNnK6+JrcZzVjnJkcc2/PdX9Vm5kL56jOhzfO
GXCUXHNu223ZJ8WlTopOBWZfC99K/oUXh9TzjD3YNap1xaidVnxWuNQQDSB/yd1ub3Q/zb+S6sGw
ryd/6mvh+MUlMqQOB0+v0U/TKLy/aRTOt6CkZ04GMtPdXdZAReO8hO3Ko+wsO9wcxtGdxlEMQFSn
y1VtidTcaiTdtRi3er3ZlDMq8n1QIl+8Ma2SLGc5zN03mjOiXbtE0d87wZDf8J/tX1O94CifIEe6
DxVl7rrlIAkx6384O4/ltpVuCz8RqpDDFARIUdmSbFmeoGzLRs6pgaf/P+hOTJAl1LmD48mpUhNA
h91rr9DW3V+lLoKnukxIjWzw//CndtmbEkADLkGVTqowSJEz3CVjF101TRFl+1CeCLZpSp2K1gxS
2ho4ywF7IGObyOWKdUm4iTp3iY/XXvyqELr2GjjQX13dEvy/qUob+lhm/tBIWTay+jMKSqkKq9ot
gAosrEfnZnK1Lh9vY6K3Un+YMC3dDR1X9p0WCtbLQBlwtEMuNVwlKqJaadLL76MlxyQaGnLzWlZ6
2YG5ZYT+mmYfXc9pgNJYSGNHlAwSSHBcSQjFS9XcRLFh3CS4X+2GZkD7McLjvZG5pdLfMOy7TO7j
noWr9L9jTEkx9YDWgvUFYZs3rSwZCJRI+8WFIUhY4A3WGWzmTSJICphq3bURYlLZpqL/RkUrtb6C
pHByw9kgpwmzk+hxmorwJZTN9mvZVhEHWJiPug9iwZyok46D2xHgHV6H7L7bRyi7SbNThHNkzqXC
NXNBDGMzplPrloYRKQejtOVrpYNiRFKnpeCxb0Y2uUizEz5G1lSS7oLSeDHzSicHIaLBXaR1SrQi
sy51N9AeNN3Pci4jXoVT2Z2sJ1LoK0ptvWFQRZYnTGh0Pexn6n6oGvmtN0leVaeh+oWBtY5PCyEo
d91oRpaLTU3wZYpiRz1kU9M94+fY1UTKxEyxoCEkDoNAKyTFfUwWhAtt5B8l6xUmA17Lkze2oE8u
buKkNbJxYRqRlUTF6KJ2YqQFPR4mRtd3By0bFteNdu5b3ya6c/KBUSvkchIuTYA7RfIFOECXryeO
LrxD63BuD7WVzl7a6uFDB+Zd+ljEUNxE4UDidwnkbzCvOL+8sg/DR6OpmAxmCybqpk6sxbtkmgmV
7KV5Lt2oUbLvOPwY74rMIcP51KvUzFrFCS4BYwv0RfNBn83yR5I6ueZbYsh3BGfP9VWfT+lv8Efz
ThNpd18iSeb+TE1sAjQ24097TOu7gcCeJfXH/uAD6FJ+9Tk4fNZMwQ2AbV5G368vPehVo01NZqUM
kph4pbZIbkQ+ijsuxxvciEuDaJZq6zBDsGA/EzUODl3kgtspV8+Y2HheFEr0aKOHfUZLxpsL82MV
83qIZTTBVvC+KmlRA9RDuGMSVncTXmOcBK3+WgiQKDXKlJsqcbQHrQDWBmsnwDPLEbcJcAKq42uk
RAYGMi1XPZ2i6vP3fNY7/fhtSDrRKmFfvkaVRYHvUU45TOYr8JVaNNGe6IAnssSE//lIK/EeLReG
MmAj2ip2XvgsrEgFMCQSlSCqiu0DV1EXSxzrr1PqVC451kEOWTEe/jCJWyZmtzctzdl1pK29IXhD
LwZjGqdnq5Nv21Cb/F6kxbXdyeBdCaBDSQLr142fu+DpJ3g7P5drLUxyDVo5TdjTpoygF54pKKh3
kh7lV3FC7pllOe1eNK167OOo2UeohryEDefa5Mf7FBP9dSwHr05OCCpJT90TEBUmQqUm39lL9Co6
Kj2CsG/bbiaUevf5L74wm2GVM3uWuED6BKumMVVhISkEl+50pMB/yHpzfkWV0v33UdTFd5+uLr7z
Z/w9WWvyKonbbNd1QXwLsEvQ1dAO+8+f5bwDThsfuG0RrtAVw8Xh9O1z8XBKKy4LDLXVwq1s1dnD
J27ejVxV6YBEzl0hChyAm4hNtSrNu1os2Huu5nrqwpWV0OYOoZcKpTygYLPs3RxI8w2gX3SdEZpw
aIVtPOvmNPohxav3+c8/X1X8eswnoHLAXaGpd/rr8akkpkGuC85uage+F3k8FezA1mj/K0F+WVVc
/pCAy5CeEISeDlWRoTV2IyqPai6tfRmHIfZRJetZNX+XpNVureI1NYjxdGxSUOAtbFFUaafj9bLE
ZV7Bwck0guE+4XD2S12vfXgFzRFqjrGv+1l+Gi00/0BlpadZQ3OgR50/fv6O1wSs5YdQ2UAWxqQB
vv5qfcrKlAsLrHpnKH33hwDqAHELFu8mGBuwe2FuUD/Ov6kOl5RGJWAPzdM1O1kEshE1E/cn/JKK
B1Nvi++5OVi3o54mG+fSpaE4LZatefm0a5aJjf8+AcsA08DYpY76Wu52aQAOTjSss6VWPd82uNDy
GmXsPk2Lhzv9oNyShKZxMCGDQSxlI4r2IvytNhb0yl7nY/dH2cYM5QhwoM2tDsEyHbGO0mKYM6IL
CMpzjOAV20oaeOpQzAipUk0h0knH4/JRwdJduIoBMYQUFgmaoZUKrOjQYdb36gxW7jbIUR5UYi5f
hjZpJWp/fOCJB07Db/Mgm+PGrnfhiyD7UqEL8O2hUq5ekoS9HeBFVEF9QHCt4gJ5HxdKcRsovfnt
v85r/rwN342KAW3A2gK0HoJGmew531UYm19FTTofJSWvjrVGPzLVqmRjrzpfR3STl2qLbZ1z7sP2
+R9+TkJiZNVzB8QbZjIOYx/2rqAb6qNVtR/iGdHQRslxfrBiJAoBYym6IAatk0uGThktpeWcyuBm
cwtQg+dEtes7q1GsQ9qmwGp92D3j/jKDmxZpttXbPyfCmRB14PURb8NkRKC4mvLcwDvIsDl2/UX+
HiWKc4P9kwM0XJNc64VTOkrQYEWjum2Ryu+NE+rtbV7ZoXA1liGeK2EoJj+XKvvVxBdV0FlpsNqs
c4uWiC2XgcS9cSKbL0p0WgRBk0W/rTiCJ9DGhV75pY334JF2J2EXBl5smDJmkuXqMZkCd2kcAFPT
rSdJ1YqrBsPMoLMZw0lkDNPTSiJ9ohbdXdRZeH7gGWA9K/0MgQsWnInFwFSo8g2ffLmgwlgy3E6V
wQghO4Tf+t5R/2JcCaCeRPprG9cxRqF90v5ti7n9hYI86a+ghQhMWlJ0jbu8yc0/KDeVxHU0W9Se
ziXYeR2aroQVqXaGtXMWmyJPFH1Q0xof4zfslus30I/uMeRSKHuc8sRw9B2gLIEgFVRhID91X7aQ
w25nbXE7VEMd3RIFlxJ5QWF0zi7L9Ox7E6fQUMvGsBKwLa7cVyPosoRcL+qlXTwPHWEatvOuE+j5
FE5QwHzyR+c3kcD3xzB7LpS9jL0lnlVWWwfoIocYwJzbpDvZtL7dCQnmK37u41dVLweJRnBCz7Ee
TFw2LagMgzvClAndRkg2aexSm/E5ili517MCTshUzCL0oIxnOBv1UfGcgoeB+wFSElcaJ3/jagAH
7KZ8kPy21+O/hCLVWDkIjFK6UEQvSajNipuOdngTD1nrpuQGMVyg03Dp8HTBUbuwsl9Ka827uDOG
l8+3m/Ptn7QODlAclyl1QS5O10It1NjJ4whBjyFan9a+6psj2rHPR/nY3k+raWpFyjhIUgxk2ssu
9M8uEzpDDpuDnm4+1cSSSmb6c+L9NG5OY/HIdTz2uzmrfCEFuN7WceMNEH9hWFblDpjQuknsVtx1
lFq7ikYqQdBtKN8igYMa0TiV12H1d81FnRxKqay9fAAu+fwRLuyT3OLYsih8bAwSVi+qCopKZ5Xl
uzwujHttTEKvUOvmGjsbWjAaU+fz8c70Cohy0FsxIjOVYT+cgv55ZfjpymTVUsopnvQ0Xxnfs31+
CK7mv9n12NGy3fhEF05oxmMCoM6x2Xfs9QmdFEOv9kW1834cn/48HY8H199dja73ZXQ3CpzzSXc6
1Oo4pXuWy83AUKJ9FVi/gQRuPc2Fz3XyNMtP+OftTSG7qLw8zc3+Zc+jHA6Hv883XzYe5MK8Xp4E
bitZfRhU6ytWVjnKIYRbhqn99qu4xdf1cbgybrK92EEn2bWeOMA2OdLoD735Udo7b5/PkvPChLHR
l3MX4yecaeaAZhrE3Ti76QCR+HkN9pG1RMZ1N9sbz3r+0f5vCEInKODOhO/E72lSU+MyNtVq+NpC
xqbod/6r0IFiVOY/rvNLwg4X8NPvptY5PdoJW2R6r9lLHRbG06Qn9DPTaItmfU5NZiysYpjvCDhA
FFaXzNkchT4ZNV5uk9lfC9gyu2agnVFDQcloPcnhDxyhRi9BCbJPCjXqvVitzA3Lr0ufEGm8zsqj
/tbXSU207+gZ8CEB3JXOp9k4HvWkIPkikjeuMJe+IO0AZgmgmsG96fTdIhpLShMrul0ixeMRmvJ8
rAS+rJ9PyTNlK59PYU6CQ+Bij4JktZFA9LHVwVqc4uZ86A/WHOoLucTp4PJoUu+XkqO8lF0aKtzu
c/kN8yv7Oc+r6DkKdfWWfs8MvGCQbAjreCGmGPTVMKANcOoJy7r775AGnhHo9yy2PUDotW1Am9A+
g4e0wIAtuPKi77TKqt54+ct9dHUCIpLFSBA5DV97LWXpZadVJtpKtOmH/DYwC+tLpA2tj8tE8rVh
fmpQHUS7MbkufHLMUfkc3F64uawlijYmkE6mAXEaUW8cHfJCvMkK8o1nu7SSFrDGQUmKeoUAwNOZ
FROkMdLHTHcJtktYbor0I6ijTriT5WbrAEdUkeoHWpijKitnOMZ2kg03TjXJ7cbWf2E9qYiI4So5
pGGBH53+FgnbcuWDy8xlOSFIARAZiup0sNUm8j6f6heGAhxESkhdCaj5wSL+55DRIJkKhai3ndpa
1r5oYBzCjMIckRLw85EuvWH4yMxQMD4UlOu8MyS6g0G9z16lzVzW5wFiFjLp6oGUS2r5QQ+P6hw1
X9JmNo/wzOkzSoVz//mv+Lh8ribxAvxxCWavAg9ZlXGVKWDckEZFgHtqtu4EpfYOM3Ud+njQVp5k
R38bEWl+GKbyQVLH+AtLS38XtsAMEhSaf2rHa8sc6W9JfEgzo/1UoJ7Uh2DQOMHghAhSxy1aywne
i/4gL/y+vE6+iUkpNl7qhSWp2SgocC9bjnBr9TQYTKMJVibmR6lN3+hz2M/0LImMAf72FXl0vmKA
EG28wwtzBlWyQpKYzQF3poDNyg7K8cihg/EGvI1eSW7bvoZIZ0fyxk2XS/X5pkMThdYDjsboltbV
Pa3nNMoxhXNFDb/GNZRBGt0o4j4zJBl0M3ko6ai3ugy5DdJ3+hKns+PLoVZ/KaLWgSCAd73TS7dN
X8QU7zEGU1iZz8nLbC6sRKPLYHX2C6vXrwkGbg/IfhV9JwelZlyHeOP9VNNS+VlhHfirRKWT+1I3
qfcDLHeJG6NhIjUO6DgiJiPVCVZXKcNUEyL/OsV5TllT4TrmoieWHrtIGZOd0jvZPXpW87uUFtZN
mZJq6s6BLO7Tmtjx3WDXyj308LDz9EGViETp6upPb/ZluRh+lxCsJ6ttoPdKFbmSfWK+9J2hvOLK
Wn3XoIuTQVVZ1fQkWXYR7HE6VnvPymvpuhsrWpJ0DJJrx4kmbus0fIkHD3H8WryPAxg8YzO44J+S
8VCmmIj4od6pmKgbIUQTlDvXdOegYdbhVN/hPhyTgN7OVeBNk92ymuxxdBD+y/zqBXixkcLgpr7P
gxxun5PDnNpx7ELdMx1SFXeGGiayK8P6Js0D8uWDHRpG6LZTi8+g047TfW9OqbafpAFyepaaNUa5
WZh8a0g7njya0s1Ps8xxzcBwOE18K0Mk5ppZwV91CjGTuawazS2EKVvysrmRIxd3vQ4vV6nDYUzK
dG62zK4Koa9eDWJni27uDnMTQiyE3D6XnkK34Hp08mDyqsoevuK/AtlKok+GQb1IqmNmBFZ+m4sB
i6rFVN5NQVbfwQjmGS9QOc68tDOju4HkU9xQUY7dZbUzEQCaEZ2wAxKDFA0l1f4TgbTwbXm0WzJ3
1crXM2JhMYdLWwPi4jBAmhS1nLlilEqoDHoldH+SU/sdpEik1406NSpeutBwCOSYJA8uuTB8Wxrn
t0qEuCR38jDGXkxbCPIApnOmS8ouFFpVLA6eQFigGKPhhA9yN2lMYj0gcYMZMUG2Ueli+qVsZr/Z
UUDY6jItJHcel1ddmsrQHTCg63IfJ0VR7WfklLXfV6QTXAVIymyY2O3ia1k79bzPzRHHvb4oB/Nq
RpUFXNMqlcbMjyCvMxFzmmtRqd3Mg6R3Xi2n04+mUYLh2lArwmek1MwsPCeX3hAe01XlzpoTIWSu
Cx2QqckcAzfpMJ0P0yAazAuhbFT3dl/AmXTgVSdXaR6M0FsqyVK9lBCq4jhXA/TekOU7+Uljj8+h
VYbYoA8g3G5M4Nctpnbm68CB9TNCVtP4KYckRKzcqfENhlul+FJo9tqD05PchshXDRFPxOF73MnF
y1imlOFWqxjlrd6ObJSN3DNZEhOYx7cHvYfE3QTBL32aum+tlaoYj4+j9aem7kDtNrTp6BdwU29H
hUDot8Gm9YpJIa09FAWB8waRMYDRMySPBgSbr5Im1KcoH7lxy2NqLGzSotgRbj5DtDA65Trp80bz
U9kM3yfE9F/hRZTfPj9rL1RulOrIo9DrgpuvXSQNlLYGxoHxDpY+wY+UT/e5JKfvn4+inQ/D30ZR
BBzIbQj52Wm1ZNo4Ps8dw2D345Oq41W77E47YgXiaV6xr++ce+UgPaVX4iraYwy0dw74qPqKX+4N
H4GJW9xNV7YPh2HjnLzQNj/9Zcsv/6e4aojZwbCWX0bampt5f7BE8//AZXGf033sIejZqAYuaL5O
B1xO7n8GLGk4jPEyYO7+enKPbzv/y5fP3/b52X86wqrgiKcQzqBgBMnqXLW+DTG2wkb480EufVFa
OZq5GP9xHqweQ+m0jl4Rp3VFC9K36oENRXO2FHIXHoW7EnU2CJVDt3P1KEkLTS7CE2iXSllzNDpD
3puJyB9bIk68zx/ovGGA6568dLRlAxeE9bU1NQp49fi5QJwtoRaFDbh2NZjlrzGYzet8EIhJMEdo
X2qpCccrIwmlramhntVRaADRaHK9MfDq+lhF/0wNeIb0ydox2w0DGVBPqBHzatf2irIEJhgBkh8p
jB5HiCZvUqSZ19KABP/g6GHtV2i1uFqGc7y1QC58aLqDlkVBxdtBR7mar5HdN9isZ/CpWv3rBMcE
mhXv8MYsi5o6INf132OfkbyU9QNlmhkqpO2o8QiRq5e1/KcRydN3HWP2iTiiqPj5+We70GbB+3IB
FLmBLqjDCl5BnzxZygCpXiHuqbil5wE3s20V1GPFBE8aBu2S9hjYgdUQ+d1274YI7MwviNfoIGu3
6c86t+NHwnDnhfuNYzclY1ehE1fm+ZCp6RKvrRqI1qy6luqD5OCXatqBXZM4hJeyV/d1tRWsfQHe
wJnJoBNogJOaSLBPX3sxz2GPVhLZaprSzidnSLsrgnZ4Jxh9fKSsroLdgLlsz7Vzqn4XLbsrzoKV
/ixFwuxgeGnC1zDglo6GkvZPkQmi7No1foC7AoGE7n/+HS5cHS1+JQ1FXH3IrlvcSP/d10DO6l44
dPiyhTWDnd/8bGs50UJWkT63Qz9BqZWV33M6xz9IJ0v2KIzUfGNXuvQrFuMdbLsxzeTAWTXd+gr7
nRD/GCCC0ZFuKN6hO43DHH/LNGqvXepk0w/RlSnZSNUsRj8Hg/nZzkX6a+N9LPPu9BLLdYibF/dX
hYNv7aUyZPj5pTT8iKvq8OOsutJV8Ue9CVVdXCdaZR0Vu5b9tIinxy6JxFcoNyhzlFR6sIog8EYQ
EJ/27XTFTSrdO0pgHmhq63cdnfqNvW/ZRte/dYmd5D6EIQTkg9NvJ2MGBmbGGoIREO77Osix3JG0
PRYA4Y70hnbj5VzYUxwsVwCKyHqkm7L6SkNP2FkeiGxn0ha6h7BbXdXdJK42PsGZDt2E471AbriQ
QM5cN7nnOsydJIyzXUwwvdgFosWaQAkNCd6qkIgO1lkOxG2YHTqyTB6KiUiauHsLZ9nc2EbP3zC5
AEwHOIZYRNBtOX3DhEOLicgiJKe903+PldL226ybvhmzoV1D0oy/fv7sF6hNbNiQysiihgTHTnI6
oNMXtBI1WmFFY7fBnqvtEkCXSvLfxB7nyM8bx/xtalWhcnHsmkcDycJfMyXDgKznni6xpZX6HYYP
Y0NjWMP+Y4Ypys5aLuIriDv1zzBrwi/6PFm/mtGUhd+j8t1Ez88rAJ4DG5TFYA3fmvWCroOm1LDH
TnfW4Eh/shYfBY5p5UudgBHUUabfUXTWqBz0wesSIzkGtjXiBY++1ZUmKX+clWy6wqQJaGgOrA3g
88J+w9EDYsZnZSLjtnX6mqekcdQworHZpqQHXmlBJA13UxkK8krxyfobT1L71PZj+K0BjoQA30gq
ASxNueVJf+E9qYCvCysPByOKmNMf0qpym4hJBdIWjnHVobZChNXpNyDvW2zOC2cTzDxYs/ggQ846
Y2epWjwhPsGesZ0Tcy8Lu7suZjN7Nqw0flYwleldln944DToXfzw24dMM8KbVjGrK6tohiN83OI+
dTrHJQGa/GKJXAiFe1e60SQ434MBwMCkab/IFAnrfnAXwU7osL/cTdoov2mi7dARyt1NmWCkZbVS
hKh2qI4wVvUtl+Bz1I+hF9aHTW1A92dVlvRyoDWzRsZTZTXDxEaOM84+he+JBk5kJR1kOxYPJNjF
N0Eyd/Tfrdr5ReTu+NWRh1b2B9jUNmq2or0t4qggkq7NLdPNhgnyBcb6JAp+vmWcb8rQ2yxgVxpB
+P2vtyirHeY5Yqfcaamd3YJihJ6pNNP/45PYJqxF0GFMFdadN6fmit4P6JLssByeyTtEe8vB9C6o
Wh67thZchoO2cwvK8Q2DngtWIDYnMbkefBXg9DUJzYTwnkmjne4CukRXBkZAN62ZkIGIDusv1MLE
F04ZiD1y5OkhcyDDETSm1V+RMJiHOG+DL3VKAOJW2X8On2ImDQtviaVjBa9vHqHqNHTnymwHVpLo
Xo7857kkDMG1Uockm0hNfukNAcxqrrKJNYXy0qdyKnzsmaxjUOeVvsMXd4sbf2FDAf/HDhJfP4jJ
67pfEnAr0widzpz083MO/uKDExrkW9Bn+3zmXRiKSyTdDZxyMFdfN61IRNCwZgnaXelgQtFg2UDY
UJzelaO5xXf4iDc7LXUWih3RCR8bAhTj030yCvo2IJal24kq06cHZIK579BKTI6RElb3qMGJvUqj
CuGWVHZwPhozQEDaOtprmjTgM2U+Ry81BELFjeU+etTsMoReZfE/Pd2SFvUfmTDXRGNMr7OqYXjt
UOsY6HJy2bq3h04z9x3UlB/wWZVXXFba1wx55jdFUn4TeCp/Q3In/2jM9poOX7afhzod/NkZYsxL
ihmzkCCtR6J12iY8lInVyvsg7rQvrdPKBnQuGS5RVzP/3U6LkR6hP8JmhShKYo+kaqAzN0h5NLii
coI/yohA8pBmjlD2ERwdMmtpKpJWV+TE2oYjlhvgallIZ81KjT8O9NdvcdCoNbqmUPwaTd6em4yi
E3BGh/nVmAQuCEqORMst5ViiXOhMMmRRH4q/mcp2ctChtBDS2pjZixaaBL9/PpXOt126ZPgOLTam
H8kdp58XtTvyLB0wlNcZHLk7657eOOO+SglYxrckRNIo2o097aMttppUXNxp8CyubUtr8nTUdBT9
3DaUIc6Ems6A/nVroJJ/nBPZBJcVlum1CDkh4UnD1Uhvy6OX2R8yLVe/NLIz7yGN6ccQjRbXObl2
bkniMTYq0A+q8upHLkkNS+o9myCl4epHVqOsxtHCtTOSUvHA+obCs5nqf/qxqrgb17rR+ZGQtacJ
KczLZJexCkHTIUfYloXRuLjvCBz9WAWOWzo1UmPdmZdqsCWdz+1JKaAQQ6p3pylDYsGYJ43EUwys
LPCTtqkpUebHwtfrPnauEKeFTxahlu9oQKd4Z8eO9h6TkIxgMU2Th2Yyg99tV/T9PnTM6QEHl/qa
k5BIJTXQpD9dh55l69Q+34ohnbDb0WVdyoZ1OacZQS71tBqIuJcy35Kd1AOuTXyyXa0fcWgN97CF
bSiZNGZIU9ceSIWVbrPBFIc5V6NdqpAeuDG7LkxpumvQzxePKJjBqxITQmNoB2ZNYN4s9V6N6d47
MJDiNXkYEGyoDHS1oi2+7tmWbEHdgFwB8gNrW1/v/kFLvlCND8muyaT8GFhJe41Oj2qmsrYq1/Ny
krFsFc8+GdYCUMdqYnLC0lYxFJr1BT5SfiCk+p3GhfISB1HyQ9IJKCYtGGN4eqzjM6xZciaAq427
SJ2V90ZV/ppNjwPhpM0vRm1NfzCP7L4kjT2/fr65rGLzoJfDq4AIZWjsghg+fjzJPwAdl4DOaity
1MnUsa3DHHakMPcjWRt7XSF9+E5JEJR4lVIVOBo0czBieCBG2px2HwGVYuU470oQ/om09bgvH/Kh
0jauJB9WhyfrnB9J957+vUOKGfP4dJ0XLAy+nobomRTVnwK46u9k5PBznVwNXi1jxpTXEub0m7jt
5NswyxgeIeWm2Clgz+u7UEG2t8usrIYSq4x5eJSHCgXE2GOceMSHkkre+bhCdqhBDjwf3iWhXsEa
xmEmHTx8kOzKV/WMBpItwV48OFo56xs7/TmQbpGKA1a7WMyh8V2LynSrK6wxhUbTDrl+HBKFvotW
63s7ssgSrzLbwxBw8HuAol3Ug106yGjR39Fs3pgWywpcvXH02sDTRI9QW65FXB2HqJahe2WY/M2m
GeqqRnuIVOk6jEPloA5iD1flaBFW7tUzCdh9trVzfeze57/BhF1k6DoSi9X9L2D7LFtr+Q1qO96P
IYxBjJFV880MdTtw25C0MugjFBGWTMMpxCJmlAmfD2A9PC70Eq+Nivk4FoF1RYqnfOfo9CGDXo5u
m9Ho93ER1JjqCHHIao2wkwBoj4aajIw/zXyz1Js9qzv087pBVN929d4u8EMo5Q678tJWb+ym6b59
/uLPNykVSiTWRVx6ofjLK1AlSTCobB2DwqZ1gpdZFoPflb21x1u2fvrvQ/FiF10hpEQYMqeLCieb
tOli1HS9PtJwzkyxrzp04FDYyw3Y6oMtdfopuYBBf2QJE4TA1zwdqyPPNqzrhLO0mPHFrUfiaCUk
LBk4hKeQMemVpVOAt2O35A7cczwE3IJwHmAdUvIW4ycxubJVywkHt/lDrrL+OJcZEvKxrF9VDa5/
bPM57VDRH/MoJxF+aJXH0LHIXkni6konPnYv0rzPsGIo5KNmTvWxIE2EiPWy2uKPnMF0NF5wTiUP
mwbP0vg4fV5lqiZiNUHZU2sy/8hRkRUe7kvSYxrAJ9lzVg/SISOPFsUxIFp8xQUZ28qQ/jAWUiIM
3ylMan3HO1WuRNeHkasUhlF5YtTlKxIDURnUxAPnGJBkxje1q7Tfn8+OsyOaJyAPiDOM5Qcisjqi
KQmbOZpTjH2SIb5X+kA8VL01Hp1ZTeFaOoAkc7y17VwcFOyUBbDoS9aGxORwdLFOsBK80rF75BpX
YCeIiRjef+b3ORXzi97Z1QY995wvzqNS50J5Q2OFjejqdIlLfA/B+RAdaml5RfyBclU11PQujBXn
Okj1cjfzDxcMCR/CafGzIQUbg4teaRAvJNIW5L+shtVq4RygaGPfRTm3PgY0HQPKMcPf04gZq6bV
f1hIoxuL8kKRomL4vjw2J825T7cRxlXh6LhwCIz9n7EUzRNXDhLb9BL6XddTNEJZyEU7DfuIxF58
aIdohL3T1+IrBUVb+Pjd9JEv9RUEmTm0p8AFTsQMldsojIooqgBcPp+Wlz7WoiQgxHApq9SPeKB/
6hWwhjSlcwlHfGrs2zbOw6+TWmc7xJzRsXNawwvSXL8vMVZ7nMg5dvGREbdmM7R7rKamt89/zoXt
GtgH2B+Q8iP+6HSd93M8jhi5ka8c98mbmeQYg4dm8EMOHUqqz8c6B2ZBsDgN+VL0z+gCLJX+P48+
YSXA2mBTCZ1A+FFsXqOt24NWE2IdtAXYcPzGtMTaycZBIs8OG+Mvm9ZqWqomVHmdbW3J4VtvCVkK
PRTzGdKyk/w5MerI13GhgfrNqViRZfw60dx+IAGm95W20g9zXDSYZOXqSzsa00ZReGGRcHeAgcE/
LJM1wiI1Q60UWlRwQYGVE5qScWXgrr61SJaXun7oBb9RqEAgka4tsC19jsjwdegVc+Ul8Mhun9RJ
bb4rTkjzUZG63NrLnYS9C9CBhbuh3EZuq6Xka086h1layGTOYtec1f7n3+PCC+DcJnSH0Gv4LuuO
U9TbMjxaPkdoAC52mK/emGltHD8f5cIMZwzeLwYEsIPXamH0OZOlx4T4TDbOT/MQE4WXJZCxMUXY
WNuXHgjSDjczndwA2MGn89suHTrEDtseOQnODTdwaK024rrnz5/o0jA2SgwHaAMx5fq9kT+Ba1uH
Hqmc4cnare7c4EyzlbV14b0BfgKUM2kWquxy1P2zWMuoVO0uBuJMlLDAAU5ufU3S8xqK7qxsLIVz
xg98Qm74nBUMBNFjVSk3BoY/Ef1z2E4j1wMJt9W8UYqHIsfGNCsVnAFnbfbsorTuVI0sxbQspF0Q
6s4DHUXJ6+WBcrhxui8C4tcWAnHhVcBw5wfSxaZ1tz7OlArOAjqtAi/QJiD0HNLpH3UOzV8LQ8O+
mwJqxmOCdPm+SjS99LusGJ74S/Q3LSZcgIGTnLeubQmcUzSVE8ttICBvcVUuzAuEygsjHe7FYiq+
+mJhDGYI7XAHZtEcexUt/qxtHe3ngD0NJpvrHWbUQPb8qdNRyHJxoIj2DTFdDdb+eMmCW869p5IQ
CKs2jj0LK6/7pGyj+xKv3MzD4zx6wyr3dVYkzTPBsLf2uPPLHs/NAYYxgUkhsQ74KYaygc2q45tU
WuOXSu8WC7o6/YuH87zXx4lg4ybzpST/QzjC4OvCqQ4jsNDGhnYupEN7wO13mSVwR8+u+XIXSHBC
ZeDFEWUnzaS/zliXB+yqMp/2VvLYgA4/FeHc4cqLN2kyTBOc+PE9tdUv6ohHj90M+t9GrvEYgRvj
m3U5H0UXYZVSWdbGebh8qdOTAdk3DKIlSJojeZ0ngNWtY1QFH1GSoMF2bWnf4afq3GSaIAcJbdlB
ykZ7o+FzYVCM91npyCbIWNFXk3SuiqE1epyX2mBm08cG604Z0JLVopx2dSAVXkmHcKvyOGv1E8rL
BCEJiuWL5HVVIQ+Rmap639Y70eTtW8Qkei4hyX23q1G/x+0RWzQc4JyfphlhMAvaoiq7wsD4CnVy
kH0zoy761eLwcg+LQF04Z9b01quF+fr5zn6hoiUZi3OaWGHm8hmxq4YGUSdGVe/0Ae4zGz2xfpmi
z99ttQlzziw1/1XpyfSoSKF4nTCiW6Tnem57QdUZfgxVX70qyzxP/Ibq9boJkvQPjow5/kaJwNj5
89+7vLbVDGK2w+ihdATfWiOSVjnV1Vjwc+NMa7xERhCdIefaS1GufR2LVvthdTFu0hFMtM9HPt+S
8eMwFXRVCJzIglym2T+nE9nbdGJsgHxFkkdKyDC6DztQjh5W7capfmkorFyWRhgXYcR6p0Ph7g0u
qIHiDMjcfYwUHbeyk8Gd8LfdeKoLi4NDBosVqtSFKbLqWUQEHYaSTM/CKrEHhbxe2r9mTQ2vJUee
cALGCRsuuNbIW6kYF56RZbEo4ChcwFBXrxNLrwzDQxnjFqWp/bAdHK/Qi9R19CHcqMfOyYEWJDDI
KNDoIHZSKp2+T7tIYPhg3g0FPS3s/1F2Hk1yI2ca/iuKuUMLbzZWOgDl2rC9Iy+IpoP3SCSAX78P
KO0uq6qjajkHaWY43Qkk0nzmNUENIvtH2ULUWzxPUbjNRoMEWoef6G1GJ7Tk2uFsmnd1bqOorygI
YfpEdNjOwihS0Lct6FLahRtHAap4rX4RYW2I3HYkmrUX6U24UtBP/VLbadn6A9B6D5cEou8zZ8wH
345W8cLbXrzWWC/7r1U3HiiKIqyDbLTiFyJScbUQUK8tzAgfQJeoq2JO0/vT2+D4yidcAutL0k9O
A1Z2f1A3orKHXwsSLk0Vrmsqor6RSvXPwzOGoSMApBgSGJJD+8OMmpBQ6zxY28mkQ2GY7Ht7nGGn
Q1ahG0mT9gJxTViGZt1c1qrVsGBTrISXIjCKkkgUEVr5U9KFW03qlKBPz8Lx6W4CqaJQBexl0TM4
2KFubpK+1CrUHvwNvth5DCEBaaLVZKPr6ve5HW9PD/hBvAqNVl0U5MiJ+OIHVU4FB44Jl4M20GNX
HVCGtr0Vng6Wh2SPNntBGksIBjHusqpvRoazEZpoZrT0mjxHYTR0Ir/scudLrBbZbRJ2AsFKkZ8p
xX4QqrHMFiA4Mg+LjsDBvHDsR0OvYKtaVI2xRmXO3ugq2IoUxZEvRMtxCrW2dbF8NptLKx/lpu2w
YERkPnoA6Gpf0Zo+B4I7FoOjX8aX4isR6S26Q/trqVBKDf1hHeEezH1q+JOu8y2r4/RzbNXzjyqj
IbzxKNGE66yGhLIeKiEeKVwV1SYMXRwUclopqEegW/mqtL3xHch7Z67cbtbUYJzBEms0IL6d+eDH
ESZxJXUD1hl+bUAV9p9aNoDc1FZVEEwZcBsZupwm02SNF3ozZWvgvia0xnjcaK0tbxrP6a3VoNbG
dySR7c3pZzk+q5dzEzzZrwiBBt3+o9RI8hKDI0bZRfU7JF/tyhPGNzk2/Zm64vHhwkCL5AXFU3pr
7vLnv92xSuwkBbahDNTKMNC0LKXrS9/i9Ot8NAoIJ1YpyjxLD3x/lE4P07jpSYayLmZRDKW7Hiv0
n0+PcjxpMNNpFsA7ZO1xk++Pog8VmhC2lgVJXLXBApjcoIQZXXa69f30SMfvQ3/ANjgcFttyoqL9
kRry5kV6HmvYrCyvPNOipo8Twvr0KB+cQACqTeqISxREWHtw8vfYURlaE8LHlZn3KalH+SMCKLJq
O2SbJEvzNcr71IeTi2uymIcg18SwQn21CaKypeOJus5VHiXowmfCOXPHH882oC6NSBYNExRfDptA
9BW0MMxzyKdm8z3Mch0BzM54SN2s/3JmHo43JhoYi/odjT6wy4cb00D9hyMkU3ykCXu236xlfqrp
3SXgz3Qt0xF3eoU7LQANq69CO+6eBDCdF0Jn/Y9VFuj0QT4HdKKhkwdubP/TpyWJoaRRxHWX4HOn
zuOFrUfZuWz3uDdDdOiRhgPtX/yUD9ZypIgJvBFCjKXeZs8eQYCfuPRnkF4GxGKqKRUKJPOzfhDf
DbLLFTIYw9fT8378hUFGQ76hE0ZfG4Wf/VeFxgzfkSsLvoOdbOKJZJHihkCjvzk3qx9cY7wjGRE3
GbQLBt0fCwc/ztwCD0M3rrADsqp8qdYnea9dDZVVItYbW9bPvJqdxF+CmE/TxPUchKoJeMrEmRa/
LnWgHTJ3buqcCfs+ejqmYYmafyH1Dz96ORmh1LqioOoiCL8GFBm3Otzfpx605ROy7u1lqg5qEkQG
7CU3T6ItOt0PbulCIZlIJC4iA9GCM491fAqBAQZjT4OBkIidsT9nGE/ksdJnBfYrIgfbZhYXNnLc
f3oVgbEG1gySnf9dFsT+KNqY9irtrTKgL6V8rfOkuqKVPtPut9QzRbijF2KohRO5HOKUzA9fCP0r
sy5dACmexJJvSI1oS9b+xxVcmhPgYO1FRgLFx0OppzJUsCqUiLnDUKh3IK7Q7m5dZ3V68yybYy9t
Jl5flF1YNOzgo8J3kjvzGKJ9G+RuOT43WWI8G2iSvThGp16Ag7b9yFbb3Yg8OxqXc/XnX800bJMW
FJ9syTb3v1oSDl5V2uRYgFWWYqtXbmtXYBBTYeR0+k2PkiLAIGSyfLbFGpPIaX8oKgZFrHTocOh6
hXBV4Ze6hkXVZUykbPTnFFEBJh3PLMkXxET+IkT6VV/5LWRxJYe82+AJQm6O3ZgUiO4FVNNUICil
Lr3AysZwkQMwoltbFJjYTaC73/OWCpnvVob5PYkABW5jK5Lvc29MV/SQxbZBDlUPCs3Wwc4XJVdM
VFsT5H/63zMQHW+GUK3ngDrnSBMPQB/sHgZJo1qPWEoI04d8AFCLuijuW7E2tU9xqPdWYEYS0Ymw
lyjdOa2cikvT0cFplhx4AWxs1NjUSMGIuZeDBo+5N7NkFduVftMpXpiiBTJ0VwK9JCTwy9j9UcTT
sLPrMVcwO0pnxPDBlUKWHuz2ZtF1SlE1lBgueq0w4oBOvvKeOom88mIccSDCJwbrIYqwzBbSUb5U
qCS+Rk6o08RupzfhdMb3KK2UL7WaWCWSPlZc+ULPHI9zVyg3OOQq+KubskYxkIikuR4WtZtVPfQo
fBLPIMmXqTMyPmBdUuViVuNkO5oI8GyLyI5nv9FrNCDdqobsj4eculI63ftS4DfAC0IWe6sxvTV9
VaiYWSkTLK7bPjY5FDR0EgHjFSO2SCKfbHstrAavqTyd0XFGuZbPNOKUnm7optafh6IqdETPuxmZ
rj4dn/q80c2Vg6jAMz4MRbkSXo9hCejb1vErsOjNCtILLQdLmxAv6qBt176cavEyY2/4hBo63eW0
bvpyk7NKIoCA9VitPTwUq8u5RroIld6yoB8g0JfFo4Di+mpAeXvwWWW2tUJXme5U29q4XI1ljbAc
yaM+ruyFrrbKnDn/ns7dyCZC1173o9HVPhsakBM/8ixchoBQiRfhFbOKtuBAVEfpN3MxMpPVd+AR
Ynz0VNG8ZKZlgukDBsUKIeu7pkCvakGvdaCqEwKWGESUMdypPZKLQRk77UKWdxHiKKa4XizPM0Qk
2E+xH4XSeUbhI60CI/bcm3puh2uD2eTXOdFiKmcM5rye4TjiidvMEih5vpgUsBCdBWuXYWhWVVhr
UJflyDt98BwfsVxMmrZE4Uvp7vBmMgEBzCIn2NUaCDEBfdx44wETvG6SxLyfR2t6lnmNUAlug35B
ZeVMBHwMS1x0lxZ6GdUgbUlv9k++Dqknrx4o1xUoWkBn88oV+7a4aGzpgsOY7ZWepcMWsV8jMFxc
wyAvU7xxgWZpQFR84vhkzRE1PJyemA/uUUqgBvzHf+mFHwQGAJlmuvQmsutq7d5WZT4+dp3qnZn+
46iI1ycHoGy0EEsAZu6/PoUYvVDjtAgUSetDzpvQ9DBFVp+syNo4pfUClug6dWdUITF9nUxgGU2k
3rbFcKZ2dRSogq2GOg4UHGaLRtC8/yCaXru91GExhcYUfvUwhViV1dxdNXY4rf90atkK9BdwFSBA
py60P5Q0G5kTfy7OBbWzrY08/Fl3zh9bF9DeW5pL1FAhqLC69kcxvclyOjpKOGf22UaakfmUJF10
Jvf/YNqA1iwabg4lLrqJB6PYIzluTX2mDYcMr4523mBvtqieOmcyuOMFCUhr6dyB5PkAD9MadMgd
jLkDy2VTZIkzbcIaSO7pb3MMu+GLYItJcxB1wQVuv/9CwuriLk3wb/fQIMEtqaRuE8xqNrtrEZZh
7VfNKBqEWfAl8JV0kq+NYcsqGC2ZLkLzjbgQhsiHMxvlg7dnl4AHpKLDOXXYQeniJjfbQSIx0pb2
GlKiu840lH/OvP1xXMStQ1REdZQi6dGi0WkeJnq1mD/JBEuDMc4e0ZWBat/XzYZGrnVDsdC710YD
G+7SgiKnK32M90Rt3Tlanj4zN7inUa/3nozcs30K7fLPpwJhd/qC3qJHQri//4XCeUzbNKOZ5EVY
nahqTxTuwZY5PRUfTDi//VfplriUJGl/lExvOsw5qdw6uYalnCfkjZrn2pnl9sH2AWKEqxJ/LcXX
g01qicweZKrVi+FNizoOWDurSJpdHprluW97VAFZOPrLxwU4AdDxyAcgrCru84ZswhnUuxjnmJd0
9qZnkVjxTsfT/U4ILbuPwijBwkK3X80hs56agWz59NT+SnX38xqehKoXuIDFveXwC8Y1qt9hAh7P
RlssuZzCWX2LM9F/JRdJQH3Bme982cjSvUIVzHjRZJPGl4OdTHlQuL35GNKpedayCgPAMhOqn+uV
uJh6Z4zXOWqd3xBkBVOqU+S9yr2p7jbzLNXvWS+xRSVupaqe1kXx0w1lq6+qqKKgmJiz/Xz6PY8/
Lo0WwI10GrSFxn2whPrUHmsNsGGA1Gy64mo30S1O9TcNxsiZoY7zJ3jpaKGSPIFeQoFkf7ValJCh
tPQMZRiJftmq+uz6dVqZN65B42zn8H9gw6XVnPMU+WBkmCY0VqnyUD84BADbbTMhD4S50KjL/qVM
Eb/GXKPbGE5jfNHjbNyYYZO9nJ7Z42OK8hmODnxHziv1V+vwt/QNOeyOFYQgqjt3AEdDaVmvKHpZ
n7owmQklsnNk5GOZvEVqFv1PChh0Pfms+xOckfOouQmTIsu05rFwZ0ySNXiexqaJXGFcTJERtfi0
GcpDrHtQBt2szh8drxRYkvV5fJfIkGynqhVUvTRwpI8Zst4rAzPRDrABSrIXdH6ab1VXtg8xtwtt
QCtOPuPY5CH7iRvXXQf9GZ/HkkYSdliK8A2hpPm6jqosux7DzFZ87CAbuFuibqGEuUqhrWwTMM2K
NMz8qThTV+5S/KBNn2gXDdmmxag0mbPprVVaJ16gjaHYjRFhgl+SrIs/Pe3AVLDtl8LJ4g51GOy1
FqakGBjiTTZ33TWFfgFdAQNlE6bC6vQKOUIcULJwF7QqHw39AW853n9bIRFUK1dNBkFN28k/ZTrE
sEWjq93hTdLsyLgjKBSOfhNWGeqAp8c+ujoYm9Oc6IF6H33rg7UC30uJYFQinwIj7BIEAhw83TP+
lTn8x7fxP6Mf1d2/zsvun//FP3+rMK5Jorg/+Md/fkq+4Qpa/ez/a/mx//3P9n/on7f1j/Kxb3/8
6D+914f/5d4P8vv/Pf7qvX/f+weKBkk/3Ysf7fTwoxN5/2sQnnT5L/+/f/i3H79+y9NU//jHX5jL
lP3y2yJcev769x9dfP/HX0THv0348vv//Yc37wU/F7TVe5+8H/3Ej/eu54e9v1P4A76Lmg2FVpba
X3+TP379ifF3LvIlagBQwJdZikwlJYH4H3+Z9t8t0DQ2iAMUVPhbzs+uEr/+SP/7Ah2nVMQBgMw6
uNj/efO9b/R/3+xvpSjuqqTsO34xy+63m4+TiuIkv8imJbxowh6EyyrShLQokziI6xIwQjelq0jv
hjOL/xf+43AYGn4GU4AKK5nV/urPpY7dVIjmKv4E4sHWO/WlsVVF5ZZr2odwrMSzTj3rSlhVrfpl
Xw6jP6geNqCpi3s92pKO+hp33Fs4vg4uuf20mH3beq5cWaVdPMXZlBdXmQWVGs8H1brx5ECXmCK7
gh+yGNNqbeiDK30EPZXPRahpjzJPYKxl2ApuJ+mAV4qL3ntMKuhQtL4tdYUfZXrVZIjoBGaXubcc
qygk/bZS/v09fp//g4tjmX8STRDdBB3kRYeqMvRDSguYKBWxEOdD1G+d2X00y+fIYr39x8GH/32g
5cI9+AJ7Ax18gTnmnpAdA6Hl+DrVGLrmrm8bqG5KY02U5kNsuexRLDs97OFtzLJeIndwuC6N/CNo
Z5QkYjBKFc7YRHg1QPhYU+HHcDl0wo2J4zvstt45c94dsfmWUekfLJoiS1H1UOK+IcYLPTmGyEQK
bxECSNZZ7kAzmQr9rgH/UPqdY5OEZvq8oolbbcfJrFc5m+VMOmoe9rzQJQIYi7QS6QFcj0PARVeU
eNcWo+L3dgWLCNaG9YnyqD76iTE2ho+2I3XTCSz0jRtFclyZXV58apLUSnbRkHuYlfdCvYYx1APH
DdvpNalk+GA2mbhXROVNl3WrYVA5ZIvNqwmDeNqayIPXm6a1QSum82R86vj3nyx0Ja+cOLTvRsUY
pF8YuNZx8TrW1+W0UTdqoWkoCbemPWFPmk4PdTRQooQ9XsBhho6/oerVUTIdcgR6PKtLv5CLqs2Z
w2JZib+tVMhPxgITwFEIjePFfHD/rKA6juXvJLCup7gP6dNuXqZQmb7Wo35OP+TXBX84Flo7RG3k
OxYE1/2xCtitdkR2jbyNhmSG17t24HaivzbwT7pLe1ysIB8oQefo6o2SKfUaNkF7D+d93rUIP+fE
doq4toy4wnm6RTDVSNPVmJl0sE9vpIOD4tesUKOhNsUy0ikH7D+pi51Uhu9oFEylIrdF6mUDijm4
+XFg1g+wY2W1Pj3iR5ND/REm5FIPpAlyEDaIGJ+ZfhrQe2SPPVi54/4I9aIcvkx1G5U+hTDEwxs1
znewpT0V+Vj8gwID0dW3ftHoCQYlnC6aOckKX8LGttCaLYbnhH4jiPRk6PTt6Sc+uMyWOVqMQBB3
wuyBY+cAWjBPQ5+GJl+TzfHQGKjT+YZVstlPD3N0pi1YLeABtCeRkaJYu/8ppgHBt3wGTzKbiH7g
i9Ov0fd9bJS5v8t1QtW6Hvszx/cRBYl3Y0/QSMZvYVGjOPj+FvVeRReF4qsAKqGDhNOcbi2vWXgO
lag/m/U0z77snMgAZDjmw7bDRJA7xTbSp9Pv/8E0Q01eSNJLqZoW6v77m9OwGFxWim+guhOMuMRu
4mRONqdHOSpEL2+8AK1gi+gGgq8HKWRh5WAxrRp8zTyoF7mdVessgzcexEboZH4SmeaXQY75RaiD
LEYaCmrakBXxN6p/yU2Vu3jDCagMkJQRoj39cB9OAZEbuAlq9XR396dgqvB+iw1MnZo87lcWFoMX
hDjRn4+yVPyoQ0NpXS6z/VHqqMUYyGsVP0q1/s6pZOHTZzJeT7/LYWbCPC9IHHYNKjZ0Vw+2uQO7
SJtH5lkz4mKj2F22BdZU7MLGmG9GO4t2hilwsCyc8F8Zw17CcCImWfYrcScZLEXUhcV3sF91zKAt
VIjRcUebFXmqKs4Sn/Wm3Kfm5K0QV6k+IZKivDnT4pQp6+gcDPUIjbQ8AlQkuvNL7Yfn2J/iLmpU
YbrLZSMTI0AgK1+1KQjIJLPTB0XIHEJqH207YSA05tTtFXQQscs0e1zNudNfarnkZo2QM+8B8p0r
si476eB6YofxjLQ9aAofNrzRpkY0MXEjxHdb7TazbXEfAQFbWqzzcO3mWt2e2XUfLQbuweVgI4g6
umbGckyM0tAAgblI1Db0Mq9M1Me/lnD8QdIZ3SrBpe4TdMPp7fQy/OBURe+GSIMa1VKdOlgMHgql
hVXRATdQQF3lLQakGpyqFUZ2bQLGzgYmjLLNmbPsg1FZgBRtKBhxqh42JdDsbod8RKWpUYvEV2UT
fZZD0Wjr1pAgCyzYpVSShvmc/chR/YaPCqqAYhEezrgqGAcnSAufQwq7QXV+mk13ldJg7He2XTaX
UVmFFrRKtVbWtES1SxT/jeHSKITyc+oX13FZwBvYNYOq/kxAIUY7bIBcLYgyvGQDQVeVlqg3zV9R
DZr1nSeaLkTzBCgStWOzyUGmhrPcaLnrPrmRWQw+zrKd2GmmsKaLTi8ACIzF3JVBZ9htddXhi25t
pooCPCe+N60avCmedXc0cL9UdHSo4lx4eGJU9MBFmdrC7x2B/uXo5TGQ9zHzWn8ahYWqYyHP2cUc
6SUtM+ks5HH28UJAOLiODE/JhaXObGFP76/CSMo1LOrBIJKtYiBLpQjSIlNXWNXJa8wSqytvGtUb
z0vN3ZShGOhOor5IIe/cNL2q3w6GJME8vbg/uC8WxhkQD9qXYJsPTvJJt6KuHAD662ppf6dJI9FV
aIYzHamDHG85T4FtclMsXHpgtgeBiem148TXJ/CKa1INmAVon0kbmB2+08nKDavpGgaeYa9czBmD
JHPUM+neh+8JOgfcLUKhOCrtH6e9zEQyTRT+7FTR3jR96oIUTcsz4JyPIlNSKTjBQFU5qw4pCyRw
hUreTDmhtuyNmcuKZr9AlCY0i81kCbQ0pqL2LipT1beW3iYbtxmTO72bvYs6yfC3KKa2fIFbDwRe
RQfN02Iz8qf0bD/l+Dxlk+MuRW1R53hRDyZk8tQs6TMuV9wuuCOgTaMVraavdSWjm3nyNAq16evY
q/aZu/WobwhekDB1CdwZmdLjwbVOb8zzqhifWWgr1i7XI+u2BD91oU6RtfNmZGudZLB/2griH5BV
O8B+qbxpK4GneRk35xhCxyuDx6FLxi22hOe/Hve3+uekTaGOKQ5Bo2K1q6ICVVFMoJJO77MjkP7y
1ugMLocrNV2O1/0FGHd6LR2JF+oY6/3ayCTWaO2E0JjWDPq2wGfzTpLwY9Gu0rltU4nLHbanKzhy
lbnJ4XWvUfPCZ7VLrUIGYxp/1Z3Z2eLvaFLNNt0zW/Y42eV5f6WedN0AQx/cejJLiqrvKQ9IWX01
4Z7Wfq4qfZBYY9afmZzju47yLs0J1oQOzvuwMxIVZoXbOnMzIzVxK+Y2T2BUGM/NpNrPSbWQmLGS
+Hrmiywzvh/D0OxfDgNQDGjKHkVYBWW3doSAgI/5s0PvZUOjhNNZz9QyyKcMnRmwXlqgkFIt/mtm
6RudOyB/NiawUiy7PgPI/GjKyaApdlJeYHcc3LylUY2AxAgvxgq9w6gZKUIptWwrXyZjeCae+mhB
YgoPsgKpHzQk7INtaMQ2dQGPSddLxXgQcoQeZ6RjQ7ThqbGX7SpdQU54ESSSuygJIWsXBV0rfOTc
vg3oOo05jmBmsnXsOR7fcMNBUQ5mUJ/eeg22ohsI9bgOTZYda7vT3+6Dwwv9X0owFEdoIBzKThRK
hKSI4NmdQZP3SNelu8qdkOtDDmNbtWb+SQ9FigqCbp6jPRxfZZwVlDl+lcyZuIOrLNXmlqoE3SDh
gi0NdEKwlz4teix1lSFR7nFM767bNLKsH6oh56dx0NJ2dfr1P8hAeQgA+rQwyY+4a/YPk8nKwrEe
YHgIs0ye6PlaVFsiB26C9ex2bbcbZpdUQTX6NQZKw1sNvhs3XG1KnxvZjUFqoRi+C2sEsE4/2Qez
Y+E7RIkM9RhQWgeLKplqNbejCAuzSJs/C0lnd9NVuvYpGZRu3sraa6P1mDTDRehNRnJRk1zUz6ef
4YMDfeFJULmmCX5MTJmUEJVQJ4moXJuNzwLB6WCKzuUjH2xWW196yOCPnGUZ7n+C0sUdx0WH1JeO
F9W+Rd89IMx0Cl+p7PFM9PLhYERRVBwgJ2IMeDBYYXs9XUZakNVQoVWauu+4bb9JqPEvfzx5FDiZ
NWj33NHewQfM0La2tGjZWSihXcTAZnHmyZMzxecjWj+3IWK7EOgoG9L2O8xunDwZJhOhXSJxO/Hb
epZYWg+dcZEkVffFRmRSv8B5yFtNuZYvEOC09iMl+q5LIaCc9vm7KzTqafC9fxZJhHOUaici4JcZ
i++dnqAFhALc459PDvUOUOw8MRirZfX/FipQVbTcCXdiPwcsuk56b/KhaZhnDrflYx7cS1QJqReC
kQQoZh1EZnnRUPaIGEWhJR50C9cy0Tvt2ahi55o4tjtzE+jLVX44IEUzPsNiRAh8fv+1mjhTOoJh
xScPKP16bJRXXcdSxJg7sY3aMfITbAyu6QdmQZQjfdgju5X6CdbWqzpL5gshwS5bmVvs7M6NNo3b
6r5HenxRKca16fWIe6d9154Jtj/Y5zZQEaCQrFXgwQdLVZ+rUaudUPErkiXS0jbZKZP6pxDEZaXS
JeWOWdgo8OL3JyfuW0VYObktEEfrsp2tGGR2269Pr6yPNrgFWQ9ZVWq3RxfajMOyKZEExXgg9Fbt
aEPvrz1jkSoosMT888GQbFokF+jwYVm+/0rjbKlFm0+KX+NneJ3gHH5RddSSzCryzgT7H30jtjiq
dxwoXAwH3wjRI7BJgOL92XJRO9fa7iLvC/P+9At9ED+CbwGLCvPjV3Nm/4UyDARbKLYs4MTpA0L9
dlPNfRyU3cPYobI3JH8qtAQrDswfurEAJ34Jye+PaMGXrcEuIs9HQutn5ljfWr0ynlnhx6sCmBDC
MEBtfyWtB+eNpsGLmDpuskGgZqkqTohr4Kw5a82Jo+3pOTz+UosfFE2VBeHNDXNwCIgUIS8FaEWw
QJ1XQGIaPwLofeZs+yDqpIKHUR31VRY7/ID9icsmVBiqcPFbGTrlW4vCpA8pJ7rEy1TuRGomfpfm
7YOaRemNLOLmykrRmqHcDDUkwogpS23g3K34lsnSexzBS3wy9Tl96dQyPAe5/mD6gXjSlId+ujQ4
DkK9fKiMpPBYVh1GE36Dvieckl56tGND/fPp6T9ewlQL0HJDUoyIHLDf/ryYVkhNRKNC0qkObOiS
Tt+k2EVQGu24XH1t9Ji4srf808N+EEnuj3vwjnAyxFghmhngGBiurdZ4T+sa5VQ00VeOW1hPOT3R
bYooMzSG3r71huy9yLwZ2gQUkM3Qw42dMlm9n34u7jleeP9S4sGW1hIZCtCHQzZuYU+0lD0kem01
bur7bpoV5Vmt5zy/RLfFSh/ncsAHRI8i7SeGn0kbtEloAx7Eh6i+t+qhRIWuVdSb0q5za5PGApUK
qrjuI20+29zx4XNnm0SR/pJa7YSogTO2dKsHZOOIjD1r7YEKnIJKnTXdJyyJDd+tw1QJXNTECaE7
r80uB/TJrBXtLMTiQQ7CJrHmWUtX/ZgZJAfSVn90VmU9CI+8KpilFPcUqVLdL6O2/DZUWtJd9cJa
fBWt2swwzTBGK+ApJ3wjJcv7OneoeHLXLo3bvtIxVwERMr0aNnTEtddquBhH4QwDG0PC+oraYTMF
gOlR/cnmTH4bdcy84P+IseUHPesacEtv4xzTT8RMUAnuQanIH62agyvpxr6Z0HRXRbeO2ix0/GkI
U7FWhSCsUqtuerUIFh5CTZS+HB2j2Rqx2UccSpVZB31n6BNgscG7lxp0v3XcVJURdAMxv+ZKZFfd
mmTaV/sBdeKq1I3PDj6Z37uuzvXVaA3mZRQOFfJk1jBsy7rE1VZTa8enRtgSeuBFCWSv6+dvjSHq
Vxt6T5K2BnbcdajDeRlJBXUiVr+VBjbZWmE4xcYqUyRR9bTtTYAFren5mha6DxBcqaXC5a7lNnFj
Ex8ERNeNbdwm+UMByfmtA6jxNk7FvdGI9KJN7FZbu2HR/mg6XfuWDU31GnrKfIf0XZVBeuut764c
gc2i7p02NzUdhWJV6hBVA1MZqu4yNEgdg0K3CxrkUdQ/aYNwej93Ou2lxGSIe790WDtOWntjgMJ/
reGCJbOr0B4skD6IW+Z+q0GnwzRUTve2FirvamtPYDU0V3ntk8n9ltatCX/OjeJHo1y63tPYwU1X
Q2nagZlJ58tUuk6LgEs13zl2uUUKHti+7O25XKtJUrw1TY6Iaxam5RA4btRrPis9Ap9u2eEjTE5d
x50l0q4ltga5n45qfzNMSf41Swt5k5tO/zVrpyq9cKSWXjTwAP25HG3Wp6Z1j1WaxprftEli+dRj
Jw50Y9SuYC21ztqyhY6NsFHV8cbWRtVex56KLL0NEqRC2yYEuo6BclziFpyAg5RNHb6b46wgUIzV
yRREM6boAeuvQCikjrcjKly27zmz9WgNStSjIui0VFMdiUqwObptvk1FOnwvuxTESNNpsA1rFSG2
Sispg1Doql/yIi2rVd508L8VGpVfhYM/IX6QSSuCGtXpOegK5Au2mONiWVNLRGvWIwDs4ipRG3wx
Gg/0604ZrGzZhxMGG21XJX6hTcbVFNJZX8Biw89Mc8onTZBvwv+zpAiQ6JGX4OEdZzXrsYRzKIvk
R+VpEssUVQnf7DKqrkv4zhKoVOh9UatyeDPBiXNEzBS8fapbkICorcGSTkj3rED1RHGr5EVlBgpl
yCcVLPSbWMoUArmgDqBEWeGC0et5vIrxH35RG4nx7hBb3e2sWRPMytnSPztDHN4lnNqIY3eJeKAg
MN97U5TDswQmMvlJMxvTFogCNzYsIXO4bFwzqfnkrYafoFZ6t2VX5d/6TouHlUxnubbqFAJflCjy
fm4T62sz5N2tKmGW+LU5qF9lI3Jn0R3KVCrji+hzx02FU22S/RStpb5OqapjeWx20T1oLiw7lcTq
bExwpMUU1646+1U12+ZKpy/zIFFirgNtHMY0QOfAuURxr29XZmNClBR9aK8sc2jkVaiIYlypaZI/
RYZs3C1VLvNJ03tOPbvJ0gfVbeKvpGwU0cPQdN/BMmWvyST6R1MfxnmHSqkOsdGhtLlw5vtXlJ/D
X8dPwanOQdE6uH/7aJHjy+gaSvizgkr3CuHPyB5tY87fOLw991pFYg9fpLquvvV2mMU7vBsasIhy
Qma/t/NnN0d0fROyTcc7O0pwfZxAuOm32lCW3Qb/eFQMGtVAQBOmN/J36UgXxAdNUlxjctpeYyjo
XstoVFCvixpA8a1mQvWdy0UaWylS9D6BaMEzTCqhv1MPLvGRTGV0FbZZV1yKVEeLP0RncpV6iXbT
59A+/d4yOm2nY3LBUWGE2W0ngIqtQBKBCcMlyez9mNpkCniIo3MFwcL5JLDPsH2AxyPdVWWC5oyk
PwqqIx2kx6Jpwgf6oKHBS6NvsondXqvWTmvEz9KdW30bgt5pU4TZcl7zMpLstUlp6WdypCEZKdyk
xvJaIHq1qlh90y5yZ+Wms704DiJR2l+b2Cl6/kxvbrWax19rIo53Vh9TUnNZMRjqjVrT+3PcznKr
orXykKHAk2w4BhIiCKdEIqlojCH3h9wJv0UcsC8zift3U3FQo60gsdN2tKV+19t6lQYmlsv6mmup
sf2S7hJ29l4OqK7rLQUYy2zN7raQpvumO8vbKDYXh0/fwrkbNY1e7KiGOf+6bGJkGUIHQ2eYssqq
VpXqNppMLwmS0erVLc6QMtoJbfDeBt0VyUXatOMnlyWA83CcV95NXmrFqtD7wsOfaQEMdVZp3sJ4
nfBthnwp/Qj8Gx5NtTrbfpbNApk8zXILOLN9E24aU0lS34kpeiJ55ubiOkwc77vVOvIzVUwTM+00
dB49d04H/MXTHH5m02Ceali5DtLB61jRg4n+k2ZJ430ac+7KmDhPQQd9VDFUd0ZL81PF5agNhafX
K9tL9Ru7E96tkvb9Qx3G8Y2NgultHGvOdFkiOvykTwaaFoWhjQ9t2XqRPw6piXLEAI4xSP+bvfPY
chvJ1vW7nPENLXgzJQCSyWQ6KY1SEyy5hAl4G8DT3w9S9+nKVB3p1uwOzuoatUpFEgiz979/s/TL
Jwo+r9k1OJjkYazNXBKanskJla1a8ECyp/4uWQrjWZIAzim1LtIK5ei41wV5AoFvjTPT7FQLkSv4
L3nviM+jwUxTW5fUhvtI1Fagc2nioVkl1d7IKJL2prnoBOx2M3E0hoDcgnLC2LvMptv3Tq+pPLQH
Y0resz9SfMKGJK6D2uYk2slEeM/zItPiRLhFVVwW5AJOuGOOS36JP0AHT6XQio6wgyKXFxK/iasR
uyc9aNx2tANBEdHuDNgF3ZWNLxSRB20py6i1C6K42rGthoMhltE7uEaVNSfl5dIAB8y7ZC9izc4P
/tRZkJ7GZSAkfVQPRSfyDwTp+GTgME8g2bsXlr1zMcZ50Go8mIl1sSeypHSJo3g7+ImMlJ3LJRwn
Xz7BiEKCHfu19miXbnJv16o0TgYqpVOtXH0NbdmQMy99WOADS+W2c2XawTr18iMBaHN+8kjbvKqA
yRhTYZFT7GBsjFU4YxY77CblFmPUO727UdBaH8ZMtqpjJT1KNNNXrOvFFu5ZKk0vI7cggu5c1OTw
7iimRuqVVPhJMBOP9V4v3dnb19TF36ZpSNz9qoqkID/GNqqjMdrwmKvaS18mN4/5blQnV2RmaNd2
bKzbh0NkCNPZM75yXapHNpOtSKJbirvanG2wkaa8bfQ0jS8aI+6etcavbuBmyzgqtbk91PMk4S0Q
kTbu+kafVJBQzUfdmDBFZx6AVMQahymwG20pz906iiRatVjvomZQpBI6dd6H1kwVsNMW21j3Rb+4
/b5zSom6C06azQ4bJUcSWoyReIKF6r+JKxV0oHCOvZNjwbFvzen6CFe+vbZhrpvHdF2QMuK0Lss7
OaeyiTytiCdcP6e23cV6i00FNAZrwY574e//n2TtJG6CsHlqm2pqR1WIidIwkcHExKU3/oBw/s3I
GUgD56hNUQCt5a2OWBZo2yZj5g5Y7AYW8vBtTC16uyWFKOXpMc/BswGcZ+1L343dKdWm/lQ0Kv7u
OCr956gOJo2aazF03Cih23DrLygyqRda1ZVdwlDTSA+NkP13V1YxinqLTIc/9NF/10Vvem0GIYjU
39I7bDOmnDYHfjit2A7T8j6c+7x/qYRh7xh7G3/o2/+Gtkbq1sYJgyi1UXTfwKUY8hiysYCRLIcx
MZ1exUUpVp+8uEJ9i1MStxy74gjUy/ZBCq+5aRffikbbmHCsX5G3p7HftLtCkMEi8R+y/vBE/g5o
wRJtg3Oho+DH8vrpQ9HUaqfHTGwhtQYCVUpD6qu8wfnDE7dk/WjBWNXLH1bgrwNLGKOY0OLa8tMm
5vWnugm3IzuKTzXr8VIoHcsCOeRYHOJwvu9dpHmZZ45r0NbqT+5Wv342i3/jqboakU6ML15/tkE0
gPQqPrtb8+VUy9k7kiXUP/dG9ZkyOL5VJeBAL8Q/lljY2BLD72BCxlCbueDrD1aZIBFptilkxDye
6HfKk6nFbbQCeqa7aik+MgzP//Ckt/f3GjeC+goDh9EsxFRk4K8/VHS6X6zrDw5wbp4QsdAZrBQ/
tZ2lZ/7gjxEIv6KEHCxENDGOhikByvLmA7VsVG0DFbIXdb2vB4SGiUVq7KqoMbnTnFgPXWVxU3r0
3xYNSUtPA5Uzfe9rbbVfIemedDXCTbIyPw1mw6Iq/qfHAJRoUFegeOBqNOuvv+OcT16TGiqhCGmc
3SwByLX6nObmXmv1b7//rO2tvnkBLLJtoW88wl/iqGehFaWqXChQU12fCQrrxDG3hE/Md4p/VzD4
VvI0rkokgEdYquxwgMCh8Pdf4lehDfAN+g8GmKQY0U68mXHArbOdZKOUGPEylKfaWB0v6NLM+lDq
3fxetK3+ScXTWoQV1w7GpqZBYYW2wvsmhOb/yQ34b3BWD5EkowLSZyEz/4gz+8uhn5meaH5IFqa8
M6K2WC0kQBQYzSq9uzKtAbXLtDkkdevt8pZApGI02307xtOxy/PpeQL/i8amj8PfP6hft8v2vRg5
QYJC0fKWY90ZyjeXgZWRF2URqhVKg0vucZQknjgWa/snvuGvhxGUVuYMm6vHxrZ6814GMWktC5FZ
eTV7TwvjqV02DL2kethagmShus4l8KJJmN4/9UOgE4HpgzKAFbGNDreH8ZeX4Ix5bjbxArV1XrpD
h9M2bvskhfzjR8rKY8MhikEq+QuzznHyVd+ohqm1WvcSCvVtR4TfntiK/sIrnOVPCpxfT6BtjIfh
ByMwUJy3swMJLiGEzZU2tl1yY2OdFFZ55QbWAMns97/tbz4KkbCJwnPTsCHZf/0Ep9Lo9AEHa0hA
4xquQ7+FCYMIrm2s/jCQ+huOAJ/AYqG+/WHptn2Xv7ytxEVrNqUal7RKy0tnrJonhDxFwyyxwld/
StS8i0mIPZe+0I7zarwYU1aHkCq1oBkAjEcXqyirg1TZjmKNgGjivTNaiMuBaOcTkRJ/cjH+28dj
mPjVcNEijnhT2k2+gvuZsJsAq/LvTIymS72e9T0+UOvF79/ErycKw2jeNWllHHUuleTrxzOhj5O4
3aUBw2mtvOlwgvBwFWvVtzwlSh552lQ8k7Ca45aoLNzS8N5Kp88tTgND1K1dWwZeCQssNBlZGHdN
6if+8fff8Qch4tVdAE0Cg0ls1ShAkWu9+Y7moPVxoa1psDIOXJ6STGH1NSPf8IMCuFqFiZiW4uDo
VTofBmXgsQGBqIciLN04VCR0KWTpTseogiN+3zZtjcoP55iZcrKGPM7kR1xjy2p0+0m2A6lHVpwZ
OwNBUrNT2NDMp9I2u6uxzHpJikiioj7RUnUhxlhj5iCkWq57ZYzGHzbKjyH6m5+OOGibefMEcFd8
c9bEcUm7WsdUXZR1h1m0QoWF5slPYA9mHa7eSKIAgKErQ7lYRbPnTt0y95AzXiHsUQu+WjUpx6RD
ux/60c3NTwXzhQ9mli9fiV0GLcx9a60DZ+DV76i+xk95WRtADCQD4xClsrRnmpilH37/UrcT+u0P
4xzdbBb5H9bTr9ddS3qDpN5MA6HR6BFQ6gZNt8x/4EL+2khsSXmYUmKB4FFFbjrzv+5+npSX6WS/
BfkYN+e8HH116KulT8lDsLpDtnpifVi6uALbzqry2Hk5dgnZ2NTh1DDRDFKi1UWYqAElNkhHbEST
p/L1D0ymX58GojcIsswpMRMhlfL113TAtnXFGC9gcqMOydgz3qLBi/7pM2ejcwx6qLq2nfRmMYGJ
2DmbFRApdRNAcAgDwbSSYfiHVbs91NfvFlbI5u+2WZxvDcvrXyP4/40e+9lgbpo0JGpO32EToqKl
HKr6kCcKA/NOJ26sV1Z/6uxM2vvf/9Jf6gNkAjxPJNmQn0iYerO6Zq2azHblG1hGLfa9RS6Di9Ls
zHQ2mYDwBoKVhe4fDOaCt7//6O0hvv3x/uaCwaeic34rEcBuvxtJ82aeOrdrMKM8udoyAN5z6Oh3
uIaUwe8/72+WztaF4pGCyRDt+ZuHHbPLodMCtgyN1C5UYX1b0Nj/4Y3+YNK9/lWbaJtOaNNmbhX5
61ca0wkPxTJh2OeU9pP0OtTlqb8h+x1VQxrlvUxk2JMvMkEYHStS2JGOLg1MsBlsCQJGbU43ddaP
X4WlF8POYoB46Y5WPR6ZLBRPsEnUl1ikI+dA3YOq98a8voe/ZlwXrju4e2POXMLR19rsd+DO7ie8
fnwRjZII83BlTzlsHoEfeqv1JWib7dbjTb00eCxg2Kkx46+E+EDEbB5/9wqznY6oZpxkX87K9CPm
sDEqXljCRSgFpIBwsMgoigCeSyv0ZZJYey56hfUkN9WTEaOrDrumMe7oSeb6vgb+WS6VIVdY5moa
2gjataJN6VWh76pmIFpKTkn/cYWOpYcpNqUqzNMUgWnmgNsfBrn6VBSrWd8IEbsDJpTkEIQ9m+Uu
gWhlElA7NF995C/xMTWQwjw3jJovbLcZiBZP07X7eVr8r9/Jf+mbf9F/m0v84ndy+t7135dXdifb
X/hpdyKMdyhWN14rtQbmXoDe//Y74Y9+7A2oF2yHzRfhP34n/jsQxx8ifBj5RPJQ8v3b78R/Bz/T
opdAoUdoHAm3b2wvfprQ/L3fyQ8npv9sVEoEGJ98BBw5dIZb/MjrjYqfkGQ8inlttx1PgGZ1z6Rd
1E2ElyMTkaKu5HO9su04ukjMWQYdSl0LZwh14Ky+9XJun1VH8bdLhbyP57Hsdij0qqdO4zrM68J/
tqTv3npjbHzs9dl5oW/4bKWMqH489P9df/+FGcrv1t/58zC9sdvZ/sLP9Wd47/DAdiCRssw0GkPO
+592O4b2bouCoaQiURGRnMXC/Jfdju29oysHvDWADCijN2T7X8vPtt/B1gXk4nXTI1Fe/5Pl9xOZ
/c/6QwAGAoCqgE8n0ZFPenNRSEVwt4ubO/2AXb2U/uA/VyVzElzfxkNhiuS7rCYmmyNOuc/xWsgx
Qp+orrS2J44c1M16dLqV8YTQscjaxTn+FdFiNushX5slDToUgor4WrR9kY4kgDxSq8BjHzysfo4R
9I9RzgntnHw1unrQjZPRRiWUnyyQmM+Pu3HR6j2Nd2xcmoN05mAbNdzz1LAyxqxXfVVW3YlDaVtE
Hq2N12v4b+vajBMGQ/LAMxXpnKmdtZhhtBm+yamlzTtbxTjJx2WRfzQLD62d5Uw+wtOl7ZrIREtP
xP0kzM9Fphi3w2Sx6h1sp047GrMUp1g3F1Kk5vV28uPqpV9TcZJIlsJ4atV7koS6u9iWFG3aavSK
EbFRwJ+rPaxuIFFhAzFq/tWAsvXaNpaFnAkE5o/LQuBRpMYmvfB9hFjkMHr681LZEzQa2BD+vq3i
9WPHZZSG0q+az5BPOmbmUhgbo0bzhpBDsIhB/AFEIy8f3G/dLAC8ocVaTHubzL5yR2dNdtB9rCTE
zXd8waI7e0wsPiYqTM+R8Gdd4QbM+FMGetosrvQUMs0pXzoSdhuLq80v5/Vpyoq6wWE73ZyHEZuX
IZf1ONDi9cnjoOX0w11Zk1jcYZAETy53MF1rnHoeTllvxjB2VxrdqCpSWUImhPIVxDB1LualGsYg
IfP+24i328lsROntZr1LJDw9OV73BajmoTX4Obxe066ZTMXK3jfrNJ5w1Bk3s9Ux5pHEEOgC3Sin
OBx6107Cqhua7kgSjv4RbxWogQoKAUN0YwrHWixQbJuxJGDJouMMNaMfz5ApZBVCOOU7TG4LC4v5
7/IF1WD10epysqB7r1ZfLBpYxtfWILpotKw0C3ErVygsx5il1C3ZagbYjFRnom9iWDZZ31KJuPIJ
ZRG6s7qw5bc5rlDapZnrPJA756SR9EgS41UBjUVYmw67mQbt4zBJbMqtpHCmYHG3V18zMIc96o9E
jql6FE/W0krnSNxD8kJHNS+HimvBCeHHZfJGaZKRek28ahtWqlkOaTuX8OZiwywCx+jSx5jwVYSy
Vh53CAGYke/ywVwfGyDJDDKP0WbBsDBzxWu1m/G/KA033QtpkWJRMjAc8KSehzOM3jkPZDJjGOG0
/vAJ61PzKfa6Lg5NfbXSoGm6uL8yPTnlmD1It2T0A5/sVJduZV0kST12F7SLZb7vi9zaSHQQGg5F
PmT5DSDvCPzDlBgX8X7lnetwm7Au7+IWyBdDAjtYMjeZw65FMHQQXhFTqvq+IrUY4a06EfEZ37tL
zU7W1npOw6zJpjuv82r9lAmrsI+qU9b8QTWa1D9llWkxJBZFrQJKRNWEbbf2HzsWgrVLmdAqglbN
Cb/XJe/agAHJkpPJ5uSyIxwKD6XmJpOpHd8ls4FhaBoLXM2MASneeVwyUz+UU2Wl19L0s5eB6eO0
S6U/+Rw9UI92ZibN/jA5q/bILML3sP5v8q+yV+6wh5HnGaHLwC/5AuXQ+tTVa/JtGkl06tJSg49Z
jdZ8xvgK/GVyNO2xGvBoh26XNBH8L2Ef0PPJJ7028V+y0yn3d53nJE8u/Jv2POpa5iIStoenqowL
RvdWh7NvphQGKImqdDQgtKkysGpjkBEcaSe5M5Yywg65qaISl9gvPkNqtfEzwYSUg5gnbDx7NSA8
Z+Y95KykD0ZNR+lbaC681TqfOnkwCi0+DXDyzB0f2z+1VtF/MWc5xLhBtT380Lhm/hzrVo0zAPFc
y66zRw9qiopHPXKx98/2I9b4YTcWkBIFTHp8pFvlBFkem/BJJk7xC5JsfDOyZ53zKovT2mU5yUlj
bNO6kedPtN9e05RwYFLlYweSOvNw7HB//AjRbNYPgsLuS6eR/8XhkTta2BmCMXK6xsN6TDPZYddd
N8PXvmvpcqDarveCUJ/7nrFNfyw971m4m1NWaeXroUgT57TG3fzFHuvkcsSpzdyBcMTTjlFpMNaq
vu8sb7ia+758GRmiegeYZctxEOnA+clHfG1yu3mBA6nBhdI1l8tkLiYDl+uVm2wu8lLhEpOoTxzf
rgOs5uQf7cHS53uR69771XOGJ6/V+zqYMjXeohzq5kiu8fwkMwFtKcaMkoO4k/bBLXkvuxTX2Yt1
iVsRLFq61PuudRzIqG6uxl0sF8MI6fkdIrKH6WBBmfhQjwUBl+UkidpL7YJmv62EUzCZ1vxnbCFS
N7L8OP0s+xFCWt3kWrFbgdX6vRcTkhFMjTKJyO3y9YXfM3XQ9ZCMHhbmXdY5rrS8DRegxYGY407d
pF26JJEtdQXZIPEbUMWO1hC2Z6wRuNlXUg9skaZZkM7x4vxs9/+3KqYqpin6n7uyc/b9azp8r/rh
e/bavXL7ez+LY/8dCoDNiM5mTk0inMPY/mdxjEkl7dUGN27AFKLS/xTHlvvOcClayXzkYNuMDP67
OOaPNHBxGwEoqnJwcvefFMc/VCl/rY2pwDkOqbM9PoekTZrKv4KRozbD42A17xqj7MLRWfrLdbBu
SPyS4RwP4z6xC/M6tTsMRqxWRaZaqaOrRWK6PTr3rjSHEKb7eLXWvcXdhi3tkHwRVvbRKxMiD+3S
CkrHvvEdOUO9brhm5Xla053g2Hii1uUgLjzjQjaIQ7y8YZgMe26OGhJISY/MYtLdkrKmgiua0Kon
MjjKAkaJGNcHUdYVRErDvWiY8cHvsWEZJl6190h5vFnanngQ6ABkzaa3gonFztPwHsCTEcc9M88O
Q1UR9ABCf4hbopatdvxXHOw/2hn3dck/by1XX1m1/r9ZuB6+15v5af/2P7V9m/+2ff3/xL3VZsH+
z/vmqi6+1RMEnJ9WsD/8Xre/8XPHmNqGPuBagCs4PmSbUPdf3aTzjtUKXozgzgWw3VrGf5u3eu9o
FTcTFAzMEBluLei/wQz7HcmR2w7chHQ4yP2jbpLmlW35VzQVxy48i8D+EJRhLwP89nrLwGI0uza1
slBzpstpFuUcWf0y3OWyZaoxM74SB7NJboVheTstd9HTyhHFwewMN9LSShT9maPBTRszrw6klw7G
0V5i9b5ylhO9Tb4X3vTN5KLfDUOOd0OfEq7rJl6Y9Mp+1HQFjb9rLo1mER8TqKWHhXyf9yvFVUhR
eWU7wj8QetyftN4bd10pXnDoUFe6s3yAH/QtNqzJZHCnmhmDiGGed3o/wmCM23a1TmlGQkxqGePD
WpfJNfKtPoSxPWu3dlbTJugkxki2VGx4OLwApH6tJyQL93LVi3Q/QzM+yi0uwTZVeb+W8yejxnx8
NxjVQHtJt1+Gfhsv7h6yrnakIGJ8Vy0CW6PErrmrMGjBQK9ermiSH4elFN3BMBawaowY12hSdgw1
X7jWrspUdqGL0YpxvnF6bj+osXk/PBhlajx5yWidldN3gL2+zh8mKDISE/oxv7atgtEcIepshes8
fS4gz6HVhsQewRB1b4qpLBAVqdiBCarimx7NxRdPdhh4WqVBhD0qKxjM8U2CucyEasu3H+ySk/wo
3LYUEcCTuveFbt/1VjEUcMVt/auGXid0mJ4TKSxaRDODZQZVBy83KjR/QhwxzuNnBiLFGQsZ+zSR
1iFQ39sbWGzlUes101cOYnmR40GKVL6rPsmYbCwvkTrqLNj2nLTCvpwGaV+meSducMFxxovZj6dL
dy7xgMGa+yHevvzoOMGQwAgEDkBi3BmG837xb7HBT5Ydset+KAc7/2R0PVNYWpyil8aVnPA62oaU
GY2Pnx0VFVKQb3gFflq8cbKlQqsqSSTzEloztiPlTmHv2l5SJfWZvx86vILhhC978PBLVXtPiTNQ
Ei8JtG+tpjSv5r0g3nZvd1aYtMuVIzcRkG85Ue3m4dzM9sEXccxVUlEde+RVukiHnHxvLSAxHgh9
0ArnLo6NO0cl7pnlFZodFWaBdokaL9N3tVdNCF7WGNOd9ZkAaIPel9UA13M5NGBJYWtN+9Xx52Dz
pNxPMX0/YjgrpE3C2CHJz/MQn3x5NxeVfUFVCOd0WPFi7207rOJhOJE8kEQO3uynASwFZzv/g51C
zIC31+6GEU1Y4avhiM/IIxUjdAaD4ZqvF1HdWFY0C2hUGeql3TTA5wuVo2NwWTAlAjMiJMhZLoVX
3/RLdrOo+BzXMRXkNMx7xpqACl1goylFCvLga1X2MNdFdjFbeSgn/cFdpHOeWirVykOOlnSQEwsX
RUVqZi9rvpaAWfOXtXGdPYYjD3AiSBdq3bvFTT8m/lRckU7FCinXpgs7j458VOoubdb0loyU5SIh
1cwrFm2fYc/0ZZgo9xOzhJZOYkm2a8RwbIWnPbqlyQ6sKvsB9IfpTNK4uNnTcvdstxeb8hbhnaMP
u3KclHEsE41gStKtcBO2i2nf9KBQc5xdrytbfWO+xnKXQgVIwe2m4mFZG5gRxtg3NgWAHG4qzwwH
XcJ8nuKzs8y0Gn2J35tVHJRZSuzvjLt1EuudWIUHhSb5Ps5NfSpSez7CKHcOBQaJQCaG0xwxI1mu
9ayYP5tAe5dtTVBHU6SB4Takw5BBUV9l82riqM2Cf7QbByJWLgr5YXDB2dAyqMLk4DGTfV667c5s
LT0icii/Y6Egp1kH45mQM++iZnFHxKJZdyUaUN760HgnpCfNI0rDmIMy1Ux7b3OKelHZ5HDwjALm
u/DSHsSHriiau04dZmSlu4a9gZFwql8UxFwGA8xulvsClFAXNdjS0DufkySN92tTWJHBfPno1n66
I0IZuJ7WDV2awLki6m191AJUVohKY788aFPTRcWkYi6/EXsKiZs+OoHmLErVBykDpG1cZp3BuOLI
1zjkUFok51oaXZh0FohGbWHRk6VuT9DenFl2OJA18slZVveGjB1/r9mlvEpwhcFHj9XGNrzqZfdx
Xi6mgm9uO93R1KsorZ3sqnGc23ps6wjNJ01zMa2XwIbFjTdXFisw7roAIyIZFrR6QetYZeiNjhEa
CabM+4q1OiD17NpBPFVxIqBK9/Vtkej2Xs+X+JZAUPwyMavCpTY0RkSXplOfs9ZmrZbVTTmpIuos
MBCUEns5iRDD55C4GK47IULcHpJoSSczArdS59ho8301jmT25QSPCX04OX2RvI/Rz8CI+QCd5EuG
I0eQTZM49q7fHWwFHqCjNSjB2nKf0IfUuPVNlh5pa9dQDW7xn2pOZmENF6MS1oe8aF96qb9Mul6f
G4SaXwmSIPkV0now5teup9JDi6/u0WblvW8FP3pni/UDc+pxt6ohPSdVJfZub2Bo6OTlGfxFu8X5
HU2CrcYLknCqyCiT9iavyuZWFBrfvS/1L7pHP1FX8QQVc1MJ5tZV5vr3frXUz4bepnhpWKzH0Xjs
BAa6Vt1wf0H+MHY9urqdmcZHKD8rZ0vT3rUjAvFizZNH9J4vY8ZFY8xEbSosua+zRrbMfNFWtiXM
mcFx3k/I3fhPjsTZuFp2cIbSBCXuii+TCXrZIAI7wabRgtbq+6vKTs9mOXtBqjUL0XTpZ5wCmg8a
CbAfML5tLh0QI/Z9tV5oDYVSpefzlWmPZcTzsPf0Ts9Fxj7gJW0sd5RLKDIM7xxbDZobTZ1qzc3P
+HThb4Pt0oUjy+miXtbiaw8ZdkeAuQa4Mz80tfuYI5/BgnM+TTrAdm/71a07xQozFreOhrRyH+bZ
n28qCuObtKge0GUhlzTdEDJevxNc6+/FEmeRlkz1sYboedlxrHzwvERdrk3eRxnBkgicvNYmWAf+
+XNrQjgIB3aHfciWrLkkJ5IQiUGIyF7k5orFuPGy0fFLC2GdzZdsJLqwTR37GeUNAHDd+Z/Xzq8/
6rOWobdavfmCoJMpEmaxfp7BlcFVl378VPaJ/d5RK5sPh9nHklHG7YL4b+cgwDzZtvuwDMI+mtzm
l4wq202/rN35rU4/2PRpej8uKTahToqcVCVV1Az9GpYdUSe7xhfyeh3L9rh6an5p9Gp6j4e6eylb
ejxSgpaIWM7yW+mO7YlRZ/qyJs53aDfkqMwODgzAxvtkkcNZS2bn/WDaA8CaPQd4z9ZLOJHwCOBp
wdYramEcocWMJkQ9T1wNwG8idArbvc+RL5K1M3MIamaBhQCzhnDqfX9f9YZpR4NNywCnL88vYttT
lwr54Mnt02tFauTR8TgZhS8qzqdh3TeTNK+hsRlfpdPYfCM6zGpY+xf2CAi5Bd63z1o3Tyksfevk
dOpJgeltiVjfB5uzuS5M53FoQY1Yf83t7A1fcndKLlRCuZC7dR8Iw6lDWHwGkxV7fGj8uthbXvYM
X0lFUDrGvTehckm9h2Ra9ng6XtiGdrKdyQu82o0PwNDNoSF6q1rluRyNlieo9fdw8T9g7U+mU3rF
fbcb8vxW6yFx5YS0jWt/7RUevpHp4B4SjMhwxUuRF1f9LYE247F118+1J66zomeQM6DXbVC2UNmW
cWhRUwazxkCrJRVWWD31teFGvTWEVdkdKEGyi6qfrjp4sIe8n/qLOrXkiXVc3lSzOWPdCv9F59+/
FAO7LukKfS8WnfROzfXuUhS+0YLqfV+ueXpVp2W8WzK/3y9r5R8zZ8rDDI41MzWdQy5Vj/ZcVTD1
aCqUnM4g70aYrojnFQ7Y8WTcLbkNMNwuY7SpPwunADmZo1azl71GtVFpDBkBLuVJ9vELHlCnNsWi
JqaJIKvULD+k8E4vllkn/9FPMG+UU3Ea5MYmRhB9Gps52UtM9MM63Qj5a4WMzojjqHDn7Gjr4iSg
CCK/ipvjZK/VOanRIlm2PQVS677o6UL8T47XLpB71NlQSwxknOcWy+Vg6HJmVeznnroBb/5lmD9r
up5flUKYN5zET9XQdh+q3I4PxmBQaS2yOLmLdUSDoEL+JS70gmjKifL4DCkZ8zYfonqSYAWhFcmu
c9Xt2Hv+sZ6t+yI1dFa0f+x8N0TYFsyeugD1SclQzdW+lf7jwHmCV4lz1pkx0YFNzs7e9PVdkiDh
slPzojMJm5pXwQFaj4gLU7Ee0Zd9Ea0z8JRx7HdV5Z2h48Y3nrc8e05aHmEintx4DtPOjLjyQUev
7AWDOQZ3DBxKyH+wcOpDjLsAHM80soW+7jtLa4+Kkh8I3O+OxdI8WCYpP7hsopMkVN5DbPtQCFl8
8pOrDAXvNg+cPT5pmi4ruczh4PRGEOcpU0Q/fr+5bu2ZxZ31mf9w30zcNvHRT3glOoZokyuidqx5
pdWD3aKHHxI8s7u2Pdb4CkfaPBLT5jMf4d+jtWaaLZc9CrTHIs91tt8sL5J2RpczDjMdJ2ZWjjS4
FKkw3I7xs96flJvvDemmkbvm1T5JV8puv7ivEhEJjTI/LmNyF2CkWvGQh31VDZGeNCcU3n0oZq9g
htjJsF2MYi/EmB7WfCQ/1+LLc+ZfYLdFPMFQMVpFZEe0uX1cq77dqRyHaUOvbpeiIZBpHd0jWTD1
ccn7+OhgesDJzZzRWGrqTZdaeYXeWi0XOb4HzDYy7DpF/k2l5m1v7cveyW8TW8uPc1umR9kPH7tG
F4FZmp9afhteU2hbZ46Gs1/ejNP3mV51J0wbdSRprn6OLdAmleuaj2TxqcApP8m8qY+rUR/nYgbJ
IWJ5cxGuh/KTcI2Jv0InbJQjobatEdT0ELJHamFfzaN/nXnOk6m8L3HiZxHRiUVY2M7lAKS6m3J1
NYP1BH6qq53DWFwYuU3H3a0XZsOuFE3eBdzofpimmrrMdTXsp4LQEs3wmmDxS1qIcYQFkMCnsWxs
XJapQ+I1MoKgry0vU01jfmUPdyjncWEepmt9HZ5dY8kCv2XSF1dWxOU10VXiyoKbAMLsdt5JeHCB
PXl3vJ1+z1PATALcZEz/L3Vnthu3km7pV+kX4AYZJIPkbZI5S8rUaFk3hGTLnGcyODx9f3QdoLZd
55S70DfdQMGFwi5vUZkkI+Jfa30ri7a5uxwXaW8zy7MOjtH3zA/Q/zqGYGwnQGDGVVUAD5t7TrES
UgMQ+yTK0WyHQ0/UdfWwLewoaxOxEAqETPGihQoKB7H1c96/uF6WBUp141Uwt+KNt8ArMKpzHuKg
a2IvDfRmXo5zVQArEkV1NooJVn285rW7loOKxOsXwEu37vEDBqXenYymoTIYZRIndHNVcXcp6vES
EZaNQM2jiyMPu9BmwxC/PO+bKHDwRa7jurPKU56AQW7R+tmgeOZTYorbmHnNRtrxEGjM/DbLDI2m
jw13a8xrBWFh175QxQPGEjq66TnuRnVDQ0h2MOzw4nk1IlLn1h90VpPuVbQlTHUaHzQt/ZHQlcA8
qq7p7cjiwLMXZhTMq/2JXMvGnHllkvWiVXkq31Q8ctRYASZJb2knQ9PlqTA7ixmL9s0gc+AvFvXV
ToW4Wtak0pNKFPvKmAV4W2K6MRnUbWp2nACSfrqEi+4F3rgifhw7u2Ubv55IzUfu3HvXHXZzFva3
zrKAq6GYZhtqDR/NGinEzvPk1OHtmMttWNnfGNPv7VR7KDiRH5o+ebDHjtGjnj+0cW+eRT4f5yK6
d6uSHqmiOM19i7IQvWBr+67jJ4eMXplBu9J+rKIcaFluvaARvA7F4GZHGd63Tl6wSwUrHBbFvQBF
wtau31PHsZrd9X0cu7RQgRLSU/cWmX6LNzPDLFM+pKJ4iloJds7lUkYszUHOGSEbLMLe0xflEQWq
B5kEkPgp74gIMDpNE8ROfvHihOrtpoTvYQ1oJJN1MeP05PTRszOqPU42tQFWcs1jsz9ai9R99J4f
ZTQFKsbPkIEaHHT1lWntoQ3Hy6KrBzragX1Un4Bu3jtnmJlOJTzdET44V6UPLq72dHE/rM7R9wWo
x4ASh/lAhNLbDSp6z818N8Z8CsJqTm1r7utUIFVaSjC/yzjIxCghhR7dY4Ng+XS1r8rN3/BuXRlO
WwGfInHqaNgVNALOMHA2IqZ3Oe3vtV69MJbANoRlgVpxasEtSWrXkaG1wcDDcrVk4T6by0uvbH9y
voC2+YETgXeRY+YbArBXT5Z4jIWTX6m+0HamkTf72GLastByzpR4IJvd7akKKXayi7ydhOJTwF+y
43ZeSWBnPelvyZckGyNrPifRv0Rtt5tS8T4XWUfgDbARjeaMCRPn0DKNCUwGYT6reRNgP1h8NbsX
7ExviAAfMUn7Dfl8NM8+/aac2uHWXepgjFTPZpstZu4wvwybWfml6HeRpJ0LQ8MR/JNiyR/u80gy
JtGbaFuZ3PiYMh7xONCGXYpqC3J92Gg90S6hN4MP6o2YPz5afDkaLWl586yN+ltmsZkKKXiANla/
cGzzAm41h+tK75pKe6wW663vy29OSWLE8DBVmLgsjDlRoBDiEKqBAApqOt9JXZMMIUTP7jndtWNx
kXNPrC3ivmVkDQjDKO81/iJU4lEPxlYcQ7084XhiRCrn2sdNrFEcmc6b0ZqirT7PxtZE4WavDsPA
BE4eLLMLpE4LuW8a7bsVVg7BGhtSmzsB7TFLfi1S9j7eaOwgov+SCYutgMnBnDCIqJk2SH6alrCq
5bl7iHjoNlruCGzn833eeoIr1feMmB7Dsk0DjComxfK4pLqU5Ng8e00w1toPJ1VHwD6fbj2xnBjX
cMqOrTO8gw4b6XM1X8CcVT45jcuclptWiw/UAZ0x2BabBVAK5iw+R4bbwyWrqvBAxmhi8U71XaGG
IgAiMe9i3fW2HhMs34GPuUkNFlM6Ex6YWWz0igJZzTjgBZMvaZyfIf9+cLqGpqXfqEntY6+90oTz
TDmUdYaqto6PwxOpz02Xf85G8g2PxCm21esQ8W0177AjvrjF8KasUL4UfVsFDnjzE/T8bVRZ4bFv
YrAEYP78eB6yfabPGKJgFQadUx4Md9lPvXwBFvrR98ZLlnbxAY0p4NNyDwtOEt4lJPxFjZMtMvMs
EO381rcd60UqXjlKFvxmwg60FXzDkCsLetAVPrd+MErz1Mn6W83SGOhgp0+56XABRBiOVjOKDUcN
+yCN8YJLt37H7NgGTdHew3ZgPp8/AUi4h3v2ahMb29SZVm2FTpazqdkO2fbyPdb75jZUGt/D8OZW
+MphWeikYsF9UIqWbWNah/kCZ7mbFhdGkGa1Z8br5yn3zuTQbnCgGH7iLJiDtXEjqhjOncPqWDhF
BohGaz6dBbr3JmxjSA/2BUpAuunC7H4aerQZy9gQTH+iBPFaDNZ1SnlRG9m0VURBbXdcDmVhX/rK
xMiBd3LTAbz1cyUx/ox9cXDZclDu3QENT9ir4Z65V0Oy8MPjjTnGKUifLrBDtk16CRgKtFkWxCuH
A/dP7usuSI2YeQVz7rG6QNn6+KmY/kfS8v+Zbvz/XfXnqvj+z+LxlbrOgYXuF/V4/Sv/ZYaXf5GE
lS5+ZEzEqx2ZKNA/9GPNNLBVkBanGpHeEl6Z/9SPxV94PST2YEOINZyDR/i/9GPkaKz1BI+gNlqs
W0jL/4EZ/tccEj+BUjei0sT/PSzTBGF+FY9H+usWi10mzL/MuYvTJbnnbNUwbomSU1EmgOeQgELc
Qllyqw/yTxk3sf6Afxo+uAALcRyTkbSZa6yJ+d8uoI6SMiYGyxbO0J41TGUIUswia6ucjqrlfMHU
y+Bs0XfJnV1o2DKYmXrbxVWsDuxLl/Nky/qlmOXXMKkpT2gmc3xiiK6WvQaQUu2A/W2xE3d/is3+
66XjfCJ2yefm2GuRz6+X3si5cmzgQ76U81QcZj0xYLAntcUxbhbO69yIId9Rrgo+vg8XkRwrEHzZ
eZ5EF/p/u+eu//jA/tffSlx/TXPxMUoMOoJeVV6GxCTWhtm/+2a0zOty4t4YJW1bAxJVDoY8MBhl
flNXGU7qrIxE6gOL9PC9MF6u/nABvxWyrF+ku9JzTQkQ3maGyM389ytAbuuKKDZHv8qmcdl6CoPy
xmIF0XfYPtOP1O3tHQmtFLdgBsaSSaRSHOW9AmbEVBcJBCK7YronNEzoZG11+A75GDXe3ko66J2C
8MWfiiZ/M0+snxtwcR5LE6/R+un9dvsR7csQ9lJUWjsm3RSrBWIup7kJc3cOyXCDK5medz20lHYt
qCTjDKMwCbBTHSoZPmQiH7ttb+Ua1AXqlDhAIxz2L//+2/3vLpMPWAq+3RXzIX/zeLheIhM9ZLDD
k5RhjsdI8ai3VbarB51JsC6anp2eICV1SBdNxHf1MsXpforqOmRDiA1x2y3kCQPapciyMFMaxR/y
mT+r2n55kqUjwO3YIHVdbGW/p+y4zcGeVWyFvMqOWpYYs2595kqYA4Z5lKClapyKhSISt3Xmwl0d
u6inlkY69VAONai1aEzd01KFw0cXj83Oqiem/LCyPtImXXexU9Y+VHaP25g2LSStEimLQwSRNn07
gxsDb4MQoi4tLBQbypeQ4fM0dOOzE9oI//rgdF0gh8KNgj98QVh9fn2NOaQZPR49ChnEiuT59e53
llyUM7XevqJ6i+2TK7AQFLqOEjzqBRaWKmxy4Y8I39txFjQZu8q8afs2CgNVSaBEjUiF84fLQl75
7bpW25L5k6uMoufxjP56XXjAx8G12AFbbZU7RzLyzXHsZ5BnRPKa8oPDaAtrOUzK4ZwX/bFMhird
pqPJvLl3rx69vZx+1DQenTqfCAMQFU3b9mXQh/FpNr1Xr7TNY47rn2E0mcLY74uaOTha7w04+nGT
lNOGXqzyktAt1m0SwewNpb7fmzpdqW7l6k+VKr+XZYja4OTPebTIu7ltk5jD2ZxutZBIla2PBSej
cTvrDiZSq3+sHXPcgVb/gXmg2Qx1+TbpLS5ApjH1GcNCB8ertoiOtHEeCKctzi2QTrZ0ur4rm37J
fG6X+Hv2U/FTDdfLreq4W2hw8WoGbOxbb87XeTsQC+EMpBym6YHxhI2DQGe2XE/1oyGjx26pDeol
hX7IyTzfUrsJiMslLL1DiUSTmKT7rjWUSqWRGd+GRWKwIw7lG6/SU2fiKln7Tw6MFaODXYryNDUV
4c3IWedOPTk52FWRKoI8EvaXRkaTnzna45KSo+jSvjzmxhztjV4vdgUTVMaeDNkcPFT4k8SzFzbZ
RUCi2xhJawBnZEbUok5oSXkzc+5/bWklfmtx9kA7x8JbMqzoF3SVUY72CYvk8EmAoPle9IWP3Lul
hyXbd/mUXzWXeHADpPexjvs3ThQTMkL5aU6i6bZeM2EOIyhDDINeIWwMRpt+6K1RLzAW19N6PYbp
j67vnO8N/parxzDjSzuF7mfdLmXv6xJLpAQFfmelMtnX3S37DmEVw1E6S7mO9xgL6OVZtzvKvAyx
8nP5HrY4W81g0R0T2tMUc76Gznk/9v14BIMWHtGtimo/plV7p1TqbgxHtsBhPLWXaqyOVA7JQJvr
ci+UjF/MOdxH5WKeSZOOW88bYSZnsUYspsit/aDi8tirKD8sM4eajWar6rlu1DdKmMHV5nbZvruG
3X6I0WScNYzWsnMTUT7a4FcCsK82dCB2Npm/YIR498po3g8xfN2EpAWwhbr/omH2w8RUJDpvcIN1
xxWajkVcpuPV9QZ6iQ38vRsAGJzCJVGQlCcpg0CaTdJpj3E3JXs472tnVfIaabb56PZtuIUD0Xzw
Ys0OoyWatxg/zrVRtNG5ethy1E9VwIfOPLJIJDAzTXtq0giT2Uxb9jZ2rXgNWDE01EQmnu0Eol/c
RrzLJRiEjZcZ4bFohuwGG9dyG7VGvKGZD408Tm5zWxs2Xmx5hxJ0/dmE3wkvU7f2KAIfcC6HZ0Nw
x26iTkynEQz0TrkdTpPCyk95OF6LUX0l4qN2k+62R292Y9vHY2tvF2GMnMmy5N5TYehDrjXu3dGK
H6JOaUdBjieY5Vzu28LxDt0Yt0/0i+hdQOZtxZPrV/5X8pJyKD9kjrIZVSrNOaJsRE8Eq6cPpWHY
B+MdCoJaUBULlNi7WRnLwchIHBhTDDejDef2u1FlHNAcUJFf+2xWhxm/B9Mh2KchdY+oZTkndzIY
bf6cLdO9STTgMmly/vAWoMnN3H8Ulv3pNQ0urdrU4rPJzPKxaJvsbhCp+kGhj87e10yrG82KvD2U
9PjQuYs8MIjg6zNhjo2kMcbSD1nnninv/A4Ceni1tL56KAwyFRaJM8I27eTH1FPgX+Zz/AZedjk6
RUHlls5xBd8meMYpZcoWYbhcVw9r3kdGDF6cUOPBEFoybSA+js22a/ryRWSuecnseNnYTjHdmFUn
D4aOnCjC+p3acnVf9lN6srsatkSdOTtpo5LTvqFv67GdOZS23UtY1uFNvo6KQC3PL0Cj+muD0+/S
9fy0kf93tCUbssG0wDEd89/WCfN8H3X0drMDG78kWdnfZW2h7L2MqtbehXknF6bGSXNxJ44yCQjQ
dlPYUfSpJ3WP/0LnvZ8VCVxTDhKj7L0tIvSB//aYAeSfpEXVbeGW5TYpZHsFYQ02Dyehj8JDbVwz
v9SISYFdAZGtukmiNfA3aZ4vicI1oHGHMBwZvusp5QYYw4xVx76PIOXc2goumTGK9phCIEeFLnLJ
GImi+iPoVf1lJVfhpUNnrBpWvTiMRbLhR4t9nhQDKikzR6OaqHZw1GfiVQzYEuGe2PHPKDmKP5yQ
N9rq5wADXCbpoZs5B7SQsrcoUi1CnSue6snQmDcM1netY8JBNQLOQ6sf1CUZxA4TBlJ5PTzTYW/s
baXLp7qyxa6f6uG4ZJV4c2in71yHXlEo1sanXZPXcTCoXEMravdsQqevpCuXuxqS/V1CSy7kqaQ7
ynpk5N2AY/CxcExnE5/tpW/n5qD6xgqA6TDtSaR5TgoVPeOh+UKSyjtpZkT8aCRBhpBrMb+NsVFC
Y83OSc6pa+E+gUg8lierNNWhmJTGQDWvWrYd4hOX7PiIWIKzYH23YMVPfbeZ3Ccb4CbBSZXL/TgJ
Y1e4VvXIk52fl6btO79ts8h32YEjOZJco+Tb2s6Vrb30NrxRXMjOV2x7ziFqQiMhjRUC9g4npj0q
4yDUGMp90sOqfWki3XzVxom3vGOm46fBwfQqy8VlSFQM0daa+gq4nbu8C2U9Fi6jnJpFiMCZ9xhm
U/s2qDx6VEJYP8alyj4J1sT3SRJmO9lr8uBCAHLxtRJLz2p3jR8tyXSUskctqOPvcOfjIw3sLVcI
oDpJvBq/TJzd9ut3JizgyRtVslZlhPIOKTQNKkB4RMxZbwDOVh0nC4vdxUR99D6dyAAyGgYCa6ok
uheixS1b2Fny3WB2cRaigz5Kr4D9DY/q8hiaqre2eAXml1HVGhZNNviBhh/bwDAz26/LmNq0QRbZ
ozLt5ktTJQiaXeF+jwWqU+CaFm8AK0bEmUp9vtpV3XHULmrzNBMmvpDe4Hfvy5hEGQ8WJjePp343
THN8s4aeHgYt043A0+fvQ2Xj/Zxo/xQ7xmzOVxEhzUAhrviT7Z/7bBmgnbHWeWkIJp0fadpt2u88
TITTKR7T1H3B1VKiEQ202jIbsHnaR8RIj5d2W1hYhjOPmS+jfP5BO1WNd68STI/4dHpZI0hFiuU8
RE+Sh1Dm85W7I4tuvGSOxl1KlMsLRn1WNvhiyQsnEm51GLreezZijEPC7HFRcNj7ETWSzeowFv3t
NCzRlcYaWPRqGPArpcs88N7xsF3EK42WVt7yNnYGgnux4X0v9d6l+NRUbHngf31l5Y1vasfQD3qS
ekDqpsRS+0G3wjnQu551A2iORATH4rbpzTq+ST2CBdRnDpaf9exvAlae6mvRRM5Ea04ZPsvW7Yad
7i7wPkqRY5mlNJ5hpaPJRuxW9+73fjTdZ2aR2t00tvyLh6ohYUvEV3sPWbZyny1mhVvHhVScTVb4
ri8u+u1sasW+DXPsY7nbuM9jQkfNfgAG8hULfdb5k2b2/d7wZq8NErbllCji6Xz3UsDzRf7EjlC+
yURTNUt5r8c+hRvZHWYBtJ+ZlLFNBFTE7k7SCPlAAde6JwFIia1ai3VQxw04tU2diHh18Gp3qrLj
3F+X69yfx2QcT7jB3WejMSd7T4jONvA7DLXmZ0PmpW8lVn8yznmpnXQdI8Se7QHgKhR82OQMLAoc
sXHb5mfYv5QdNuPoxv7QhvqL22WugQ1RuPAqIo37VQASoLtVb6htMHQbkItV1qhEJvuW5GzqhfNi
o5CngTbxjW7derDHndO4bI7LEXy1H1a9x65cz517C2fd3TyO+RbSN99WnuvEUuvMJnYvmvIW+rT7
NW6JOQbh4JrbUpbyoSLViywlrw0JjBNqsvYuYgP6e4/8CIs4TzvNH2sYfRXNCnsVZdOjjfN1v2Co
jjYGNSFfQGdgjK5kU2yraW7PwxCZ7xMv77sqr9UPj1mkxWOkVQcRWz2vvLilbDIt6GvfDK0Y630m
e1Lwc7ykKOHuMNs7Lt1kjG+puvS1TqPgpI7tovsH/+V/bK9fx7C/HPvBNxDvMVGj6Y5ikruOV/9G
zmuyWHUqhLDgNPj+/CXm9JNEbc+r06v3XpGi4ecLdFaW2FS+Y0CnrKYfc/RFqYTX4yLuo/5CGbeG
duXaKDTktHH8jRCLWdCSfvg6iCmXvpaNxVmfI6zpGJBGmA7c/jgANDxPPqjH/DTmuaXtebXgMHTX
yqyNHq844KYHibvuFxDXkiInhfaH2cc62/j74AcTHqNtho7cd5R0/V7U2ZSJQ1SFYNxSpdE38lI4
FFXYVZ/z6KCxm8Po62Zt3EfxwIafBT3bZHIxer8nIXq7YhovRp5ggzATa7r7w8X9PqTl4qBDGkzT
kbppmPsNtqE37tjXDbu+rmjS5yg0OPi1OiAh7sCmUPQwuOk+t0Deb/sltau9kzcKQ6K1hob+/bWs
M9hfPidXF8JxgY9wOYyNf5s1RjXmo1QpRLh5JsuOHRJbx0SfHgYvQvj2H25OIp7/8uOoNGNqaKIf
kFH79d60Sq8bk0RH752tdyrT6hesXotf9dJ7//e/2H/7kyjmRP2EasKx9NefVESVlhLUoZBzxeom
NF6f8D2B/PSUdfz5o/4jmen/JsH4/2A4kaHu3z7uf0EtPbKGfJa/wm5+/pV/6EuG/It3D0gbhzIL
9hjr6Pgf8pJh/oV+xGmNJC9IOzSUf8pL8i9Qf8xoLf5AQvo7a8n+i7yijRrDf1ClhPhP5CU2d7/e
HHB2VlqzbvHzCVB6jlz/+d9ekVOHhDkNVG2g1WQvVMuE3wbyM7SULDYTp/xnlUfX2NQYG2vDh/6z
7ANjK04Oz5gwfsXayLbBWrtBYtfu18KLuL20P8tDeKXID5x4VIpoDu0iIP05bMPERwYH4tuIPUAp
liN0cDjwVo/LD4dHfOrW3pJBmHur9qgxKeMseY5+FpzUVtUTHPxZfGKrxH1wZJc+ijrF16Xa1Uw9
/CxMKageQtQusfdQu4SpNpFrvUr4s2qlI5MZbrKpgAubrW0sQ9TR1dDZa0lLLKFlbjJk3Luq1hxJ
eoPWJswkuFIFaJjzaNFsQn7YFe8GAXu8KODrWMdKahuOzc+ymPBncQxkVkpkZiv2bqy1WcZcO2ay
iUE88sVaPcPEiS1oKNZKGpDDxPmnQVFVA3+GkFWu5eSLQvCmPafBsn9N6Xgj48ehNzoQm3FU0CwU
dInFah7Mkq+SaZOuswGbM/UaDiueA+Ns+1pEtvXVMSL7xYEV+5Y1XnMJZaL6wEB9ZnjYmrG2AxZJ
hUczpXdm7ZEkYRwsMCyFHu5Y9sOcQzDP9JX74kXduYrTjanhoSiNhK23zmFRuzjhazFdaZ0+hzWm
1TkKAOwduIqywZhnJUdm08nWw/lIv0eST+9uXN7rxk1FpZRyly9LTLxE0Fh5B9Ix8CICSvR99aJw
trpZfKCcPLucon0m2X5tNBd7LhjKDLcGDBRZLJdpGDjKeadYM17y7jOtx2sTveQy+bSangmv/poM
JQeOZMOp7jL060c8kbcLj4bSdH+0zH0Yd69NRvSjxHEDJqa1mntUnw2m3G5jeuW+KWb4OdV2dGjk
oMkqGihulGJXtJQuuWEMBq++WVzGuILScANzyTYNPexRUS+eEI3NR5kv1bdU747mxD23VqWt5jEN
DcI0nkLlQOIm5KVG3XnM7KRWMHx55jYaa8lWGYR4aXjgrNsMP0TW3ko3vdquW59Lm2EcO4/xqZvB
vTjZbgiHUxyp9s6hE8WKnE2kmmPv3VCvEnRj+2AJfZuY0IvZ5HnGuz7fzSBlMi8wCDaN+hf06C1M
wC95Zm2Lli/SwcQaXrHubpZc31B9vWwRDB5lwYJMk4YHmicFXdEvb9JS9+HSP5oOp61U0g/WcoeY
AWc0jLV3ubSxPje+7kSXjo0Z78nAYkid9c0OO+zZjVElR5qltPQcJcSLCBbR7X3DvDHw1oypXtKg
gSfe4losHMFVXz0O2nOcfxNDeDaJPUbzq4A/TbfSN6IPHDDOSZjvFGqFNx0SI/oWS+A3ET5moiQl
kpv6ClR5IyOiY/EjIeCnZgL1yTj0Q9O8d261syqoiVqtkjau0kAj0Mlk3E/a5slpcuXrTCfYxpi+
49b3xeTsQlnGm0aOJjnVV9n3NwoLrQvq28+mdEdCTxw5bwaqXPbM/6ZgSkIolPZlSLS9DMdPmxQL
JKdBiPuktcdAmHPjV1FG45i7Dcf8Jlfx7aKb4R6yVh5wOxY7I7EzDDHD9DDxrx4b9dXRKgNUgrqd
U3lnLtkXVMJ9RWjLd4S277LhaC/uY7HMPo7aHf0Fm2W5UIB3oj5gV1E4VFncvarL76i//vDwTXYG
6VX6jglBm01OsIF3OiQuR54y1crdEvK4dq+mMt6aYjo4ZZE+lnS2oM4GVmHe105y0Yu1XfEmytx9
rfKnqXLunLKlKCebHczTNYkBfF0PQhuPsF22RnfVZjZHSfQwSnXDvPVU9u9q7dTwuqF9zB2G2bRk
aVH0MpvtgxhP3sh8unWeYYoGNYCXgvyO6PfTmBEQrsfpHC03DufuVis456TJhXPkzZLqN7k9HyyL
p3FEXmoYhUybSmo3NpZyL7/LyZea7c0YkyXOKqosuxLnI4IQbYVrOq93SB7rCymH0fO6DfVAgpFB
7QZmTWlciYbnL7QNDCL80U32EUrQIRmd8FyWXvte2BJQhnIPTt1cHCUxpGpIYZlSzxZAqk3cwCsg
TERnEEE84LPjHmP8funrmx7Rw0aaYF1d+kvS2zddSKusTlCg9d2y2vWqIJ3Ouz6lmWgoCIQKDr/D
R5PYN/osrwZjOGEuO2ucdjZEGGF/LOLoLeXFmS4uSvvSXfVCMPk4W4wmpNkFBrMSryrQUKVmxe/m
0psoLRzKffJ4lywEgpZjHZv18R3nxw3gx9cFHyVNQq/obOeBcPHGtBaG/xZqZrLjJMS7dWp3TnGk
LXk7RPJptHLS+SMFOcK50crcT7L6UnCsjHldFs9Da39dy854zL41jgZooP9Y2mE30kHxwVA86JwX
hTFhbyO0uGRHutBFRZytnZmTMw7b6pUI3xh0iX6dCXoF83L1jCOQZWZNYKkBUWsVoqmOuuYUB7NY
eAsm7wwo3wXW0o3eXRZX3Ip+IqoMK8CoFhIbVuM70U0EdXmIRu8QAfrTlIdMmry2msP3ld2A1jXu
QWehaL3oes8pfEK/JsaFdMO4AGG1xzTn+Syg9DO5Nk+qTR5gyQ+z+dqFkXtuF6aHo30Lr+2HzbKW
GZj1poaIlpX49jweqnUtza4V8zej/WJRPcT6+AL34hRVeB/d2bvvw6sbOV8murEaBuPArDbT9OFS
xkomcjo3er1N7YEavHhPc9eJydNTOoCNF5PyST7tBvonfTZ+zWYux22b6l/wMX1rqzpIUjzMbXc3
9HRdaTxJVX/MZvwXCzFk0xu+RzC6sP0lt3glTmOdXQnNIBWXSR+Ms/FkSyy0mKDno9lbVeB29k1k
ohE6rAeFL5f2wHYrvkv53QBMQRjfU+emXznb+6k5UK+1XdLvVcjJnEx+EK2j+xQRtp/eCynp7Vy9
L495Skc7x+4mezNTl59Sfq3R0pQ3P7iy8c35zYRMC/d5Ixd1n8D4Ty36N7OvRKDYr+EEnZK7xuU4
zagJQl8iS5x85FHg9MnoIHjBZ8pgCsWGtoAtmKasdJS/ChdB1GS8We7sglo9qkhSbbp6A8k/kqFm
tkYOJOty9SLJ56XJ16X+EqfdzOAwKS6JZrBGMYGXFjm6mZ7VCgftzAFfq+iKHhwXh3cPD9CUJzdG
PLbIUx4S0RxToQez4hedz4mLvtzYj6PQwy92zXocpwd2JYfWhu0hELYlZIpl3kYcCACWBEVJlB6K
GqA0ZpcIPD1x5c5fF9fJnHcjFwLaePvTEysltycZ81lfng1quhcT+LDbQkAw23tiibjksSw3C4n7
sSYR3TfmbZ2JF9V8opvt5+qi9HNR95huy8DLCaCm1i4HqjFNWxnfOOp9wlLtYVXqqE/VQMVh7yk/
Q1sdCfB1dXyy++rcER97VfB6OgVyfm5IpCCkz2T1Wk1gCrIec2+tPYmOsu/2Rj4On4wpeO/0HP/z
fkvHHPbMBWcKnIutGXHCoJBDIj+uo+j81WwM9sDlNSFoVTbYz9HbmiPzcN+jPa/lEkjN68glYEvo
yzYfV9jFWrSSNWD6enxMmh83XF+V2u8OiQhYH0T3y2lGI3W+d7INZk1/ssnveCQTmk0T96ziOdER
B7QZRXZ85U73kRiePwnzO7LQeF/SQ0351GYOrd0chSfL+bTc+a1pTyapjjDTN4U6p258Oxv2gXpO
+77Erq0v50QTn4XDDoaQ6tQiFYZshUqPI4QueMh5gsJwOQhr8R292Ta4Q9b9jmCauYp4Qyx2Y5M+
JRNflF0c4+ljzKdDnpq3gHj3Tu3hTLD3qv2M9HJrU6wrw29hPF56jCIRtjQqECHc535UlefIyXey
9ahKY4qvHjrnUBQPXKsHBhjBObZfKP5kcXHuhVdwPDN8+qBv04LuY9c5WFG2W9QPE4+uEvMT3uZb
Fek3Li/LO0wKe8yewTC2V4PYTVqk2EFMmCqxiYPa0O5nGb8bA8EhfTQDuzUymHxU59FegEPDY4K7
hNqjuRDCcuwblMC3aVbFIUqdA+VH4REedx9gj794zsDWR9+Aw3/NnYfcVUEe676R2YGj4cPW7bx9
N4mKNI57LaPEL7ITFRXXMNSdrVockBB5EWHJp73Qjcpb3FrMaCmvMuTMSbwllmxsNIY6eCoKG0N8
nOl3IdufkmazhH09TIOuSW+jhWDbRKUhCfY9LSJIS5heN+kwvsUu73OiMYeFrWJh9ZtIf8+ylNeA
metAXtbEwsD2xyyfBE86IWxcXAbiB9jmTZz8b+7ObFtOJNuyv1I/QAwMo32pB3e8PX2jo+aFIYUk
+tYAA77+TpRRmTquuDoj6j5VRT5kZEbjOA5m2/Zea67xXNAw23C6ubY63sE+TY+pM6hj4CjgzQ6D
cUIu251r8AJj9ra3xIWGS9kVeyRC6dYM5q/e6lGtIQWehV76K5Q8clvQr/pmBH63S4Vxneftn62K
DhLd4RqGdgg07krXT+YQDOhVJvGb2IjU5i1za2Sn7YS9tt15XVEdxmEvVq3KMMkrZzFP9gCoRvk3
8BrfV/N8XGXhs0+S6IKdll3OIDBcfS7j8eC1FoYX0QYEhDA1yGCkYCHqwY7etzJzN9jnppR4YQ+a
B+HWnXuY/eseFSIGGNhE1Kl2ZbqntHloFMKRxt2NEfGt9cmdh+94j9ffbtgvfsO/JLNTChiryxCQ
U/JML0kQRGrbF776mLZoPzbpEPXf4TBF+Mk1A64NfLgugkXmEDia4Yb0Qwb5eL6w8WIEG9DMoHHV
a1hpLmb7bqhLzlLFjzhTElpJNv0RcmoOPQMyVrHphrhlYlCBQwUfogju4zFeccAHt3ZJdOjbtrkb
y6nBP7wUAp5gy+7T87amQGh/BK+uGazQnjkXWE3MDbXaMvigfwS2dr1DeGtX+8zgM6YOGGwY66+V
H3JIsijX4Nc28a37ig4alwMC1uRrkhL7z1uT/38q4K21qfjfK+CfPlf/6+Zzl1b1zxr4H//QXz1K
6w+HcEc63/QC6UGtnci/epTWH0AFHZM/GB8gQac7+H8QavKPgJEp6nBrbUPy3/+WwNvyD7rntBXR
Olueh3b3n/Qof2gg/9OX97hQUJXOinKDXii94EK53GONt1zN2dDzeEMqhEyHYBVROMhsw3pWZGAk
csfkYLwjXPwg2vREsGWzN638ucisHY6KJ0otju1T0l53tfMiyxSYdYnb3vAVNNgAP2c3yu4EKVpv
CkLrQtWO9T7JAdZ6RvStsDSutlFmOFKZqU+m991rqAwJWD/6QfXeiwFdjBPgMncQTxBlIXvFLO3G
ascq+XscRWU5nKr2ExBTCGq9SwPBjp7L0br754/5/6QD/zMd8H//P8QQxIfx25cALNuXzx1rxn8g
gj/+kb8ggpJXQNgWiSuSZx2Z/r9fAfMP2yENxbRMh1kV45N/vwK++QdcQVuSpIp9ZBWC/vsV8Ow/
pKQ/74LkXE0l/xMXCERbHn2efIGdBKsKV/i6R2+wrC+5MsWOjFp9J2qf9wDMtZB4pksi0XEvx/5+
UKtGpE7Nor82xlJ473+6YRwDZ0qrnz0MFxaCf10GyERsMjaTDFTBry+j4lyjgpkDy4z8F+XONNnB
qaYLGG2QmkWfUuKzCGNCifxhaF2L43+HZmKXucyoj0PTRnc2994+RTG3bmsnIAddFL4NSuIW3nXm
2Xhj37hmVsKfpmy4rS3bwZoiLJ/rJk7zYvHIsgVip1sD9cE7AGylmg8p2SS3tWs2V5jxOHHlUfKo
QCfuDGbAJ0LjUDS0triKR1ch1KD/DsIDSPfmjUt7PZz+16VxbaY0WWBZ5NZL/2nywpSFm20IuZKW
yytvdqdNMBMVAKVg3Kt+ecDtI6GUWCpcDCGO6QKSrxADmc6/v5LX5pS/LoQo2BUq64OrXAejP10I
cRktpU5i7+AIGIgJy6j6NndGce+AqdgDD4ccFC2gl1Bbv2WMWe//fxb3vz4bFSgzYMCy5Ia+/uyO
VCXhRx6/jysXkzzyCTFBOmC/zNeUqo1PFDlogBZA9u+/tPib2+8ymAPY6a02rUtrFW1D8s39BqFE
HMtdaUwB5kiO5ug1My8DnFJ2J7Py9abTg/2oh5n6f5jKBy8nnvuN0bN4PQZfbwOxuBCm6OHbJi/5
xWPqLn4H/du0dhbUO3h4npF1YSZkC8rerD0rjMmdys5dZiEbWtyp+NyAeZdbt2njN6bFv7zma2As
H8U7g/eG/3HxmmsbzVuUq2AHlnCmeTCqdg+ROLqJhxwBhGaT/Jjio8On2xS3KRKkd8By2ufRMfeF
Cx6CnXJuPnb2ZFxPWergPUUF2y599MaC9Otz+2NdZLbqmJIszYtlESU2czKIxDtjToAssSvTynEn
mqFdfGMVUXFrDxzymebHx3/68FDeAMxzuU8kjwj34rGt2yUau1ale3/BsSCsBppkPQQMcbTRmB/T
UlnvxVAs3/MgmY4TQehXkz2le4LW+39t+P+tyMVaP+vVK7RmnzBs4RlCso6W4vUrNGRxZk6EqO9b
JFkYwdsJ1vhcs6xd93C1YEyAUjtbrNB3y4zz5RQgBgEWm04oiXtfLA9402R6hVtHjO9FFId1FTsY
SYhJBhVC5MC4l+YsrtGox/MOQsTUk0AHUWZjewSKb/N5YlL8xh3+5Y2gHcwew9spCCJC6//6W2Uw
qZxU5BiQHAgiI7DToyBla6sTDZKgreVe5nKuN5WV/Tnhezn6DKPfWqPXD3l9az2GWtg4UNbx9Px4
VX5aGVmS49SFS7IHHjAtG9W3qJRHMxM3Qe+9q1anwe+/9t/8mGyuCJawCzL89/2LhUAOHaFgM0At
gpL1R1OSpIzS1X6GjFr5YZviMcNEOV23Sw2dpnHM8+wstLus3nuo6vIr2vziZVzopOJxzF6aGlE2
mvmrBO4IUYClKo8ObTGyFJyytqHicCpzOXP9+fvvcZFZyoK2FgkIj6iqWEh+MVwxGrbp9sL06xUn
jLCzzX7n1oNC6R63V7UYnWMUoGVOjRhI5hLTqS9r70mr5mG2u2YfJBi0UPS7j2SidDSMgO+0ufTv
olyOYcMK+sZ+YK139vVvjUyKNW9d+1wXudjrB24ICI2BM6LBFHfpd+JpAKbVemDIXMwPq7z7aPHC
nAbHKh89Q/8ZVDWNj5qJpELomdJvno1rH/grSWpuf2dBpwp7JuTGZoqW+T2wKxoVSBHusql/58VG
jn02ujFklnlIptliTWMcbye6+G/UQL8+xOtrBMoaHYlr8YO8/mIW9Bo/q8S4jwZzvla5MSDTH+s7
KjmyHqSdvfEM//p5wXpeZCNDw4cD92L/cAYCaLLImfb4XasPsje+UnRgfm87/cWM0/6f6bbWR41i
dD0isg9wGLUvPq9rxhKl2qD3qXLsd7hO8m/GMnlXjoNLxtet88aCe+H2/PGBzOmJ43NNH2/2pXLL
gyzrx2Y87xsOk6B4vBj5Q10+oXNtTQBL3q2RsO+0gzHubO1BAxiGiukN8hBxP0CDeWamgc6wn9w3
9qXXdvG/royjMlo6SjlerNc/NVK6wFApRI4AstchAsn0EkdJtQkKd7ideigWTD/Et55h4EZa1Vt6
y7/7eN92qOR4+3n3Lxavui1tSH/gmhczn96ZRiM+OQF5IHbJDLdXvQS9039lltOck8zw3vjyF0mp
//r2PA2kdq5HLqqX19/e9/uKsGwUtArwP23dIXCIBmnabQGbYQizBQrgiKa/j71TymDt1JneeCdn
h6iWzJd0KYcmIpknKxD9DlX87vdr4i93x+EEiVcBSz2FLn+8vjz4WqlGCiz3LqXAsbMz6w6ANpMj
q20/aEf+6aNqeiQJXu6rQplPv//0X+tdBGP8hz11tfPzir7+eOKVaoLWGTtltBuNRwP08DtNsLW+
zWBO2mHR0ezbEtbI2EXlCpdsiknnKATaK/hrqv/HpT8X5P1g8NsuxITLU22MX9qkA2uzTmC73Yw9
xvgIqvcNYcQauVJ/PRiEHv3+NvzNj8AcdU0Jpzm1KvNe34VysaMpII19D/CeaXUWjOI7vPXlMJeu
d7BHXf7pBZU49j6A3xmCZ/NWYbM+ha/2GYfvigvZCkh4RRZ48RhMiXatZHTdfY9bBRtSvyxkQmHQ
rU4Yj6E01WZWnuZ0AGqY87dcJ7B49b3sBWkWFS7Q9eGNynr3+xtzQXrg7eG60AmT3btapX3n8vlw
Z6sX1oBsBWcULXF0ts6WKUaFUNQkgmNHJi9JT3i/liqsareUKOOVcgjF6d0Tto9RbPvR8udjwBQc
kmkORprZiWF6IcRv5ymFAYhEIx2W6KC0xZyqSgyiy3//PX5dBRBbMsnnJEtzksCTi/vb1WUhGtHT
D8lREeLB8mdUVllLyyEZE0weURUDaUykQr0fBf4U1nXlmVvMhk4Op6mf+4NOY3UnKv7JbYMME3DU
PDOP/v2V/voo0tqUWNLZuei/Xp7/vdrtV6uYtydtWIZ5MTunfjDft1YR3FgkCIGUEfMXp6kPs2ul
+99/+C+bNAUOBZprCoeul3uZX293CUSdNPX2jFOMR+gT4z2pTyYqAg4PDBfaN4TeP8qn1489slWf
CBoyfi2EphePFw0G5YpEevvEq7CTGnI6FJx5QyOzzetIGnZNCLijj+ypQGPjwNwBR61PVsFC5Bl9
eVsvJIQ7caKuJPS8QzmnrUFUHt2QMl78D4nX2Bs9K+qrmXHd7+/WD87ExdWz1a+xO9QZDl/i9bIB
XDEzzCHFnM4Tfiu7IHgmhQsZZCzil3LizFvgG8MEn879NYapCJTH3Ie40PFp4SYb962bx9UbNatY
n+XXlyWpfvhjVfeD9lh/5Z/OJx0tk7pZUO1EXVww92PfwwDHLOhd6gLkeg/j3qyJD0Sps7WxTdc7
pDPudb9I79zDYCDYwDAAraoh6zDUW3GEstaY9ZVuAwK/YM2NznVjkQT3xv38uwsPKLYF+zQjgkse
Ck+CVbmjwSTTnxAPt8QnVrt8gDtXQZD7CDIWKVAkior2oRx8scuE0J8GVZHcyFaNwoOhEjQDsqoE
unYv9o5DNNXU2ghFDRRqzLUTzzbMty7819Wbc5nlcsdZXEBJXOwfuum9ZBagXXH62hUILdF/dnJU
KIWMH6oVv1nGvvHJ7pTxEFuJevbrIkNMOVW3Wc+L/cZ9/JvLWY+mWCikvWZ1X1RcvRw5dVDz711P
z/sYHx+q6Sk9166jbkh4ZjipEu/s1zo412gMbwuxlDf8yQnEZ/wGYuRvll7JiuuaAZM63pPLHX0u
angVaqLCSWvYshEWDRNY2CPqsGhtQ1hXMs67PYYXpH9uN8BEmwrS8xRZ28OsALt1y31tE7oYqLF4
o2z/mxWIE5DPbBqfScAidLECrVJrrzNbqLxAxuybmvb1JnCBEt0b6B3wqklMaO+N2QATifDQ3Pug
lQmFC2IKoKIsDQZCk1eLG/pn9JKBjTZuSPyaOeP+WZLyvFiVrEN4Dqt+xCE4b18sZJGcUk4tb93q
v/nhCadfq0maIywAF1/GBxUqM8RFe4SDjPQTEhJU7PrQD2MDfYujlhtpUUfoMX42uCf3ssvco2Sw
fEDd7LyxPlrrY3+xELGkC4o4HFd8nYvn0OXXSwZOBvsEHfYJq351W5FI4YfCMeHr91Ls+lkq9CRA
AKNp7ukoKfPeB1K6T9rRPPY9LN6NYK3gZAKZdVcneOs3OTKC7ZKWcL0L8lGePWdcNbZJ9qkFIl7H
Wf8lrafsY1F67ssb75b85TtxhMUQxL7F6yUujxPg0Wcj79xgb/GC3SUilzduF3f7oCryz6OHUSvO
2waIXToz2IiCb2msv/BDNOGi5uSxN5GO/F9cEgcshxVu7Yxd9iiyeuitnHkLipmhu+5c1VynPK8b
2spLaCEOP7hFMXwI2JVuWRdm9ICjQ5aFcHcLXwWiKCzG31/T+su+/uVp0/kMjTnd0CG7XIFGJduJ
/K1oj9rAfT9nZYo93KlvqOnHHchd452tUE7+/kP/5nmj5cuzxlyMyQElxeuNL3eyEUwQZ4ekjQFU
pKl17KvCA+VeTgeRlOVVwEV8SMlnvWqUScK3zD8DWVwyAKy4yHJYGzdGESAAsWR15VjKvTUAUxBf
LxCJVWh3D3U5go4njOUELz0C3mFlz2w016AIiHX+/RcSP5oGP99Hm591fZE9mhnM2S+77nkBDokt
0dyptEX3KacFJFPP2OA5C6wZUPoIfGXTM5GIQxZhVM3E0ASnqeyVRMvIkZPMIqI0N0spdfMCczSO
QwuA57Kb1Ghat7MpoSKa5ohTfRIFXEPGEYelAmK+HTMM5mFeuc9OnswfiAJ1Gb1U+Us9oeePB7iE
beNUFVhI0Te7ISio3jO5km4jXhMsx9THA7Wbre/zQeT0nxPQ8qBW7emTU8FLIa0yFXQ186g4S6Vi
vRvrUcAlKdEkI7Y0ltAWkxGgpXHqVTVPJPYpsk1961nFaqJxZPTArQNnnmVd/o00NEnyWT4RwleM
cUy0GlVOdLQQsWMitnql+ILGkJ+oEPIHGjnddygD5AfOfLmw1KRqhIwHCPNoRYGPoVbtrU3SK7Ir
AoPkFnSDmraDDlahoue0EIKwa3BWkLNxhR6nRShjNy4qJgvyAMBJtOR1ZAYkFWHivs0wsAccNVzy
GpTTjidVLEAdpA/Ve4liDxg7bqW7QKHwO4uaGRtpU0Xihknst2aYtKUZHWDjNOIgc1U8cvNYDjuA
Lwt8ttjc8jbm+Hdq1/tatkjs3zqd/DKS4oFkObdQwzFCxTd20TZsWrerEpb0XSlScc7MvNobHvlo
FgKLG7mUa2zFVDR7wSZ+tmuZnzg/ijeO67/02vgATKvrpAVGI8XuRb1l2kQK+5wYgXM3/anIo/hM
lIAJZDy9jQddnWTsPvnKSOmmxjg2p845zl6A0TaDxBL3s0sfKFXffv+6Xp6e/nVV1Di+6zKbIHH+
Vd3dtKz+7RJj251L/a3IJ/IUBq+7H4e4+ODERb3//ef9UruwwnFSY4PFf0GY8SVgrsnhGbnduMbv
TsF1pqP83JlJ8RFcyYrqbnk3yCtfc03ik1pK8t3NZFyPWQI0i5sLh7FFliwv7tyVj6h2sienbJQG
GOzemOXAGtHmi4ddAeOfbSphvrW+odW52ChsCkPhWtQaICEovy5+SXTsTgNwMdo1YljIZ7O9zj+1
ReuSSA/CE6/0nCTnCIeEOpiFXJ5anr944w1QvfbaEfoGbBWOh1wjMybtgEPt1i3S+iO6bE3UEaYB
Ym9yuRWVMj/HeU7dPVbYBTat31V1mJpN/0JK8ZUR4eM+AHJ3knOriPzDU1An5JKVqxSwtpC6bog0
qz4k7qJZ+AhVqw407/D2x9AyALXouFe7OpuiYjcOY72cYr+o+vsggjGEpNR3zuv5OggtsxPOruri
Gl3yMpZfmiZLm31WWPmyizhJfPEIECwIcsjwirlBR+FY2B3GOzcVhCtmS4SASPjdfA1M26zDPOb3
omnXfWWBKPpnmjDdl6SryNRrBgyFe7Y+UZ6rpapmZumM9UK/lM5t4Us05r6ZIsoAvKk/kxlWWnt7
yrKSJc0V+jC464AJpUsVn6SNT3DrMra1d0WfwljBMljg+SGOGMnftDjNZixSXx9FkxbV2SNxcL7J
unKQYaWX5qBNHd2Q9VGSf9ws6722HqM6oCCagarhY4gK+08WIP/ecYKh2fZZWoZyqoyAeWOGmc4s
JfkgWftky74yjlG9cJaQmZM7G4dG7R0xms20lU6uAGwEJnF1yF+tj35qBPcqi/F/JbCesK/lCxLH
qFLLc4UzRe9Qc4NHq3ti7wx8NTdTpftum0q+Y63dSq2YOIdMltojTiIaDBcyo2FW1p6/GgSgx2kM
E+ZuL8UT1DrU/07kJefJXzWjoourJ2TUgBKITFPtM0LbQd17Xl2NB+S3uoNLkxhf84yz6ykmlaTd
zYsirBDHKQDwGEP2PmhJ0drWEO0xgxp9MeGusumSoa4ln6eB0bgrZhJMOc/nCQKJWgUQyFLiB9t7
hMqQ7GQ6V+8CQsqK68nnJoQeqm9S/sxsOJQc9OFLdpiqQMFnhA6MYy74i3k+dHT14jraZ0bqZ/t6
aYrHim12JL83nUMHTkt1r1CurcCPwYBZPIF2ww/Eo2vpwYtvKgBveGaWKX0ElZraiIz9aLq2lFya
J2Mh2GRT8G7qU9p5qKnJkJkN4nwc7ES2P3iMx3CwZdfL7EVYvkYfqgkok6k4LFZeJAfhkjGkaeiX
33IcSunG1GZin8sGvd2W7qjfHoGWBNNWEPcrEeG2AjkqnU4bmV+TkxVDQ3a549HDwVJqm3QYOykI
FoC7B/HK7xBSKeE3x9KIWhZ1Ti0c8nTwiewtRVimiDBqQvG75odUzNnzYToNuYEsOfLT4AlakPDu
WVDGGU8BGlp4KusoRjMFfS5WkFSR+/AtiaHxQPAL9s2bRjgAt+2YUhZNdBfhxZwTmW/n2EZwSEpC
U2wLqxCQIew5eCrVYItzVc7OU69S/dXphprlrR7LYBsA/ld7SxdlciwjmymbQfdRbdpu6T7aFqTd
LU67qgVnTebVxiBBodywnaJo78mS1CfTyoZhp3WXvuRAKb9pz5Qvdt5V7dYxnB66ioMs4ArDH5kV
AyloJCLOVUXJPIyq2toAeUDxeGX2JapN3eP5qNWLy7i3OyDegLSUT8S3hWNs2P6BoPUy2Yki7vP7
hCem3w6QUfoHL+GL7hG7UDFOVp6SPuFNGJGCvPgzE75R7voAWwZSB2exH8y+6c/ajqj4CnsRBOvy
y7g3iZ0ln4yS8MuNNaSsEysAhsDARnT9rnXc4tip2CMouhh41elk6yCMxx5in1P4/QN8/v7dorqV
NE8cZHYTtJlqdj39ApiNUtnfubtOdVVywELATJH0YsxktG7Roi3XWiv1TcpO0W5eCFPYSa/vzRMg
ZAT5C2wU9zF2yCQNHcfR1mEiYaU9TFTE4y4jAx5HW1OCW2FqJ0+YUacTIWDFcMoJKnwiIMzEcuL2
5Xwz4aoiSAg1V76HP4/KPQ4W8jRbr6dI802FMxZGxrKDx4rRuRsTxNX0kHq4i50/JaF0aifMc6PF
GtSb+OmiePBNEll9HuBExfZZdlZZnQ2q060TlB33vlqa/jBbMJQ2bmNazznhYOkT1CG28qHQQXfG
orD0x4ralIqtH56boGiuGD/HD0SmiXE3u5m4z5PS/TASVDeBrzcxcM/A2Z48SXLbTpW4EImiXTTW
rWUltOfKZokl5MbFC97CqWOeh2cy7PMuofaDF4kkqjVRZmSg7M74ekvNHp1a75NhWKF7S5BCKmsm
oKO1U/SPevSiZQtBi+gOVHgFwUzThEtJTLLxH5gdTDVM5Cb4lmT+auq2WlqUQBQacvMARaagSAX/
Fvw9zWkaHfLyxpFsM39dvTbdErML9lQEuANnjPUAKVOab8FA73vWSOrCXLczeZ458KR9z/8lj8Vo
j8Em6DJx7qyKSMpKJ8XL3AAgvNL0vedT53sFTi+r1GSZMpk+p31BrUNyOZmykbug/jBWt2UwVBg5
kNCbtzniQuTLpbQofiixrmYPoCV1oDck4VJAF4Q26oor3K0kAkJAmKbrpvGZzS4FFsqGQEkaZBMN
5jN4MzbCikkIVUFKw0uqxX1EdkQareuQR/xcFok2b0vGZsnVEA/uF7RrQcPI2+oJxSB8OKMXEXek
Q8BC/pz0Nh43Z5B8Gqf8BZMy0MbdOAYd1P96UU5oL1r1WymXYg1JbOdHXGNLv4PWM30dJs/87Ini
IeZt4braQWA+MxYaTANY6IMLU5vwkNqUD9G8WBgY6XIj6WMCJW6MzMS47Ma5cWNVBv1yL4BlxGcE
ZnnMCUAAYGnXOHRSv/DCsh3nCESL7597bzCMY1YV3BtTlPG7lO7rhv5mPhy1rZL4BtAFkgOLrla5
FU0Nty3rUbUQfclWUdex1T8uU9UYG29p7W8eODSxp+YzzIfF6DySSeLIjfalTPoHKEH9TCSM4kml
pKA6qpaEclipKMPEUi1xjXesh7m3NITaIVMtq3BCCTseK7Pyxj2rBinX3RpQsPWCAGqCh13aP2Kp
JBpvhUM8tK3U5I3p3Dj2jiaVBLJOBcxAa9rrRWM3YeQ0vn2CFob/FialwUDQ743j0PlL/5nGp3lT
Q2Y0NoClTfIkfBAW93HpDtHBBHPFWFOQqAJWY03tlU1acaxOjGCf1sa0HPwi7WlAKJU4h6ix3XJn
MBYl8TCjK/tIMpt1QoAWLTdwGHRyh+vY6ZD1EWJErIwlvtN0kvo8NYVpbG2zMXZjYZfWzusnBpSl
CqoXOzV72NVw30ve0VR+zjl1gF0z0BCE/VQs3a02gGVs68aO26NNVCyWwlZ4dcjLXmPlBrVWxgNO
0BKwJfkMxedYlN67IvAr/Pju4AJ/tSG7Q2ImCYXfJVYxbujJ+5hnZBDeN02VdfsmylmHfBKcxmPa
Yg39YDIqgyisq+SuH0qrvWIFpw+Dq3O61X4Z5Gep7QZ1GyNCDHdTq7N9juPL2QTxMujrzOZFvcZx
raiFGzstTmkZgw+wmDTcJy3IEFw2nY8hbupq5tqpn+jrJBjs5KpNYeQhh0bfdKjV4FJgKJIB2xoc
VJhKWT7yyKNoIVGasrO1C49DWNra9V7UM3GbFgfNcHRm19vZXqOvLRFxiGAPFuIm1uYY0X2R/uce
DLCzi4jp/ppFWLooGsvmFFUCrwWuDNc+mmbuPLayJTUtsRGM7TiwROBXqqSEx9Ca8bJCtOSKhdFc
yQTglujwMlu+mGlucA5Jk/iM3hRMF+FY3EKjZcvG/+qDKEbh1OI1rggnTRkB7zRZN9Q7fdx+i+2R
wddUGFreZoYrj5G1lF/IW+RUOmnQjPuor3G1VkZJqlBH/Xaq02KoDw6pqhz02xV6o+s6bXaGEcUl
+BNMppsKmH6992GRbWzVKns75pEi4ooozuGcL6su1int7nl9G+DZl9g6t5mOmxfmle0TkVsETTkk
r5LokE2a1L7SnwizizmKbUw/zRReLjt1tpmS/aGvpxQiVoIyEAdW/F3nHZTNdmhzWGdSSqKfPTyx
JsGy6dnIAq3hMxQrZcNHAeKycpEp7nG0uuZ9Hu5jXfn+vi/NCqKNymE6p6ROXLH29g+ao4S767PS
+dpWWhD8Y0JJe4IdVV6lhMMc6XNXW+oTUTOAlCYcP7x2t+lE5b0pi27ax3Wm/eegR+sX+kvDvEIB
JLJ2dPRV/d2dZlXtlBJRd0iNJi52g28vz6RONeOJiVJ0XTZu524zS4DjTpDBqr0QLefZLk4Lf+dm
gzeSl7sQTJjGPA9h5FfJ5wGGAlZr0ZEMNsG7RC5q8aVLz0+QmfiW/TUdjPRlsMsRTFDcTE/07ZLH
rq3NP3kqcmDKVEjVBlR9s5wo5fvkNm6AqWHsBY2oRKKO9uyRzj27BvWBB6tjDm1Pq+khorYwQ8sC
3reNy6Sst45ohXXA8oATOKeA866TpbL8a0BCXA4mJvAAYLrpGXQAequtS5Lpqk6hTL2TpRuQ5deD
fqbywLYbTrTtHm00XVO4jJgIiUNuo9aAhWFF5T1VUL5m4RjDdQLM8RhQx1k3ch68geq5DNJ7Q0Ol
C2EjEh5lpZZ+bE3SiDfSjtV8qNlavHdMeTA8BqgRMWbERKfhf55aedfkswN0YmgIITPg2hx5Y4KP
Eh3oLkJOziZA0bKcAit36KBbRgD4J4JA/S4Bt74hejluKDFL75wEcwe7sq1je9vNyox2lNeiPttJ
l3phh4KE5YlB3hGi5OLTFqYLhC11tG9VDZN7m6Uok7Z1Jhe9t1WQAN9LzM+693xjO1DpnFEemRos
fI2xmKZDer22pUB96FTMsNGtwn0MgETvCuFq1CqNxarveI3qrxwzGuvD0kj3jhqrM3Z2IvRV5EEd
2BEVLYp9UhVr1xcVpevhfRm1tyVhkbgx5H5px3aY+4QpFrSeFblKRHifmjkPiiunCQiubYJqoOGc
RsTUqcjw9/ignVOnva4PsygaPyUL/YV9y8CfbEYmAe1dUgdF/Ry0gxHcAo8MMFFSx9FrR3/NLunr
j11QsVlRY1E1VMx8wwqzMOeauBjJwmi8qLr3DQrmU5dVkXUigBVLrzFXbCmtUAlposu6ZBpFW1dU
H5yXT34+OF2yAe9jvsCmAejcayofIERNQ+xwlgu9gRYdfQa5yjI4lRynGDkgvA8NP8qe2GNcl9jW
wBqOPFXmgHuFrtmV4aTSvOMme18So3KjrRtFGej7tplADU4ry6ZcSMctBU35bWHOwBeiJkqTXeVU
U3XMitQ5eHkts9NCCjxnRNUX58yuchKcmJuABF7E9CHVMGAI/p4U2yBY45gUTR7WLQyyYKsrmgfh
4CN/CVMPP/DiJin0Y8lX3kyqZWmoHahFYCV8SVwUGjm2JnLM+9t+WBC9o6uBVGHVRgqBY9RQLvzE
b09ex2n4rirM/GWq8+yzHHMHj3abJfAgMtcft4Vnuu1pVKkFOk3p5AOjKViL0h35eIyNz0tFkhz9
fcOZzhx0BgZ49RDtqqnGok6jKjnDBiZdIwWIKrZVi+184wH/TvBvZ9kNTp3oKvM6r7k2y45ze9SO
jX122Dc+YmAGaNEk2v5CYmUR78oMqveNLWmK7K0mjWeizTnhbyDYgLeY6U5OV0Ew2ctDAzN32HsV
NpWtoiH/QZde1l3xYMLJEQZRbh+l6soPYk4YSFa8ojagCiBy26ifB30ScV3fAOgv/ZeutzKEHm7S
nYsqb3DvU8mW22BUtAJdNx6hCKMRLeA2EGgXTqouvo2e62GNsv3sO+f6ujo0Tb5Et840M4Ktai2/
jNVkdsjahX+bBPxrN1ya5R8Ay3E9aZzkJK2AuH9AAWh3BzpH8FY9P6Jomwpt3ojF9OeQH4U6XHqG
fKjo9UA/1nHwDS3cYO1iXWbmkfgQZoMjmK77pHGAbkw0jAsOhnqg3l0G6GNLNV515WLR7vIIWNwN
cxDBJxYzwakG3wieep2nHLhb1GEbJt8Kfkfqld8Q2iwnvxjEF3qDyFiKyMeCZi4iNDhvERpWq+rD
vOS5xalpTqP7JWmsjxnk9SR00TM24TQomNpDBOiEAz7eDmotQ6lzYio7DRtXfafVrb2HQKZwdhxf
G92jZHNydx3ykGrfLR4mVqEjiQWWzEX7bA6LRUSHO/ik0Bp+mdzISk9dCCQ1NkIj5YSz4bfWJydi
/wq92m/Ql/cL1dvEYf1JzfQzzn7fTuW5Sf6LsvNqjlvJtvR/ue+4A28i7u2HAsqwil6ikV4QMlTC
I2ES7tfPB3XfGbHEIacfOqJ1zqFAuMTOvdf6VqNfkU+efhotgts2nT/DwbLqgGxU4G771mz9PPJS
nwpzdjD7X5pymNY075xdJLua5FZID8yDhMLdbmhjeFeYh9PmyHja7XaJpVfjtQxar73WvdkBGKDm
gS2N0eT9NxjTUC1mf2z3dYJSvJC69rV0YXIhuByJ6ZjTqqcjIuUV2tSZeG1kqRkVgwawNhgyYD1d
UZBkazj9YK89C0ArNPcWZ98gt/Zu9CrHhdMv9ZzwU9PsPtHDlKAXrLqk1ZKW5DBzxpkEJOGb3TbG
ZzUcm0JztE9ZbOnLsTcNBUShyN3gAv4VWQ+C2AdaEGnna5dpN7T5zhnHkQw7VrTlNFSUqJZ0Bipt
nKoNlUSpzL021yb8RC0oC/NGNol+QV3Z001dzPZmpGoyDmNpegjYjYAaHNSC331tOpQz1xBaxuI4
AfB+tvPM+44amEjmpOoTaABFA6DOasXdEOPHCPVW79gytHk2nzB59tW+E5YDj51vOvwMiXhrbuoV
ekFG63wJGqJ+WnSXb9MorMyMOqcm3l24xLpvWNbsPLLpm30JlsZ/IuFylcjHdKCikg3hTMeym7c5
1fD3Oi+T73qtxNd4yLr54BMwhAbHLdOftPjUhT0qw9u1egwdow4aYFxkAqtP2IXALlDwgSAYuTO0
fBPTRzshSpDssdC70G6c9sLMDO+pyfXlZ562fXvRSYdAE5ETwbLjfZbuXqR0yCNj6C2wT3k+eqc6
WLufNIbH5MqYzKEGnRMn/r4aWv2FJqsdP3tNVrtfmd3O8SW7RxteXmYoY5dXeeXfSzRJkOMmbxpe
XHMOiFhPRWBFxmgjXM14Eq3bpQGeEeZWSh+cYo4kazDwxVWXD8z/GA/n3+ogQW7kzEkVFZPtEUUw
QidKFqu1Nqs1ZM/F4DCkV7PFN8GmU2/KAINCFs9dS7QzO9zrxHPHercwk/46TDgrbnEKpSu/c8i9
E6Wkily+OdvWrlKofPTZRsz0TRy7BycZyp/S7JwEczvJCz+hPikEPiMgkM3SikFfMZrs62fQNXAX
a0DsVwmNqzsCeVzJjAy9RxgwBnmymyadL+FvqeAwUWtFfKL4Iox02uzvJQ/sY0dkgdzqVlYcggzC
6jFVPeN9KxWmRWsXbF6UZ8Rz/JocUsTCEXmm3MGCd5dTBgc3WUL64+RpZno7HtKaYVk0Inv/yW46
m6OZDA3Q1jP7KamBLo9S1Ir6pwoudnq9YPLLeIkDeUhT23Mvq9ZCsjQ1NOxBRud1EJZFqUtQYH33
mQx0Xtg1rK+Buibhj9V9ZpKBk8ZEvqmErOQN4SM8wrFvwafRUi7AxoiHEVcsamloemVjHeHUQUxM
dbfSNizYbeTMmQXqv9TRneqoJr0oqxl/hzF+1ux5bBcgHU4JNeuB+Vt9g1qkdzaJavv8pAYJ6LpE
z53uC+BZN9jG3JiUcNcEB96LVm35B0C8cQ3/8LEywZ5bJvuQw5R/GhsWro0slxwIuTbFMdsuk0WN
3rKOPw9Fx71ImDlv6AVYF1oxAj/HOGq5oeoscZ32ZZvthrnrx73NSARcaWxU8NZ8vHa8YP6KFXSF
7C7iYRrI6iEeywo7N0fnMqpUIf21Z9eN6B1qGWMiJPFRzRxYRYvb0psbjKkpQ3jaKTuNtqzvcDsa
5c7SlsH7Nhlu97lh6XuG7KNIg5hrAtmNtLeuEtOpO4D10/I4A9ozjuiBSWW2R7APKGEtXdta0ku6
C1/JpIzgCvrGwUlhedJm4FqRtLS+Tn2+xkGZIAb3ZVn4+y5hMhfqRVsE+x4dM9upOl1ZnF08PXal
V/+AYTUyT2Vo6YVW7MWHEX1xG1Zs8si38z2yb63RJzu2kQuTWI1+GdEmGnR16XUJ5JmEfJAT1So+
u25w3Bd2Qs0U9v5cO+w4itE/YsBCQhLXGfM2b2hretKZQAozGSrbMlXy17aoadwUMF7JS0yRNTNS
JB+mXTdAVzra7TUJxoAlVgSSQNwiJuNl4j+5K0tjKEKvLvLkgqyi5FL3UnBoThq0L1NuExA5DIBs
j1RuBW0L7Pi7nJVY7aoy8bNDOdC/obPGGDVKlpG48sTT0SnVnKe7JyIFxplPpNWeGULaXjI+pE9Y
zbH5KxMrQ3fjFZPzqWitOIW32SNfgHpL5k9K9gO5zRb965DI2FiPXPasoB9nn0aM4RYWeyqoBdtG
TVzxcnLiYzdJXWy7xtW/ggtZ2WTzOA0fSddW3cwroZezgkxW9wfoZ7yeqzT6D822yHX2bIYKtuTo
1fuOnkrUD4466lo64B+sxU+hkxC0XQyvg4LlGrupJo2cOsw6zq4fb5JxMY9qWdxDXrdFWA198iB5
Zynghfhi6IWztbs6INebfJ2H94Uo57ptPjaY7PjFHdNCkuKeiTiKci7cgWnJrsb+CVGI0MzE8wLG
OgMxc13BEKUiYKIOGN59ICHxzvWYGIJXpaVjG0yH+f9nx2ZItfh2Xi+7wTG7G+UgUYt72zChagY6
wDC+WMSLZEy/sz2YxzGOWted3X3pjRbJ0QGpVLCvShfEnax0B6W7T2ufXTYSubHLbZYdiuz0xIdO
3HVjOX7OPHNcro0087MN9eqYU8RLBMyTEauYeYYL1K/0aNFtbZIQ2l0yQJfcmAx/GLAwpHG2bTyV
8loUc/KUOvbq0W6gP03agDx8bvrxIcWcbYXV0v+0kDOFNHSrJ0Sw6pZBR7vV/WwSyFoGmHyi6z23
2iAthf2WkAix5Sa56R0lytJ8Ixjb9SO9ZwoHh9fMvi3wCet5Q7GtVc80nXGGd7ajkVTk1PnPEqLu
nTBmS79VkKmYhCOnG+4T0RLLatjIrlih4/qrM8F0Crt61L6iXEFdrovEVrSybWKTdF5sGtpWHhPK
MzTNl8yFafGR4v4v3dB622GgmysgYrU1vn5fbHq9dN/hCKcFTEzWWH+TY0e6MLn8W6svjGj0luF7
G+RfBrcB9RyX3q4SyxWYZMbNpT3cjCm/8/svwl+OkPVphEcEBMAGLYIG//WvldAzMWkdTjtEKPKa
j5n+GCRZvwe2t3wiTbLbNzwNAOmCVhBJGluPjjvCdkS0G5pmMuQbcyytD+Ry52JcfileDa7RmnGp
gxZ5/Uv1pKorHZP+TiukOLZBrdadQpNdgDZeNiObzgsHxc1HLoT1zXu1pK0weo90AZBPfBXPHcau
11M4AXfbdZKmdtp2VJ653V6jpUdOgt+ZCRq7508ELabHxh6e+Guqm8KvloNwPX0HPS64dXIgq0ub
Uyu9f6ve+u3Ae6wBOBjr9fMHyEAMnTMFNXassDcjCXzEXOZlcyXNQg0fCOH/cllS7RFiASuLxHUe
j3NiQMKQObGUYNHWevu76hpb4L6dyaAd9PSnOVOrNSncs9SW81VFrGTkF9JjOh0v23/3tIkc4CND
u9/WyaU/8wb1ILBGW0+mHeGf/X3O1p12UxoEhGqBRn3/WH9/FsjQZrioI9PEfHy+NNOcVKgrkmVn
eZKNuYc8FEqmxUywdthidUx7n5XPjl9RDHxw7L+0mCj0g/WKI4zEue+drQ/d5MdMnXjmFRkl92PJ
AMA3h9LagPbqtobjkef1/tma5vnzjpeejraJ5QrXg37+mhkqAforjXirVFZwBwEcgQYd9HrbWyU1
vZWq4QKUnz4g/ssbqPmVUe9pYLHFZ0ukX1S+TUVS6ar+LenunVtdywlGMrSFNmVOOcBTwyQArBm1
YkSMHlu+lHiE7oiMrNA+cpOcX0OHYApmEr6zImh4aM70rH0+8RQ1CRt4pM7f2e8sFSH32KdZ/qtT
I5zxS+M3qCzLmTWNSPsKxVhANwOQqqQk1J2NsmAOdmSoXSmlWV8nT2SX71/2t37JtfDAr8j/0Hqf
LW7ow8uSMfde1bVn7OYiVfODXmseKMl+Mroj5jfVf3v/oH+90FwaHlH4dui4TR9f++ujIl/SWwID
672sVXNB50dSmdnOPTVavF0YmF9Zbjwc2pnhyWas1g3j6FniwDD6I7vfb3Pyn+usq1uArFhfVtso
9p+zCkhoZlrrjJ/2saEjr6tRB57qrjOvnFws3qV0zTI9Lez58mveiNjY48DLvIuWvRNeYo8pxibA
FW9FOBmD4RLBK0MMNGStcRqkQetmJpARXV3bsYxreedcM1+BAu9afkcusclytqlFoicHsyMLMkgR
cIBG7mgby8lM26sSkYN3zG3WuWMGOjW+dBYabFE30t/ZLPYIHyGlM2cyZ7BgirMBXYDkjuyxLhHf
d88OKJn5i4DDnt3UbUVDd+rm5SSHNHBPlt3a1rXZI2RKnUx3LwWPWhGSPIIfr9YUG2PkuO6Dh8c7
jsagdMZbpG3JFNK+xBnRYoTdf/B4nC8FLp9bfTVsYOmnJD5fZeeir+g3TjqhtMywYAwEcAHpe2Iz
E7oH0cpq8P4RX677A8anxNIQBBb+GAZxqooTeXYjmp9Gb4cPSoHzrx7rsEn4lRusKAjk82f1CTZP
fQ2sm/dL0SdR3wuJMTXnbRWrU/WDBYQP6dmSuEZrO8y2XbY21B/e+u//2NXUc6aVnduLPco1r1kF
YEZ9E9dN/qu0NDlvLUwRSLky1GF3iuSjx0D5qX9UNAjFzTxgSNnnSjj6V+Er9tuTg9jojv5bch2U
K3NYBGKwTzmaJONLDQd++twkaVNsG8rkaStl1+pbx2fGETmjTrnfzbCQrsjnlARQVr8veA0E7HrR
YzGEiqufbb1pFMU+zkfNFPwYaVePKhXTfOg6u1gePAP592ZsoGZubIAmxiHICQCxNSxt0ToefQ4M
MpH7OqaLIgwPkJ2gK0dhV/WztoXTVn41S2HsdcON3SNR0KhwMWnFOsBxfEsY7SGaUPtb3Q0S7tZh
fE5ttWciViZRl8wKUDm7gm6rLG2IHzqG9nuXvjuB23NZ/5gsfah2aJBaH12ybD4HLYmFYdNo6pes
S28jl2AsfvDVoONTBpYqnxnTmA0BZanxeZ7SLA4ph6z2iRA5cSHYPpUgcp3h3qqly2ctjuuVuB5P
Py1WVpb4Gos8dHKlPvtWFYwXI9NDK2JK3T2vH6tg06AwTYgYGA1gxXbiFxvXL6xfRmGSc1Wn/fxC
FI/9ySry1vuZ5z5ydC1pCL1fg1jzDGf3KARZHEbGEIKH5RIac5GT6jtO7sbz8ZZukdsUDQKsWO1s
r6yYr7YTfUWGP+xikP4oIL5+qkNPy8scCq5VNyTTgzuw+IxyxfGv+JnYu2xYl1A3VPXFn+gDbzxQ
nPSzXBl/5QO51GvZlmjZvp48Z2tmSG8OgsRd8xHzLI5jc+mHo220pMEO2uJv0fX5+KgZ17GeqUz6
hwLaURk5id+9TNnA3LE0BPvIBpqDtkEAx9wB4Vo/nho+QMlugs5I3gn73/pAX8KrTomS4jTCTmyO
9Ng9DFmplxBGYSXp9z6rMonVeIQBZxhpWYZ5a9RMLyBHLyFrNrchqRwbKfEwV2bE+FLcminid/o6
TpFHmjVm3VaDHC1Dy+3KTzpSZ2djVFN68ofcxj7QuM7Lkpk0+nGm+CTC1PF8Q+o0Q96aZdW/oUeO
EAbA9C35He03dv9usHamZp6Asvtu5wtZtJRR7HU8HOehtO0JmLJdSo8BcTKAPBpAl5tVSfk0JrEp
tllLzIBr5Ea+rfoBuZ1WVp8DN5svKmQEP9GUNBdu7qeMhc08t3fSgpdyUVncQQAmBZpLfDK+jDT2
sUsIrX/2N0wKrcvUdAK+0kOFELh3OolSB38sxTdsheOgNckj7VjVXoleTve6QQwW4FZpXCLp1MCw
915TXdK4hBfpLZ4X34/mkgSnbOgyJ0LZwkPqt4v5pTJ0OmpdioFwQ0ONy10hW8RTZgh9ilrKWAD2
+TQxvIJU1zLzjvNbrSiS+TBPtLYQsmUmuHdBpwMLDz6FTeHEPVfDWdacpUCwChF2TkpkbHeXlUxn
ws8tL7XoRGvVHar95tmmSeZt6sVx7tNhIrvK8kV9Wlb3/EanRLAiL0c7smmmfHwakQPUR98f4NRj
BXguqUmrcJ61aokqmYnpgiz2gswhRyfcvl5sES4MZcoQ21YG0ylItrwVtARGacKWMar0S5FjeDkE
ZUNuwW8LTRwI8l/MYpGPIkMXCLQNcnpYMU2seCoKnm3+ev+BPLxUMBCKsyfiobHpIfOeiu2C8mdH
0FUJ1rvMGxx2hILHuyrJ0gW1pZnNd71dtsGWuAf7tpKCEUdlJ/V9F7uOGbU6SREnfUErHa6zHIJw
AW+m9O9N+4fMqdu3Q7l48sKw++V5dEmAIgeMJzWF5uU+QYbPkZsgWcoiWvi4Es1e4yUfRgb49Sxn
Eda5RRhzTCuU+JLAIaM6t+rQkx6C3ER3mh8usWEoVImwtSJE897dmE8sP1XSx1/Lkll9qEAUsfz4
AULHfnTwmMzZ8rBA9iK2w27NT9RtVRa6A52IC0hhq56dPK40XJy2jgAbFxrtK1MjCV63yTNKTN0r
TsyapsdsYlrKOj5Nyb0juvxnOy7GXaHXTXJwKwicLFhrfJOYYsN5MpiryI3fQgk6wl/Q8FW6gs8R
07UnI69w6Q/o+ciohhQU6TOjHlEYk3xqZWIOUetXqNJZppg22zAJ4XvMgb3cNpUudlqAcClcFsKF
DnNPqbRByG3oO01aJZtTpgCEZw/Y/EZr8t3dGibq7rLa8Jsw6cz6BccbORQK4rqB9hVNBHIb8rSR
JHpbLExH4PRTj7tS4QxbzHRae9h188NnCKvT8jVJGXDnyfEOgws1/rPsfGtCb60G43YyF999iF0e
vRDvLx81UE70tgisbzaegwAjyrJY3JsZZh4c4ANB1lQPHQs5Vq1NgKiNK9LT+vTkGvVbMPe7DjoE
QBGXVn215lwjXCUX2uDtUlYJfmY0Ahh4Qiu2rTfhDdUnk7z3LGja+GJItSI9JaVtPBjjHJQXtO3x
f9Gu73/k6LQqvBdNrN/5emlvPQXYJ0KMlLRIwIys2hiyeepJFLW3SYWYbWd4CW6P2QeEhb41Xx0e
QcnwrBDiPmdV/oH2O0u5iBYhwmOHhwP5bpUSMD6pRy/R4x+OsZCbRaTbtE3yUn7L2SguuyYt6xdP
+Ij8Wt7MkkAt9FdYFupSkU1XzRWLU04vbCTDWUftwbcLH4bTL+GAsVNtxrGZTh5bHqbBxjKMB01r
wfLApffYDQP0ujYLcD0P4HpjZrfa1Hi7XtXupz7PSrFz7Yx1rHCtjp/Xg+LBW+ax4/MTLJdDncPn
BAZUXRQmWwJePMVd6yv4203tuESUw5IMdR/Dwy5ebDyTU+pj9fMnE+mzlvUZaF7Zz8sdZj4JdLAj
2Y7gkskuozYvZ+bsJPFmTLdr++fUisbfzKk0bdK3c6/lOe9o6i+6h7az93kOAiE/GWVmkiGO8PFh
kHOxUDE6dliaa4co4T1LQzFLxuFl1k/ozmidVZslaKZmx5PCGyQstnxlvszDJeOc5huAK5wHxqQP
zo3GUHkkCH02rhcEdSw9iyGnqCKhL7ms+kq1G6Ln4q/OIJyXhuXE2QzEetenah7MW8xwDHgwP/e5
e9Iq4gSjTBIGePQBy3tRXrJYX8LFkAS8M/2UW74Hqb01R8OOr3npFx/d3DBtg55F60pjBn9lyLly
TkpSzN/ZtdAw/CTAPI9+xU2K1q00MpLEJ0Lb0lGW7cysdS6pkpc5CnKdpB0rq/1nTUyJzuKEBGJT
AYbxD4nIExzAc7polBvAgLazhrq32niMa4LrJGYfERmmsfghcV/NcpM77lQT80Eu8paqul8OFOhx
p6KkVvj+QT8YUWaibtiilyTlYJgKCkVBLFb2LJGQOLtiqAl7qUxNIyXEtPsrkNJaeSxpaH5bdGXS
BlZN+iN2udch7hrVX9YGMtlTU1qFewPyyB1+dU48DNscGf9wUWWLfadlqe3sqag6Vn0UbpPazGg/
1qAuO/hiJHZ1mJKUsA3+FhuPUwf05jbtEp8RxGBW+tajaVFuM5I7VWg7WS8uU1sE2X3hjiTouaxe
w8XoFyL57GHGXO2Q0hLbNM90UoQW9CRXJbTYYoc7RIzPxiAk23HiA8ldiRlKXXpFEg97hni1uC/A
Y2MPaAbLUAx93G7euW4ZZ0gMJ8LdR3bh2C6RYhpU/Q0qFYT82ngLn5VkT8y49Z3oO2TsHry7MbRG
ZlekYNEvfbITu75D/YjXfUmQBlBepuWzPouUBLX39+t/95Co9NGxGL7nWgEUjdfbVHJWHOQBQu2R
qtXXQCC+Sgx8APknTPcynT6C866Nsz87NpBDmBPAEfEBdkDcOjPRB2y+C5KRFPHh+fDYWWka8iXI
7sekVzumFbEKg2p8hjOjrqh3P/KNv3V4GgDAxWgd0ak8O13lu3SYW6YSejoiX1K1BuKis+32YbST
7jEwOvGr6IkdTeq0u9Qs7df7l/v8+OvEhv4IYm4uBP3ZtXvyR1eA9unctpil9rRran+Dg4suDPXY
BfKnfgvFo9kufj2sajw09dSWTfT+L3Delli7IMxnKHYMutKmfXYBJNWEDuR9BheGmhzJtThqqdSf
Ak6dRCA1fHH4Fn/Qef8LnbAelVYQuDCXcSVl/uvTFljzzDZOQM0TqcvEJj0OY9WHJlrVNNIzTA4i
8/1TZgDXKJB934OWKD/o//x16aHgOb/hCSCMTStY//0fl973R8zC3Jl9QhlaHx0XqNtJH9UwhgAQ
m+XUQI6q7pPGbn+WgdBvQKr03e79y/+7cfzn809RBdQEdAFzWJcm2dmVgMtS1YaBTDybnZnc155A
e/qLclx+tk4zDvfIVkwvbGmnOKtHrv9lUomnO1IlRX/VZ51RXBX2aGq3Oem63a+xlwUm4NT1xEnY
Xr4cKAHmgci2HgLMIJdiG8fSm1i8E/RIduKy4GotSR95gywm1Hqj0E/L5COonZqkHnfS1t34kAGz
Kh+wX9j1Mzpx37z2M4XxwkliRRhOi5htQ5xouxwKT412mLt0QXaqDuwCCzmOw82kkfgzYhh26icG
77OxVcosf2Id1fvN2CIfDCXgsM+03w22O1BTilNeTrHzQZf8r8GkZzBYBiDjWLBxHM86u+Q6ItrZ
y0ecZWCdowllzC6u/SVyGjN9zBCCXDpFPR3JBKo3NdX1DTR5Z5/LdXauZnKgdVkf3n8MjL+eAwZh
DOB8yJcEvtMcOFsIeuLLhAaHbhd0PpynEaeZduyrzNAe+7mEC+DHA85IdJRNKCxSJ7fKozK6bumX
8Y5UsEIfJxIq2gtkbbO+R71jNBt7oOnxE2919+hjmxeHOaZhtB0rrfniEfOA2nOanGepHN+ldvWa
J61ri+w4ZSiAC0C5zU6U+hIfbBNrwUY1JiTYyawQZ8DJQPFSxjO1oaDtty3SWKIbVPngnbBrjNWR
7odj341WNsldYUOX/eT3rmguKDt7nfFNndg7jO6jtum1zL/M4R/aEZNU58lslrZA6NtMLc1yFRM7
aHjEY8y9rdjpAvBodzW5Tri9sMKxRSZImjqz7x00F4bZZ7czhap3ZPvDwBvw9JJtZ5JA1Y1rthUd
xKpp7+1M6nxQkefMFy4gIPdRGXCzhJZZiKfQZ7gPghv1OA619a3THCVP3UT7ZZsk8NqQwJpxsqsW
xisopDt0uQnJzMuO6G6RXo99O7JB7hb/sz3YsxPmUiz3HS9WFdZARNwoozZISJTU6Kp5Tjmm7OcU
aXJ0rgL2+B3DMOaEwXDtDFlQR2Aa6JjDh2y33IUljvAYzvmuc3z1TRbCJqcD5MpxMgSiWJVk3U5N
BNqGVHGcQqISFwXTCK8TgYBN7mpcGtq2Ayuf3gwZiJtjrZc85g6CooFwTlmPP+Cdot7f8ADAZoa2
2oPmYRCmWZeiDdb9q9FpHEu4xR79qj/fyrzT5SbVvO6ZLRmFMNIXlHBdbibTjeiCxr03VF0cETMZ
KMd9t0iw7aRqj+ipNnaxkZOjWWmT4ZxwAnLSKZC49BqgQfyM1R0GepD7dguSARpV2Rrxi530+KGK
eUQwNkJtPHbF5HXHWWuRMmluNT6Weae8DZ1gXX3wFTsvlQAcUvc6a/jNGp5inWkJIJ5LPUkXAV0L
OJ6YgvZuaUl5oZxZLioetH9zjrsejzphhXpxPwzv7INFMarUYHI8q9SsT/CLf8z4XEhuFsn3xGnH
7++vSX8NcTmeS6JPQHAEugUYrK8/kJ4WyAJIDG44z8E447XTTSKCXYsP8ktWQpYBajUUJxUMBLel
o21s+sCc9sza/S+mK77lnl6xQXbtaFw8ELOwo0mLquIxjaMApVxIPVRf5nKoLhNs0fhNU/vp/XM4
H7uvp8AZmKbP6MXw9bNVlf1ZnKgc6p6YwL7gNjB2Hr6oyPUWeq7CBIim0wa8VNgS9u8f2lznnn9+
2dHjEMxA6hGT/wAW29k0tq4VukgVu7sqxXKDfDEHkNuNFQ6yWHdUcF2ZA34i5MZIXTtXoPXQxmx5
nvrGUZHZQwEPKRohO3XssTHqWYpoZZ9vwRH81vLDLVyeNXehMYHTk01MiL8nSHa+oxAzi8bQrmTq
BWBz6D8Nm/fP7q9nnyEA1xbVCEuQYZ2XLVo1xKKqB4k7ec4il37PL5HBcyXsjrxIzdCyD+pUax3H
vb6ckAaB2KNCo2KkZn79NApYg+CHRLMfZ52udyyIm/FVCaUO5yUfArsd05NHO6Lcm6J1iZ6lsLIi
HECW2up9ms+hXesYTKBzBMx13LZ8rLrC7lEgpJgG2I/hQ/YSC5PRwrD6USvV9CDMJhUXSIlo1qfk
HBfsivUDbr6SPSshahc5Go4fkt3hdlynx6y+3ePvS/2/XuWXdP/4L/78o5YkQ4mkP/vjP27kS/Wp
b19e+qtv8r/WH/0//+nrH/zH/zPA79UP8ff/6/jRt/7bqz8wNmDMdKde2vn+pVNF//sA4qVe/8v/
33/5rwyxz7N8+e//+FGrql//NpHW1et4MXZ778TyjS8/X/7+gX/mkZn2f1LGIToAqclglfrkjzwy
XjmDiTM7SwKbCNf7n0g+N/hP3aEiAPLOpoWZL6VfBxIy+e//cBzyyNDQsSdgWO2vqtP/OfHbfz6G
/7wnXIh//fnPJLDzdWf9BZB7sblhW6vrv7HEf+wtVGEljP8CO9TkagqUyrsrcq+L7GThHebD9cvE
60BwLDkQH7yZa/X653uyHpoVjw0WOjO0VmcbauapTdDl0gm9Fh4Xo2F5leKli3ygNsc/bscbZ/n2
oejz+j4Xkwv6+pWknk0Mc6kwEY92E5X5BImhkQ0kRvTJ7x/qfDFdzyqgOHbNdZ/Kbu31oQzBQNRi
NoESHaLRqBycxIQvfcDgfuu20fOwV14m24zzIEXYcCKLJZEVcnGDQ2/NMSJPXR5Jp2iYavh86Kau
JRBLZfTO3z/D84347zNEjkAnF+44j+3rM6S0dossw5HdaEhcceG0FVFrgPJQaoG7oj0cxiOm2feP
+tYthA+K54/2vvEXwzAoRjm2NKNCaClzSENvChuVVoAq8+7i/UOtt+jswTSpXVyPzBNez98L/B/v
hN8bNF5xk4XNKvJDVYMIwcXrdOe2+RTZJhwt5uHxFrPVdBXLztq+f/w3HiEenHU9QCO9CrleX+Aq
TeAjFdxc+J7ZyayD3g25mb3zwXHOP43cSI7jeFQbSP7w47w+DnXmFIgsQwcAQuZC9ogjNN/tLmWV
tNi2E//w/nm9cQtNxIs6L6FNStx5LIGvgQxVmceWWzesgyuQZMyzOz8wQ/gIefnmoXx6InyJ4Tr6
ZxVvYRP5Jf3SoWvc/Cha6e2FX/R3BMp8BPJ962GxOBC4V1wc3LDXFxHbWtDhUOEispHbwocnZRcx
uXGFZ737XE7IgsLRkcmjjrb6Ej5yGb1/Vd94HenMGDQlXWcVbZ7dRU+rjEwzEwdKiKl9DmKVhh5g
8wt8uNMDDmYf9UdQfHAr31h/eEIRGtKWoNgPztaAepppMphc3xoiy6Yh+yQsfcuheh21Y47Naq/a
wNlJlba/3j/dt+4smZIsAYbHN9U8W19LhjaKPGUbrYG5sIVWDrIokrj9JtA+uLJvniQFMZUcYkHG
1q9vrdHhN+cLaIe9yw7PQGt7MbmT8V12g3tV0mC5RTUfYH6TNhStf/s0WX0sF/Yrml/fOnus8KJl
QpcMlBiNF4fOTMmmwuG5ElCSD+7lX7pI1gHg4x4hPw79MPd8vetQKOaGzrFEi9shaMBDIhkgcNtx
CZCYi8siTk1miY37ySprRg+Z91ND0fDBsvtXr/X378F1RhDK6sB88vX1ptc/4Abg90gsJAXsWh8G
rwq2sGFoKEu6+lniIKsIsq8Z8To7Tekv71/0NxZESjTgj6aPc/8v7TMGR9AG5D2FHcMpAo6c/IRE
KmE2Cdsc91Ty73/T8OAA3dbXAtEKzk5YVqR72w49SBgwzU7HlRHBtUi3Qtc+8l68sUyhC+Z99Zzf
Bd/6Wv3xTVsGrdWduLRDkA6oHLzBNze2MY+f3FG1F3HpuIfGG+SLJ8fiph3g1r1/ad94bcktg8po
gbpAzH72PDOW1LtKg98hHFWGytZc2L4JVl8CY/fvH+qNUyWRibo4WEW2lNGvT1XKfqh0eKchImn9
ZratFGzmIDfZmHQ7+k8mehfMYUAhERSh3tu+f/g3vt5/Ht49WzVAe2uintGtdGhBI97ifNd0c/3B
2vT6Uf1dqSN4MVapg8efnLNHR3fnUZKAAzChQP9i4YV68jxhRTVymm1MT/sjWSgX7f/WRP86nrWO
QdjRclXPjieB4kL8DeQWmUkXBW03RlivuJ1j+i1IAJm/fxFf38Pfh/PhC7FvpxuCPvzso6YTX6ID
t+u3Osh35Fe52JFI/C2XdrwDgW6cwJrU+ACVgOOZ2B+siK8/qf86Ol83Bh0uG61zNr+mDL1L1w03
StGe1Wi2Nrnpdkelk1+YFqOxbZ3Oun3/lN866LpJ5MlFE/+X3cRQQptNI2vhWxH2UFRjsdU7O9sG
ADx+ecDG77xFjR/c1tefuN9niqIf2wNfUp322VmdFGdF5oNJaLda4ywbGgfOIZXz/+bszHbcxrl2
fUUCNFM6lWS75iGpSio5ETJqlqh5uPr/UXpjI5aNMvKdNBrodGhS5OLiWu+AZEm9CKpmyDoCYNP7
fbRI48Iin9nBLqdT1WBegbvW15/2V0TqQx73BT6fu6KjwtYh63fXSTgt6iC0HWV19fr99T03Vepc
az649o3t9dz+NZ6gKJzqOsK94PqQ/oKMcSOQygPubtt3eZXXYFUMNDRk1ukX4vzZqUK35L1GPko1
6nhowKeFCGM+7SzG9BahKMjbXTetEGUB5G66tLR/ejCb08pOWlkgeLcQ9DchUB10mx6K2eykNBBE
KqAvggJaYB7SF3uthF07PipJKEAvphv/ikvHfUpxObk2cCmDiD2KSwnjJsn4b6dRC6bKsJKKqHkc
r0Gm0L4CR9OA+xtfOV/O3kURK4hSC8UcNKa8qdHtuzQyYMqrDTIG42jsoW1fMos+voj++x0UpzFI
W+vFZK/Hv0Mk4C8gdLQ77AYyRp6Xm2yMcDexq+TC4Tq+Cf4bCjYdlR3bVEkqNp9dcUs1Hoe02xWR
cO9NFIYOQyi7t/f39bnNhc+bYaxlovUZcjwhjZsunu2q27mNViA14eZ7dJa0V7W3+2BSy/TfUtP/
Ny389mziFBXOrb1FF8a1SNS6201NXu7RdJ8Q6DKAkBvIEP773GySI0rjvFXZzMdzq42onNOejwVQ
vN5JVZRXC4h8ZJZ79LDmrt6/P965zWFTcKNNQpnI3fo6tqsHQAWGelc3w7jvhdVdyVWxjQbaJavT
c+GIrM8GUmKzP/RN5DUnlepJHGOmWa2IOWspXypac4+5GemrrhxKIWgqo6YyhZfo1xuvsf++IL6J
ECkxyKV+tDmLiwRSM9uobTmF7Vy37oLgRYK26iyGbg8wqn9J5jb8MScI48X54uLpE1F5VroKdbwY
7P0jGjKtX0xABG/tXKf9bCpxeG1qCLDbuZidCyfpTDrAIww6q81u4ERtYneot2Gtu9AnRoTB7jH6
u4MxoaHUiejmFE39o5ooxreknSFRlJN79f6uOBNO6VFR8BJwIMhft9sit9KZQmZI7IozpJxieiW7
ocayPEgUFPdB54HJ9yi4u99ko9hB2/dd6zlm6hzcvGxeU2sxPr3/m05XhMuTd/ea0ZMu/Am3f91m
ppT10IlM7kIHQSoR944Xp6K7WVCi/lqrs/Ga6bnzXDTt/DzLxP7y/vCnu3e9u22WhNotycMmyR1M
aYyAOCh4WAJJ6TqDiwp56aC3vXJTV5VzteTIp2pzU144optX4rp5aeMQvYEgrbzNrd8cfrShMHuF
oV1hX0nssQ5cWKpxqGUkfwtlsa9be4xuJzeU8c4YbP1Rw1r+9f0FOI0UEFVV4jodFAurtE3UjUWo
LVWJgj+UKBGYuU5PcdLSRzFX8/X/MhQh1F2ZscZ293GKq6oLGQpNne57ozQoRLUNJDxOo33hoJ37
rlhnk3bTENCE2By0McssIzUgRkKSaxe0hEZ82o0ODgJs0eXHArjeq2ukjcjQ3OZSYDq3qbkuicA0
QqGv6sfhfoJqgrZijCBRFuu3oR07UAwjlIaMAllSPaSb1tBSyxxYb2apXYDbnF6koOt4bFBv+XOZ
bjIDaGG16PRc7tLeKREIHZBlWWJbh4apVldanv17WgjR2aaZw0rTm9g+VIcZ1SnHRAg/xYzsCg9M
FAXbycJ7FZ3M2yTSQLq+v5VO3xh/qNWOWCMpSgybzxuiekNPG+jGQHEJPco0vsfmS1CnaxEaREgI
9FWW/Q8nFp0LrjmTcXnTba6boZKpA3OoQs+5Cw9GbmX3k9FG+8kCiABaRdxgUbmKP0TY4qZVlz3Y
XTz+fH/qZw4sNx1tWUq1tBG2vPbW0Uu3jbpq15iD9n3WhuIAj6LYI53VXIgNZzYS9zMdoD+tIHo0
x9t4UbV1mzb4M8CD/NXqbnmDTufkIaqE1FObLvWFz3ouJq45Ju+atcYDFvN4xDbHImx2cISgBjxY
WHt1YUHZN3sJLSWcPTU3h681sVTuEmpAh9aywy4wolDku39eZWOtMjn/4dXczRnivwxKbiX1jtiN
fUfuNvTAJlND86umtvj+YGd2M1NFmsFCG0HlKjqe9eKgcgp2od5lc2fd90WBrpo9WlfIWz4T/KPd
oCTqhVxg/XbHLyu6uOhBCEw4aFpuybGWhbp3gsrzDpCE9jQOFggRpL5+vD+zM2GYsg5jrM9yatyb
maXo+SbWDBoe6SMD4JGRoduftP4iSMcAXPPfvHSCPnNYnDj9H7Yv6S8Rgu7Tqj9yvKylYTeoowry
bSNsUWxOBn9ADmeCiDVpBzuuwIi8P90zH5IsYu1kUmtnB2+n2w2iQvZJouJZYE3U4VPixGL8ksvw
p9oOK5FsUPR/36ocTRBRqwCBpZqbyyYfIHQUyGvtpEim6yJznYduXMoPEi+jt/fndyYgsDs1nauF
fcraHq+oIVtNKhBJaA+VmS9rBNXKsFButcSBq2VX5YWM4cw9agpXAzNski2hCHY8Ht9KAEpGMkNP
Ywl1koPBY3QWmCNhS9fZ1XjXaE3FRdOF026ZZ3GhlnX+Bzi8aigZso82E7YGxNUmix+Aumz5tQnz
/k6HHgl9uy/uJIg8DzWiyOtLUb2ljf7535fbAcpgISBukKhsRk/7PAUdjWsgGQaiHKFTx14Lwsgf
Bn26IeAXh/cHPH0grH1N0E8rkIF/cTbxVxRU2Cwrd9FEz8QVRmUpKLtJC1RleilT7F+GuMdvfcFf
AXh4+mlGrxwTQhdzWcUZLrjjnoQofgw9XZS1VMxxoQscf30VT5LeNTs3SOqxu28wwQpmJzT378/5
3Cg8E1cvIgDBvJmPRwnx25yzEaEqQyArAcNqgU/SXOpNWfwtR+FW18l6QVPREaYRv71PKuYIjlBH
ORgrAR8jxuJaayB5YCkbXb0/odOhQL5RQeEiAXODrfnxhKC7EdpsFZKpG5VfRk7GqzO3wh/rxL5Q
DzwzFNmeSa+WTFsFJnI8lIvTJyW3WQ/qMFpmVCnRu/SMNIJYMFXmnF6IdOt+P15EPhEqb/RM4fbS
pz4ezmpgEIB6NIJmtr8rRTjsrHGWezwIaYAUo3JhIU8OPyOtbAlyTEooRKDj4bRsjoxFTDpdlzgO
ktKuH9K07B7V0RruVURObgD+IIsQtvFyNTSNYl46jusImwkDTREEatcCF7riqo5KvbKSVrKqhg4E
2NaPtHB1Tgkn83M8OGg7491gfAbmDQG6whUmAwyUziTFk1bEnpE1cLrf31vrBXbyg3hSaWhrUfzc
3jWjRKxVywss/DAs+epIrJAA4tVPepR/mBGE/giKpPuFh8wlN+czn55UFASuC4mAIuEmMKHj0Spd
TR8qr5L5BkVgiNhq1KHxi3oJOHf7Quw5LfMS8lEggqKkY6lJS+F46V2kDfupx++WMhoFk0YDLeMX
S8PpxToHo2XUwHleTuEIxXimx4PaZmnmig+Xpvk9qDrVvffX/sxh4xeBBDHoXCHXuDnXswZ3oyRC
B/o8p9dVje+HVGd3xynvLgx1moevcBqueT4z5Xfuv+PZY/urNdEqPm7QndulCCPsxiobbufBLPdQ
c2IPo4Zytywj+uQD7Fi0etsLweXMJyc7xRLBXdFZJ19gwOIQeyADdrXQ6usq1JD8DlFIRzxa7ka0
pi9ElzPHfeWGme4qn7fm4sdzTtocDk8GTdMA4g7BOq7vNaVWblqnVH5pLWJUO1Nx62eAIhOqiKS2
l3yrz8wY0MKa7lCRpjy3KaWmYUI1FduwgJpYdqOrHcz5sF1eS6jgv8bKhVr//pY6c5xtnhzUKKjH
aLAPj6eM4HaGDnyoBZmijvFNFhnxDVD3zEK52qobn0aQU3tlVeA235thf6kCf2bJeXpwg4AwRtlg
K4MXpxYoASdWkd5Y0r2KHTH0mCa3DxJlVDwMLdF8zKUeHmp9WHwUK/+Hu5IEw2TB4eSdLoCZpw3I
xGYJxrEHv4xNtFdp8MnxVxiD99f6TG5lgt1WV8wYsQX9o+PFnqIBBq90TATxsV8NMrkYu5G9f+fE
TehFaSa+tCjfBE6sOFdZ7uYmOZZmPcyNgJNsdfEFicTTj8+VZlB3hFFBtrAtfc6U+VAqrq0AEVDk
5RN7wgXEbNDDW/KbErdDdKCb4UBt+tJSnKZcVKYo93KR00WDnXC8EhlKFtbkTpjG4ABwhQfQcIMB
o3kBK3t6mkiBVtjxurvgcGxiWDLT2sYzyAo4VmhVRLV+SOvYDPAIN5HUJ4BciJqnAZrhSFlhF9J2
wS7qeFpK3IJ2xvsZk82sCMpwWnaG0SYeX1ru399MZ4eiUUahT9iQWTcrOOa9o+Dvawdcxprv9A7n
BoMVaN7iUlg8u4xkHwQk1wA1sZnVEjWJosWhFSAgcjf1abRPjNzYDbDjfJmg0PD+zM7typXfI3hu
IRS2JR2oujIutsbrTsdF4wVAMExwENV+p7fpB7kgnFhoRniobJRH3h/57EQFta5VmozX+2ZNF7qp
pTGMrGmC++wg8TydoKzfl12bX9EvudSNOTse/RgVctEfasfxdtEctIsi6mABIirjlbDH4sWNLN51
eVhe24m8RGY6DbYU1tbDDqoH+sRWqxBtCkwWMsYbkRqBsbG6x81WczcuhbmP3Mz2lB6tLgfV2usO
EtaFLXtuujQ+KXMR76mRbI5jN8nCyHKWV5czIiOhZRyANEUU5XH0WKboUn98/VzHqSosWdWGCgTR
F/TNZt/KeczMaGjsIAvT5j6nh/1RaW2D3LELA6PtxD6yo0v58dlBecrBc0DFk5LF8TfF1pOqsFPZ
AYhL88aNkNyJ4dXtJLLOV7MywKWRnX5hZc99WMGzkjc7Lz+IcceDalNquPVYWkGLVHfj99jL7Fsw
KaanxYP9G05oMSArlmSAY5IS4bhGxC//fnYAAK4YT16CJ/3tLp7HpUOtPlDDDtL0ZAwoUmI+KJWl
C/q+u/QyOreZqEPxKlu5/Lyqj6fsTk6eF5QWA0U35h9qkWp70J7VFw1kvQH7scq+vz/BMwGXstfK
26dGALls/UF/tSmzXEW+rsfsaGyRN+vjOdljtNPuUNf78f5IZ6ZGqcAAqkvZh4tks2/TLkMfplpE
IIFZo27xDbZcskuStPDT2r7UvT8zGphrENdkJYC2/jC3/5pXleGWsCB/Gai9QR3LoCQhekML6gw/
nRaV7wtJx+l4RCAoMuD017qBu0lx0RaLC1tJot0041kmuKD9Ea0Qv8D425/QIrmQBPxhxByHARu0
Dh1ecnueMltdXKj5DponPBaactZ/oAHl/MAStHguxkF9wDXQ/Fqgk/4Ux2l0nUjMCnGGh9KnFsl4
RytCpdFQrhYMofOZBJb37vtfe/2a25/H6wY1DvR+HL7E8b5yDYWeeBmHga3n9hUnU/r6nI/X749y
btU5KSaxn4ucfP94lLYaJrgYcxgk6YhqbFshEViIl0K47TUGEBd28GkQpCXHBYO2gtDADK2/5q89
ZdD7I3NsVxerdvB1oOUoi1bYBUTltI8tgUR6XF7CkZ4eUEpC5A185dUMYIusMI20TWN7iXammuPu
sxSxn2aRuSfN+Od2DakdWTMpCki4tdB2PL9qcBcs2VvexXk83XSREJ5pY5CMmzZs7VGtb5fKvXSz
nJkfeg8a4QdyxAoIPh40neKJrpudALOzwLaoRQ9kVfQfi67rLvSPzw1FbxE2LWsJSGQzVF04qzOZ
HlNQ14zfMrTr0rPhCnAUzCk7vL81zx1QixuacXgJ8i+bE8DLz8Y9qkx22CtVv6Q9NI/juPS5P9Cj
OqiFIbmozTn2J0dvfqh9WeFvjjAlyqTwUbuOq8Ydzf51jvA5qsHX7N7/gX8yzs0RtSiGAKLllKJS
uPmBVZ4bYYQ+LV6wMxJ3jYYcZKJL5TFNLDX10b6GgD8V+tMy6vIhhBR73+JDdKhrVJDx2ZofXeRI
wVeASZ1QPMHCpkQWQVfi8otuwUVGTcugl1kr04XgstHdAGLC647QDhmCUjoNsM1JlCaoniLs4l2v
lh8rqebXuI7FK00KK1kBBCgu2g6RW6kjEJ11B4VLFXJC7zzkyNJgZESj9f3VPIlExDq4hPQC6aTz
z02CtGLE8BFfTOyjRHwdlVmLnC0aO08ZCncfcLks9v8+IMeFC4DG1VrYOT43YVeiwjwppk8J3rzS
49a4kb0+BSIvq2s5xJf288nhgevGMOBzKZ7ZxNvj8US99KaFFZlvJqvBLXQV4AngEZbRmYL3p3by
VFobfuso0BGQJ9jS3Ul6lXSwwK4PIx5hXkuV6DcutBbyBB1+d1mmInipjEFZue2Foc/M0kXCh2jL
b1jJ9sezVHiMtYWsTRzO0S+DppUHaPnCaTH7/sP7szzJbhmB80cZEHUVhKvW2+bv26RLUeVpIFzY
ybjslLAWVCjCKZCFwD7CQbUNB5jqQ6wjjIHl5yVg+WkhmPEFMv48JNiyQMuPx48ZEdxQyvhQeoI2
VPsERcMhvZLCRi9E0j9PAs5R2O4TbdReEJKe7zMh66soC0f//cVYBzuKReuPAdQDpZLCBm3t4x8j
QUFoIoL9Eukurg1ItARlW7b/fkhJFthWDmpktB43EU+t40EPRWX6YPmHPap8Et++HiCgHPB5r4xL
T8Ozs+KttrI42VNbIu4MQQQl0N708c/SUXCOyrse2eYLa3eSlqxrx6NhBbkREbeppzYWwERGTLCJ
ueFPoyLpMhK7/J7RNFF8wPLm06w64gLB+UzAA37LC5/KArywrY1BSvKn4cls+InW2W+tXhYoONlS
3S9mraW7zmgu1YbOj8hhobZHMXsLs2v0ekAhfrXUG5bRK8wq26lRnXsF1uxI0eBH/q970uBa5C1G
ERmw/ra1iWkjvqwl4+m9rqCq5nTXtButC3H89OsxCj1GkCouedeWSIOARBRTnoYMtUTZo9446c5o
3PlhlH0OcHNWsPCu1Na6gCM8XUySLtxGTU4CAcjeHAVeQZzpnqNgQie86sMmvTLV0dmhw6veWriA
XZjmaUxnPJMKDRJjXNx/7Bb+inZ03QtXti6g6c4sd6aYyuveRUsWQ0QypJCaaWU5rVcV5iVi25lA
x9CreMv6KcHrbWLLHJnKCI7a8C09Q5m0w0Aaq0V917SiCGYwyV6kYSiFRscYWAXykoqtGB9UrIYu
hJ/Ty8VQORSkuhA/yLI3EbcbwDzZKUFO0YZsF9Y1gjtaJ9Awmi9l1ec+L/uKsjzZHQIOm6HaJEJo
P0Q1Iuo7KxDSmPxGm5UrfAWwO2yxA3z/rJwdz2JtV8bx+jA9jt9tbmgjmFG2ExtrFykFC4hV713P
V4Uh284Xnr/nlhLgCCfTApN0YkTT26PNcwERh8xRe09T0zyYUTfd9Zp+qTl/GsTRpFljOMV2bI22
mV2Cya9tlAzViKjfuSR2gVE6lxBW5xYQ7AIFRFJaqsPrhP86H9E4R3FY4yg5wvH1Qty8vdicQ78J
0+9iENqF2HYu6gBAAl9Fg4hFXH/OX8Ph9Yk9hdAgtrZtTYaVarhIlQpsT2xvWpjdfquVlww8TjMe
ynjMjVMAVYSu1PGgSNTS/BWdiWsmjl6ekrr90zRP/ZUqUMykHTc1+KbXxSczU+TNlKnT2/u79FwQ
gjhMisF9CXt7XZW/Zo2ay+xmYMD8OcE2OFd7SPFIyR40xXVfeO9KHjOlG6BLOz6/P/K5z0utlgSH
61Iw/eORjaktKxv5Xh8Hqnrfml3tJbjSH9yowzEet4ng/fH+sOyPEyrAOCb0Azop3GLOJpEtc0vN
bDXiQLbuGHt6VNqwJaPe+Tk6PHwDHbtirFKU0C4C24gs1ZuLpHxQp6F608ISTwgT1TXTM6ZSi3bV
JAWPqgRRWW/qq2Hw3DgfEUAGmfe5TWztNzbqUYdBul60VyD+8VdS61JSJbHt9JchuulbZk9lg802
XpSelS59iWfGIC/AG85ssZUbBKaNuEDatdnXXRXTv14giNcT/KA4s23PcPNutyoloWPeo7bv2rWP
3B4SXl15CTd0+qYmIaI8b1po9XC4tsfYNVpXWljLIvuiJl9mA1l1r7Ab9ceYo//q9+gGfuw0QKmI
8GcsBwYB+kutzXiaLl1ivmH1GNEmj5samciuD5+spK8xU6e8PXkYXpB4g+bC2DSi9QL3KC7GSwnJ
mdBKaxjM0x9xA54Gx1sVgUMsItBS9IViToHmzvnHccI/iAf5vHt/l54byqJjDCqBnh+4m+OhjLyX
UuNAsm+AXfLpaNVo7cKtkXcX6rNnAt7KDfr/Q20uxNJcox2WAL5l9Tgw6TJ/W9ankccrMM49EK3T
FU7cy/79GZ4d1hIQyHg76+R3xzM0zQg5lYQZOrWNObpptubKnOzxT1FlL99cN1F2odk4F8Y9iTec
eIwSaUEjG6GeAKzoL+ixTn0riESCuraDHCtS5AVQaNdF4zAW//olbVizMEJ4EtCrOcnNW44SIV0p
gqXL47fWxLO6k2hnluAPLlxdp1ODXoQhBYUIE5LwtiuElwO2J1FJCBvr4hA6WnwrZq0LLJHNt/UY
ygvFpj8iD0ehFK1TVCAgEVkWF/M2lBrdbBQGLkDBDFh/epj1Zvmsp7gjHzL+h7vSMMLvrZtMUWBQ
BcOPYK7Mwq+cul98rKLd8LVypvEVhGdSeRn5U3hrNo32s5J1U3sUD+vPNJLSp2SqHHQuk2hxHtRc
H6OneojG6wKtTcOT6qKTw2V2rXodHFKqdplrfRK4PL9ZVWkTRJoy5AW2SrQX+E6hyNGn1idwXX3l
w46TP0oDW0g1LZUv3QBfzZuK0fkUt4iHeijJ4bVs4WUDHLBvnqNUUX8N9tJQjnBDkKNiLufJW7/G
Z703+09Zr+OyhBrnr3lw4jawzSX57kwI+ey0aSkiT+ZOlT0usVPQCU1r8YwFTfvJahPcCh2IeNgX
tF1Soq+vOa8LCLkIYXv8O7yCfSo/Ln08xk8iJIBi3QMjA4xUpJbWU4jTSeW7epmlvj4C68HGY/pk
dDEsZcWohzelKRKCadgk877iCABNp74KJCOb7CzorQr7i94OM1TUTB1aJPayD2MyuUjSgsmqPA1q
trGvLKV56ZU0T/ySYkLn2yGwTwo0TXS79G41PvXTouyiCEmHC/t7GxTJoAmlbG7ShbU+s0mlR47Z
mDWz5k92I2+0zs3vxnT1q24gp19qk22T23Wwtb8JjoS+HIXx4/iEVVlUzD2Mpgz3dn/Ke7F3UGG+
EB1OnmBUwbmLeUavj0DO0CbQCyxAam2a6V+kZazsSieabnl9hjsLrVOglro7fcRJoL+1h7rNvRj5
oNHLHVVBibek8nfhSNMGXEf8+1Dzi9Z1pnJBMRPpnE1gXuYM05KZvLoskcN6ET32uoAFIDwFKcxb
6zPmWM6ecO0gR6fVTX8V4RSzXIHnS4ermuui8yKpK3NQyK6RnyazRISCDhf6rW1EKTjQod8JYO09
T+swCeMMp5AOTxYcArvwWVppZuyqVicbwtMs1HZZYYt923ZFhHVD2D81Qxvxp2nFEHLcnCrViGjl
vp/MZfDNHOtlD/8w8XtUk7o8uMaQ5LgTuNozkUKgodxN7mOjt9PXIoxMsN9JaFG7r6LuzUqkfHL6
2v02mDi6BXHYsuhjZLeTH9uV+a2Wg917Sd32D2Guc/dHraH1L82QLS8hHYIvWRXZD2LqddWz+yZa
XasiRfp1IbM7cum4x4Sg1OydWesV+rvxNNyZau+8VU2N25VagBIHW0xClC1xre7Vxpm+FI2gwAIa
fkT0JdReetPpLKAbVf0wYXL0mHd1lQZTtIjipnacLPT63qkMKoYivU8Vh92FccT8ArZf3OCcHHVQ
IvuS/Avzb8czZWbPQbd0RX9o0oHqcpbjdhjlmF6BmlALCjAOks0UIWdPTy2k+tQesdouL9rFl7mC
fnkdmXPvwW5OP9oRVcxgyCx6SEg997UHmi2TQTgU8VMEi2L40Dt18zVOcW6mwGCor0jtlg7AR338
gizzrASlPpU/VbXFXbzSdG6LDF3SN4QvGnJtuHCZP0CMeQPEPX8c8s55iDFpwWVM6dwfCz/+49RI
TAaHsLS/dBWiJL6qmO6rOi1hvGvtOJTBXGJt7ptNiP+WmxiyDJoxolI2izB67GnQ6tRCapl78C4j
rLxTY0Kl2Z7d9lNVOO1PyGIqhoKqIR9KcCENlUXNuiuWWs8Ct8cqw2vqehWDsBRVCdy2SvdNoWAU
iaqzaez1sRM/S/QAfwFUFPzVtd4b3XXuWHPqL2iD/SYHLJtd7EzLq2XUxvyKnydUbbfslNZPymZU
7saZQjk+R06aghcX9nNLn/dj38+6dWtlrJ5H7xSq69KgCYN+uZ0UB85R9KExBmd1BWuWLuVO7IY7
y+wL98aKzGr00Smz4dYsqBx5Y5fm5a6sbX55jEWLcV22U/mm9lGLdZcQygG76XgVfG3j78lUhg/V
6FB6RKxDfbNKvcOt1TCi535clsZzMt0MOBB9Fyij1T7hYpjrvo0a0K+hyUXnmfgxGnjz5OmDjsEI
WzQb8o/IgbT6wVVHxOqxs8YRRAu7ERUFU6rXEcY3lp+mGW6cXlSKUkfRNx3vVoTM10KZdM7rlKUf
Sqr6BZfdMr2EitWGHiYltsSePhsH353EcpgMnKvJQzRzDJwKS8AHe8RY6yocEvkYa9L+JksMQrwO
c4DJr1DYafY2J2nwjIZNdWOmRvYUKfgiebHRS/G5zSL9gOg4GkNWVBh+nNhR/9iHep48692CCWKb
NlWObhki2B7wGc0JlG6YPlCib/BRjxQHJyn06j4KnNJLRF7iEO8+9AAxEyzwjcAxJE3yvdKUlElT
TC+X29Ycm/ymWMz0hxLyELvOUzSddkAi8GKpnZE+IPq5wg1ClmzxnGnCPwoThvGDCTEF72Cszh+S
JudFrsdITN2UQtoyOayanfC2o8Ut7geetL+rHhL2DqPh2dgrZt9aB5HP6rdpHADGA8QarQB9fONn
M6fkQlhzGoelh8biwzSwn6SiFyHtjJD3fitGgUWpnuYTjtRWp94oSuVGHMUFs6yU1ntxr7PtoICa
jvsBiy/xSOHH/Bol7phcLVKO9tMIPSLf15UbF/syr9XnObOw8BlNvXwUY8w3qeUUI26e5AvbGrL0
Na6CxTeQRIP0FWvun82hcOJDCuNjusEMtERLriq0T+jgg+xX9Sm+gUxYWEFk69WbcCZz8MoJ9fNs
rmf+ygWO8G6O+uh6xPQg96vcaup9YWbO89BoA3ailDStANUanBrzPmd354k1MXhbOr+bqaejF+Hw
94ljqQ4eApdKjt1tqP5IzaWWN0tfaM+9niK1nLaVfZPVkyEPMs9bh0Wqmg8Yh5E9qo1uL89jk0a3
CikqmUXIZ4naBl9NJOfzFyVR8DhPlbb4llDU0D1ZS/W7GjeJ7oXhDO8qZJsH4+Raxo3O1wQ/QvEZ
+FPsulf2RI9hl4DVp/+YqyLcxyP1W182pMh9qc0ssRk25q0bNx1efamcaq8a6gyfxdmdv9aD4mSe
q3XdZ3wRu8c8xmvJs+HSgEnvQ4RgKxiH0lcNJflClgk8OdPcCiO7gVLkzZgM2FOZ09qhCidNwf0y
tCZqMmOz5Ic5yqvMw9GmNwO3misL38JUmuA7O+NT09TEwmTpk5+gSpAqUWozj66RYp11/CzBgj6F
oAni62rBn/Q+deYuf11IvZO7qs9siHhGsrg3NaaXEISWWHvMFq1wPdsowh5Hp1Af/GjQcoOXQeeM
XpYvVK/tYU5+JT0KOjuMk5fWL5O2na9CDEMotImq+KQiSRt6GHTLRyqq4ltvFvyx1I4stJamZn5E
7ZuXShQRqfYyAVrgIcCafk6UVD7LJULsC8tEMe1Nh2H2S5fBzuByCvtrISQy59TXsANPUkr5uQTh
9BBFegxf3pnYHU1rjfcShcgB1Y9JG+80beKliCgQEcBC2/2DqvO4QnRbhh8UBatSSEmm822KUiyc
h1oNjV0vVT7TrDbNg1ZXqjiMSYNxn6RnYH/GTZFMTqS99blNUY7xVT0Wb86i5EqgW3laeELvw8Ur
kzy6T5cRa296r/14b2HVILyFvxXSXGXFj7irKLk3VbpBwQB7GxOiSOWMXCtSTXm8u0XBPdowcz+i
W/EocC/UEH1RbYqnIWoxej8qfsloGKLgQJXXCInvW7DN+d5MdU5inRhaeciiXk/2aoqWhxfKJvxR
ECgi0tlMjT8iXIJqrrQN+TnVRF54KaT8O9ceMBLUASp/iikwTN6sZPQUXIEaYq8PpnEgltd3YkG0
yqtnTf1FwcD6rZApkgpQeAxq/E9gXRphHF5hx5yoYP+oNvnSGrE6Rdda+0lhS1m/RqSxdTUjA+dq
OP1+bq0Ss1wLaOsy67OkrpfgM603bvmVJgH3RtaaM5ko9u1QN50SxdMK65/x1iBApRitpqg1tHmL
NbJjJOJmKcDEePOIBeCeI9nUfoFb2b1ZtnoYOH2Uz15ChY97VZgNhQ1wsaOfD72MD72CwIlXswuQ
Q2hXj3AKqzgY6oom9lpV6p8taAbRgbY/h6CeVPWZ5xE4VaEh5HUXZyoGamqYj/e5YWXZda5xWXnS
SOIB0l3SflSRNe12MdJN34qGpxm+KHrTHNJ8rD8LdYriW94Q0ZM18pDy61jDcNByR3lFvjIj/tep
JXmxXTo3ZNZG5emdpFSSo2gEuywrGjxS4ciSzsTcN/vUHkCf23kDkpcyBkfd0anEQSfQW8/kzZF4
pVztwVMrtTu/rdr2JXQt1qelpf/WRnjOsTnj2fGpqOMD15XW16zVO4xj8YolGLGtucopn9w1Uy0J
MSomBZ6e2ZZClULUM+p9XXtfYgU34L8mlsQb7DaXYLbZtwAUcsvYA3rmERRaLmwdvr06BowcDZ6k
U/q9Tel4E3oK91Nq945GBomTPP6HQ2inh9AecQOGqiod0jAU1LBKcM1XEmeTRM20B1zfxsj4IctB
VzxdqZt2TyNCpi8OYkWmp2LVKzzLGqYBaI3M9wRElBl6YWTtrsqVP+YxupR+QSmQcOaivOMjM1m0
hxyh2JvFmLAk4kXqaofCyugAGlUqF2+BbY4zKQgazTfKfniylnjEsScxll9YKNk5L4JE3DVVTSVW
L51ScAWqcf4UEsa/9FbHDZKyLxEGxPz1jshAWm1UDalJsej6rzKLw+emKOs3bG6U4s7IBsyy6U5M
uxEJ126PGIcR+inysq/qMM+1P0D7AyofOvjtRrP1zBcBFtzwDNijQ0K/NsGOE2PZWUjoH+w83xxC
I/UnKxK3+pRIm8Olynv4q1zuTeJgg9tloPGCcLTNnGQLy7+0UfrZR5XZ/m1bi+XeWrKLP8Wo0vH1
/4+z89iNG2nX8BURYA5bhu5WtCVZI9sbwpE5F0Px6s9Dn41FNdTwP8DMYjSeUhUrfOEN47R8Hke6
R2EhlP5nY3qUtbTJdK60xpz0wIWw9nExNFlT8evKW9pEkBaZafsJ30PCzCnBETqYRUWf1+68rPB7
Q6/oTSxtfINsISIuc5ELI8yWtAKNl3Tp0+QtXucTuyemn3nZmN606TjHiLXZM/azSiWe+max1mga
8M+7jhfD+pU6mVmEmaCLEeCImjgnqRGEhrRDxOz3hac844HWN7Sd+7U56lWLC50+VhiI17ZK0QNH
8oe0UskEhqlqRn91Jvw3wLy3GQaWpvmdpy/+hi+2k/j90o5KlHKf4+29xOKn1YlRv3MqVJwiA/3x
X0sXo/IFI6ckkyYwBSyeo0k8ezkVt2L01pZnu+I/WY1JjX9qyqr/GLuEbazmuacx+tZ/x1hb/pJx
ll4nubDbD1ZtlVUALd9+gQZcIgIIApWDptYKF+Mwms+qkbq/HU1asC40gYRIPi2DcztXpnjAiTH9
YnarXUKmVHFrp3A7rNdr2yy/dDGJK5eIy4N3ivGFphZYemlJRk1h7N3xSW/nLDkJFcPmkxsbMwdQ
Xerf1azP+L8SmBUUQmvj81KX07fRyRslgOqjthRhKo8iTDn3y8kFytv6Vgsoxbcmc+qC0cVBAYmm
xMacLwZtkMRuqfFyx81tSVzF5dL0+hGOsOf4dZcYOP6Ydva7jDW8QqecDsOhblrxU5Ri/I5NY1qQ
RhV1GdaKOhakMzlvEdt/XMJl3jKedEmnLiQqK3PqimN3P+MnzddAzZeakDPpJSrrcTYf1G6yPqvt
pLUnzE4nGOdZ4zSw91CliPpFtX53mwskmWsib/RUUpHNsaDpQvYXvzcG7fN/i8Z9HSQEUE/K0iqC
wGBRTp0RW1DJIb/yOE9j7isFiFzfQD1q6/6a039dBRoMyZJp/KnUSXeP2VXyoyqa+GWRWfZ1JFqm
Vr0u5XOnZeYaxHWyPkt8IZgf7NFjWZqu9I1kTRKQ0XI6OuRmma9liX7Xo1+xhoBQHRXrLC054qhc
P/ayEY/SzSi3DO2AH5S1djyLPQXoMYRzZiebP2v7yXUktl5m0iwP3NfUEDDwm7+1itn87tq5aQ8Y
S2EBS9evwL+17IeHYcHUKB7j4opsYPxtrcJ4TDlBv5a2qWu/pHTSkPKrlG691LB73+lUGzu5ekFw
WCUHHcPVlO5zR2Y4+Snlhm8aWuNp6CC3lkddaxN+0+0d6KxYa4/t5oInUWOIHLsrTa37B4sUNLvG
W83F6E2vjC99atcfR12fvnlFW0y3nSzdOVBICS1f7eykvc361K0j0u8ppHI3Y1g1dF5zVdA6+JlR
6r/xpIvtRj8kzkPcNytu8DZ7O2iE6SLjEffV/bq000NcTPn3Se3nG2RT4jSgA2k8Z6LwJI6uNQXk
zVXtzhnWJrlaMQgnhBqzYvCHsbZeqmoZY25QLP/8WdrTB+mVVP81XK77E1dxe8D8O1V8G8Iy5WLe
sxb3v0ZR6aOP3sOq8WxjUiSoTYKTtbBhUDVMCBOUEx41ux/lNdUN82klWgbrM5E4R4sWd5mPSvGy
UnEssUCvqJkGZYbCr6/1CmX8quqsxM97WaPk5ypeGSG4s1RBj+WMedRlrnwoe6OTp8TD1OverLLl
d4kn/XPTkfByFrdIOpWFe5XE1ZwTsmHe88BpoDjU4Rl2PyQglwMerxkSvJc6RVAUvfFsmQ3dC4Fd
4tZ/Qcb/tksNcZ1SyIixGYQBepR9snZRnNVOSUqtLbMPza/9Mcsle67VqulCUTpJHsapNRJ99khl
UtId5e94npdbCZLtZ1lwpyK7oM2c0DVXxJFQeLq21kYfThKv8ZMt1WSkMWSP8aGaPa8+DsQv37wF
TUjfaFf90MZGV4WV2eUPhWorH0ynNZ+GpMqgN3e286DBKvrSZbOSRXXhWK0/KDr/S7gqzhrY1lST
Gs7woH1lkTwd/ebjGRhc5DjRiZiyH/U0OuZ1LcVXgtr8BSg1D6MTK23C+XfpY2V9PkJ5lSsqlYPB
ASmKnGzLkWqL8YEK0h57YAIFz8K615iswRcTFNqom5YEQy9bHyofGB56xissm2fCE/vR3BzYgrF0
l+ukaTXPb7EHvyonvPtuZrubryb8vrNTKfX0uVopJN2mijlgNOiINiPWn0hRTKO1vqwkLmmEweTA
85BTsDoJB9OFANMx97msRis/pKXZWBieyw45eU1PHjyzhS4sNYpTbaN5R5D04xcLaT0UWxSwYbhn
qVfxxMNDh6nnIBSVV9xCROQPIKaWfVR0jbe9H6chxwypjr8lYPFbv5vwe/eXIstm3y1Xs/JVwqkn
3A81PAjLuhCRPcXDy1rWWGb3gLp1f/LG/hnUu/IjZwP8EO6I1D09i/izWej5h0EQQQTr3OFUhw1Q
fBzXnhpfmrU1eGk7GdSAkk6JJ/ioJAdNxQ/S5eKzo3g2zTocJieuT8UAsCCwRa9UPnqUPDzDYGm3
pilGJ4oXldiLLLgcAt3J0oPX6wkcwL7TrlYK9fQXmg7nXTpjlj+m+BzjsTHNLkX2TtTUz2yTh5rb
lmgjQQ/d4/qRNIu9/M7pEQA46taq/6yURHxvzKQg8NVKjZhAtDeOl2AXXkLQHQPab4Pje00Ml6Ja
cV/jZFSOL3qJj7vpjdI82piOJiQR6foiYH2pQYH2rhEKZNYE0QSu7gGi2eZLUw5rfJOaFS9YHyvi
Dl9rTwsQPtE+TOuWZnL5WOmNkfXNpxgVLzWksaI9WgTSg09LjbZuVRbX0xb0QPMSypPTYUGAu1qu
fyjJduqHWK/WnxVGYO5VY9bjs5tlyUe7cw9Z0qrDCRY8LvLAQxBBqk1ZmH7SeN4dksfzZ1oWbnsC
SVVha+10P5Uy4WboF50/UVTKRspYB4/YchIzgNiy/tDyFDVR6a7UbmOCCIo6jlmSchYGKpsk3FOY
tIUbcrEmHsWbeexODfo2VI/a0pSBVKulvO03vymO9JzfSzNevnQ8248GHyfzS0Xovxs3JeqFSSZu
heE1y5E5Nh/MPG8JY/MlplJu8DM102JqvYmWiHCF8k866rDN/c216FTIakIwiA/7YMyIOnKp59ZX
e3GIIPDyzX5oZY/zLORLJfedUZ29Oxq8FP3c2qRAZScTYhaSHWpxfZeK6hfWIPoPaZ1Uqt8gnEth
e7XxUWvqTnwCYRtPNyONjSGS5cRloyOw5aAbvLaxb6jS/YYbUtEepEKOHalzzmOj92myHj2K7s+x
LI2tbGyRuciJltMJL0wuTzEUgpi315IqUBIHVmqBphc1IIW3g+cBG77IXGvgggR9cAKzFfdAPVLd
0VM73+hmrM4nQ1TKfUXtGSxQW5Si/QX2p0/vl8Sd49M8ZAUBj9KTsnKLZnqhI7S8KGqJByBCmf09
BkuuIQN7MLrxuRu7bj0SwLSJgjKooQ4fvAUlmLClWKM86WIxccBp9QIFUT+pbO7ByOm0On+E3N9N
sY8WdV/iviU745OJSXp932GhqVKI4dExT4NqD8l9ovQ6UTYODsqLCv6ousrx8HG2P1dlzU2attX4
ZGvTSqgFCcptfjkN1sSoulc9Y4gWrQjFxx7bQr6TKquqnayl0Oe7zqSITscAF8ffhoLTCKb0qkYi
duhbO4l/x94KfoeS4lDeDHWnaC9FUibip4vh53yvQju3UWei8/Ef7ZZe/VRNNrFQEHt2pX1plNZS
7UO5mcufYm2aaCoPxuquP5WlYT0l4Vz6rQY0VxwZpqebmHTsCsmTWA35Z8NUVA43JAWdelkxxEJT
fLc3B2MIGgAKVGDoqKRtWLA66qnCKdQ6TdY6Kk+VpTdEGuPcWjRL4qmXbpQIFYtg3wJ34X6H2ms7
30fbLRxxzOiTIkNjLnbeDlSgMrP6jBx03vz0SF1xUnYXI7tZsqwUHyzZ4ZsaiBSj2lPqLLFzs/Sj
vRwzY5qqW5UM3Ty6IKznqKR0vj7YLb9/46surYLEd6Vr/kwyLOU/2SlKaF9jufBs0CuByN6zv5ma
rRXekbL4OF1pYuLJTLF+oBddN3OPNyqMlRt7cIrpNFTzwpmty2zmqURI6F5BULI7NJD5mut+VfHN
nSyo8l+Hvog78tzB7SOqnqZ66oGaoGVbyxUdSkVWDr0Mii0BeNHa/VxwYh5H2efL7SAtsplV5X2N
xCKsLsxMIb/gHp3+6pdV669sLoEiXMwi/qIkfaP6iTLNz1ZNMfiwqF7xmDWVMfoxhqROmPP8mRGi
JkXzNRmQLSbXMrzlhGUtfSzeDRlfJRyXn6OFmHSoynSWR9VytOfRnKkxWdTsPX/0qMP5qCYqH+mk
JmVYuPn6VXZO8zjwO32SbqLiuFYPWTR0aYbFcE+M6Kedp5NsKmV6V5N7f3Trsq3C3BywdontOP0q
hmTQYAv2YvLBYsrPlb7KmUB2UtVQG/XuhwTl+Rmb5OUajeOsBBbT2FfjUOUhSZodKYCy70fPLa4M
7ODADIj1ljbQVEZNMpk3Dadn9ld9pH3Tyrg/jVC7itvS0cXtTNpAGmm0beVPqd4K8toKTEZLEeh7
tWrLJyS84IdKp5zqzUpaJOGa0vl9zLkRPyGuOlCTrlrEMEdrs5FxJgMQQomIfxylrO6nrLNgnRfN
1H8Gd+Q+xkWlFYekjh3nsUGT56Ur1xzAjrlYP71mKiTFGGuQYSwttIateSmiPvEQAqMI5yTUAgtK
bPOypNntILQZIYayq64m5H9OcwIz+M6yF2oURmbxfHt9TS0DsTn6NbLvqP3Mupreuq60sA4f4xyx
8G7wEp+Hv6bx2aFo7XeW03/tEt4mSN4VeI6c1J3XuPAwsEFHUZ4oayUmagVDld6ApkI42DKzqoRf
uo7PKzCBISKNlN8rhEB+5Erjuv6cWssNDJZ2Osiuy772Ygau60Lb/ihaM6N1qbsNQF25CrosQu9v
yJdIX9V49e7oM2pJgBMe4FaQPvRhaK7S7cVfZ6aejHb8BOSQMg3/pjQVv4tX8ZSijl74atG4pe8Q
6fShCQj7o8gNLHhcFkn1sYshL0x6p+TGw1Getsw0cJ17XiuHo0ZJ84XGPsiHqdAHinqrpHCdr1l7
k0Dm1aIJ0ubE5SZHm6w+674UnWF+Ur0lLn2uffaNPkih3ypt3wOEpBP0OUkGuyTHG3oRNkOfuwcu
Izc9aCP/GFUMyxBtQoP4UGre8GANybph/yz9rkl6+2Oflg2qcQ2XuK+shSujNJPyYwY998nIuq66
6T27SUFaTnkSdIAONuuYOHHp9RBkHNyervhWQqCsP1lj0lLL1KzuoOlVXh3G1vSo/5AAUoQVyxSM
aJZ9rXl7cWvS+okeiTPXK8JtYN+ou6Vo1aipl0EddIzhhk6KBFSdr24WrabifnPwEYDF1NXLFHG4
Z7jPVV21/roMnnnVqY24m5YYe/Smn6iyu1VVX+uNQgk71cjkDgQI+n+dNfW/uENpbhWZuhWLqGzj
Dzgvmhv0eZqNz3ner6ccKAX41kKhNQs8qHju0976pC2oMN9ovHcPuJbbxAPv417f4MrgUCIm4eLm
ggwVWsuvcWV1KeRIUEUdts2h1iypdTXlF0fZo2vhngFyN3lYESuGBLJBRf/C85OkdHa11liltNSg
nZKvbzUa2KcCTMciEWHJBgKr96f2Bp+3DfoHDgrOnIri9vO/Bh0TjZcodkHVCK+7GfKqeWqcIT5W
tPD/fSiUEzYxEM3lVdkThjJ4EqUsWidoNXAFhpuJY2IX4zHVuvoCPnqPqmUpsarC/GUjYeJqu/tg
6dzWHLvJDeK8rf0iRuAAylZ2lHlu++24XuK7nNkgG2DYRu0SAxxA1q9XsZDtGgMh8cAPSP2qXKfl
yuUivbCA52YFohmCNPKvcG13o9Sgdp1iyb0ACN8atrNTBwbW8GE5YWJnQcAN/nlv4C1rIJKj64Cv
bf31rPSGcvwQ47UAyeB7ZqpFmMxuHWRjc0kc+dz64eoA65OLnd24Q4km9LLbTsm8gApI/wQgwLkr
CXsvrN8bvcRtW3gwS9kRyOfqe3+X1uotskM+kyIo4jdFq9+B2tDC3lWMD1PnTgFaEfFjZy/af3QW
x0gHI/P0/qKenaoF5hthZsiKb7hsondqmgcefm0OjJ3MA6oCSssw0guzfXuyDW3bki6VO2yg9nRd
tJjdLDc0nDKEM5n+kMTgyWa11V/Wue3D92d1bjB04vQNess9uWftKqk20DohhVfSYvlO/4TmpvTW
7rNhGdkl3cs98QkBJXSUaLMZJjpgzPD1vszzQYtpc1Dwwiz0rnXqbx1d6gNRzQ+qX1WQesBHimSa
L9D03l7QjIvG2nb+Nkjzblx7cXuFgJ7zYE2YjVaZDLrRdA5wQdtQSRB9VbVKO7y/smcnC80UC2LA
xmicvp4sYJLF7Ar6SoJiRrjWQN03J8PD0ky2L8wC7XutA0laQ8x+f+Sz3xTnE1hX8KIdc3eJ1mbn
JXa1ePhhrNV/pVLVj9IoKaXOy1xdYDq9PRUwjRCP3t4/3qM9oywzhrydOuzY6MS4R3XGpVFb6SP8
+4wsMlrIyZz/NzJKpOUxZVSHC3Sx+oDmEn2rsa5uJPj4Cy/Qub1iIRYE3gQBf3pBrz/bilBG56g6
ewW01v0iZHxvgv35ouEwoEZrbcazTxCQXzJZPreQEDsRpUIN13T2lC0lV6l/jmS266xXX0s9saqw
9IRxSRxyT03bziB2Uo650S25XXZvw6BoSDNJ24NKYNhXjZ1x4nKhhXQkCvCqCA7CC7J+9oAg72fD
TaP3v+TbpxDgDFh/h84l5KA9+XKcdNqzNJeDuCIsMzuiyVx3RCjmHNU6Vcj/4X5DXILwj/cQwuju
gUolDA3ZuFymozodhjF5iI1RC+vMdv+Ha/vvkXYLi5/ymsmOhUWo34rQjcyDLofpXXWtefX+Ip47
4LAYTMjA0KrQSXq9RylnxUkfm15gKpn5HSk6NaIa0/7XZql94RY7973+Hmrbtn+FmQQY9kijycPa
wZPRZrAZJtTPcGBILQCZ8SVNnf2tqVsELrwtkJ3pbENXez0eyY2uKWMxRrMya0fYRwvQLOkdcPVJ
rwxjmQ5OQgkH3crhwk22X9Q/I3v4abJXOBd7uZdcHxFW1PUxcofC/V01jXdV0P096MjF/eOm3IYy
GYK7GT1Ta69wZSueUkqhjpGyTu5vIPVmAC3ik5gwbbqwK/ffbxsKuhh0OOJpQtzdVkFLu9ezBBSr
Yix3dFy0//pqhv+qJvZj6ZaXWHH725PhUJPeJJHALKLpsLs9NTEmVY4/c7QoGRhJ2z1af0gTcCho
mjYNvwfduwtfbn+lbYNynRCXmVuit1fIyKypw4EUZKZLk/NWx475NM3K8Ax7FIwUUpgRRZ7mOh07
91sql/np/dN4ZssS0vAVSY8QHnZ2B39KaKJhCCgibAfEURSHpnk0qmT8WKWuFdFqbYCMIFP1/qhn
tquGECTqRB5GzbCmXh+UaSSYZxARFX1On8bWlRVpgNr+jaAsWIL3Bzv3WXk0NoPd7YpzdruoGwGG
EJsJiFJGFniVPd83fTp8jDWZHkQH2ExpG/XCDLUzexfKFPr8pqVCI9/bvZSZk6hJ0UKbNnv9HsMi
oK2g18T3UjTeqZvm+ZOTrsV1Lgb9gQyvfKEobERdYSudX3m0yrCwyqhMQdeI4iY2fA3hs0sR9Nnf
EoQaFxMqLc5+yy8k6WVd5YCSVQh6nXBXf5OnPvWlMpx62yp/vP8tzu32jdxqIOnt4Eez+xaQPevK
sOcxMkBFK2AQlTJGMCAZAMss9Y2xUgaEvRTfFFk5nFBJNqbD+7/BG6nt7cARG9moNmzGOHvNqJ4i
p55O3F9Fa1c3lN2qgxOP1cnB/TFsB7kGzYDT0qCuGMSVDTBuvnDUjWNBKwWA0/u/zrnN6RrIolKk
sCmFbD//64kCwJ/EjU6LeZ3T6qaSQj5MKuQKJbW+F9h10GNaugt789yYiPEQ+yImw2u1e6bmUlVX
ZU5EBDMoD0ypT1srSjgPOEBOhU/zjmpCFZvOhZfj7Lhoe+IYhtaauvds0eiCrylltqjGN4H+gagz
OCrjCrxQdVNos4qaHvKiuyQhdXZcxNW3Ww4i9/6LNyJdstGq8dnWS+Pk5CgaACsW+U0M6zuckAqk
KQKZ7MK9sy3j3/TIbaNxtHjCkKrGOGA7C3992hl476gbMD28VUzPWbYMoT7a1vP7G+jMiUINBNo4
BxgpojfSKvVUWsJbh8juG3y0zbq4ghYAiGJIfkNbnoJBXzCDhzMWpstoXL0/+pmlha2pai5XCKi9
fdxBnCD7QsPgtS9zG8MNUPNuPQxHItQhEugEhk03DBcW9sylxaBUU4gKNhb7bv/ykiGh4/Fm4Yw+
+o4seJ0lRfXCibPAsebp388oQg769khjBqru30h3QM0Un0ERmaVUbnAb6R9QhJXNQYUbmQVqKZKD
9Bz58d/XlsyfkI6F1fH2eL1/BIwJCzS9iJRxFUfZaNVJWK0awbJ1P+rg1SEI9vKCyMq5D8ousski
/2h27da2rYZMLS1eZrtIm5vFpO7du5byI2nb5ajW+r2jsOAXPuiZcIAwgC2ss476GzMnGeeOXZqx
iJq4GihyG+OTkC58WsProaC+v6xnIh5ETeAus2sZbJ/0TwIE4TjNBFwSbrEBfezamlfjSaGP6QvY
24FhVOpBFGv/+f2R/3gi7m4EGqGI9qDRh+DbPp5V65UnXnrgiagU0J+Q3X1HE/I3BAx5SFtDtUOj
7a0fbhu3cNfBKAPmUHT1upwK85luDIBEfa7TEFQTfIH3f7tzp4p3mYNFkZIkYhf9WtOsKtzcvIsu
YDVXNKD4wTTc0RlX/TiZlgvid+c+OpV/2EFbgK/uvdKRmtKcriNlSUdq1pZAvUCnOHnM9Isi6Oc2
NZJE4EatPwaSu5uYXpExpPDBohiM+ZGQ97+aU37kgiF38Xrrg6dXRfTvy7lJ6KB1wUtLi+X16YXS
1tiAuMfIqhpqBVo9fpizWkZo1YHElahSvj/euTmiKIp0IcEczra7WoFbq6j2yHqKJjNWT0s6anDo
B/EM+1Hz9bWK7+2mKS7VDc5tGtSOkZ3B9wn11u2w/fXGTVnqzQmcgqgeLSOwPQQ4vTJTsOX0lE2S
wLgQvZ3ZNAYIYSRNCd9IHnbjtS43MG3nObJkUty1Vta/9Lopj9TTii/vL+iZqVEptzbDB5WSr739
/K+pWSu1znXNZ9qQwC8dt3OgEdsQEJUR8Hc2xeuFsOzMgCYsax7xzVf1zVtaNyYMFMgSUdEl8aG2
51+Vmemnoq3awASkfWGDnllKjF1QDKLDi6bEPi2ikT7S91XnaKB5EYHsK47gGkzQ5XZ7IUr4I123
u/i2OAiDNizaqCbvwn47BTpmZ8sSiTyVJ8tAtaDLlPEhH3MttGcxkH6q9cdsHNTroYVfY+HXjpfa
mHzNVml/h9VtonBg9KcpTjZpeCt+SuJ+vHdJ+q7ZD/mphsRyShKkOoP398G5hIFqzia5T6PBxiL9
9UZYNaOSNvi3yOqHBohQDBHL0hfrpjaG+qUByUEUK5fks8d7jPdWhu4IUCHllzCaDFIIggCXJHbP
vGF0A2iTISXMWdd366kqOHzZPVtFswVui0vlBsC+J1RZQHS1mlmcVsUbIFc2xo/3V+PcyNTmKWTT
i0CpaH/NWGPaOikuSLnq/BxjYnW44eIeRrkVaRhLv9hYmfrz4I0X9tCZ7brZ7SE9RwttU797/RUS
2F+1aLUl6jqRAi+zC9+hfxVZHV5j78/xzFVqs7Zbq+6PvslujoYoE4PncEGzId7A+eZcHUHqLPRw
F8CNcu1PTqdPFyZ45vhvNw0SvgQGqr6voUvNGvuigdjeShROVBCxYLWR6zit81JzAyDt0V7Y2m/W
lN1MgGltvQnKefsMhdZ/oy3uKDl92XA/aGl91BtzPgKl/Ne+IKL/SAbSH+Cpp1Wneq8/X5uXk507
6GBsoMtruHdYH00uOCMq2hcCmXOzQmkKIXFCSYvI4vVQNRqJuWsrMoIKTIW+6s0xsACtpMCU5kte
0G+SPOTDKUwiIU6BFeDt7iS60GRAwiKbkAGXvgeBTat/XRsEWN7fk2cmxd1DwqOzfvy1m5SWIHqQ
dIaMygkdBBPOF/wXc4kSr+m+vT/Um+3PlJD1QZJYtUg9/ojy//Xw2YWHBMFWMIe22p3EOLTRALsy
FKMiD5S+5YuqlfPh/UHPzY/yHLb0NFgQp9+HS54BCqrVAB0BX0M3Q88ea0nNzhGAY/+XoQwEe7fJ
ESu93h82vDcN1OKGbxJTqFoDqCXdA0/feM6Fftx+VhwvMAxIQmFgQMF8b2aWukO9pFxnSC0Y1alo
ss5vBezuWFcv3MtnR+J6JG+j6Oiqu+i9rChaLcDfgyV16i9luzgHz+x63a8cu/v6/gLu9/yfWf01
1u5+XOpmqpMRHZEUWYcnVBrsry2ZQvj+KGdn5BEIbc8NtZvdyTJVCPul3poB4plAXZcOACuVsuus
iet/3HzbhDQ+EtgdKgrUbF/viKzx7CJeEHI2QKlBmF6qA26PxQmmaXph8+0P15+htiYw1RoKoPsa
2FQ5y6xDnw502eObqWbtQXFnmD7tlByLvNMe5VJZX95fynMfDHvUbWNslag/ipt/negM8K/TTHyw
UoLJVbPJDUnF/zWg3KYGLpv0dst6CGJfryIKcaMtO6Y29L3+JenrX22tO492V/wPe52pIO5mQbCh
0f16IMOZuESmxQiadMruGquDVqUnSRuua6xc+F7ndiGKfH/kEoEKubuxWmjPdunNKPLoM/qI9Hh9
bkRxbKRMj//+ldBj3qJxXmS6+K+nlUpttroZeL4GCeQAuSc9OiK+BK/ahxnbV+IlwVaTZojNpn89
Sltb7rzJKAWO6L8jHNxtJKz1oDOhYII0dfofJgWskJx085bbT4puIdJL7ojEPeXe23oEvR3EpROr
4fvjnDtX1l/jbN/xry2+iZbqhsI4CDSiH6HBz9PNbmPTeethXT2IW5ztCzn32bUEGMfA5FEkU68H
nScY0GW9MuhgtqjMoDvxMmVSHLrUAUsm3OaSkOa2B/5OpLavh8Q1kDKLmiOq3a9HzLViyEeVrd9b
bX0l1vZbnaj6BcTR+UHYJBhCEQLvTcJpAkAQhw6DFt0krr0ux+1dL5bg37/YBioEjoKbMPvx9VTQ
WqurTOiwUTAZu3UICdGJy/qwlil0ndi9mb349/tDvp3YViGnsEn5gCKC670eMidBaTWorEFJIzT0
rNZ+1CbD/fT+KPsUiUwRSXDU6DzKjEDTdvfgADErTWeVLY9r/HHOh/VGzzP3vu5i1C1mYoAGLYCg
bmi7vT/y20PAyKRIZKs8Z+B5X88PUmI740zOh3Pr6qOhGNkLvtjjTSO6/sow4zqyFnyx3x/07SGg
Y76ZV1CTx5TuT9Hzr5OHQcZQomQD10PMmxo2JHm1dJQQea7PNa/o4X8Zjlzc/f913q0uZHgbftE2
XGP3ASImoHF4QOkaih9SiS9Zjp6bHbclCFsuSxwqt5//NTth5WoPscYIimnsAsIvO7ShtG8iC8Vz
McI8e39657bodpv8KQHRPN6luZnm5OqcAG2ntpjQzLDmk5q65j92NLalo/euUuWkPonb3utZIR5S
Ey9MmBV6Q3aPdvp8VOY8D9R1FkGWdW44W4iD/PPUtviAnJpeGIim3e4k8vdEPPR8OSWZb0q9TCNv
4pZ5f5S3D7ZFed9FjhUcBzng7loxKYxUAio7oF6JV7NDJpuZNiw+xyouRPdnjhsbf+vybXUt4OWv
V3HGy2CyKw66nqtxCEYFVaTUXUN0QppAg6y6Sbo0FxLBMxvSRleCjJ0UFxTqbtC6WzMTSjIBiTl+
0YrEvQanU78oCgIPLri0C/HP9lFePzhbxRyFD2R0scnai9s6UHXLCrGoQHfl/NHMqYrYAjPh0qSG
VyIeESiQea+RU6oeESqqLuyZt1+TaiGxg0pDCgTQHnRboniMcifESOAi81fXjtUurFEGjdYG/bwL
S3t2MEABHHRyQ7zRXn/Pal4XdVzrKnS7oj9SxzNve6qPR4TOtQux3htQuGrSGgbNCxQClO0beEit
OHrZjAhipzM03U0RKEKvuoy8fJQ3iViKW2uZ8xtIH+b1rCy35uT2H98/KW+vGsYFsLm9UtQU9uhC
jBgV20CXLtSQur6CbdxGSbamF+7rs6Nsby0BJ+HfHuqDoDt7tHSrcNZHccqIcjHnwz7i/bm8PRVb
oELBbvOH2GC2rz+dITY9gRofBgMK1C3qe9OVLqbkmnK6rHz0M4YLH/DctLjDKHdQYrJAqb0eMDEH
TV9xpAvXzugfhVbYd1PrDhei53PTos8NoNfWsc/d1wSr3EHAc01hBxaFeaJ/T7F7bZbIU5fKp2N2
aby3Nxor+Nd42+/z12snG2zJHIvxHKnAhbC8l2pR5SmzUA2GhvxVeBQl//HLbSigP4bePEpk37tX
QY3rsa0SFb1VvTfRBhq9YDad/mRu5uVa1lxyfn9zyBmPHj6YO2A3W8r/eopOWq8DIjPsFCXNDmnf
4h2Euh0MOkNcuLz+sCpeXZ7bWPAh/mySDQf2eix02uZmzHFIghUEgN+caRKwl9AbXOECl3WGDJQD
Nz6Q1ehFXesZ39QMrRt0rdT8Vqyp/rzqRnlbok54iy7mJtmJGltomHX1zYZpcUhRo3ohqR9Omg0W
YICzHCyZ0S0IkvYXAr2zK8edtUn4bw/5buXqttPBH3JlZdVi387q1ttERuTgDsMl6MybfbgtHMOg
g0IGou+t7MbFMZaZ1DtEA+IrzOD62xxX8lgjIIzxejcgEoR6t3rhrTs36mYyCrScv539VkRag5gS
UZywUShEekgBhVqJvF7ctcmhEoqK07uuRe/v/3OrSrHEI0F1yYPU3UWyFjldFDSTw9Kyx7DPdRkO
czpQJ4Rc8j8M5XGV0NcGo7+vPSF2IaGu876Jdeu4p6hGFBkKbWmnyX+9j/mAGyeNoIGHjsLT650P
+XU2Z9csgcZX7tHBmCmcLDFFSpGmB8Or4v/en9rb93QbEOdbk3Ytpd03qPKFUpvu4M6hITcKh9ds
vANe2eX12CvN7Zysw43yf6SdR5PcRpCFfxEi4M0Vje4eQyNySFHiBSHKwHtTAH79fjWHXQKNaMRw
D9KFEZNdhaqsNC/fm5gd1tKs+oeev36GS6M6eFF3DhBWaMED76BhuB1r9AoEaKvSzWCDSZygTYwq
WCYT7jSRzB+8kBFpuzDLA6M7B0g2JSkp0oWQKKX1VndFL2D3gVCkhvzyHKah+AJfeXdqJsT27u/y
rinZwKWrYsq4bG2qKUkuZ4Ep+sYR8xZ5dBldHe4nq83f7mwQfbSdV9VAIqTNqpLCGE2jVDDFgI5f
MUN+UZoGLu2yPSp33IS4RD+U9qjRMzRDpXmzKjDf4KKNEAq6sPCY0c+saw2x4skaPe9v22qm86jF
JmQOkCFCeneUFu1tKuBPgxhQAgW37eWGiMhW6WoHbazBSTIo4aWr6QBqdTgcFHZuwgm50lfANR0C
nMDGgy9OGjeFNeSB5C8MyrCtX/JwcdjetnzQCiO/3j8ve/cBBJvEzaGOSOllfV6YVaGZlU2wOUR6
/VSg0nKuar28aEoLUb+GikgaQ6pw36hcxObRBRj4f0Y3j24yFwujCBidoMgqSAPz+aVKCOMraLse
M0YeL17maJU/mfoRZmTXNuUsj04uOdO2ZwFNyNyPuhRamXrjeQFU6xMZIrrbGfGpLYe/Mq/UnobJ
PtJ+3TtEVI51OQEiIYqbrNeby9JV4DMJ1H6JHmZy36+pSgEBd3WkLLxryqYXKZ9JRkE2WRKVrbyE
iyxHlV5j8F11XqoRVt9lUMODKsWeJQbZwMM4aL5xC9bHh02bTLGgOIM8a3JaOsRiaIWj0DE57cHT
uPfhyMVMiGoNZvW2AUdJXTC1VdxNPNvl41yksLF5efEZYQblatSZhfCZptAEaKev94/r3stFLZJ+
C+Ydl7n49SpRLh57R1h4ugVic91LjQvM1EgJzXZ8GtoJwngncb+NTVy1ku/X9kdqbAeh6t5NZTDY
pPGrgdTxNp6BCYlM1k2yABEl73GAdzuA1SwGVVL+paF8FdDKOQLWSBe+vahEBsxJybifla8XXid6
MUb1jE3mh6Cb6YZPkHS6BwW1vS8L6g+RD1nHuGmcIwUzT4wIZ7jXYfpYmnxPd57CC6/ldyeE1ZSp
B6f+MNsZKi73P+3ewwLlADhGGjq8YZsFinKEm7gt8gDO3RYERw+HEHSA0YNlZe23tK/dv1wP2h0Q
tsV86ha0eg5+wZ7DJ3t0wSHS7L6ZHe6HrImnyMkCm0fuRPoMhW88wGgLf9kpLc3kwPfu3Vj5ghK9
QxlAZX/9SZMcLpVewZ6VQgLjMosdaI0NMaDX5gc3dm9pIJ9I+qkOcW03ptJ2cjrgTYQ9HgyOXuXa
L3kddg+5DchSdIt5cI5ul4Z/BTDAbB1biXNfL802W43BxSgLxkl8jtpueOpVAs0cIcjf7h+bPUvA
KeWimPqkFry2xKhwhfILtJFFWg9XgZpaAJ3GeIH6yzw4HzfYNgoXHE3uH9A2vtnW73ldaVIMhu2p
Y+TtT73LRsAlQ2ImftuJ5WWmqfePmPLpBKAroSluDZ9GlNJ8vcr4QUJUB97w1g/xY2giMJ5jwtnh
bPxQrsIK3y8ZflhJ8i9VaUG2mlud+WALylV+WNTd12ioy+jg4O7apcJiI4kH1mDb5h30COmOEa4k
Y7T/nhQ4PoEeOO8Gi1I42TYKVeBbX97+nU3cPmgb77V+vP7OaBQYZtFUWWAKLf9A6T27OKlQ38/w
2b85mtYBUGjw6RKTyDxpbWoBSMkf5TO3COReLBdOJHBD9ilq26Mhytt7KU2BB+bFps9mbL5g18W9
JQdQAiGl4ZCbaE89MW4AF7v6kC6D/vj2XZSvFggbOcW/ZbZgXnDQUXHhtpTWR4SAqhNveXlx+3g5
sLS3MhIFTofU+715r+YyMVxFsLLcTr4jRo+uCGzLkQ+PXPfS56I8wAPfvo8SIkLUzMiAhLJtPpqp
z5HiVE4a2FrTXEZH6T42bqt/evv+AXth+5AkgN9F/oqfSn6aXlHjL+o0GKDV86l82Gcro9U14HPO
903tLehnU9Lx/WSqhGeujHtMwfWNJEofptfMsMdfuMpy4ApdCYahmTVcW5l4CrXI9OBvC7PpGeYm
932IwMUTZHjhD2ZMs1PdH/bld84GHQpySGbq0P+0Nq9D1JWFynOfBHTR/glDSjfFYsD0n3cjCmoM
G755J2UF00CVmKTf0jZrDG1DcavOTIKKYtili+3pNyfOj1gddhaFFQphRPs0K7YHsGUqwowbrAxF
PbZoTYfVqWnr9PsUo+GJQvFRR0IegHVEqMM5Igl5qPtp6rYWNkEMj0VDnsWpPaWw+CE1EcOQB33/
wQ7umeLBo7BAPZPXb+OmhkGtJ9ofCToqCRDfEOEtkKk9vpjC0f2PtffIyjqmyS2WiNRtX8mIIfUU
ON0gF7CLaWkLK2+omKUfJtS4aY7UZxhhY+bzPPUaiUI/SaGZazmUkOAj3vXX/d+zt3QJS2Dkhp9F
xWN9QUyUKQTUIwnzlkryUVvy8D1ObyEoRK3xvqmdZxXaRUJfzhCA9S3UslPjCnIxtBjqGWY6w2na
S1YPyHXHSTsGWa2F5yrzlof7Vm8XyOtDh1tC4xnBvik+6rTxXDVTEORMvLM+DRAMIpFJUJqkBynq
7RVhnEvCwySS1CLtX+8lEwNOrUJDHRSTyBFzaMYzgLX2XMBneoLZ/ejY3rpQCSiVVAivT+w2TzPC
CJRYb0EUubTxN2q9xdleYuX65g2kSkSuxOWgxbyFdECGaec2Ny+YemHAAZI2aMbAwO3lTerfN7W3
IJgHSMyYKyda2BxGUc5zWmoK5JPQ+gF6M8yroMwf3Lci/8rasWCBqjATKJxCTvP6M0GvRFsQJvOg
1Mbyk9p66cW2ShG05IZXhAHQroiU8lPXzO7bDwiPONVFoiHZctqkKUKUDgpknghYunvxem9ARqqb
/y2XVH1AiXI+OPs7B5JoyAHVLDso6NavV5rgYjrmgUWAmMEMhKrKTwUSjI+e3sxXO3edt7dqSB6I
9Oi/QlDDN1wbzOveK6FepGuRNuG1hi33kgLfPoVJaz3RrDKfjGRID4KWW78icbr0C8kTgGbezHBm
BpH5NE1BGE3lWc9gV3egxwk0e1De2bCqf0rGUj0ILHbcysqo3PqfwheV6UQVuchJEmOHp6pZ3Gea
UNDLMy/y+f553V0fYTrDLtwMIGtrU32Wt2KsOa8aDfMfmiaQ83QTpbwkOpqnXcFRKitHHFz7nbPD
AIO88tSimY3dfEqzmrpqivMpyCy7P9N1m4NpMrUnYlCYnQbLPbC3t6H0fiGghpuGRF7++08bCiOi
59GPmoLUQTaJUIcJ69IpTgKl5sv9Dd1xAKR2YBBoXtJX2ObUYah0YzXUU9DRu3leokk5QwheegEa
jpr2UIeacg2RHXlfwaZ+YHvHxdHek90wyjAURTbnJtOndGi8RfDeiZcOZvqPU2OmX+4vcGcvmflU
qRbgrm2wEOu9JGpCX0s0Ihhiwzop9pBced6h0obW6SAv2TmcYMboWUrHBhHQpgCMGlQ2Vx7eEwJr
86nNxoWKpFo+FRb9vrxOu9+VYswPjO6sz6WDIImhyYl4cNfrm1WFOTw1EYGNzJQfl7kaxCg8PMAa
+1Z6AZ4HHdwYpBwU8tnUzZNko/iqeUJhNIT48Dt6n+XJXMb6M1U8uKUp/B9Ulm6vHfZAbYLEAXxE
9WOzNBAXtWiJh8zZcp+KfErex3lUp4hURcWPxhuKA4O3BxKD9GZdcliS5m3HqYNSHIbbZQy0trXO
UTP2z0k39Qcv0Y4VA2rXV0Y4MsstdiWG3MbQG3SAOLD5g4RBPIV6Vx445Z3Nk9OIKkky6Z6xLRgt
o9ENGq9qMMaGMIioBUqCIsq+Ke2QPMNmHh5UAXaWZYIxAlQnJxB4Z9dfq7JEldDUHVANNdVr7YxI
ihltfeAzbu8YYSuNCMgJpZ0tUnlx9azx7GUIeqtLfovaPnxS2jnBMwuNcvLg/FZmXXvwxfb20sFV
SWIcRrC2AxwJE7nEK8iAUtZwf3hRmZ+idJoe4nlA1mqcmvNbfRYZGHVHvhqT4xTC1lvZeY0dw9c+
Bt1QTGc9Tpqn1uTAUL09gvHufDX6KyCbqLfBD7JF/cxDCkVKX3Lky7FBmNXQrllMSvLmBXGLgYNx
iakhbh+0xUoV1LxYECTd+W962vbn1Kzacx3HB9DTW3co2VbQhpL5JLPwG59BsyqGwKYiFnHV9qPZ
qdYXlAsX3U9E4x3Nbt6Mb9M4oXsgv5IJ7sfaEqBMA3M2rVZMwZDEMMpURSkh+kviOj7z1qRXC10W
hDMLNMssYpr4VM6JNZyiMlVJYWsV6YZwqZu/+wU97VPm9dVXIeb5b8Xtki9zbI5/E7d6APWa3EVB
kxKz4edCN5bg/ge6vVYO6Zekq3FZ0A1hLIIOIjOipA8SZE6QaJmK6mvG6iPG5FzDH9uWISxPHNyr
V+6FdfpBkwsKGYob1HThelofdA+PC509AgAjA17fpnCB4qtE2EI718Mwo1cxCPti1mhoX1oBoTLC
NwaKr23NLGkWm96BC7u95w6ROuV1IBwwG1ibezfFUd4JOgxBZXTJc0emfEYOOT8ZY9ZDvOVEB+/N
nj160qBGaI1zZuXl/CnOM1MtybS0J/hCxuNUZBAkeo0V+jHYSX/Qu+XgTbi97JS5mSUlK8HB3Dyo
3UhbBXW8KUicpAHrgCJNXWZH0fKeFekqJZM5XtqQV/SnVSEnA0wbMGYwlql3lRrvF1pSRwRttxcd
oLdDhkU2Dlp/Sx49Li1ihIgtBZEO9T11t/aTGTYQZnEH34wOkaaIUeG6oBG8xRCkM2D23GsI/4tu
9q2lEN8LJ23PhOTTgx1W0e/3L+Pe0my4qImNAWfdMKTUamEwyURcXJsTdPt1A7u+DoM6sib2Ee/c
ni0gLzLNoHhPyWb9sTqlHjgwigjmzoyfef3CM8Wn7P2ozGgy3l/XjpPhQBCrwsclqeY2x72dphJP
EJG8qYP6oMCx54c6nBE1IKTHBvWVk06afr5vVC5g42KYayIDJ+1nwH6LAgu1ZkKyWLroqRkAKybx
S5EJNADzwX2ZrTB5rNFZu3QopP1x3/LePYCQAVwRQD+avpunCPF5b1lyPuPQUFT1hTm1Gv5fuD/u
29n7hETHljyicmJss63QYzpDIrDjLlSIEdrmiajd+r0p6ulgM/ccFrxE2OFtJTfdmKKBMAtlDgXl
ogrRRJh8LhAY8Ji77bOdifHP+yvb+XaEkhTzZbRngB9cH84FCs4wbmRyWlraMxOFBQ+th4oQ/DPa
w9yjiYDgiOePxnJEJLJzVmXgRdrBtWfFm0YC6AzkOdqMOCJaMuYkjbwHbQJWwNB75Q9ahKU/OTB/
3V/wzqdcWd3sr5FH87IICg1G2zkPGaQ+z1oEWW7tIXZy39T+AmX5GRdDvL4xxaKVRp1xapMaJZfJ
tGegLBU1jYE3uO5U8exm2hHFmPyjm8somwowMQH+4LnX1x/UCaspj2xtChyUJAG/tdGHUCxvx2Pz
pNKJlBEVGcKWMiGfhDq7asIz50V/9HnqfM4XJ7y0xqAfjZ2+Tg5uV0R9j2I3ARRcd3Kbf3rsIC5A
9qYCIWN3bvHRivPhcYxCE+hwUn3Qpkn5p4c/NtA7p3tC5QgOWZH1ywnnkH1eLAvP3ue2Feih/U8U
m8jvZn33H71Wqq+5NQeeGw1H3ca9W8UkHSkajW84djdRThiJpcpRSQ70eCmCORF2kLeAKytARkFr
N9UZFvblTF9fOXhIb88cJWZcooo7pvOxPXPC7q0+cxzBuHidzL6UQPukluil+hTsk9+0BRXax4Fx
n+jA8O29ohwDZYcsicJ3uUUxjKMBZGSm+NvPtn1Z+sZ7JrvP/WUMwze7SEzJOT6PKIe+u3ShPx0I
u1dDe5rwWSmEXMzwOiNiBK2wP1pwE3WIuxn2m50GFmWeCDgEcMyWeUhFUb7XRhShtd4SQZJ49qUw
YuEneqs93Hcat0cHU/RVIe8EUs7hWS+uCgc9NUuOTtE75qXXl+zfTCndj01Vdeca6e/A6hkEVdXs
CKJ/+/JgGU9Fc47iCbWTtWUjMhpY2LnTaLtMJy+bwndVwUsXh9DDotBety/3l7pr0EGhRFZPKDhv
/COhKwTliYyVXad5dhjh85GBqk5FO+mXOAEcfN+efMvWjgTWfh5V2aSQGexmayNTQ5esxh8Xwkif
ktYQT56GvtDcLIBvpi5/qQBzXKuxXnxzaf96s3UT+jhmqfgBdEg2jjnS82agJ0j+Z5v0laOEoq1v
FC4+zGv7U8Z8x4URs/J9mkCBqenNEWpt54aufsD2vRVILhZCSgY0NPFoj4Ah6YvxXWdNR4NOt48Q
QQWtK34vgFa6z+ujNGmZ4xVeOQRx6nQB4u3mSXX7IyTC3oLwdlxIKokqhP5rK4YQlo2GxhAgX9Oe
whlHM4dDjQSSlx6kdTtHVXY+aU0QrtAz2LxBCf8ItRnC5mrmTacQljO/FKbl10gInGKltA/s7S2N
UUICB1ZGzLcJy8YSuXOrVocAFvjywVVwpHFfLe9rkJoHpm7YwvFnrxxzry1QxJa258KQXdBWH8D8
MbJM9EUP289mxflBS8tD9M/KrIvT63N5nXXG/M8x3Dsf3SG2CjptEGhKtATcnVSYq5dsDu13CIam
CP0YFgr39y/R7r6AhCQrBQlFRW39yem7UQ3K+wExwR7Bw9EkuGrjL0mUey/3Le0UTogTYSiDYABM
IKXqtalpdCOv0dgWtaq7C/R73SlCyfWxbtP63LTxS8q81NVUzYm7q7onF6rlJ0a22oPvs3P0+B0E
EdTbSAi2b08zM4Y75ByFashRNGRMFsVfnRNHamswrxg5P+6vfGePmdCX9LSv2N1tVzXWk7Eu0kgE
aDEOj447Uq8cIdZTrFA5WNuOR2ZwAPw57oK8cdvuQGAdUN4sxqC00WHNmRFD0x75S49cIGC0EIhM
r44PzQJDtyEZ6d++Uvr+IA2Av5PVGetPPNiM0iaVS7clidQnNzd+FJVd/j62h5dsxyGSzgGChEOF
SvAWjt1A0VKqCRLOblkb56HP6i9L2CRvrsyCf6bJSJEZiQM6wuv1WE1uxuSmYwCL1PKULkKc4zzR
KJoqR/R9O2EKtRqoMJh3AeS9jcEaxysLOjBjYNlx8XVYuvIpDz3js4bGsT/WpoVSjDb5RW++vSrF
IimlUJfSgNptuXsdhRMF4nwMirzRAkZuiHWhKjzPcX8kP7frA5gBkTQxwHnw/OsNNWcHviWLzl+L
VuAFravoWpRpdZ6y+KWvrOy30UJsFV9UBEjgZkjJutV1IDc6OKh7PoCwmgFzyb8H4cn6dyCi6TZu
lYugmhWt8/Olo98EE970LS4RCEVTFinL+3djJ5EA5Mf8MFOU9Ha3CpAw89sIuNLU9Zo+oeM/GteK
mblndy5VYKczjd4Qvqj7RveuifywNMIR3yNxXq9zZpRw0K2B/SZ/8nN7Uj6jvZn+dt/KnoMjspYH
iFCMSfK1FSdFRNZsY3AxfWSdYVet/GXOmg+TXh1NmO/uIueGZ4TCEcCGtSkvmtOhRvc56ENXiXxE
1ecALWZ03rXu334qxq+5ah6VAPbWx3sFkoITA9/l5rSYBXSe8EKKAGKOiUM5dFWgDrb+Ycitowd5
b4EUuqUKgOwybPt2ebuEukDSOGi1MXYfbatPks8NqqbWV2OSr1RUoaBu6SI/6gzt3QnQp5QFcGm8
HpsYUyyzafYQLQS1GnaXiCA+qMduuAyJBkWzuRwxdBzZ28TvoRZORp1iL6n7NFCbMT7nTQsR/+y5
l2g0jljF9r6ipdMvolMOsndLXiH5hMZhrsZAAcP2rQynJvaH0BzOWlslB12SI1ubY2pMjP9nOjAA
ICj6GWV776mcqYdVc3yE0d81RbGY1jIkVbQQ1zci6o0GhkgAAEZdWF/7oU9O8Sh1uBT77TN8dHhB
bNB2kzn1tiSRjZ4iKp2zWSmtd4Xdzr3qLSgAj+txue9S9hwXfDjQvEvsG42F9ap4gNzS0scxYJDK
1M4l+znKKYQjr7x3CMkGOO3QMwG+3riuOEsotZsuQalpJ59MJbfpKljpU+2YUecP3XJ0v/c+FxAH
WnawYeoMPK0XhlpZB2FNBGCWCO2i2oN5acrSCsJp0A8qH7umJL4Bzu+dQRE6u1GpLyGBrjqX5yzN
nC8cjIGagJUemNr7XKBzaZFQJCVz3GxjG7p6G8FFGXjh2D2W5HYvinIIpNhdEFhyNBcIpWl4rvcO
hq7FjaERCiqmKK6pDZe6bo9D5SdVnR28aXt+GJTZ/9rafCfovg03dQAwwDaQXxllcp8dZXL/6nMG
O9G2cYKU0bJfOPX062BZAF5OvVMGiT8V4vK07pshxUVR2qj+LbSWCa6od8ODqGB3H1/HcOVgM3Cb
tRkrz9OhFBx6JpzT9FHLI/MpjrquvaKCnv+KMeawJFZDYpA3H60F4lVFc01OMHZm6Bu1FT/NfauQ
6ml4ef++39hdGoAA+CnhKNK2AyMaBFbqmKWvMJTqgx2Kd0MzGU9RfsjdtWeJvUP8EMyTHAlYb2Ko
pY6mMGMHdiiPAnUJ28dZdb/GY6UcwI73UgNyD1JIsnSTuunakr00rV0m7GCNaNg3ZYJZwKn07DSk
bXIe+15F/lDJT8uUf7u/mXuVDEuGyBb8LZQwt72PyPaUrBBkWX1iLs+2cOegsubqmg5jctUGxbrm
hTn91tRj8gf8SeFzCznicrLQaj9XcdVd7TQyvqOsU9jvcjsu/x2Mcf7v/o/c/Q6yN4APhypke5ib
oaxTzeP981RhvaSxAF2bK9E/3pj2B0d577GgRwPKAsCk7EWsP4RVMpjaODxKZehBUIt/uNjdrJwU
HezDVBwOVe8tTUJbiHRBJgA5XdvrSy3hKZl42rMZNrHSTr+Zi5r8WfXurySBTBTSQpO5J5SXa1Nc
3ZhWJUuzmzQaEPXy2m8CxSn7lMDT//bRYkmPQSQGHRDjXdv0q0ridGYKg9BPS8MHSAj6h1JP0ByR
PIL3j8feNwMFJ/MuUCvgTdcLG0cEDkxBlXiUDfxIb5hOL03qaEWEgmjmjfn3+wb3PhqVTaoGwLVI
GDb+bjSb3jWSdIC9zFQeo1yHELoc44VL2ocHj9Teswv1HCwHFA5karJeHMm8U80mtqrRHD9nGQIS
Aeng6Bwc/B07suPK6BgjjPSkNu+So3dzWUBWG1jCiB+tYm7OedgUf97fuV0rYAKA4ZBn3XRamegp
xiJKqEUWXVddxirWH6NEF971/2dnc9ap4IBM5AkMgGZN/uxONdCtODno373Ox2+6I1SbKXZKMAVB
7ObkoSqbjAh7DUGtG/H8ZOfVpPlVneOWxibP/lD7pPpLzFU7PBhVrpGMDDHT9iaokr9EGaHjos5W
96ipkRIHBT3nwS8TdEV9ZrT67y0y3oqPYnry0idlrgdhXVJcaDUITT+MbVZKNzgboz+GpbGcBuZo
M8oMqfnodqQS57bKli/tnLdHJNE7F06O+0nmfyI0aqbrMylsAXTMXPogcl1oA5A4fzHsanwwq7T0
UzEfzTftnRrCQc7NK5x820nIwtL0avggAshx08IXQm19p6/ro/R4JyCkNMdkLaE0BbFt5UHvmiId
a5VuT9syiKaD+idaU4OqLrTr0pZw+JEWHRzVHWfCFIdDA5oCJPnd5gVY6CwuRs9mqnB6PIh0yj53
2POZDzDfHsJTDkf3gr6hpJCU+/xT7DnkVFUyM+o5rplFAazIviGZYh/EMntfS7YAJC+nnOaTp+cn
K7Wij7oSlTTtGlX5A2SpSH1BdTy4f8X3Co0ybKF1L/m8eUTXdiyvz8xOd3sYqJNBDWx3in4b8yjJ
TyWK2383nWAWpmm7SLwXbdm/iFidf6S2rWhnU8vGtypiSDQQ4RtlHVNKs77yxvy8bJq9KbBRXI5B
7WqJNP0BROx/pdYfgaP3Tgx8cFKKDRfKjNx64Y1QJzVcIpD6VMT+HDW6XVDMZpMfdgyp3t/lvSsh
vyU5BKUxpovXtrIpyvLOULpA6xRHe69HjgOYcUyVCj11lEA/e6ni5j7kf9OP+5b3nAwlVLwMEEce
i012Nnd5i8LN1Aexpca5P/d5Edi5pX7UvMg+MZk+X+4b3N1WqaUCkt+mt7HxarGluKaijIQRuZ75
CsKJUCvD7F/ben1wdnfXRoApB/ipxm1JF/LCVsxMWH1Q9Wb/6IjcPoVWPF5Hux4eLcmB/AtLA8gL
ExzIAVod66/YUhUmssXHmN0YPseVYvhF4mlPRqwdNTn2lkaDGeQ5JKhSHWltaoSrqB9hDmCEuLOu
wzinJxSokovThf3vCvYP4pbXe7V9g0FtSXlGMI0Y3RgcHQHLKVMQBU2eUzEOruf30/RcT+US+aLo
pq/lYs5/G0rDw0rjNv5sG1l5dFH2Ts/PP2NzKanPdWZEHT4Y2RaY8RnchC/Ygg0ljn7hxcDdgXR5
pU3YYkDi2Bgbe2SGBsK24ZSYpQaKM+2goZrM8/2Ds+fLoQKW988AT7Z96TVVpHCkkQHHs5KdMl0X
7yi9qn/ct/LqsbbfEHE0qiIUVCQiavMNXQTjJmUamIKtHPucCg3losRtAlD/jBrbrnhnGWn1Li7B
51XFZD4aWdRfGTRtC5/y19Rf2mxwmGmg6HIF+119KUPLeuzJnw/i8Vf0+81vtSS9POyfHPTNe43s
EWMSLQiKVG/7f7PIGa/dUmoq/Z7eZKC2K5SgyJxuvOp61n4Bn+/9EZtGdhmtMv0rqQ2tOFmopdZB
W4sjKbS9U0gTk3RS43ORVK43sqxpdWrUwIGmtk5yakToPoDZtL53jNseOJWdmgUGACHRUYD+Ycts
XlHT7KJw5uI5BgnyVERIkQr7tCRAcyBM+qdnPvuhnpIj77mzSMadgBVDUMBg3M2Nb6tlIYCjoDu2
SG/3zcRFt1KCukAzJjc78DA764Q5mnFvPAxt2+0sqgnfqxhdZpHS0DV9e4BcvTSF44umLt8D+9Uv
Sab+qU+iO0gvdtcpKd4ILXjtt1gdp6uYH80ZT6JMKUCaWMW5gdryqo7uEQXDnhelCi8x1CRnEJzL
3/JT9FIyuTQbWsNFL43koZkH3S+devC9NDVPSu86Jy3sxKdIwcUoIkF6wJjfLOuEZVqYTP1C/kYC
sfXkIQiouKf1hTJq/by4ffNOp3Ptl8Nhu29/vaRsIDak/Ie5ucWOmzag8inDjoumfLTKyPrMDJj7
5AnUU9S4zVCFm52ggEred4zZObtpePRk7MRWRFX/+xu2iFeXAQ7SEejka71r/5hUmtI2miMv8B2U
T2JKvE9dWmRvzwGITWlOc2/Ic7a3tgu9WCkK4CNjNwofxg39OSRsPbCyEwXI0QZaVhQTpIbL+jhF
kLQCIMaKhqrDlyhOq/TUmL3zYRGzeg5jKjUH3mjnpWL2V7ZVqW3Jfv/aoqom3RB2KptpxvPiF16r
Vr4ee+a/99+qvUv5s51NfMPIYNyAW6BAaNX1RUxFeG5qkDeiEM0BC9juknRQPoiZkBxuA9Jci5ZI
tQbuA6yIQYqEwomZ6yNax71TCP8q7DIcRURGNgUm24C9sk75VINJmB/poYx9USoc5rYJYnztA3Kq
R8NYu7sIk4/kOOP/2zaPa1ewdQ6vFd2qfFJnCK17CykyRBTiA/e9exRl4QDcM+SV2/xaW4BN9D19
K7uCC72sOw+NVxf/xsBdHkRl1738wgmRFEUG8ygA/jcnUbjwSKNZjdtujAJm2dE8pcXUfzb08Eid
bncboX2hEkk8SGa/PvTavLjKLHtyWof8XYxKddC4qXt2KuNocHvPFAJWMK3zH6Vq+Ur+9ECYLUzy
miKdVVM1vw/NEn1H0sN6J0ot/HJ/A/fOvYzk5Yw4BCXbB5c8vncGIdtJaup+YYQ6/12Bu+DgXOwu
iDIYWS3kcOTt6wX1qsKoSc+LRxVPuaDu0fgia+sHUarhgW/aO4JMl4BihusB/sbNiYhQKZk0l4e8
zofoAte68pC3afZlMYb2Ak1XeOA49q40MAEWJTls2Mb10lpG0SPUCkgQzKkJ6kH1PiIBPPkuVY9z
EhtxoNhL+OP+V9vbT74X1VBQSEQsmxfVTpW6ntBICaIic78w5i/8SBvq51DAqH7f1F5E9pOpbVZC
7pw1yGwTALpxMV2SOFE+5JWj1L4tYu/k9FbxfkJtuANgqnnBfeN7H5N3EypTYgdK5ptzs9RpYtYK
OG2pHfSebPNjbrVqoOrz8j7RY+tgrXuXAVAXUway0gO+ff0tddQSYYUVwMJNlWEh05ouSqe+ndYJ
kTXSOzlbhqfchn99OBK6C6UPhijWHjW3RtQmO6R12juXnEdJTUcZAijZei1xCIcT2l+cy2WYwejM
8znNKRn3raVfjMxA1SOGmvr+99rdQIBrdEqAPQGaXRvN9AIl3o4yIdC97Fr3yFAwEnLUXNuzggvm
2FOSBPWxORUhBCCGneQ0NqaiBkaAvszch8X5/lr27hjhKpwloM9JleXZ/MkJTwszuNbIwU/h6PyW
pOWEmHg9R76T2b8SUMkxNSZFeVluFKCpVzv5YFPQcGrXuqRWVTBZ4x5Nfe3dJmJRPKPBGDMByHpF
vJ5aGg8qA0JK38O0bspAwCqudZEVj45TRQe3d69qTBQAYkaCFbC5ecdo56kAL5igXCobjGayeNdc
Sex3prLEZxEC4zeW2ro0S6r4fWaXqNWZ4XXREYm//y33Vk6nWcp7QBFHC2m98l6MQs8dIQLaSsM/
hpmnpwKoC+pnyFBoUWr+ed/e3tmBz0wqiaBwzDzA2t7kILEx9Ngr9b56cMy4Ottm3X4bjVkcYKr3
LgOdUQmdgEHB3j6tZRLOrieYa4un1rtEXpd9FYioXt++IEioiLIgDiSQ3CxIy/PY0CZGoepQV/xS
S6NgVlyiV8X7hVk2RnOYZePkSFqNjQ+pWhGDvIPfK7X70E+tsPIbLRy/5LOYD7onOz6SFgJ9c2A7
0HhuC+5d1lEe8ySVWGzZFyPtSn/Oa3GBJa1lnMFxT7Rlj2gKdx5UKe1J+gRrv5QlWJ+NMRyS3NV6
AfmCkn7XU9d4qNpxOBldm/03G+3CpGjyyQsH4+Ck7BxK2nogDeluk/pvO+k18Ae6ecwHjkqiX+jc
/9ONrfWgptFBdHJzJCkWyeFH8Ag00xnVW6/QHvOhTpKYolucd6e5AyhQ0XT9fP9I3txpaYXXjQ8H
NIlm0NpKnDUl1fscK+MgnmyQNR9KpEIuBIef41F5M8e5NAchAzPonBfSt7W5KDdEO9bU16rYda+K
OrSBMpop4qya8dbLRuOQ0AASKhwIb8I2DJnpYIZVXweNNw1PplcsQTenxTNsW0eBufxTqwIrpoj9
aVRCzAvmYWNK7aPCKaK6AeYgpJZEbflOa2eXuVS8hxCErw97S/NYU/z2hTe9mctPmicnhASVYTIK
jOtNLaD3qpIO8E8B4dGZSlnzuS7kbCmhWNCWDY2vdj4KUm7ugTRKs1Ti93kKtmuu1RZZsSJqAql3
dOqYSL9UCtqeRhJGl/tndNcUOTeANgrhHJ/1+uyFJ7ezjDpwFme5dqmOb7EJ1uvWmQ8e2xtfxqoI
HuCapFQuRXnWpqR+lQ24ow5UL5IteyPs/tTjcpj8qDaVT5XRW58Yy4i/3l/hzl0HkCHxAjKLBBm7
NtvwU1oRaXUwaRV0BfNIdBFV/S/so1wWyQ7PN3DptRWBNC+pL+ekHPvyaliKHriJq/m9iLzzLyxI
YgRwYZRIt6K20ewonhmyIF116s9GwSWlmmZDN3Tfzt7RoN4EhpPHDt707ZJ6St1xbtYQfCXF2W3S
/6bBA5gyekd9pT1LcjgP0j4WRC1/vXnwDHsKZZIqsLXFfXABrfhN6qnvxtSq3/rEcAjpX/GNwD1I
0OjaVMQhUYRDZcSqE4GUs1Cv7jLxlnZm/nh//3bcPw0RBt45FMzIbCctOQLJCIl5GUSVPTR+N+dq
+l4nxnvMICVOTrXj1n++3STNARBfVAhv+/MIxBkJC0QDtRPJmfFR00+7afE1tLOvpeseNcn3rvTP
9jaRwpSHfMwReVBr0MxTVffKKZ30+dEdQgO+hji+1k12xHQkP9H2RaCUweHXePFuZEpKnmurU5sy
0JWyPFMTV085FZXnNl9aiE71+l0EI8XJmGz94ObdLpc5UikfQvrIFLyzWe7/MPdly3XjWLa/0lHP
jWzOw42ufiDPqHmyLPuFIdsySBAkQAwc8PV30VV1O3WksCrfbkSGIx2SDw8JEMBeew1pE6tEKqxg
PazGjpy6cDMZaD5Gys29107DMQ3wqvx+TN++HKt4FRADSmTo6E7N7/IAxJVhhEED/gzRh+jJ2Yw6
ogjgEPGXFzHMVvwHOAMmS7jc65fDCpzMMJfRaOVz/KjHeSnmuOruO5XKD16OXyb3r0cRRqDQlqBv
B5IFpMivr8XihBOHOwMj05kGURM6Y0VPRPuFz72AIhBBweWgO2pKO/v6EnRzbLYtpGcB9irafEmq
FqYKWQRq7AcL39sdA0U1joVYKCB9yU5f3GEUQ9dGCR4DCdk9AzhXeoha+fT7cX27PKDTBG4EjK0B
EcBT6vUDQF6k4XWGgw3zAqjFGxIX6B7nD7aVT8Fksg/ah+/dFC6IOh1IAWjT6zT7E1jglkRFAxDO
TZaYaKcgAR+ukU2efORt+N5trQJaaD1hYvIG3QS+3TtMnAHi4wHGY6bmbQGeKS36XNMrbclHiP5b
f0OoeFDEw6Mb3CBM3ZNZC1snD5AbZm3Ganqc6SyuIrGIQ4LptV2imLRFMAfkEuqR6CFdKqgIYaal
Lyub2y9tkutN1ebiM+uz5Fwbmp0bzZKfUSfiT3KoI6TpMnrHpd+gfTV8SMZ5u5rh2yOcewVnYfNw
qgBJK5TMYdQo6HBNnxYkb73bwQX8LET45lWeGu+ij5fwafFJ/kFx+d5QgbiwstNw+ItOm2QL/Lfm
bAxxtDbRTzvT/Cp3Q79tsuhRgf/7Ear43uVAOQItDh3HlcD8egaGfZNXnmr0ZkFS0Y+exPPBIgUD
XhBhVtgu+gjceWfh/GVqlmLVxCHmFHdo+iTqzUgUjDqC8ao2yi+AnkZHmU0fmQ6/szHgUmuVhwoA
tdfJy+VFtfFahOVsdKxGt8sGK7e9hxrhjIIcfsZDnW00bZoPkP135g7oNUAxsYoC0zztwvgTEAd0
a/WGcVp90hGUensI9fR8HodLJoGf6vZLo5jZ+xIMwd3vF7B1vE5WcJwwgRGvDSDsCycgZ68rnmkR
qI03WfvEbAQz9aybL5Q/1XBcs+EjPAl6ZEQEU3O39O1H13/v7qFbADUPMCt6a+t8+9OKlmtXQXit
9UbRpX2SyNso0rqpj0NKaJk1zD0s0k4HKdKPOg7vzKw1dR3lKB49duaTkgICwtg3s9UbmZF0MyQT
vQk8Wp+DssBvf/+Q370U0Bg0sVeE8pTCY6CMRt9EwAKmR4Jx52hUWND3yq4Bx/v3l3rn/QTWs/rN
ZCsketoaFdaHRh/uGxvrIY5m74iaDHbkGBRP3yzdVgf1R4Xu7y8JAtXrIcxYiDQmWHwiOTlFdzTJ
qgbVYJyQsnFkuRh1PP9VnS6c8v73JsFGeH3FIU0WRkilQFZ3bkMTha6QWdxF3IYfLQrv3tz6bqLr
+8v56vWlJqL9popaGLW2Y/i5yS2/cKMkiKZeGjCkeJ7c/H4A33shECwCMBtFKFaik3uTdSI918DE
tA5sU1SiF8d8bF6aoFE3kEAvZ6mO8yu4IHyk7nnnbAGoAkzSNZ8D3amTczE8DrQOG6U2lW0TSAo7
VcJc669XiVClAYFZ2UBrK/1kkV2GzoYJyuwN9eSz6Lm7DH2/glxzMdvfP8h3Xjqk96FVCoQL9hyn
AKjWUjg6ooxKKiRMwptv2EwTsiJge/sR6+edRRSnH9wWenmQJJ/27KPFDzRYld1GhaHV5eyz4VxZ
yP9gDET0WQYnrcd6nPqzPurbC2ZBsPv9vb7lPq0tKlwfABcqYrz8r6epy9Ix7VduAj58RqTv9GMc
geINRER7FQKo8esk21Kcf4reJPkep/WPggzfeVMgp0TJikMIvsMbWzHmLbNpEN0edRPfJSyarqch
Bz153jZdzg+/v+N3Zusv1BJic7wq4Ea+vmHYoeu5anHDMK+oz7lI6k+j1c0HV3nnZcRVfoFOXoxC
+2SP4NavUxw5cE+IEP4yem1S5GE3XOaplOctgg/ucGaROPW5j9ad96YUjnTQm2MxgPXVSWGxzNlS
T8oDCED9+FArmW16hlYSbdh00I0m6Kn5wWZ2odil2cwff/943xtMSI3RzFr7aQAwXz/egLW8khEw
AeaHDktO+jTgWLGDk+1Pj9TBB7Xae68q2j1Y70BWxDH2ZDDB5InqvsGi4DBt5kLoXp8FfdtcOaD+
H7wqb4cUXXdcBR2XAOeuU3GsyHLFxgF2bPlULbd1EldlhyiNAqy9eA/rdrmhTQUFVIUv8vtn6r+9
zbWiQlkfwSwIvNOTMR0qqm1Npd6kMUXQX1vHzTawRGGhRQ44L7wliA6pm+JtSsZs2Hrp0u712Fft
rhV1VHhmUKwgSRfCIZBA8zNGk3n+4Euuz/r1gRC8XwAUUHoCMcTx6PXIZwlloplgJKpmupwHbt2J
bCsKa+YeBliZuXDJHVr6m5xGU114cxIfmlD9ZQobCgzweGBxtGrQ0Qp5/TVgLZFISi3sr0SYHA0Z
v1CNKK9ljPjOhw3qllXuI6z07aSHVHtVi6z+VBDirD//01mUukA0tNJQOSGRhm2Jm0e/4PDR9PZg
r8MRMjdqYfvfP/C3kwJn3whtOtB60DU7rd9AKktDblFqWySQlGg+0nIek+paMx5/gB78Yiy8HtsU
xWmE5RIbMDohJ2NrF7wSeQcrqoqYCElGQ9W5QldhHhS+rKcz08CVfI98yEEU4QQuTDn2yfzNKTKG
2zxkMHfxXJxdZlapriSpHb9MgUIyBcmW7BFuuHLZIXyYmkL3nr4WI0em3+8f19sxwtjEeGAwklg7
myenFDB7RcUZJqVl3CujKUlLsKLITypqDrnk2D38/nrvDA+qExwhAHIBdzmtzpCcjI9PW7VJWUQT
+GHK/NbB8vBBxRMe2wcXe7s4gbSGWhA9HCy8+J/XM1C2jMWLSpFyzj0xXLZBWMVfpnZCfj0sNLrs
CqyXeCoI8njNhnCC5Mm4s6zapeibsx2fVqPqRXH5OUD/UBdCJEFdZJ6oL2nXACG3Y10BLiHuKrTd
iPiFXOafBgkVdwEcDSEM1ZSlN8z19YOzTgaFl8KAflexuL5Oq8xeTBnx6EYInIeKgddoI7c8hF0i
GIRabMEyipFeXIHbV07ExjHSyxH7dxih/FrKWU5Ls3N1zxD3CAEtPetabsOiFTAvL3M+e9CEwQ8u
P0e+C2UIy27YuDNkyOz5iBNe/aTA90RyQWBoAO/BHN63IfWqm3BufXmASxkyMXqfqxSgWJJ9dRIm
SP+or/7r+/x/6Iu4+cfbov/nv/H370IuqqGgp7/+6/9cNt+V0OKn+e/1n/2/Xzv5rWv50t8b9fJi
Lp/l6W+++of4/H9ef/Nsnl/9Zdubxiy39kUtdy/acvPrIvim62/+uz/8j5dfn4JK+eXvf/subI9l
6u6FNqL/2z9/dPzx97+h+P/TbF0//58/vHru8O/up8a4F8Wf+x9v/tXLszZ//5vv/bG2WXEGBGKI
Incl/kwv60/iP4DCoobCov2Li7D+pBfK1H//W5T+AfgURNd1RVpTn/BCa2F//Sj+A7DtSgUBzhSu
XIK//evuX43T/47bf/S2uxFNb/Tf/5b9MlL/8+oHkRa4ffgWWARBgjrVXoSNpoPfBEERRK5+aqO8
LT3wyJLCjxiyAbzBQ15ki/bDiPlVjDUKBn8i6U038OqIoAwPITK5V8D/RF/l2sj7Opy/Sm3F0VTW
v+5mkZ+3hNOLfOnHS5oZwTeBZuKyb0BjbFwSXY652oLXHBwlRbQQDAb0eDY3LjtmLdXbhEiwAIPR
nwD9ELu3VdKeIcHG7Hwt3Jc5ZT5gsDjTR5ELsPnGMD732Xzf56K5nPGv98i9DHN8LGzxqKbqyVQx
Tt94XrtAylsex32Rzz0WMz6OWUk66NjSZWJb6EHDTYvUcV6oBWRqVTfxfghCVKBdw+dbJr0ILfok
L2kugsLAyXYfRkyepcZMe6inwl0XpON3GMpbuJ9HL0o3wdYTjVcKcDfKoM0ZpPTdUkwEJv4kVOOl
r+l45sNpWOKd9dPjNAZpt8WuM0ocxtAxmLmun7x+Id8CAp2jL/O2GDtuS8ihlrNZd5CQpP5MviCg
I/iGZTA9GBOyphDJkH+hvmnPVLPIe21D0IiikWMZavnPmQb00Pbjbq5CU+raLgeE3fTHWlRVuun7
cG+UB7PZTspPk0IyilUxvaShS891HQ9xATRgPIhaa1cgRSI+F6nwsfUod+RtTq7CxmvyIunEPhce
w/mFEVs0IWydCgdWGlZNUcNRDMdArI8/BR2S81GhWe8q4W7dGMW3AVw1ikR22VHYMN9nAwTqea71
+eiauLBhm5wl7YjT+Dj3h3TqsgIRjOpTwBGuUWm/3aEzFOyHXstyphlCV7Mq3gwh8R/Qm4LnQDTw
IoCNaJHErirknO4XVfulDl1/NXVyr2Gd/m1KU/yWEDEeHZLe0jn9jDDiYTeZZO3gVLrw2JCeRXSK
LoEixiXO2nXB06bbpBXH6baL02OXue5Yd4M5yDxmoPLme7iVeI+rfvYhSiqzm2A4Qsrcq2Ajh2zM
rbHJuK0Fi54Et/VB4TQxFDEiCs+rvK9Z4enF4sCeOXA2NPOfYCzl9gsbx+90BNGwomEwFNkUBBst
Zx+uCbEZCq9v6j2FaQL+iBGr2Kc4eKNyQlwsKDBlvuDwHQYtHEkRUIg9CGOJzOgk8LdmnsDCjPn8
NVDOK7Wp5289GMEPo5u+tgTJ6tzn4RUsn845HbsSXQ5/H5LYv84jVW01h3HClHTjVsgacsIOj8hg
K7scBsB/fd/JQzLndV1gosGTUMdr1LJcuH0cphxGmhVg020V2yeSGPcpGJXcVDj07zSYm948i0MP
fAotVOWVid8+iUx72ylKq894Ve0FYxm/7er5Ma3y9GBjEm6TYJ2NrlPh9RyxO96gsbOYudkRRAre
VNZWKHVNNhTtNNurAQ1UbLeCjTBDEUP7mATIIguzyV6bcExfhrn2z5fMRmXnJxoGyAFs7MIBRuml
P3vmoos8pDxOlASXgYXHNtxbJj1s5iTvr0CsYud13SGEyGvVXkSVKirrvpFJLZc1sJsfQwqQq4i6
ZFklmHU5R8m808h/LxCYnL/4FSco4vSwJ+1iznreTedBa6KCQ2kqefupJVGM2nxiKi1iYrvpLLPN
mF83YgHsSgbbfh7wql8JsBlYyUjvbgXpLzOqIsjzaHBE/6Ou0HYaUA9OWmCGplH/MAtwLI+eR/t9
XbXQfLJg3mK/qYumI2dBujoGL40pwFhfCj4A+9k0Y8C3CA995NYk567t2EMA770un7ILOikCMpQI
NibA1EWhx/ZzUm0qgXIRHLqcHsOothd09JKVYxPtA2miTd6O38PBYMeCfcYxxNF+Bx2RLeYFM6ie
47bkqc7L1TSsRPMAPPaEjdux6fai080uj/rvSau+cA1Kbj4+pZxfRV59n5Amh48qZXaX9EnSFGB8
23KkszzArPd5ROTSJVkEvQATBF8WrJyDh4T1rQ1NKEs6UwR5OqyUzOmrJbfhE6l8uqU86s7qrA+K
cK7kqp9dvjYIuNuyJZnLobW8HOyoDY7X4kvAh6d8XK7aKb/ODBYoNaofRiG32gQWrnGJ3GK1mHYw
xpuvHImikmJYjzgSn5sUuWdLlN2GEFrtAjJ96ydSfTZa1jBj6htIg5zDtp33JagVDIb7ucVitvaT
cMLtCwK71DtaBfSawyoZh+U2u+W8yQpt2wvbUj5AzTTGosAk7A5Rk3v3ckzb584JxgoUO2k5N011
BNQ37HUTz1jt4P21gEByhlQ6t8+SNWVVNxUoyKl4slL0ESAWKJdkKpKjH8jwG0hBcuev1mGFM2EK
Op6Of6C6Ca6hr/JulaxTgAD4qtcRhcFUmQArydhyNqW0ehTjHLPzRgz8Zq6q7/408TNVYRNLxHxL
gfjcE1iY7qfZiR3VJi6GVKbHvIW3b2bi+suA0Li8GGRIvrSESngCVkj39fr4mA7YXbAuZ/gjjveY
mN6GiRhdqmBOrtvFA4GOcl/e0tmlz33Ab0aUb+MOx6o1PKfT/SWGuBoKky79zeQW+xi23mct8EbN
maZlM3KRFW5G2o8Fv1IolPs+0OJPQUXEASEaMTLtcPRE4F3kDZtB4RBRyJzwTcxl8iSbDPugDNV5
5Q3VJTyp5FUNqOdOUT0fIaaC8o0Mrly6bJGlCBl273wm3/EdeVT43pxhXxmz9IoOlX9O64zsYFuL
SjYyJTTpwTakXXXh6iTc15yE0OcHHP4cbd7VpUU0yy639Z5o2R/E2F1OGfMLNJJyejZGqSjJWHt+
wRZgFq2N2m1q6hbEJdVWIKjb6KsBNoAOd0bmomd+C1Fgkv7oAzUfsj5frkQl671Dt+MMyU7qgY2Z
xRbiL/CY9rO5nHxvuBkHIs2Bg0i5mfGyAzRkEAKWDa/8r/A4b01BM38qA9Jle+AcdId6jty39YyF
S1QJqPFTIh+dYsMXBY6Xd8GzqXrh4WD9+7rqZ7jLyNTtYJsXVhCEp19VMzpewGYsCnY9RTdEp0O/
jxOWfYqE/qlC8lOYJLyf8irbZF2iixrbflfERnbPeSgN0ATOhn2LsOwrFaUWJ5Aue3SJI2yDn5Iz
SFH3PgpfnEhqcR9FsDpMUTLshrF1dzHDVBmyxuGLjyWzRsGDVrEMZy0AEKJDUiyUNWZnMOCIREk+
RzhL7uYYkpuOpvXWzTN7yTqXIsAxCI92wU6aJtDcebaWW4zEcJiR/vSpn53Zjt3XAQZzRVr1bZl6
GJu0aS/6HCexzjEcVeO9331JgVkiu6m5iGJ3T1ViCpCpxmdm4ivWGnWjeUuPOKfcgsWx44m8Uqp+
gdvyFm7Sd4OXv6AfctfM0Xe40O4JpOKHSbgAPgnZA0Q2R87Tmwochu28+MfZdbpIe9kWeiBYOevk
qGiCvQfciS0WwrZUMc70k7eBG/o+WLj7NrOqxrIJ1d8mzWEhuavqRN8t8+CDhNuISR6ZhUf6rYDa
Kr0lbfM9xQn2NiCheUjRxLUIX0jA7wkWekuoHvAg+FSKNOAbN4fdfdWFrHD57DZ2bZi3sFXYTm5y
13m8LF6R5AryZNdUyTniu0mCXY/STUzJdDshH33Z5dwjmzpR7I5a/EqFsB7lL5feJMlB56w5ZNKh
WoATmCk6tOuPhHJygwDAJCtRUrqriKNT5kWKouQSogTTS1zVFR3LEKyvmyhACmEqG4S4IHoXlEHU
i3uLU87czHvOdYrnyYne1nbo6mK0qt5CwoFVuJP1oZ2qHu5pDAEAPQY4brD+YO8Nh3Nmgqn0Mzpf
wuUdAF7zlIgID0LD3vHYLxwniC7ZKzhalMBc0IcFhujfyAWbKwsyBEaZftPbp76jJTYTe981ztum
1nWHJKzULstEQWmcnvWdmc7qMDT7SfHxth6CCx4NN8lg3VYndPjsERXeDe0yFMjO0bBQCurLBJkB
22ga+jJlvNujQ0uPcUCqvfByB14NgMa0yYLL2kfWzNAl0T7moDku6Jbdsg7T2wWgOlrdTThZzJdj
3Nym8ehfRGYix0k6flmhpVd4Xp+zbbLaT+2A5nd3zsw/YInqH6ZVCATaSyCKJaQw/QFY11/EeO0m
eBvpuGzqufmUgitVCErzO8S+tZ/tzNtgCwUbjbbQEugHlQEKQk2VR+sHdOkFbSL80Tb0tqmCfi7n
pJfbReVuU/tYEZBUDcvtGi3MOuqfKFhiVz6JMNtGSsaLuG8yyKIlAZ6UsW3XcYxWxRF94At35kaH
gpWHCEWT/c0wqhRlJKM3DvGoW6xw3V0cO7OrlefKIZFp2a0YqRp9BwkXwbRbPDn8kCCYf45NzCc4
12AdKigghkg0oi4nqKIf5yHz94Il7f04LN5mAvi2M07x45y69hKGbw+YDDj8WLN4Z47AxmyrZNSV
YiYDPFCqZpt6i8D+zDC+9aDhD4yFZb2XuiDVPF93i8nuFZU4EwaNzp46TIxzPWUGeIeUlzZMvTJU
y/KQuViWqZ3Jt8otS4neS/PTN0n2lJCFHVtPzw//KeJucAaa26KJ/Xp9uzQsgKrwEOeTXzap9+zD
z+L8P23KHAPQEcPiLh8P3oDGykLz+Uqy5AqBPlUJNTfFaaG5RdnJEFvmL//on/8lgO5BdPjvFHN7
hdX9exje/kWs6Jc+/aj/H+G7Vf31X/8CyN7Ad59a9dz0L6+gu/Vf/AO6i7w/QKhYnerW5KuV/PQv
6C4I/kCzCh4CqxYFVtEemlb/hO7i4A/8BIn3q3M0unZ/hu6iP+C596t/s0b8rp2Gf32zfwO6i4B6
/xm4A9kDtQsQ8VWrDlbLSduiw4LMAqumDWuD/IwCiT8DXPZXCaO/rrIqZSFcQiMyPqGxpI2E66FE
uCUc5xd4NGLHPsymW7796bH/8+Ze4ZBvbmYVRkKjDjAUL8GpphpVoQzDBG7YSSosuGyeKKuOkkMO
c5+z1Pb6E+m1OxeI6/1I/vmmARkDloWhFfQTiBrzYNPwur3QVYPmHodDiqCo375x2LW7pjBDVquC
jH3ntmZpEDXJAiAemzTL6aPxlf+lB/BTbXCGB8eX2JDPiABCvOq2U57or8BkqeP2g1bI2zGHZUwO
wRykM9Cleif9vygbR+hf4f3h16G5CxykgMfEW/hHarW1X/R6bqGZhI4Y2p3wbXvT7mRwG5ymxM0b
w1uDE2oYzPF1YLphuszElChbSDs69lTnyKz+qOH45iah2YHgHJxX/Ac2+knD0RrD/CFk2SbVJNm4
eknPUdOr3e9n3GkLC68zmiMZhh0dVYjLTq4ywB+toj5CYljK4C2YoHAf41A+xo17+v2V1k969TCh
pgQBBYHWsMADxngyaPGSyw7dTsTRDD7Kij6pUGCOQFWzeSbnvI3F8lenCZaqNTYPHEYwfGAn/XpG
N9ZGNkhYuIlR9h/qZJxwFPjQyvvNJPl1Feg/VoZvhMb066vEfRypiOEqoSerO5bQdgegE/Xv3ITH
wBseQ7HwD3hgH13zdNFrYHccOVwzyIb1CFm5jd8O32WXJJ9N1oYF0Ib0gwbx22uuWYvokHgQ12BN
P6G7pHRWoE2PAa5JqrOROXMD+sd81oJGxGHHhUDRYuTN9FeTLOEvAZl4DO4ZmPpoH53cKwVKA/Mm
E2yGeeB3Y6zqZw5eaIHlN7UFMrHb699P1DevBFbAVfKIOhbN7eDUjkS0WaX5EMcb32QS7pMStA/r
dSzZwGuFHH9/MdBL1gnypxcDmVqgtK/NdbAjYXl7KlX1xSCXdIB/jE6Aje8RUMH6M8mIcZ+ZURzg
NG6y2tHOBf0+gM0SoPdqQXUNfmF+iH01+M8z+qOxV9C2HdWZlkCbztAqXsgOaPWQAtFYZLdaB4Dc
rjiL0IxVcZVsezQ3xj2WNX8qllTP4cHatWExqmZKgTjYRiFpcunktdKdi86XMfVhVeVQaXyGqApN
MEN5qV14zHmd+9uw8yvsWz3YEgdW57P5FjXDDNA8WyZxMaH3khxGz8KJkiUV+e6rDiVogw7Yk+gR
nnMEDOlMkcd1ClR2tCM4ckaIvqSeiP3NMraY7aPKx32DlrErqk6atgi5tO0l83KrC0BANNhTErMb
8MumsXDwfB9vSDvV4W4IUvkkl5aQHU6isdzNZoiyiyiFjqvgystk6Suvvl7JBeEhoZ5+rGBvmQJw
oa2q14J6od+xOkYwRZMBDZa6rCo94NHKKWgnXSiXRp+MN8OWVYoF4ZyB6YElCVMF6HgBSqCQL/Xm
cZnR8dnnKGT8Yl5TcAsapFydO3T9D8FsLdlGaKMA8Qqj6jaXBiI2mCblX4EMGivRIRrRGfKmSaWq
iPic+fcTtgv/NhpipvfdsnTB3sGAS4IP4ISgW6gOzHSYXe4QGzqPI7mY6hn1OiHdGDyk8FjsC1Ai
QZHFNkGnrTAmIVvwBrhFo8Ek7Q1UpL07joNBoeF7HP9fqSRiGzvRFBg38hE/M3jDtptqauNzrTHu
NbwViNQXFWvyB+Blwi8og6gcweDj8JhVCrKYGu3pvJxD8GivYslAEgHgUh0R4mMwE+qa8w1kyMm9
UlUNx9uwHcQ51nUcNjoJDA5CLR2gtaL6+Fn1GgemIcu6tmhlKLOnwZjoperrZim7xY3+ziO8a8qg
8wZSzGweHkcTkgdg63O7C0PSQzAISEwWsMCEFfdIYcK1uspPrFynzU/MfNEALpUjKUJdVY+tHQdZ
zIlVpgiS1foQvAi8FpDxNmfCxWh2zKORt72Fa++WWGj5IdkG1IrXCgDBPu0F/Sx4r/AhLUELi+oA
NjYEnJ9vIR39/KpBdggr4BSxAD/O2qUGAjp2EWRi4FmV01T5P3JiwbiJZLbMmF5hGJa4jvkedwG6
UlnKsRnpaMLLADoZdJFIdkW9jLFrl0NTg6O402FP5G4JM4mmQBQ4ey1xsJo2IInLCJbleG8eOjJR
eodNkDU7tOGQeYT9bbhaqnysCx/pbl8snbwnMg7sGq5lcbS3zRxzDLhum6MCGDQXeU6C7BP8i7wz
vLreF2BzC0XpSoJ7WEu6/GsbLBndQZITQ0TUZr7KvwIX6OqbUHsVeoSj3zt8Tue1Gg0jWcEsZz+M
UQcWuzepz37UKX0Tplbp84b79n4MaVwfPaEClNrWVPWCtn6LTXmXLYh3PoYB9xBN2duaXcDUjbc7
FSw6uBlok+q7CZEc0QD2OChOIOYPYVMAHWjVDwYlyPxABhiyHPBu9hx9NR1lLzQBgLXjOJuCn2Kr
2ivsQua6JNPkSCngRdbfpTlJAEZ0oKoBlzBzqVLa7QGZel+bjER9ufhJi+8c6/YWnQSIL/xKtnc4
RHuPtYsMPCHBo9nkaaeQsDXx4QxsW++L6Pz5JbF8+dnjFBDuYzXU1xD/NPKm87rhGzpY8muM6Krb
oJW5LiM6ZJ88a+JHT4EsWqQpBbCUY10sfZJmd4zn5IfMhXtCjJ6A1gslIttKE+v0TCBna+9j8Rw3
4McumEte3CGtN6QM3nGw/D+EEgA76dNw0zsWuDLTbBp3atFr3Hdb5+hjNhCxPJA5gJm0zCp50ea1
ekhbihVrHLAygovgoi316ilBqmbcPU7ehGWVp+j67A0IBXqTiThW6L+O9mXKG+2DE6TIIx3a4KYn
Fp7HQWCR46JVGLzMLXo4MJyABv2MLcF4yGgNh1RLBd72ymT8INoGeS8aTbjnqc1IDTPB2T5pfzWH
7iICcyTJlvnKRtLdct0gwxR8zRRtBaQ7kkLS0HPbzqua1cmdBwLDzZD3w2P2HLZsaQrcMIC3ATi5
3vA4Ajg6ukB5e8SWhhTqf4bOFBgP6mHyTE5L34bj8zq03znOKThgAYGHVw3BnRZIKZ+a/RK39nJK
0ZyA/fAcoZ3Uh2YrmKY3XgQMrWD9Uj8hb0CFQLFhLAIkefLqMpjVEGzqVoVoygCyvnHEDWpjtFmy
w9gRLMpVHg3YwVO5sI1xDfmm+mqSYG2J3N+M9VQn23YJ+68mQPf4agEiB6/+CHvIgwcSJik6ZHBc
9pP1/W3dZ6tSioXVIdV981ID2mZlT1J0dUJ4Kn5PetAXdq1lJN9rPNGfLGOKbKplaYErJn2EEUU3
ZxsnhlZ7OI7h82SwXFcZJPn7Ic3RNskXJMAC1k/452Bmjd4hzSWG01s1iRYuaHD9KZnBkblgzo/r
nR9PEhRFf6pYkYIfczMrGdYwXxD+s6YeByPea7y5iBG/MRWBI9kz5331JDwDlKudRPB/uTuT5bqR
9c6/il8AFUBi3gJn5kyKlKgNgpQozEAigUwMT+/fuffabTvCHX07ohfuTS2qpJJ4DpD5ff+RAmVv
cV+32bFWvllqj+HjdP9hUXMM52QLyo8XJcyaoHoXiCnUuEC0NKQ7qLhUz3kVbsWO3UXqNMKbOB9J
yhrtVEoZLjus5s1CuK5nk/0lJp3yhgwXSPR23dMG0QAWMvJ8lhyKzxGXc7drYci3xBDHSw1vVxdj
MjF9Tftpizg2naLvVVJGKnQPI3Uz09lYU9imOqq99yYyI1yA3ijOGHNR6f2YrXGcZJsZucCltjfi
psR4WmApvq1RUdnnrEPsndIGbqN7LTdp38/50FnU/tV8q/U0Fc8hc6m1m7Na1ukiFA1zCO7k3lUI
9g9b45vPKjI1Iyt005RaQUXTd4A7qcIWEVhd6hVb3ELIwQsmStX5fUVk73yaHLSdmPA8F6e0J51z
SQYyM6SsC0ryYKLem8ILejjFtjAnFKDTc5bjErwQFgDQGs9e8SbNleCLFk9miSUK92HAWuYd7TnI
gxMupWrauzhewqR0xvL7vGXmQ4mZmEXSa6Jw55ky/JO1FXEMo5sVRWo4pv+Q9hy/BI2OL/Ysg2q3
jFK90XhYv00idyWnScbzXGw0S0zx6F+1T2HW8uMHgUw9vao3gHjNHR9q+bnQtPTSlca8jkpStIu2
Q57CfuKHVrL0g7T2IyJrQ6InEBERA7/bWmpB04UAq6duMdWYDq4spmRoneE7jVaINf3F7i49QYAB
mm0H14dlZPhmFbU0ibvmkaJvc4vnvWhJpYetV8ymPvAG6pFRDHLvQfwVvGmx0+/CLph1kpPXfCNa
FqSkINj2bqstnygrdGYhVK3jr6kJWYUTxRiXJdNkj3Ma+UbGlzVbjdk7WRC8dOHiEdPm+N0dUqTt
h2LCq/buArmLnidmoBMA3sDR2zCfYUa775SYW0xEfYt5duacSkwFPZ2KsBBPwTSuP4utU9Ampmlf
JlPZL4Ja7lduoJZ8lXnKvky5DBCe5aof4wyqDKKwVhbP2hrdR9k0LmmMvv0Nq2w5pDmSrDhlxF5+
maLt7j13ue4cfLEm8fFijXuzWAUDcL74mlmxiDi1JrvDhFpOLAB+L6pEBpYLcRIu4rvlaVSwGvaJ
cPqt4sM3Vd+dfdD+PM0YWJ82TkjFI2H66hDHZfayeppLpFmaPFlXTwz70tHyj8O/LlOSR4dPigeM
SYLCVQ9zlbESLFTLR8kwblRxTFMsXxzRykPYZ56dNHpjAimX0UW8n092mZZLML9DI8ktibvBv7Nm
zvadGef+Bbbd4nCWpceeARmnkiHz8vaSuYJSroWj6NVQg/EZxZ1cTk2beQ8dxG9xwxHZvo+ri9Jt
mpfopcm4xhJr6fXPSWEpSax8do/zuPgwsX2fvUU8CPXZE337PbavGsUpq5wJW4Nn3cph5Qxtqzl+
blq21x3FjqjQGWwRCBnmaaamurJ5YZcccm0OynLkivHRQqgmd34EYzGe/SbkuC+k6qdUNWh79yvL
4lel2LQS/MWZ3i+5HS97vFrBeNqcXjLTWENzRNwy9ahtWGUTg4ZtSYLFa9iCwoVm+w3G9+g1nLlp
P5Jsks7aD4ujgkzKoEMdF2Fdz+Hsz5H/ztziiZ3jV/KhzxyoEGWQJRILgJI8EUwCN2iC4I6qMSMn
sZydMXtCdWa3KVKz+d2gTvlWsyw1nKxVd6+VEwz3wIIxB4yymT2UFC0TFTokudesqBVf2zhAg0+b
JhA074efpVjKkZ8snhHztJNe96aaJ5X6Omq/OaiIvtnaJqsgovTqpajzOkocqM2VzYqhke18jNG6
r7r8oNsoQNEdNxsqFzLMkqiNONK1z5OelFlMdprORPUHO2vBN1fq4gBtV/8c/NJ8QT4t3YH+dK4m
vg+K55axrFbgR49vleJoRBDzZAd/Asxj/UO3ut4KYLitcdJT9h4igmoXKhvFKtrD9Sf9KqzKFGlR
oQlw/L4vLlnHUDuCILn0pudbTXfCWn2VNJ6uSdsxAietI7Y1DXOvDtJwZLZPxLw2t9jlEeDoxr3N
RxvFfWuTI5mQpSA+hNNat0Yt07uhHfOqzuI4SZCMTM/w2r6XRNIuqoMh59De1b7f8EGued8dgklm
n4wHurtyYhjxMouE4qSiSZGGFcX7kBDxH91TuBK+WH5nveqwGT6yrNm42d0y/6bb6zZTZb2eU0tl
wcvCEFWkcYtX467tmtg9xibm/8NwAGqxspT8FqNX/JC+LV8zkkvA85sym055TbJjMo2bI6/70+ge
iJfdpjNLKuOlEqrm56iZOo5yntpvNV90S6ix75/qvPcGZCtx0ackd0036lpMU9hLdwMp4cu9IJ94
PnGibrgpEc9ZaY5w6XkO6sHZl1NjvGTt/IFms7llnPfcjTPFb5Fm5NuWb7tQ0yqVrEPOAGrVtXrq
si2OqaLgIWBQ5xzeW1FfyqS1jJ8ftT/KB2pcxHs8Xbl2IS2GR85l8igirYGXJBjKrW7X3jpmIdT5
TnuFQ9y71/lgCCr01CmLszL66OC5xA5uHTnCMvfed6P6nohZhHj6qqIpkPW4fvWw6Mgf9oBYW7Mf
4mkpdkPbxmfSHeKAwLCVNoawWczbFFZANd5knA/NfGqxBa0blWCSZ/PSObWTn0wMWYqo26oPeuHB
S61yjQMU0e0kb9p5VfwKnw2VPET7x7zI3E/9sjPu2Vchf4fOtYqPYav5Y7ratPGNGuPeOql+ITel
jwMeLI8u1TGZVxnxZnQ42k5utvHRogmk3spVMcXlbITjXYlCtz3PMUJfFG0td9xUTZJqFUkVSDoO
w7wdVDmhR/Fy7NC7NkY4nfP1mUPlDQitgpFnZW9TFyp/2IBV1aHtCk5mej6mKFlaXwYpYSIoecLB
GY9ONeISoZqwQsRHomNERdy8vPIGb/7BRUH/VPSaUlvFChUgjs1UnChf2kQQ+MHyVTu9+4NlY105
KqbtlzcF/oXMm4UIiDEPfvjeGn5XlVC/8vYq5sdEGGOiW2b/C/QY3cXk5URygMSE6yGchf49hwsW
Fwb14Z1aRgd5ocwXho88euXW6kOk3TynR2NM/wTHYYd3kfLk6+S2GUIw2OzHBonPD3CNrN6FVjEx
SA/jSDWHMxYDWrrrvU/drMI+NTjoOsmnItAgYrv4tWUSSKYqoDFH8oZpB1r61d+Jyc7lwUS59+lW
dvYy4q0q0jakOfxuI5mhOVSZs/6kr8BuUmdqQJssZdz5VKu6KR/HEqyQmvhC9TsXm6Y4lRM6sCTg
mN1NsyvpKN6yroLf4v19FJvgjdB1IP90/ajNyQ2QXCVcqdjJae4ri7SyN9O+WnXVv64DXA7GhWn5
JtXkoXPD1tjtJp8l9GTCKRx4ibAzoDmq5G2/jBzn3mxiTgUDwwDuJ+VVZD4IJiDQz1vtNTSeCvRV
OL4ttOlXvXj5pAKQ88TTOarrycnqj6LJhD4YXsIVYbLfG6xDQfTdbokGpLZTxlOi+9zwB/fVykgw
tsEDuemRdyLpLGaZoKDne0xEWJ/qtUd6AqYH5DaWofcbrkE5u4bToEkqJBVq1/VN9V4OWB5S7BpR
sUOVgJyzF1sdnTiazY8IiUeOuswnzWghkpGrFd0y3sCl01niZ4P83g99/+VltvNCBM2U7QNdzHyZ
wFepFuPwyolp7oUJ/YlNvkEJW3FA/3Gbsf4Uq9szCDSLlR/XlrVn763G+ZH5+VKlWqtoTM1c6jt/
iGxkknU8BPu5vkInVu+X/P8gLTFX2V6WnX0gYNCutrfyU7nWEjms5eY/XLcbHuPGQhADJJA9rXXn
rsjxluoxXirhAdt14pS7tYkPnmPaeyTV7XioLNLwktXLotewmlfe4tEdonQEvUL+PzUiOvRBNhZ7
oPuNiSbUa3Rgq8puC7vTdOLk+TReqlb2PzJg1mGfZaL4Q3KgaA6dsNC9L3Ejv3lwrnxplW/9zKgM
6NKND6E/YCUr8j1NWk6VuFh0HwnwjX6ROmuctIjy9ruNQiXbSePUr6XpVbt3RAdfNC6mDdOptMJX
s9QDtz7nw3JoXKf+BdkMiFRhfrBS4pP87bava3/jiRHdz25dXWak0naHTyO9LdtPQwjQzEkZ54+9
8e3m3M/W/OX6evrtDN5SJ9w0Sl/KCVYmGa3Zig9IdZ0Hzw0N5UrOjCDf/1s28TDEPosOqMWd4pyw
OBdxnoQeyulbj/v5O1Zla049xpWzO2szcXgo71fj5tGQDnSIxGzQUfe9sssIdbi9Rg9VIP1nKh3E
LxsoDDxpCa3PYuzZlMhgKKMjgSsTEIcTyj9jAS26gwrI7xcuDOx+oytOkNqNvIghiG7yVQ8jgLtk
SiXlWn7F8WZxPmmrvbUsGWKTHhukzxgR6k9E69XC+9R3oPuaFrKkH0o/TNyYwsNkrlyO2ZUR0aTz
NDURkS6CgC8k0P10ws8bXqygGX5XtMCVnKNwB5yac4l8KeJbOnhr7XdpB2Q+MPJmTnmzgp8Jel3C
8h3dOQ8LG9vcpwzxvMV4UaYHzxfrz4XcQFY9l4YbfEsaIRgo/tUgAFlrAfis6lshhfcluo2ChUqO
y30zuI5J7IzYVS6CHvfUgK3j2S0000XmbWO9s9bCAHnkPBapy8GBjB46c01WFm1quJXvP8zuZDCF
za4B7cAiWewDFYEQIODbcCq2LYGnhrQyEl1Dqo5T2gPib3Pb5lkqaPhjLGRmDG5koEp/p2OaBs8T
Ts/7uZf2o3N9thmxuHB3wyTp3w0bF+A5hxSeoYakfzsvzQRl1Pmb9eBarUC56AbEXMwkZcaHRvXC
3jtWxFvrKiuLjkUBTYliOcs4nrqlnvdybIDG4x5MJumjXlXHjBJoeRvwyjJGCq7Huxpc1Nr1oG/b
rg1M995GgWWl+LKI1cpYNp+YR6yeRiPKGJNwNc1rg8+lQObvU0HCXwnfjcOb0lOvtYXN4yyGct5H
aDn9NAQMtpM1kwAgWQO0c0D0MXoAWJJuwCpXVZZGfMF5cn1RSmBSzONYaDYN6TEDeaX8rvhPHK9B
dJxCvG2J6lV4xuTFpm7YTe+cHvffLkNjxOklV1JjWmHc5ki6L9eAiTNzQ25boM9TIawHsJMWRK2I
qjxVtpv1aTyUxZe3KbKaSijB5hAp9uoDmycCVJtgbCd1MAL0CV2j6zfe29baOzTkMIptnAoHGdrZ
Q9m43r3du/2ngQzY0gXMJky9qpZsdtlSw/lujEKp01QBAZe8cxkuEjipQ5xJa+WMW7Nnv8liPGFD
UV9P8ap3E0IjWV1tE9sYMNwlPDDKsEXb5PNZF8bg0Dl2prSLbzaA9vSrtBnHDtJdC57vFiE4+A5/
av3Qyy5QR4Z9QPoe1LO9oWMT9pN2QATqyPp7D4MSa9lBzqO6iabCfOfOnASEAIYdzNiBPR5g85vq
2o+rHxzy5tHY8qMPz3ZdsA6hegRXy/PQ/EASAIq8QYPhNBTkVa+JW9VlsWu4pb1DCecQ7TdccAfG
/cVJA7tp8Up01vSMaqn8OfZlCSzbANcmA+2gnOYl06r2Y/IOpzi+Q/Ky5nde7knCf2O3sA4jrEBx
aJ0uqPEAdbFOEECzu7v+pmusSZPEFFjFTcZhRHxk4mCVxPNUtFlwWNytfbfCcKQ/VgsLEn0zwbuS
mDxgDkqbimDU3DK1q3ZSZ/7k5j02ln1j8Ebne1nb1Z947esfS4muLkE9q3/RcijVb7YYxFiHwi59
773ntGppLhEAyEPaT2g68cbFXBFb41k5jZkLFY9x1av1AjbW670KNARiRkz1yC6DoiAJF/xm0Oaw
iYmids/8QdNccLiNCuAVL0yefYOKKCZ2qll94Bnj/LCwvOaJqEjkOs4FvEzCrhlZ6RBnG62HiApO
uaVzByQ5LqO9rRAv7StuypeO1D4Qr83S5yUOuzHx7ap52wo9EvDpxv14E0H4kyGwOcO1wq5yt5e1
dNzl6JEyABmROdW28zbLXsHsA1lcyGdHrot/NS/AboOi2SlrsAnCwDBuneXsx48Rw15LVMboBC3I
WJX5qI19M+SpyBmxPuJ40tubzJ1SncmHQTuOsADglDldSNb3LGofyqHSyJdD3o0rTE3VbBKrDMTV
bC1ImBo7V/De6n5CGhZwrdC5aW0HIs51cYWYgvkyz3pBZdHW8SGTXGbwRB7+4aHG3ghMWOBca6y4
7wUc4abP/KODT46aJVRd4gOK8MGtDuL6sfD66zGN6eDCxyVxFDn5xEbTQ5qnsDhU1UkZjL8nrqkX
Cz0yO6HlrialU1V6aUNM4tnL5incW9OgwRe7jDgeB6xXAeTa2BfckRCwhKqVDsCjX+BQ/U5F843l
G843+tbldnR0WcUXB5L7jlAmkYRV2DiHbqiCIg3qdoiPomptkXqDztEDFw0mGcwEwO9aifJIVwHJ
X0DV/fYqUWhXp6IPqKfRzhArQGeey+U81E3wC99s/MsZpnlLMDuKOQZ5s/rgjt0BmxdOS4CnWNph
++qD8RePeb008k/UeepYE7fU3s8NFMDZgJeiCl/gBPaTFxYPQEzjtAdHISPSscDr8gRBje7eVtbX
HpB8G0Mk1N24PGdimetz4xhqHrnN7eBQKuQD+wXXSZFO2ofZvdq8xK2Tu4zyG/iWfXRhFIuHRZVe
vC+8cJA/BJdi9+ha8WDhEEP6kQJdgAK6ZTD8X+ib/8/Ey//jAghCJLf/vYL5ru+mr+4rV/1/EjFf
f9PfRczC/oukJrSiNiIyaiyviV9/zx9wor8gixAOU8ZNOjWdYf8uYvbcv0ghu8aZ2+AW1G6hefu3
/AHnLxobyIFBlYY807H/KREzv/6/iMCciFB/yiYIN0USG/zX/AGLLGkf8SzOTMbEMhl7xYXBoO8h
Oy2WhWV6kstPj0AIsddmBdfNK9OgguuaKT81jqiCvVwX2IgWPmzf5VFwO44gfPsKYKrcbc1qs0tt
tZO0gQp/1xh143QEuGpufYHWY278tt0NGCxTb/LUV+gtghPYisMDbgF/F4WZYh7MimZLhnw2D16H
xx/jRwaM5znV+kqiMId1OVyNCQPWkiPeX3ZAs+Ew9GbpvrY89wMOGY292d42Dsx1UT9XCME7j00G
4/sYjq+uN8Ql/u0eSibMiEGH7IQdT5sWyRvZxq1OLMeXkqOUvMTKtVyC5T3vK2Dst1LHUz0Xn0Vj
pcVc1O42Qtrfp2Vii47diaM6q8KQfOfZ8miW9315i+KxvkS2lPqe40pEx3Doi5OrGoD+eCMG6eRB
P3xrmEQu5bXaK2EcDnF6kTB2X8OnYSTh434nvMD/PrI5TckKsnATEhG0JlL3/ZJOcSWHPXqKvTML
CZRerYwS0m7xy3uzMI+Iz0gPAFs1rwP7j8Bmu9Lzk2OxDJM4Gyu0CmHEDyFZgP7U2vfuFn+pH/B1
uJ9AD64+tm3kT0nUa2DIXlOIeLfmrXMho1xUfL3aOcWt01yV28tT7+ES3Hfb0p4FqaY4muD0rQRV
w/jY9cthiME3+Z6L+hZRSvl9IGABg/dk+3ud2S5adB1gpi5ji5+lmSDBWz9+Dkm4eOMBR/iliSmC
FLOIIthbWRfnmGh8Ge8mVSt1T2a6etwmtd0I6M0rh9yDmnJUD9HZCqXz1oqG2ATj4w9ukGDjEvYH
aEECmHKuCSv/sINMVztrnJ1XL8BGV9LQQUXFMs0k3QwkBCe1ARNMVz8PfYbSGMoQ6YV6t20GpStZ
v9zltcX9Sz4FE17d19MzHcPZ3VytNn9G7JWsmfSNgSlz959BeRoFcn/lqQu9wRpaka4fx5jaVPDZ
hbmGZ6j30ghhFqybUB7ey7y3VFJY45X/sThKrkKu4D5C/lDtwQhYTSvTW3u5zEYhcLXRRwjwqPNm
S3MXW2N+8TmBTqGwqiYJ+qlryZpEPXTBRSbPYx8SuuC3TtWlcZfTAehQ1e4niMDu1gzsm3BR8QQx
RkAHxCB69bX0WqJFi9F+akuMWWfMvMst1jw2XMqWfbRxA2qGb2hrr4MisR3/kLX/Uxac/z+vqOB/
G5Gz69uyK3+RuPb3wJ1rqs71d/z9erIC5y+B/pfubXYerB828vm/30/X/+TRCIo8lBZXgP5ro9k/
XDaO/xcplnTcuA7EIUFhmHb+cUHxn4Qdh1xRASXGNsk7/4zL5m8Zkf9LpEwbMQG1FFHYBFlHAZaB
qzr8P8SfORSDF1NJmLuYWvsA1mbja/WEBYvVwHnC1k/IROAKRkCHteMdyZtx50Px74a6JZ8XKi/6
qrvq4pnVGtImlo9OtwjkzgHJhXEruj+ip9ImiWu5SAaxUEEJxKi/dBsi5wPOG+D2cu+WmZT4isis
3yXwrWDKMu1boB3x2g0twTh9vV3YxpebbJGUPCqpFGtFIPz9Umz30mH8/buJ4v/FM22+1KTV178Q
+zT+y0F3vz8mgLD/CRaya1fTfz+AvXypz/I/Pdx/K3f6x/Dl/sXchYcs5mlkmrq2Cf378BWRiUoC
xtV7Am/074+2F/zlMDuHPME8dkTNI9P/t9lL/CVcQvFiHnqyzTkx/5lHGxfBf7HaCIeDzMWTxmsG
CGj/rUPuPzzcqAXKOMwZb7AXm0tZ1NaevAH/YoV5/+H2jv4u1IyKnS0nmdblJ0srKWxiUg8RIuBb
xHjeJzg/MWVVGZ2bYi2+F9W2HXy9ebesP7iKWQXCH4Ax41E2CJJv/BDMmqyyBlU8nsqZFezJakr/
HG+TdQ8ipp653IZ7yAZam9koHwnpnghy0vJt3Ii/7uai2s++BoUF2d3XUznuVSys12oavB0O+fw8
OSj3k7mEktjsZXiCMfFePMUa50LhfPZhpK952vPZJdzntMh2eprXebtZ4NJOLKeCRANn2/fj1h4Q
Oda3/TjfCd9+zAm/yZfwuXGyMt2E88JIENG9GbjXvBjNx+BmH3FE4JrdY0jP4EG8ErE8a+PvbG75
u+d0lxDWJBv8s204HKEmDhWEaoLG6CLc5iHIX+e1f7b8Rp2K3J8fNYPmgVCUPE7sfJ6/d8qst10X
IeJ19fQVzdLDFdC0J2cTCMyZghNSJ9ZP6gbtF0+3w9lavW/91s3vdRajv8490necfIcz4B6Wwz9u
juqesrZntUVj+Eov7LoPA40krLfMtxwiCdG0zLHMIma+FMMcpFM96rfJXbg35wLJXs7s+kDWwy9c
4nunahGPAygmDeb31IqQpnThlP3ShSmO7eBOT64Lw9o1uXWUGb3PUnqEEWTeTvTTYzhOqKkJtCkG
N51Xwcy8eGec4LvFI63YLwDO9PKWSwaSdbHTvNafoVs+k3Nd7pe6vgPFk5dorex0arfiQCRXDxez
3UxmuRnQV1tMAo1Un4UAa8h1Xu+71rwacTX8jbkubkkQhC2cBslfYnSU3okO1DGsSSSDzXzDz1vf
OOidbrKITwdsG+Y4aEmVWFv3YIOQ7vJK7aqy28/DbzGQ7gB6PROmlC8khlwyJHlpPrrjflgg54FL
iBnZ+HiLLLv0utgvnanvVDzrtIxJqgLPP5InDs6RQ5mSvuYd+sHLBNhIGO0MWTSPSB6oosiPcCFx
uobrsbRxa/prQwaE7yawrhDU5kAsVOKCXqAmJ2x96JfTIMrhIkz8pZRzhqSFpK6mG3Q6FG66K7aF
KVzuCrPIPXlfiDuYSM1c3RgBLLgxjO/QjxpU4PWNK0vnYgBlk8WyD75yxnRyO/dcgl3fj728H03k
PS0sC0SADL9GS72GZu4fnMh/6gRqLMB6YpdM6/OZe9s+DK2PRar6doS2fVY2xs9qJWuTesdUeFy9
C/gFcQnBCsyM0CjhRVAf2+QFN6qIvGO9oosyvpXWU5Y/YCpcEgRbBOm09tE0zvymA9c76H7QL1r4
d1Nk8VkVFsXZHdG+c9p07h8osbPyivIuyBfvre42QbPxw0Rf2i5ar16CyCNDZ55/dWsGVDbY7pu/
tKSWqqi8AfY4uCV6F5RcP7iXSbpS9bazVfEt29Qu4H48dmt7Cslku2q6y/C2LEv55iFCS8ExfzVF
9YTLTj+Wo0cmpXdHwMpVbfHWh6JNSiJpdwCUL1lR/u7W8CPUw71v0J+HJRxi0DQNWsHsRDBEdfEl
EVC5DtTZamrzNlhte0evmJUUodUh9B3CQ4aY+ZdLFt9tmbd2Anmy/VFVX+86t8EW0wT5DRFF4xGe
nONuROmAzhr6QTqedYGAaQ5jtVxTthvep0FC2kEoHdWK3qaYKx/BU8xpGGfFbg2K8GrVmdN6y4M9
Va+f2+wFSTNnIpVetxxzT0Q30I7bDUhx8byS7P+z7D0ffUExOffYwtTDmJXkrNVPGRpNQiiauDzk
3nbX1OSdxVHnJp0TFL+pJgxOjomrH7lfrvehGtVXTArb18LXdqm3+MkxFbtLNC+fVN5HH6usGZ38
7IYfhBSUBoYtH3KiCOFkzOA7ZxXlzUsblr+nyUET2w/uzpqc7q2fNvN8FaG9jSsBsiLYzqQh1ED6
onuyekMt1lrFYkSKHfywFt9QG9Pur+DGGnavWQsvMVebRcpCkd2bof4FxUACQzm1BJaHzc4uGjRP
GObEhyxKUuy0Jca3Miqg5OhnA9gm4sU9wJWgPBXdMDx3WwDoOM6NFR3H1fLOxLdY766R3S3jRx3t
atmF3zzbivwENbF+D5ETndj8u8fJ0uYcxzVtRT0M6ehVwIYUQIkugZZQty5ie/I9MDK9IqaYH00p
OAZKRMuf2o7mKMk6k52wZso3XNf+Nw+OU6Yw7xv7cNNh35v6zPoYdKmfjRCKAKaoexayGF8YRSLE
aF2QNoEeE2qSsoQelSFBg+Eh7vGXB0LntzvoA30p6kYe/WyrX3vPeYNu5RHTbX9DCKp7KTe1fPB5
AFpuwdB/rRt+s2Et9J+cX7TumnJ0X8N1yQ26A8EJie0Jj4FyH+vu2JO1i9C7M89C+1hPfJWyvBCW
lcUvVQWtXdn3g8qerZrwELfPUn3dwHXcvAakm/wp1RxgLCKiZVyPjf87irqdhV5y8swONubTFkDt
Yb0ritKryEvKVjiwPruNag1fUs1nBAcfkbGWFqK9vGqBLfl5HRdvXHCOxzYfSfBbtoyOhwJ2P0OC
j6fY2q05migeX3QR+hiHvKOIJFgnJupTttx/9Rw97xgj3Du74Ti26yU/dCFpuMLd9o4djk+mcoJX
xeuERntahhfqKwQuNy9+LPJu/CiVJp5Ec81kDYpcvZH+3pKpdy581OdUd2yEHUtiydhgvoJw/Fyb
cIPx1DMfTquO0tbeb3+F/2T2GrlBYXG1YkgbB+fGJ/P2BfNBeCgznBlqCY5k/ehjWDifYWW/AWTp
HaGA3X0fK3iXauBUx5XzDgF9stfhKHgvfaJU8qg/iizklIypjt7YQN9IKxEqIf8lv+ES6r5Mha6u
3eAzNiHzIwaW2U1o6c5/D2P9EVqRehCts6/k4t+6cEPPviSmxvNE8ehQJvY+KGNuOsv0r3nQuA8z
2fungA0QNyucnJwxpgAQVb9MF2d7g5sh2UiGe51zSPoE5Un0x20bnFXCH4KjwNnEm0bwDybDwmmS
OjAPa36xa93vuvboz3jehBecINzKfWUVzSNZwcVlo6TmtIzozDDZ5A92ZHS7L8nm2YdoFGhXRtzr
c8OeCc980hvSMGIJ4vt5Qxk7YDwn5co4/SvBDCPGnXbUduIXGNY5xksXLyaKxMrO+XdiR1/uvNYn
15r2oZO9AJ+WEdYwUjYD3oppG46a3ZQ8GjfKzlVjnD+1N44n2RY3YYn5SOWle9NItKcDAaSnmlic
s1JSnzcdiu9D5LQpaTFkG5KKEzcITgIUte0wRijFynKvQ9WsKbvRiNnaz25zPdbkKlGgG+9FmTkX
YKdp3Hub52ZJSP4cb6lnMZyJNf9X7s4jO3Is27JTqQEUckE+AF0zwCSNmu4kO1h0kg4tHjTQr5HV
xGojfmZ+d3N+suK3alUjRURmOAziqXvP2YfG9vKdgzisnusxpuxktdswLsrHoc0g2pNaMuQeH37o
qSp6V3ZRGpovJYIi2RTBMWegFQjEahOQpBUZfk3VC8PAMCzCCoxt9/ivppkKnh0uwPrCWSWuZeyq
RrbDKms41iMS6L4PNcgh6RgxpkVRT4Cz4k69L9A8YS5v4oUDlSD1oM+rBjw41fmmtU3qR9EiEqoM
+34SIaJIXFLp7ZgY+VZxAnsDvo+W9mRKhPbI7Xnzub7uK8dYV1NMU62hcHafDXazFkaSXzH/hxsA
v6HftLXqz8iTrwIsfRssg/WLnmClWCmEs/7UlWZ+SUtEK20ohs1Yyvue4nRIX6oe1nPBRsNs2c3p
iaYj2JDGpRLtrHkSF7nFmmSkdX5pEvhxSIoqu9c5BjAxcahjAQGNafADhiw0n3k63Z6ePe4M6vpI
yZVhU1W2dRE03VNlqJaXOa2SgpWKLUzf/bzviK7tMD6K4goxtr4bI2DrBvDgdVsnbFUMBYQui/NB
tmIm9DxXPcSHynFQyE5U4FpsusZRj3gCFB95pbEv6NPuEstU/ChZmoC0NvPHZqqsfVI56GYdmJGz
0CavsvNpx99iQVVrDi3bZki172LoZ/J7k+QWMeQPfGTlCuMFbeIBF1Sb40FuJURCKr4cviTHomhU
mXrwZV2h2DLWEfKplcBmC8/bq5o7XOa3Q20eMA9afiu0aw4Mz537ZozhHobVtu8GVLd5zB6X5JJY
HW5LTnxIpQf34EagAMfAjPd8H+kaEHH7yA99CvrCwgpWfleG2F3hNGlfRGq+U9w69qgT1qgFVloO
r88xTqMclVUSoG9o7OinYS18ExURK1AJDgxuTxJDkn8fncq+GM3um9souo8UN6SYFZzqDKErx/vs
EuJxwQyUObuZ4I7A41xsnUCQ44Hkr4rUGh/aiTpVgJZkVaoKH/FoB+wODZo7BY13dr0gAYwLsyu2
caEVR5o0a6NON+NcWHf1nCsbBTzwVmqkkASR88hEmO6GOH02RYHyq1Qqh5uONeUbkLvZr/TSouzm
lF6gN9auDdL7oeeEyNQWs71wifhMOdAjS66KW7jHyghTFVM3Mg8724aumiS+VHt7ceUHuFNFsuUf
lD5wtzsyuV6x8LbgFNGEgivsPDQAwbVE28jjtr8ZMUDqlW0Fyd50k+5H0msqzGZYWCuGjm9UI/nx
9JV6fVSQwvfure7SEFvXgXOSHIycrj3FaZ5dWVRtAKLEYiMncKmiNX3Lqp3VQMvVGw1OR0YzASAD
VOxabDBle+lK9zXpHCjLMLhXOWTSUdGPRowbEh+D602OfEB8d1crJXovSUs30ponjPDDjkMl36vF
65AuOmLZi34nTTSqRcKCNISXgaaZh96a5ittzJ5nU+3XttHbu5Zq54rDi7rucppzMr4EyEuGIedl
u+LP0J14SzQYFuqJBjjFFd1P8APHQvMqa2LDo2oo41uu3jfaS9xSw8eP/Zyg9/SLIV4nMzYeNCaA
iqkr+bw93N8KHQ6nz1vfcSQkyWy+0briTmpyj1oixE47uZ6BH3YtTQ2cKDVV1lsqucFdqv9Q9KHf
mirq2oYu9g+EuN2KMtch6+1nu+mPLdt1qWnZdqhZjEER3bFWNFdd1lWH3C4pUyBgDbvBPKIOm/dA
EXe6CEKM5cGmr9trZDX+RHMhH9xp16U9PUOKvPVCeq7CBbVNvW8tW6vfQhmw0P+a8TYLAgiAJEh4
Imm+D+hirpoUeSGstkesqtm6KJNtCiF4naTBKWU/vqsC2jXTjArByJuHIU82Rp1clHn9VhFRDH4c
rXPIfW0nGOuHopGPhlbUN3lj3yMsQdOUYb9ihmm3Bbyhy4x6AdJTZdeZstlzRF/sd+XkBQAF1xnp
DxuUS9iVknbyu1y/cevYZi5VtB8c334IG32UPuSw3UkKXOkNyQgyCBalMOou2Lt5CisuDCPkNz3G
01ha1joaXYkhoCjRR6t7oK/lqkQEhOMOSBqCMAP8Qbiq0ZGlcRx6iSnUU4UFy7OM5AF++aWKl3Xn
1J3JyKPE4/Y1R3oxjR4i7giVF753hLWt9RIaIBjSqLir9PGlNZBW0BeuV2mR84zwzazgPklMQFQx
arRLUow1OivUv42m3OpCkoHoctyEKABpJNyFGRU9bPYxKkp2r0iodqJE2xVa6pPGwnNl5s5JZWMN
yRcsnibXqZoeh6L4jp8p2SlCjTfCquMLzUEmDGR6YEa51AMaJ8t3Uuyw4LFc5IG7hWN3w8ZDRVLt
Yh0ywLTiyvIY6YdxwnXZlxwwu8WrxhbwJ3xW592ZolecvoJA2okOMMbHFVMUwkYVFKiUBt4VBif7
qXgrOzytkdveWn29FjPpXVNgtbc5ulk3zh4NPZH7Wc8RdER0r2vtQlWqG9DI29pQxE8HWaMZB9u0
mp/qge1EDCnBwahp4BlDUcWZp0ZYYj62lh4+uy46UqB+eCSyi6qPXm0WxVUHPIhtXKI9ajkPvsc0
LTJrPWt9f4Os5KhD7zcrDMt1anXrdjSoGZA7HY2ZF9pFcW+mebQdzfHYEA7CwjENm3kyXtAfHbAt
XGjBs00UGOTl+D3LQVsoyxdo9hQr2wpGTMUenVyA9mh1wvZqx0iPQG5vxp7X5Q61j7ybrVOeb4N2
nv3Ixuvbpglt8rnw9WATi/w+Fu5eS2lolxnnPnRidO5HuIXJSncn4wHT4k/aTdpFNGkmxDPL2ChQ
Pi+AOSsXTvOsyv5RMVvPDReOUy3fgCz2m6ppCXThLAipPcm9aKjcCHdB8YN1FgkXgOvBgD6dYgcG
OFx5UUtIdy3fa1P38YhcUoTG05y9ds34qCeWWLWQB0FIRsYuqcPkFA/RfKFJ3bqfQyZ3ONJ8LeZ3
BR9miSp05/anLp+7nazC17QEjTZJdbwYpmYkembElmEEbFualWv3F1qsHpGeSU7REzZFZMtzJS7z
XJwirHdulM48PbT47qDPG90S6lNMr8EZ6Vd1VdDsjCnHQ/NOgAqu4ZUcrzGf+INWb/X05zR/69Sn
Hj44BmgOVhlOcCN9x4uwcaqMDST4mWsxN5nXwWpEnr3A5rPoO/lByj5E1MT3eIEdR7tXFZPICUPJ
3iKYWV5ewOiwwdrfUM40PGBEWKrVOqOErwAnMtTgYmBkxUpxZyfBZauIYdsj2D1lNg16tNMPQ8AO
3YqOURgy93eKAueLXjgtg0fdzBG9Jo1fzkp0NNMkO/H4xw2ZMDt4x/zQMirua3dkpkJx+9gpj5bb
b/Rp9NlWCfCReb8GibRYn7X6zswppg2Ofgi1eZ8yErdsSV6BlftBGh5V0qe6rn8rAkKDNT5Kjkdv
iA63ein7VZapR6UMt7CYeWIzvE+s/YYrfGXBPiRYnQGfzwcxWw6+9Aypqa1uuxEINBj1zgceYX6f
2ChhIYavYg6oBVD81qB01PkUBqWzG4Om2nCcythoV82N3oOQiukY4JvMCqq3omXpdsz3xsoQK9To
9MdXw+bn2JU5PqUMdg4gyXoe7qbQ2omYjxD9WwZdJd1rSey3rLjoIFex/VRB4GI52tid6A7hEE2n
mU7RBg8EqiD8XLG9VicqKpTFcRNwvsu76w4kwOQmd3WHxrIuwvwZjt8xCRRqX8MtfBCyg4OBVblu
Hgp2TfHEvrmuZb8mwsE+jECavMKBrowp/pWOsFgLthKT2ihbMLHWsRasVBTB6qM5FX44dBMyBgoI
0mYguNI8SgqzBqseTF6klrPANCkLZBS1VQzWSsz61CEmsYFSUf6rTuNc18dU7WfqJgOTSk91bgUM
/0SB9Cf65HqtBJKJV2Pn589Yr65a2Ph+FikKXhWWSaRg4W6C6eKxWbu38UbsWiWXO0XR4nBVaex7
TM0ZvDGCOivq0j01su8QtCD73SSFhdgUhhFMei2xH7CMWeuhw58I9xwhOeqQfD1LEUVeDq7xFGgl
ExNrUOiruEO3ycTRWQPDi9lCc68Tau8/FFLP2d05pPap5eLSRgGLbLlUX8yyu1BygSi9iPcY86Lv
utXidHCZ5vuRLnZvymSvjy7E+JFLTFp/17Iuv/Nypd8XDu5v2+lxTmOO/q5kjfoWsbepUNRm0XuJ
qYnTJBUxfJLVGpNl+mo1pnoRZSBbayJptvBphsfSHsdvKbXndYYwfYMZOjtERKd3iHUtyqGx8aQj
TThRErK2Sc1Gs2MivArc+CGf2+BiTN3iJmp08aNXG1kjqXIhXLhK5WHciL61cOLBNQH+uqR9n56y
tiWjZAQgnWhWfJqGrnrs7Nk9DEjRN1SnGna1WeuBX9JPxUgkaT4XL6Gsr82Y/gHeBdRzllT2UZPY
l3wQ3UZz6SfwwtTybpHLHrs4t5500qJ6tvTh8I0QquTQ5aZGnQkDO5nCePNTd1AP8G/Mo5Vq892Y
sB8RmTay7yjaiaWWIAA7Yz+claHY4mPB0o5k4ftgjvVbb+H7QzlfboCnT/4ADngDKBKUvNGxLA5Y
JJBm3ZqpU+51vWoeC92aLrB6lku6VfBW65ROqAEVoSaoI9YmX3VeYFGkkG3GYHWquXloFVQZ60YJ
57cuLtEjxVqwpVRqHMvxG9Ql5cUe24CTkWh3EK+6myYkgRtsGz25Is62IHES2A5ufWwCcjgnfJNr
tLPL4JFwkpC/rZuefRF7PKkH13HQDztV18yjFsKpmEarYIdgZ68VD+AwE7Gxo8QA0Mjuy5b+ZJre
1pzw/f9pMpDr3KF6Oye9vcp7l7yWubGoa86hb4Sh4xFYGDHFmPV/Qw/7qdL1/w77+/8g0ZcszIU0
+V8LMi6XCC1kJq/vb2XxuzLjn//sf2ozDBOcKiA7ghPRxv5Lm4FkFsWrQIUBQhN17AIu/Fcw10L3
BcVoW1g7UGkYKCr+Jc5QEcbqJrxgNBU42ay/o82w3YUq+Z+6I1s3dULXHR2yJhp0gYbkd92ROgmp
s3vDGW2XvUNxO9Iu4De9xwQ4hNNjEiLrS9hYsUA/a031GEXKXohBvMyKMm2LqH6zQkQQqB2vkUhx
rmuEVe4McFUstghV3ScjVPRNnmpbJ9ButKnx0HJfW6aNa552fDm00U+r4BjNosfuAtMP4EB1bC7L
7KdhwCKrsibwM9WN79rWLq/miFlk30xpTnyCBZE+R5CXzOCGmFRcxJu3pax95kMvdchbEclVOLK9
BadFWkKpbyZ8P6eIVfYU5wWlBpOjB4ZJgD7FQ1bW32Q+nzAUnohgD7dUGWlZgTMkTTiPaXN0ZWH4
k40xbSTe78qiYn2yw2mrFukeKNM6b4N9V2cPbUh2VGPq6zgmUKDlAQZ1TZs7D5OrppT4+6g45Ah3
WbkxXbTVBaqpC473b1GsvUlH2VUWQuBEzb/bveozurV7NL/GpgsdJCeFeWdodFQBGa6mvFY2xD9+
r9ExTOF8L9PqHbNNf0H74T4t7ac5tw9WTmXaSPS3An18ouEJGCflpoiDY1m4/WokAX5F/RSrQ565
l9TQTfwfBSf0KvaG6j2oYdxVP0u13kBdad5zTVE9uRAD50aeZv5hLcuje0PQXzVMfJd2ZxFVVkvP
GvXiDZhauhJDYt9GenYf1bcZCAScZgFbLagfd/EITyFzm3ui1V9gGMAtSKgEo4tIan5qrrWUDJH5
rI1yRrtGiAizcX3Z1Hp7ZVOL9/qJdTbO2YkFOFj4qdjW9C4kuzcTVFtT3yhbOJMSqxXFVXcdq5m2
HQd0taNm6vh2bOnrdChXSoEGWJV4NMcheiaQBRO/0kP8GOxrVmMQJr1zVByFsCyJqoMbxhQ2E2tn
qOBZndz08hLPWlnlP2J0poM2N7u0AoEQQ56getUh911per+diMKmjBPshgTfixhtKoiiWdc5qPqO
w4aqlyiICscDcECrbS6gFOVAKdZ6H4gn3Wme7EgpSbzg5MZZL6y7bTDi6bdvkoYSTmZQcOLEZzTd
cQqMLZ+5V6sS54id3AvTmBgfGdi6IUbbUMIsCi3FfFJAfPCXpj9K5Y56RA8iUulGHdFgi3yGzuwa
F+u1VV5lRFmWOJ4CFw1MAe/ze5fqHiAi3w1yNs4dGWDYLS+taL5pMnPa4fwLrpJ6Z1JPZ1s076ci
9lW3RvSTl+8YzgB58D58m5azYbjPIYh8lZGrWQrttfjJ6mMmqZDjOi+FaoGamj7NDy9tdbYy5jjt
hD1VO8uyh2uDvfO2BOfg5Q18GTzLdzSD/c4FPBFFu2IUKgYq+6c5GydXL8PLNJlfrCmwL6PKouNY
XjppaFLB5I8WYe2ZQ7gZ8eUEPaIF3dipiUopMGeH0c1/gS6R8bCnRkNCUgXdB4aYO7peGhp7hOCc
bYfuVaKT6ExAFFVt4Q2WuPVY61dwBR3+W/VKYAQYua5pV5n6Dh/20EXRNXQYc5dO5BpQOHKBM9H7
znCj9uoVfgfP1JQjaUzYran1YKaz0PQPq7CgTaFoW8UdnyFPc9bV5xHSmNNynpZ8KzqpajSA0rXZ
DN+dZL5IBmIkulklL2DmzBFQqxujrbrI4OZkuqWQw2tNlZ0gHmfF342PRalvHTFCtc2IkchSagm0
aNgXQnB37flZTRFrGPbzlOfHUQ3jyzovEt+28gFGyfSkxbaHO/oizFDDTOb46obqKjWJRUIV7yCv
wJ6ee0QL2eu6tHYY2a/jjhOVgVRuXXX9vUqE80CgUCWew0ojShV1/8kWW3tWHkfMbhT35p2ksh6p
zYsjMaXK/n7EGAvD8zuUvZ7zwvg0df2J0joimwy/ZSihgCvuKbQHnApmoRyo0oA6WTRKfQF6QQ6x
bxVF8YrKAmHuQEGpzocX4lIjxHnzjU0THuIF4C2p/dR6oz0GstA9ZDSvzTgaKxF+G8IpOcG2Gp9j
ZLsbqGzfCwEeshyDa9HfK1ZoHjpk+hTrp/gQVHQx5ky2184QcQ6PxIZ4Q/IU3bDYj1AekwxXMbgB
1y9MlkIh5BWtMP60H0Tt0RoIicVxKS3a9hOtDsrOMaV8B9J8i1kV4IKNWCC+jDW0wgoa4FL8DCs5
rVXRc6h0zQN55wGnSDf2OECYayrqr1VMQzGGArFW1OghtFttK4V4nejybYiaMe/URQoJEq5ZdX/p
I7UWDWG6iCYNPLQP2SKk7ApNIZWPbnSCV96vly/NNaPqG1X+9tQEaXdtqQp04TiXl2IRa45RolwS
o2vtyx5xfTg40U+4udlFKybgBH9pPvGcNVuMh/YjcAUILWKRh2pERW7yRTJa6YQiuouMVM6z8cNd
pKUZywhbihT9CrpTdHU0ChYpqm0X3fcQnNNLLRXzgKs9oCjPsb9Zttzjsvl2lm14WCw7cnXZnDd6
kt2mc6BfOYoSU853YCcVEylwtbXr4rbauDHdvJURkc/kOkDP1A5fgUkZ8wXO74g3qLEOZp5zpM5r
/Tgb04viBu1b6qagwJJc3kNg7iCF8s6DkX6nmAZP0iC5UUOCZgY1R/o4DgEqQcfU9nJqoTe1cumr
014+qUNUHemW0ry2pHqFTSM6hIxq5vWatoEF5eikIirA+5+hrH2xyLYKQiAFK8JvIPGU0RXe9u5q
TBwr9WspZEzBsK5vhtFVYGKjTx9RuG21OaJUkwhzuFxMOSslRT3iznF4UDgfuStYxdRvEggsmJms
0u+yWDy2BCddRal8wTfce9iEhh+DhfqdvSOAs3BaamGFMSReRvn3ViTVfACNKW/jji1dCxD5KZU6
clBmxQY/ojJviXyJj3akCnoXl0hgkIA0GyPwBGuY27z02kihqc1f8W2tlUl4FJCP9lTj89CzfdH2
7QNQEAxLAwmew3OSZ0dl4ugrsmGPWDm56rrcQhcXou0LgV1W1l8PFvsTur9AJ+iTrvdFGVEsnyP9
UEGxXQ01bp8mIc6zLW/ssuyOVTb7Ztbcou6nRGNpvtPw3WasEth3h+2QZG+oPCiwjXb2MAX9tyaY
OxzEBs3yOcrphGCkKgrwpsTflqFWbIiTLq9wvJ7K3NmhyH6QKYZh9lbybhwGP+3FjRsdB51BOAe4
kS2IWk1RqJcmkAq4otUmd8ZrKdu1WuPZT9mHDoEnY/b4sZKV68ZQygdLQVhKxcjUpz3SqlWl2oQ+
VvE2UOLbIaShiqWIRiMn/DwOvs0zeDe7aun2TiI/2GNHc6Ar3ZsxREYi9GBrpqqP6/abIWp5YQ/M
lRXqlGTVFdMjh4pHFukjxnWqv621052fkkiJK2K2aPSVEFAG/r8vSkHncaRnB9at4ew7ebVoX2mE
z4fOvR/T8IL+9wZBQOO7YwPpUsGjHVskTv3VJkdiMSMgTpvvI1mn65i9YNa4Hue6a51GsKdypMlL
uWBRD3ZLgJIlg/jdHXCpY1k+yXZZXNpvWiSVC8NJT9j+Z79bbMJJeLKaB4OGMF2N/qS26QXhAgcD
Uvl6XlI2ybK7cxcis9seJskpwy7BK2rugTBN1ke1pfD0nnV0zodxfKbCHdM/nI9apix4cbCxDp9R
17qFT6QZLu2cPgjVA5wg7L1Zu5SQliyD2Me/DK+nHlkY+CMUwPFjLTQ4DuKyybi8OV81MzJiHNkn
1W03oYU1DRexcVFPkqbxX+flv+Xq+P+zeGCbBn5TTvwagQ7L6X0JVfivSwn/+38twd7/Y98s/9H8
amD68A/6Z11B+wdpOY7mAMXDPISl6V91Bc39h4E0jFRvgejRpJDx77qCUBfDLZEk+DA0TcMS+++6
guX+w7F1TcONaViCVBbj7xQWzsNIiDHi3MT1qWLYrnYeRmLW0OjiHlSJXo4wzrpu2DWtOMik7gG7
ECX7y/O6/o96xa+5Ph9dzlJJ2KEuIoiAwObyq3uqFdJ0LDciBMzVIr8qoQj3i2aoZk30m0S3v0g+
4dn+WjVRl9vDbuEaeJqJlDDPrpc2hC5Ja0lmVvi3YdDaEyL47lrNmHampsk4fJVTu3cR025cWCq7
z+/3zFDz1/VdoixMm19AWYnX+Ov9pnkXaw7KLQ+ygthLaPvrIrGy7edXOQ/q4C51ohjQ+2FgxFd0
fhUCzDipEq2mV0PBZqYpMVzBrs3VePI/v9QHD1TncnwyFl8Mhrvfb6iumsQxqom2vckxpXUVWN+W
dNmul9lOg6K/JjgFldKgzEu/pPziTheD1PkL1XUGDZ89Nil+yO/XNx2MK9KibiyRLCLQpxLNLsMB
h5N2DDbq2GhKJU0cQrBllZxyUD3ohUu4TatCkdEdiFea42lqpkCriRFehz2yGi/vFMLrdHN6i4PO
fgXmEn/1Lf4RLLW8JsoLum4tT48m/e+/PXHZKxAGxcdPYgM5gHDGZNeGvps4ynU+qs5qVJVTUAQa
MuCkXgksrHs+7mLXlApCHzeKWVOhqChokfafv9flE/mlvLh8qDqRW7ZGto0APnH228bYaYsqID5H
0di1DtKutigqkR4H/TpubDy5MVqsWurjF2k6H8wIXNjSsI9jcGM2/v2hlLiL6VAZswcWpNvYLbJJ
iVAOavH4pvbN3ee3+cdI4d6wYGG8s1zTFMbZbTZ5ObhKOpqcFgcLulrtXqOg5VCu9+X680v9MfSX
Sy0mVssSxFedD0rkYI3UGkpeZYWvI3AoKfUy/+J+lqrvb6+Ni+jUlgmks4Hb6Kwgv84v4BIRjkYY
pWCcB6sJS6efmPWbi2iEQ2A9ryFIdV9MAX+8seWaJjZyJgLVto3lf//FJKhoHelHdWJ5fRkM14Q+
yFNv0nl205quSqE1958/yL9ch3/cpMX05rq2DhzibMznaTeaUnDBmHhGIlMIl63zMPY004m9dkqf
GqK3j52Q7V3OoNrlRWP4gGPTLybzj38IH8/iPhaY1Jev65c7t8SQo1xUTA+C2LzrEiqqSHwMdKu4
fXKtyg9Kp7AbawDTz9Yo93U6FFAqWFQ/fyR/vnbNFLhENRoClsaY/f2HiKqqInqElldJ9vsCTtW2
NFG5mejdOLxWK4pt4VdT7x9ThOCimEyXNgcWVvvsvSOhpBtmu5jyFDwJhEPhuKLKh8ptQotDwqZB
LgWRQ8tvcOjz5pwOUst0N0Y0ozUG07zrB6l6VH0gNcv66IrQ8MCRtF98MB88HeKxcLcKetho2M6m
lE6ahUCponqAi2+FQPVHGHN+S/71U9nGdQwXz4m+uOYf6xLtIWzr5KzxcCjMnQ1EONxh4KgayKtU
yiOVD7IRLYTwZJ0E91DPXktlITuRUoYrqcy/mGv+ylb7fYhw+WWm4ZswBLKIsw9CL6OpQMRM27ex
ecwIOIlQNKHNmqbXZEa3iTMF7DARC4hdy9xrE7PcTirqeSFMy7fGRqeFQI+9HljI07LqfIErF7QQ
SvjPP94PH5VN144BhDXMWl7fL6NomsoqzvqZYDi6bagflfpyLmnnI+WqvLSM9zJ01mAU39kqpsfP
r/3BN+yaLp8F6w15atbZCLZjN4Y2yWtq26a7RB8Jdmqc6kNF93gVkm61CVkI70erMr646z9XHt7Q
L1c+Gz1NNXV6K1F1dFQXfMdge9YVfeIrxYSb/N9nkuv/eOu/7rE/+vxZ5ATrAdtODja/P19ZwsGQ
c6d6HJdbX9YV24kRQlyoadHW0nXKlfpsfvEFfvRSf73o2e1h7nFbsKIEUDj4EDSzsndFULzOqnkt
KnuBaE/Soydjo5ur/u4WgrFHRKTK8YpoRbAqv99w19kNalfGe4m11JNMLRfWgvRICyyuBbS4Lz6i
j16lBWOCeq/FhZcY2N8+4GaAywn42DNzoIR2GqTbIBU/bLasXxxfPlhxuLXldEh+rM7wPju/KIjR
wDNaKp6fvPXiNERkVPSkEDVmvnUnakwSFdF2dPrCG5UFIul2NikzVLI+/6g0k5s6n2Hw4uuCRFTN
5vT2+01bppqXRUTCSO0g68I0Yq1ROtESKdLMt8vKuVK6vsJh3Zn+XKhUoyfMLfHURFdGWqobU2/H
Q8lJef/FD1sewfkPE3A46JCDBoWH8PsPi6bOBMWGSwYK+sKI0nFkVjf6RK+vDiDGY8Ie0FKDDEVs
H6whwda+WzMFFpox+J//mI+GnrAtk80Bm2lHO3tdetYJQAG95g10FzZstuEZiireJZNi30Q5oc5B
QSD95xf9aOgxFwvgJqpjWOby5n6ZT6EakhKI69sjmZETBUCjncink9LiLwDGG/uFRaG8q8nSgyOX
bj+/ura8+PPnv8BYkDiwIQQa8fvlnXjmSOIwGmD7i73O6fBCUxWxMQcKVAoCK59gKorVyxmNjk1N
uykYL/m/zShr3AHDeAXau8rEXjRmtcYqnHwxN300Xm1L48dZgsPN+QPKU1GPUdgR7VoUwJRsgttM
7N+bxmrdLyIzP3oYDiAid7kYc8TZ3KvbQjRZiisdrL313ruZus7srF3Lvhw2E7TbLz64P9cznXmB
jZnNoESZcrbVGZj9p1TYGiq9KMAxD7BJrYuRREJq7LrUTi5N3KzRwm+fv/U/ZwOuu+wMeKIu57bl
d/3yzQEbEHImuAPtoB7fYoUp170DuPfzq/z5ZXMVF96cgfqFjeDZnKPDaMcsQeBlx7x/7dBkW7tG
l66jzGz3QYrmg2ZHTuU7eHNGx/limv/zXS5XZ6/Pxo491fm7BBaaDyWJup6rRC67VjIRotQJH7KC
zUEoE+WLcfzn5KGrhmZTHqGQI/i3358ptXHLxfBMokDJZlpKQKQWrjp22XnioW8IkXHG5u7zR/zR
i6TyuBwmKMj9gdszAr3Ok+WiamEOp5Bdm9dAD/3bI5CpQVM5NDI2WDXPPtPOgmrXFEgNKMMjlrNK
G5Xd1GELxU73+Q39OdiXS9k6OJFlP3C+YgLwiiEAcEOgQSdPy2mmgkxuva78+8VMFmZKUJZmMNAJ
bFhe6C+DoAmRw8J4QogKxG8zZOmPqA9CLxYtBbCJpvN/485Ax0CygnFlnOdgzyKYW8K1yP9N0EE3
kiOo7iJh0TEafHGpD/YduiqW14Uhhz3k+bcIAIJUPKvXPdj96WYIyt6PHJREo+ag6xhymmWI4vDF
l5VH65HMpWrSYewrav7FqPjyp5xPqUol3bxF2d8Mauf1TuWsoV/mG6MFg+soBaENIX0Tlsf40WGj
4FX5WK61ura+eCgfjU9iMCjGU3GhfnT2EQPHBq9SpBptQT3ZOQlNLJ2WtINFGhcq3iRyDz5/4x/N
QCzsmuBfFtP72a0roQZnmaKZV5mW6qeJ0P3GAACjVtFdkKLr//xyH90gwkeCmVlJYAecfc/OlI5a
DGTY66Y43hvqCN05C3ASdcWNtfSfwfJFX7zejxYw9tAUQ9ET4Tw/e6ix0NKC+tWykJCAqmDRPOig
I7aQLOsbmhMQ0TRgsoIw2y+u/OHDFfayumAdpAH0++iVkdGZIIN1vFk6svWunvx80Aqvi8rI52V+
NaY+mphc0HUafCqTfdpZzWZox8QcFJ6uAcSSgOjOgtxdkMFo821//iKND94kBwZ2BOhZKUg4Z/dm
BKo+kNDKmGmU8VS1ct+qCw2+jl0vl2g3FeyOsAlIq9bc01Sp7gVK6wfVqUB/I75eTc3g3IhwgDPD
Egg9Hb31jN7TmMdkNxDfuFWzUni9ET+oQYjQyoq0B12Zo2NcIVu3WuyGBeCPbYDIDsKHS6+goVik
QHnZx0lk78nkrY9Egc0gTMAVhIb2TxgdSuXwvfzgHPzBA9cQ7MKShfpn6+fHtL4v9HQe+bSiIU89
UenNDVWO0o9kOH8xcrQPH/h/Xuu8IJfGuVqFkc4hhL77Re5OHdY04D5xLuSefOXac+em3QCZNDdB
QKoABjZcFEma7akiYjaWcEsBHtXrvu4xNgMl4Xf2YvP5h/HBN88jwUVm8FAsiHK/f/MQOuq0qjgr
DXynB7rR91BICWakecb8Ps/x3x9jtD5VFn2OZngfzq4H/oDA8WUD53Z9cJOrQ7trCCTd1B1gLFMO
6Rfv4cNXTmWS7Hh2M+z4f78/JSS6qhWK5jW1Fp6SKavWCkVlcBuYPT9/lH9Nvr+fe+hDIV9YSqIc
v6xlZ/XL6q+YyaAkS5klr/MWinuADCKaDeUWlA/hFSU5nNfpaNvXbqvekkTzf5g7kyW5cWxNv0rb
3bOMM8hFb3wgY9aUklLa0JRSJud55tP3h8i6t8IZNKdFWi/uohZlqgo4gQPg4Jx/wIU1TWNcpxT3
Kc5qDNg1UG+1/mfSt9pjM7ngYfLWtM1jBHmVMEEU3birqglLk6CMqIxVHeA+tTkpE3L0R56YE/SY
HJI75uvVaEGhCgawvEqxQGiuK/EFyBOew3UUWHcoOoBc1ZTcQYpoacf3E+6rd25WIE1kD0b/qRZU
S8ApZ+IpJCc3vQLc0bsswxj6gOiR/cPKjAmhYsvAWmO0ygznY4iVlhcJ8LugGrXeQWAshF9liRTF
/CBLwdaVPb0JgDd+jUL4VyUynK/O2I0frUTvn3DPnH/P8dmEMabqjVdhAqNzp3f615xXTwbT2UJt
DThaawD0SLrvY1LXn7AY0ryx1vm/4Upswm0R1Td3jrWPXU+ud8Co9Ew9aEH9WZvm4tjZBtgvHCnb
X6HVx9mBen2goh2Cd9+x5fHhY1qMIeT1ANk6EngbqbwFHUO8bs2QQ6DAhQkCpVbJwLR/r7M+Pht9
rZ0cOy0gUrbGzphb8Q/rke2GgKPKAJcxGSK37eQWYxoI2dwWRC5IzGg+txOMoOuftzmUQaUDVVVq
jdrq4kaFOHD0oZMeDxwlRaW2flT05e/LwuJcH2qjxKDzajAEsq40nfi+y8/SpU9SXw0g291UnAy3
s+7VPILaHroPSP/24PDyAhFpp/bcOdTOjTG7R5PC3x0kguKIfc94rjNjuR0XhF5wzXL9679wa60R
fTAlyoAqiCvP3RdnweK0k46ToXoKwrw8wW3NjlS/ES/pOkjV+N0+DInYSQ43KnK6hI0glwWuALzc
arHH3kTwEjEEBNkgMB2ASipnANyYmRZD9TOXziiHCqOQz5aDiOEBV+rwMw6x05d5zoNPYw3y9BCj
J/QeyoVW7Pw6Xa7/6njUNUqFZHbkVnSWL6ck1zv0ErUAFiN2ACEEKukWW2rNBNfMmJz7ftS031Ne
82i/6Aa4CFBOyVNkGDXal44e/17gUAojusgfwhiviwNoNfUJzhb6AUK03yLTcj9US4QBYkCi8ket
tOLzhD/rr96YG3vnczYuTl0SfADIUIowJM3n5QJjyItlfT5RY0PTxxPx/L2tevM4OTD0MTHW3x5P
uk4rCaqgLslFq5oa8wxtM19Y2lY1z5mYauy5sDWzg8h+jxyWFHRjW18P4o0dTfWUhi5SGlQEXPnv
L4K4WZyhRpaT10Ydh9RryxaRG9fFBMKsd4Z6LoSuo4NXJWAD7k9OERk9L8YSKMsPS8wHAomBRzqH
1RmjEWnk3KHnoOjBSZSwidxx4aWZO/fTqBaeUs8JyhuoyF//8I0y0/OLjkcdRs3GOktJWgSMAisj
USwQcmwp9xzQhVjusCVEL00di/sBq56jHY3xqbKSbmf417gQm9hShcpMgISwDP1yMkaRWHoXUcA1
Glv8yrEW+bSYiwUbcUx9N7eMD2nnUNpO8+azgyDcp2qpaFl1UvoisnE57dA0Qx+LV0yrzjuH71bk
s32f4TbAGdahuOA9F8BMRe8rrzXU2pJHs5l81JuiuyzEpfb6Umy99kHEoYRMy4OVWB9qKMIZyE9Q
U5naoDrRL8NmvkJLDLOfFmUOkxWgjnQQeAUrlEKKWjNPVCPDndtN7udVfALUkYAx6i3AHVZLolsV
sri0EE6h3OHoEODhMg76zfWv3Qg8gxcKtxoUcRhTq/TYFqiitdmoQ6CwtQ/lrKMohcPcIRu6yQOw
U5wgeDe3BXTt274es52P3Bpeo2GAprSrO/q6aUynKMqGGc/7ZaAqFyzTcirUEix6kKeeiarayUU4
7Zhk9W9VJJT31z9+K+xlZYmnmUH3DkjZZdijCyrUuKdSFwcLYp91Zt/36iDVh7Tc6wZnvpFdAcqR
k3PGCAisu0gQuwh4WiajjZ1ilaV4x1gfnWqsdqZm40LnCaFzrVLdJpFaHcCxOyxmGRr6aYZKcYoW
XXvfkJ7cwmshIA2IbzMmvTsHwdagdFEAQBL+lIBXhyKgfKBQNtJ6IdI5TZM+GX2xeLCc4xu8ysX9
3O019eRfXIc5aS5nHu8zjTL35RIg4iilfBkRUz4X5B48Ql2dEB7NgXdHIjJkexEhYiPK/QWIMxbt
7vRb6jY/MhflNsVC1uZ6VGwcNwYyTxSjARcKql6XvyjDXaIvwcafUGJBBVTYvY/F3Oe2ahBFzNF3
uT7cxp3HcxhhdZt3MSXjVVEmxfYqMFD2PcUa2lhJZfFG6sklbbd3dlZXk39rPdngdSnLuMBtwWtd
fprFfstCNzNOtI+7e9iz9EyiLjmOk4aAB3a/h3KEo5U0CtVqFANuq8gudk7zrRAjIwO3yQQDvVjd
8XFotW2h8hsWDO7Z9yXyhIv4XMDvQ7YnQXkqKf+4PsWbQ4JUkrgUNtS67pVocTkhvMMht0TdU6GN
SN8FDcgSNDlPgFpmpORxW96Jo83ThZNFAkVBAANWvZztsjHjJtUCAik1gts6S6tzCp/hvg7mxXfq
WMMXpXTO8EIxaQm6xPEWgHQojBVIMePbcFbRkTqPhkB6SrBA1ydlK8y57Tn4uPkBoZuXv67LFsds
Udk5mbMGGsSFliSqYDrAjrXOcIzcvZ0u/+A6+ACt4TwAWZGCxepAIxQwf5S6kqyCgw4RdQE70VIP
aYbKD4zqT+Q1p7sU3vO7Ki3bW4Ta3WM1OAXSEtaI8U54IDscb69Pw9b2o8WA2RONIdn5upwGqxr7
gkcxcExAizCygI+12XzqpIHy9ZG2opD8DpCpABcDHvxypNBt0dIGq3eqlVA8CBNR6iFcpP4u5m+I
rKn3aH/tYX62BgXJQ69GYrPM9f2eAFGOsbkzTwrSD2eEhX2sfvAP1TQdGEX5GxCl365/5taEgnsT
HOUCLPi6KDVhFJkUTYIMeyiy44is3bFvsStMW2xerw+1gTkjY6HXZmmY5yBMsHqVx0YUWnDwUKNK
VeO7HQ7xjaW6930SYnxQ9RxsuRufI56cPuoY+hFfyAmjgln1HKvv7s0E3jyA+Oq2IrHFgglLpmKg
Nj2X0c7Ru5XokFCCwMdOBtHiVZ6VhG2Ypm0HbVfBCFuvwx9FrzV3UYPTRTCk6V1vLcNBKyNY6Rip
7Iwu52G99QDLuqbg9DfFug4N37jowzI0ySVnJPc7zty+VYePU99WPtVF9VHNoXo70/wPdpfL24oQ
pLFC0/Ay5iNMMWIryBg4grHWqE54LyZlPPFw6P7JUJAV0a1AgRWRisuhTNTuoqAm0tsA5SFHHSDH
Rfp8dmrYTNfj7rn3+Go+XYq7fBG8h/XJHjkZbIeJumKJ6viTVvU94HT83Vw0BiOnqB9Rlk/u6qn+
SUdNJ4Ox4HaiteNniw6usEfyUFF9t21TjKYNOAScu1rWqHD7MfOZm2y8D7ku/NDOVQS4ghEqfW3u
fMXW0YCgB+9N2ACq+Vw+efEAnjFQXDCuM2XfffIi1ATORmHWd7Wom2MftnhCT+hQXJ+6rRREeivx
zKdCKBFzl8tkKHOfolTM1KG0fp9ych3yAMzIJMr41NBQPRmZ+aXPcY4oS5S6hhLy4PXfsHFCcThZ
gkuZH4Aj0+VPiOh2BakgUioFBSMN/PK7yhHf4imPH66PtP21lstBSCNMtvkuh6Kyi217oJuIzg5g
b1Hmo8I8/ZUWo+PZadn5osejRc1xjDakRfOEY8/OvtgqdPC0p5ii2rzzXgUroo1DDwfePEHmQA0F
g0y8/ErnMFjjeEP0OcdIoLWMYqTyUHaU72FOu6D93ABGJvL9O1MiF3i1dygYEnOOZQIbWl+4ZT5H
SpzyZkZjGPmGDu/xWCsVbHRxNizIAw7WMCyeQcZ2Hqm53mbIBx4rPIuOM3frzgptZEFgDFQuZO4Q
fo+MlRebIEZNV+lwnIS07vT3i8YBtcyl8mgpQ3NOSm0HnLUVeoBQZCsKagAEhsvhMJe2rBCXezgu
WOE5upLeJhHS4j01gJ2J3hyKNpvstuH5vM6z21DMxag35qlRAw4RK+LotZAHQa5jL8Tkr14vqaQI
/vdQcpJfTGIxZjP9ITZUIiXWVN1Rz3o71qedyJH58qthZEXmGfSiqqvNJFAWbx38nU5zMaMVTSEI
tWI1PbRAAm/bIeWURJH0VsV8z3cMXE5chVJz3IO2RKNSemAiz77zm2TS+uo3ETeCpjqV8DV4AC/x
tp7kBYenGfZqEjkYGRUlA72pPR1TkJ9xMJswsIvlcYSGI8X7Ij8ZsQ69/ku2Apl6PmQMjhm2l5y8
F2tgzfC9mlJuq6RCtD2vk0de1BgVFqBEyii19tL5rX0MDYX3sazNYdt6OWBlWIFVT5CLKvW9iR8L
jsvT91AZ0bOeE4e+g/QIra3UOceYIjyOTeR68dSmX6JmjHa21ebHw8wBMPLcjlid6FVcooBUtgTg
0iOkF6Cx3mZ1fapbUXoYWvfZzrpv3J20gTjHJIFAvqRXH49Sb9bV+KzwYkP6eLQRusO3GmGp8hvV
weSE3Xq9M+bWhn4GYGtUBAkn+e8vVliZh7Jqy8E4qei03eVZMaKti7yNiOu9W/r5XlqHNTQnTmh2
K6XQ1VjoJIWjgu3ICf8a66zCOqIljDAd51dzGIqwPdklNWqkftxTOZOvZn2uScFnxWsQUTxR0A7P
uJkiJtVV1W2BnOCDY0KAdGgPedLW+kRTPjsMOPLcjJE1o0o0IkllZqVfW3l0LCbD8SJF1O8yqJRe
FBc6WBWxV2TbSIzx7ZHsa9klffUmW0wHWXSkfQA85vEJ7Rv3pEeR7dcUmPBV6igz4wpx2/RLt3Oa
bYUsuThUVIcmBOfz5WpCW3IdfJxMgKXSwagq2/ehraDnhK07rxNV/QdbxKSYrRq0CGkGr8ZDzEHE
uomyStSKGe+WyT6gZgS+s8LVt4wN++b6ebQ1sy/HW21Jo1IXKwJODf2ox29qaLCoUKIHwDjdbWuO
6VPfIKBSIrX+dH1g+ZJah66spfEfAQ1p/eKNrIQ2mQoAA3xw+pdjFc5dMpPROss8YnTupo850XSM
axF6Y+LuYbq2OsVSvQ6FTVdiote4ZKVplDzl5XBakh5/vKCMvwWk4Xdl5k63EUKgx67Vu5t8QoN9
NDv9BhHl+kc8AzsTRfPg9qEmVSnEcRyb7GmI02JnZTZ/oWTZ8lai6M80XYZegi1Eb84o7S8mKEJ7
KH4ZU81DSVitX0sAfCWc8RDMSQ4mbdI9p6P3ALlafWh1G1OzWSSPY10hah4ikDGQaH+6voRbLRgT
O0mmjwtGWghd/kKtVfCkYFSaK4iuHyZsgs9lrv+KEbrxRlwTT4A/nK9ZmNqeoVAGtoWdvVODqNm5
VbeCCcKnS+df5TBcn4NYIWrdJIVeTY1nO8YXKYbxKbZVSxDe2b1t+/1gflvIID1s1egeXp+IrSP/
5fCrxCqPrGZG/JxW1NSanwOqFBBbKJ8dyC0/Xx9q5SorpCkolQFe6pwNqEyuSRTxkKiuFZUAs1IM
xkZ9RjIG05dTY1rlbQ975WPo6O0DliEFeU4y+6FaRLc4j6THqQisj7xmfuV68snlOXkHVtM6Wdok
ficvBK5bKNYTLSBUijIbyHxiB0e011HfH9PuAQtn7Ru6SNpZK5DHTkqpmGKlpT+5A6gdPSweArqj
HmIJjoc4ifFg0Yq+s3q99vpM78+6Zo/H69Px3F5bHyMOVWqI/uA+XgFfmQuz0HqwklxW/YcoguwL
cU8AAQ6DI6IAxsNQ9eJOz+f6EcHcynOiarxfYnyuEURc3pUCKwHaSwi610Kc+qpfvmBTqb8L+6rw
DTsp2ObJ/CdmVfrZGsReY2UrdCCBaDIn4iZfwwGpRY2ajuMl0oz89DmPEClX7dSn5dHsXC3yvHg1
VfSOIWUDc4QkfblbEX5B0nOgizbnKXrBoF5w6+nzp4pK/gEFn+I0w9d9vL5Am9/HCaFRAcQydk3M
QKog18yeLo0lst4zBiv/Mo7ihwZcbOeJuDUSsAu5png5vXrDa7ngAaUwUtOM3S2Y9bvAHfT3qTD2
coLNkehz0wkFbAZw63IiIbvU8HQ5mPGAqm71vCjPMLmCsy5GZSe+N4eyEYUFIEM9Zl2lXWrKdQDp
WDOzBH5n15knWlKgOHLqnZfCRnjA0aHHChsCapi9um5yjNWaBv8RXNLC7ha109C3NFxdgKjCvUZx
/jgru62uje9DvhE6qMXmh7azmkrXbEOnqFz9ZI+Oe65CMwONZU0Ivbt7pd2taiDNHTp4UsxXo810
uWwtIiOY5dFJwamy8GcbUGUMduSsoij2qMRGc57gg3uK0iAOFhX1IXKkVoETpSeoKq2PVhZFYDcE
zohUyIlb2/LQinQeBGYjH0s90YFGG+Wfld5RnUC+zqdvFPoYLn6/vqe2MgPwMLTmaH9i6by+7jRU
O/9GWsA6Km9iOBeHSmnDhyZrwrshqMiO0aE7iDZLPJTTZ9+e1PTBxK7iGFSYP+BM3p3QOTQe26HA
s8u1yy/Xf+JGqcHmpmIbAuri5Skv7BePICpZmiTaAitHvvZsCqltF+GAcH2Ujeh5McqrjegMiBmq
JbujLyPlLorQujXRF8AhDoHR60NtZBjEDQ1nqWRBxK5SnWyk2tbxngfygK1ZKNLBb+seWVrYaOcY
wTM0Wovko1sY1S143Hxnc259KZwvmqO0ByiErWJX7WfiekYEAfX2mM/FmHUxu5/K2LT+9Q/dHIm0
HM0o+m1oSl2unNYZYEgkiicqw/JTaYjRb/qIwrlhjH/P6f8/tbD/hSLi8gL7H4r96Uf34//8WXTo
mz79yP/8v/917P/48VLsS/6v/9b2UoT5Lypvtk01kbI69D39v8W9FMf8F7I2UuyHMjd5voSV/Vs1
XDf+BRMUJQ3J5JLG7ZzK/1YNRxMMsRiJMaSqRQngTeJel/vVonzA2xbxKcTCULwhwC9XvayxEGg7
BJfJ3WavMfAzjCP9bYy7v0ehA0g1XSIHocNdjlIppaiANGAoWg2oMdclfRUtgrKoGO75xby//zut
eSltcBnGr4ditl8eQEmCF4HQ8sHHvf6n1WmIWTiBCR8sVXe25uXJ8DwSzH751OdgwORuNRL+v5mZ
6XpPH0QJT1ppweoYxrZGWSWq/MF1Kz9v1daDeN5+Az9oEEH/E2EbX7qxdBZQYjmrcM7ol1x+qaY3
gZspY+/bPSBuVXGRew6M8nR9lI35hCJEAPPUI31cH+gtdFMtSHGG1SrcBpekju/CHDXPppv3ELRb
HwQ0XSovgZTmvF190Jij5w6O22+nwfGFEYhzELl7APiNUcBNEYwU6SSPdhWLhYHtoCOCjnQ7cN9B
ExafUPrfAzdvjcIxCiDYkKL/axW7XoxgCSqz8yunM+9nNIE/zG67B0u9LOI8hyDrQr7B+UCOuGb/
IYnijCWNGR/DaCyvENw9VLXq3GZdJhCERYgdAB98rhhg8PWw2Po+h5I5j39ak3APL9dKTRSRd0XX
+X0PQ0Ipzeo8xth3XB/ldfDRjtc5OqUAI1SEVUSIRS3jGpshxLE0zGZpjTxoE9aTiJfsPZK2hqJw
K7GG5NuqvhoKyhFGPNXEe5YHxd2i9/DPSrt5qgVmNW//Kup83LQQnqQIwOXcdUAYzCWPK0JcFeC3
sTMuFT3xlEXfe0a8XiYYHi+GWhUojHqazS7H8Fp0rXGDrLl1P4X53gftjbI6iYZB6asKJ0g/57qC
jWlqj3EZ7mlrba2QIA3D2MKFSm3K8/hFahnnyZzXITwhgUfBDW4NYI4UC+M8lXfR9RXa/KD/DLU+
iXAG7YI25IPQnXNuRWgtvh3rf14fZOd71pei3Rt1VS5u6ZOZO36EpiCu95KY1iLVf30oucz/qQDI
c4IwAOJG/sh2xSTkcuqorQdzoGJwnbRW44ddbt3Eapd7sZP/5DTMdiqYm9Pngo6Gl8yjfJ0zR6Gy
JOTMpY+vPIaraN0fUwXn8usf9XoU1EzopQG95tnKWJcfVQ+KQPJG8NqKui89PnvnyjVH7/ogrxaJ
BhrJGykxbRbeAatByi7hydWpmd85A0ZqWtT9MqKu9gLQpntPjVcf9DwWvQ5AK5KPunpqcFsFJZli
5leDPf0IQnTxIQPE5U4wrJioRAPjSDFQiStBm2PdaijhWOdRgS+a6qTRk2K78UMBm/eM9Hb+sDRF
/w6T1elRMcb6AVSk/i6FDv61B2mcQA9E+hh7reURO7CIhANjRW6A9lNhzNWb1DX+/TuZdLQRJVdz
DT2GhBVbcYf7Uh/27vcGO64nzS5rH+1xcVKT4c35B71rRBgJJVlTBA9yGVCmHg8FbfnM17H/nVVg
a9gw7pFCNxZZugdBAAPaA991lTWmC7XYFEYLFqxZ44m8Hs6BNfQ7U/d8XV3seL6FcVSTzpmsUK8O
/gzXExWlwdRvWaYfVRYZ+MEqBnazWLRWBzRaq+FYjY16LOCH/m5g8U5jz1Z/4yTXD5HeVp8cLdTx
aazFQ24wEYdaGTA2zgdwVMgRlN5YlRo+dNNQfbi+515PEfJ4UNaQz6KF+0qdTDfmpeQSSf00m51D
3nflDV7pzs7OfpU7SZEGHlgm1QoJeFpd+BgtqL1T9whzNVXwba4S7ViOc+jNgx3fN0PTPATj/KcA
kfzp+uetcMcyrhkZnKPsaqI7vM4NjUoUimN3iS/QcMWQAl/2T9YyWz/KqpljPPLQajo4tjF9mBM1
LU91NdcpRpFpuDyAs2HbBV3rfof0UH8PI0xqjymETnwNr//OV5cGP5MVAArLLFGjXl0avZVr4xTG
qb/YEpGeJd+tqDAORZfjzbkY/c5wW+uBwgxccHobwFNlVLy43nGVLF2Ub/Em7gPjmBdWd7bk0+No
dxjD2mmFoXma2n4128Xn61+6FXASYUT5U6I/1+2sSG8SRMj6xJ8Cuzx3ET0CSCm7Mlhya1/uSQKO
nhmZrHB4cq/SpAJPjjFussRHOhuP4UzVMHgc8ulj207mnYgb426etejzIoWayiU0b8d6QLh1KLrp
Fsy2+9Zr2uD3yDcd0CpO8PXdFpeLppWVHfttruJGPCrjsYmhgb55ckGxw5SiVsF1veZJNTi5L31m
xX4fKdM51PPqjKXQHtBnYwkvRlndnXA0ZuytGIXuZ35Ouc/hP6bKzpmxtXXZuRIhL1EJZO+XQRqU
Zu30sxn585C/cwrV+BTFIb5HVmRBSgWn17fHqp5xzqoUO/4tK9X+aJZIb3qIwai3MQVX7GYTV/+l
s6n+qiYRO6e3zze9EAl9hbKDH9zlT+zKWNEQGgXE1I/zTb44y3szM5Lz9VFe50W6hAwTyiZvdabj
cpS0XrQwiZfYx2B+vENBHXMQt8daSNeHnQCS22K9bSCfodWguvJwWA0VjVmrp04X+VRX/poS8Q6J
q+SQdeJzVQVe4uh/XP+0VXdbns8GZAOEG9kfEvmxOokiB62eZioiX+nq1Eeffca5Mwi7U80T/p2m
LaOv4EdxPyV0DxcrLLyqNKL3LKX19fpPeT3LEitNPV2lFUQKurrFNb1UZzeNIzJChDhsJ4GA6uB+
Z+AWvXMYvD7tL4daHU7lYnRRMjCUTlrtCTdPbyytn/0Jk6IHu6/3VMX2xlvdLprZDiquG1hTzUXq
2ehy/orTdKILZE8HxDT2cK2vqnUcD7rM7WxHKtJRNb24XgDdNR0adJFvRIF2U6eqibeMiLF7CuZB
e1SKBiNsURWnIOicb1kSaH9dX8utsGKKTedZ6Vuqt13+gshIlbrViOOw1usPzdiXXwQlZuiKgXE/
ssrnWuSZn81mekezKTj3ToRhbzW8tfzATMCQpbP4XJ+SJpYvL9poKvGZyxq8zkesrxq23REEcnMI
bfwPrn/zVvxS/5JbikIpBbfLoXDaRWSlDCMfqa30uMwx7rXz7BwzvdqjBW/FkzS7ILViv1BAvByq
K5MJkUkR+rRoozsjmsZz3ljBOZljfBXpEHnXP+31hUPJlUeULUU8QaqvxkuHRnHrmF5pukTlfdEM
2l8qYidvat0/H0V0SE0InzD9cTVY7ZJ6SqquxfbJV8tg+Fplin7oQ0PzdDFER9yCHQyfkr2S7+an
AUkgOaDDTBXzcipDao2kmgVO34ZafVrKfvwQIYS6c+A8XxGX5zoiyyBZ6DWZZLPP++VFwqcA/p0y
JYHxlJn5h3RJ558hx8LdjCP8k46/wF07i+hs4qhHfQx7raEQ03s4C5jalMUuV0keAK9+jpRTYH9S
Sl3nnxGOnIae5Ey14ZbvUjK4L0W0KNyg+Cu7SWp8VJ0CdKU1G/WfJbabyJfPOPoFSfJY6WF4axRp
tHf3bS0F7Bye6sCsZL31cilyVRuVWKlDv6lc408Ui7EltQe0Wq8H84oH8XeccSShVfS3z8JqnHk0
5tbucEntiYc/Sh3ziaxpqns3R2Sg6u3ydnab6NYNW+Vc5VX1YZlmfAj/ya+AUm2AuaRJsy7NEwtu
HwhF8Yw5WX4vRrycE+CJgHWzVvpggFqe3PTULUnytMSigAnhlr9f/xEbM07JQTJRKZPxHljNxCA4
sirTwV1KFekHxVEtuJdpsxP88q+sgo0GHkerJLnAq1/ta7ntYO7iYRUu3Relm9rHOMo9bEsmzi93
58G5NRjby+ZklFfgWvLHiCtjSYdOwfcy7T2epOJMPmG9t7LCuefUTz++fQo59bF+F+CT4bBeBi3U
Kth7Wc/HGe5yGjUJ/I9FugMw2loozkbWSM4hZYLLUXqcslW7xy9X9NDlKhtYLjStvXLN6+STVAGC
EHmD3B9r9jdNjmhpakYZGit5H85OfnZbuffVsD32ZT3eN2Ub73ya/Onr6Hg56KroGGZz03cLr5ek
W8zHrhq7+7qbXX9oS/MPYYzBTes4gx9UgfDevHTQUKXPimRC4id9OalpoVDPiUPFc8PI9NWBU38Z
qsW/PspGWkAwQnFnalnBNdM2Tm0N1a7J9bTczo5Tg0yCVbo6MGdtT9h5I0q4x6jgIp6Bwtb6NYQl
s5aNUeN6UTQ4nx18Ru8bDPx2UqqV59Dz+UlaiW0VxTaehuuWjt7hprw0mevZjTF5k43m8FkDqnMo
4kn9aWhj4S2JGv+yExT1jsi/hT9Ls9ee9EVNfWGnw2nmzn3f9gYmA9oi4PVVHIRHTOWrx6iwnNPc
9+MOimYFJ/r7V6OoqT+rQ0l19MvVVnnUBCKIXc9Ks+rJzMY28BfNaJz44OR9nt8kSh9hYSfU+WOc
LYi/uWoU/0yVMv2op1bwPpqFHh86TV2aQ8aSYzQCz7M4zmPYh+/fHDQydZbVKMr99DIufyyI/x7Z
vt7xlKHQzm7lxqjMKgjLI4OxcxFtxOfLodZtR3V0Q7vpJsdz2nh6xzXR3ur6ND5Cp3kbkunvJXjx
VesmxjyMQSDKDi5F6rS/FWmj3gh6Jw81npH/5KtwOwFNCF4Bya3LCezLNExcusNerzZSMq9KIlyu
jMb9iK7Snur4xr6TQg6sFMczbJhVaClUfAZcMxyvs7rlqKAciVKT2EvatkcRZOHyztbWWP6M4eek
ISao3PcHt2gVzCaLXesUWQpencd8zH+GWYVe6liLOgFoB8Za11+gDdP2DhT8aCv1r6QLtR9GYCFC
0sQWPrB23oPXbNO3n8wonsBQlwenC+jrcvVGkWn4VwCwVppcGscYMwwAFB2vb7LNCRXkCvSIUByy
VpfqsripFqcVka/Fms9/g0NU5OHNPxmFeit0OKQI1pZUzpzgf5oXjkeR/C8AtaGnFfWw0wLZ3MRo
mMgOCA81c1Xf7yni8N4k3OO6N5+iSMm+jIpj+W0V7JXc9oZa3ddlkztNaLOJ67TL76GkuX5njssx
mao9Z5ytoYCEycuTpxN76zIMdHuAjqrATh7UsLyZu6S9Q78S7PvYifPbV4nuBHkA4kY801YT2NJ0
o7bJFi7hJpDBlc2ZrEPfOZU2EiyHHgwCdrzcwLOtTqWgaLsUkxuWaRysO5yysVsGrXZjoid5iHWn
uR+Q+ft6/dM2ByXDl+QVfErWOjtDrynFgCmClwxjha5EPmF1b473iDEu7ygbd7QajD2y+UYajma2
VFjBgQlK4mpvVQ1SWc5M1FdJaj/l42h4uqNUeF/04hEhpeztJ4akmpLKUd1Hf1Pu9Rfv6yG1lkrt
2Mtd2aBZHWPca5XjHutxYyqpgwOKBz0IuGC9lwGwq7M6MApM3+E8hqpzKnhTnLQKb5cm7erPtdvv
XdBbtQP6NVSecWiiArOOzaTMq2ZgpqHwmklOa1JvP+hhXJSe3RfOtz7jjDQro3gftpXtVbHsqI22
Zt4XkGduFfKWnTDe2JdSOsaiaEyfHh2Ry8k2VBhbMxKCnlsGWEXOfXNU1aD2MKz7J+tqWdDT0ZlH
G3GdtZmANJsUsRWvSpv4wzBa0I3CwdlJaTduAup25Oa0OzRSaLnuL6IHquOothxAXieI0V4FPR73
7R42f3MU8GuySEhJct2EDfulTYKEUSoY014i+h8L4tb+9d2+NQhwcXiVFPXh/a3WJhWDilyyJry4
TZazMWfOobHMN0Ot5GIgPStRL/INvZowx130OMtG4Rlug/W4joIDxvb9zrJsxZlkTcJAQQyJvvXl
shiakjU2FFGvbWfnZkT/H93mKP+ADM+eztrWUFKHjEyR7t0ro5olLDJjnCPhNYgwn+zQjs+Ig/Re
EanmzgptDYXUCL4VtJw1AuHyq9JIG8QyhcIDsVCdlqzDsUUT+Qm6+m4yJ2/IVTJHG4lsjq4nOJt1
oVjTEnDWwDw8rbFu41RBLLZUzhSpfxdKFx7QfvpcuA6uWYXKmdHq38eu/uN6QG5+LigTAuVZ3GJ1
iQf4j6Dz7dqcXn3hlZZDVS9FX7GpMTu6PpRMTV99LdkxpQuOaGGu0kZrcro0V2fbaytduX/G91eh
Hh0x5tEerVh6io9FfW7gw39w6jb8B3cQ9ysuzjy/SdFXOUTodqnC1rO9DGL5QZgFdrGclTuH7+vW
Cv47FKvlRQBbytJXCXqpuMUcD7XtKaWLYX0RB8WhpRvwS9Fq/d5akF2o2sA+N2VSfu5HPN/iom/f
m8miTzu/5dVhI62ApM2iRFnRvJP//uLchLilT1JFzuscNb/H9DG7swf16/VVffbcvlhWqmuIhlCn
5PnObbNa1rGaFIRhAtMzEV+cz0vda/VhbHLgl+rQTx4eq/OvwEjJpmq41hPVhDF6mt2lEgdhRIgk
jmas4Ysylvnko9HtDv5gtcVf5ShS6+BOglu1CarhXu2zOoVTrKXDp6nR1c+ipW13HrSxNA+FpQ0F
ZEI13Tnm5GH58vsgN9ESkFc8gCyk+VY7JJzdsXLqYfCFU5ePLa8FXOScGLfKcVFvqoG0Qk105c/r
07rel8+jUiSCXgXehVbd5dpVVpjmugYZwm7q9ozzQniyuwH9iKZtz9eHkn9q9YGcQlxGVPWfr43L
oWBcBJbDXQcWJHe9wdSj98tiiuMU6sr7qDJVLw1N50e3OOkObWE9tVRFyZkQgAddDNpljf5zIyWy
9GIZwAeY81/UZX8talVhURDWN6nthDfT0k4/rn/temKfx6TyTIooB16rq0VI3TRo8Q++mTXQ2kNc
AtSodI7A6+adF6yM/JcTSwUONSWppIaLCtZcq6PAchIFfRm79gOuUS/T+LS+RD+IukB3UOxiTzZx
fcDK8SjlE6pIrCAELKf7xX7X43LGnKCv/akwWr/ETeF2QE9lOvRxOp21aEwOtNDt24l7+54We7Rn
q7k+cJ5/AA9BndOGI2Fd4axdHLIC3Cb9uWsFzgpccIdcRStr52B7HTfcHjQmIKBL2NwaDub0Gi8N
HVKL68QhUvqFPvyc7EFSDsoivnW0HpUOcKT+W0OHYam7SzYU1/aaZYNwM69HWjJwKrPvmeMkx6aq
f1s0scdR2phHykUQriiRUR1bL6RROSOqBjOsdlLq2xxV28McKvPNmz8HnQLgrLIbztNldSEi26La
1dCUPrWe8euI1cctuXeBxpuS7r1JXn8RtDLpJ4s+/LPb4GVo4i7TwHtNCh9WZHswRasdKMbsSUS/
3nBg9tDT58VBfvGKT6OWsxpTRMj9OkRXx9U680hzzR9NDUl/JWh29vfWR/HyoeLHu49cXr/8qClp
qrTgpecr5eAeAQ2FXpZOe1DgjY/i4Yr6BsLXkqC3XiYtTRbUHUq/t9Ovdr4YaOeYN22XJ4dR0YfT
9aDY+CYW+dm5AiABhK7Lb4JmKCyYl6XfTOrywehKRDRc9a2wWvnAQkcfaBNK7eie/D/OzmO3bp5r
2yf0C1AvU2kXtzh24tSJkCpRnWqUdPTfpQx+PFveiJB3kAwCxDQpcnFxrbusv8V/IpUda85oSAMB
n6awH1RhTB+tWpc73+d1qGcUKgK6wQXjEIMvR8ExCnnEHufobNHjEwwoyvTGaJ+nEjmJf182mowA
0HgJ4XC/mVCmOzLPNb0+j007hDr4P/r0w3L691HY3QBYoMeTRm8mpFHIdpAWh6ahlBEhr9FDOND2
Gm/XNpzPk47u7B+t6U3qEUw1UaAJqrPKpf85nTvjCPXXPebBiJW9J+OdBOvalvvDS+PWoD6/xaIW
g1Hm0lyq85DRtfI9LY3KVPsfDisbAWwHe5oy4p809j9bbhoaZaI+V51rsEVHxEPA7WNG/O9bjoYQ
hAmIAlzGWyV2y9aT1hBWfU7ViEiyXaHCwrIBOO2DnaFeASU4RDwcsc6h/gj5fwsARXJKlFrGLUGF
tg/9zAekbH2iV/u9TYvfZTHep0P1HvGo+0a0O23hK99svTpWEQ90DOhoXh4t1caForhQn9EgmqPM
QCww9aq9KV45wPx40MmgOyEWbt0xTcJiF9s1o9QdgOCeAJt1xbPw272w9zp1oviP6DHvJeSOICBf
zidYpKtBhqjPwNDTUywHFBc7TM7iosserSUxoxp8xw2wz+SdLOxu5yq+tpz09Ol2QNKEor0JH1B6
vQaN0/rs1cEctZrpnGiG7ll3XDnYdCC4gsHiopi0va9INEod+Rgu4d7pnrJFA+QtFlvyksmtMqyw
b9jZo68TNXQOKTFDl4T2xTPqcllzo6y0kTh8LrpZ3vM+5PWX1PYbxNtRJlpgC4cADOSeTv7Vo4Em
BTk324bH02Z7OlPSVVqcEsKmhebUILQPSVvld35r2j+m2hbhMKTWUy+qFlmeav6IDuFeQ/DK3BEU
WeEgJIv0H9ev8Z+AI2z8GQc9wF6+D7S7bMqKN7ZOzbtzevijmTm+ARHwrxgDYgIYvfV2QMuH8L2e
qP8MCuG9b1VDBtSCHLuZc1x5PS3p/327OuT4KzmJo8J9dDmKIFr7Dk5oZ13OyfOSNv1Bo7Jw/Ptt
t94zl88nBCpppK57df2Om+dT6nkVeuuqPCPVLN7WS2O+ha+Kc3zXp4e4gXOZyVQLEQfe81O5EneQ
xuRtwQbiXbzFiuIKb2ZWK8tz2Zgy1Hko4aIx16fF1NXOE/hPq/vVLHk4cfrhm5AMXa4l/wp4SDXl
WXPdH0ZTPTha/6bH+TIr2iezH28QVEQbbvBv5SwPuZYdpZXctE396e+rfSUEUZYmZ6YQCQpgW/42
K5lUPZcWLOqWCFhWZdjn+bKzc66sLBxgXvvrSwr48ybO5g5KO0ayFGdNue1NrIiklRo/aVo5H/4+
nyvBjgXl1bHinCmCb9a1nwutyitAzFNloLjpDf4BFEs4i+lUVv/cEufcrUQ6NisJBnnMJknHI94Y
+sbLz6Jt9EMhq/aLPaplR6/wSkhZH1EQV7h0X5s4ll6ihGXk+dkJ8ulrOpndcV7GNqynLLgr5Gjc
ZWNi7HFBN9ZtK5aIxiuBHOjEKrS37fenS5BVKbyNM5DUGh+VIS/OJYydG69w+3OWJeoYl7P5vBil
cYCTQMtZa4uT6mx6tY5fREmzWGcnlt5OFvKq98Zvxm226tHx8l5bHZeHZ9YKLu2U/Kq20B/KtNgL
87RKgP4EaIhmj3EsxMnUk7deWj5klXospY8fjzP9/Ptmu3J4wHxQJyTBJHHeYq6yFjdKR8JP09ze
uBu6QJ7meRh3AuLVUQDe0tpjD3CdXs6WUuM0OJWWnW2pOhDRbnsX986Pv0/lygmF0Lh+atDQq1jM
5SBdVfiNPbvZOQZtd5jSdImCDo7UEAw7I105obR02Mh0KTk8W9C1NQG/XbI5O7sTwoCJIMR1Hk7G
Icn/8mlJ8r334KvaPNsFupQBBGNFFDLL7dxUXowC1puP08WdY01VHZaJJt6rPnHOTTAVuJWK9tAV
fhBO85zet3Od4Ssnyp2de+1Topqz8omRDKRYdvmbrMnSZMRldjZ0xMOXusRREHDlDmT/2rekMo9i
E20P5OA3x8P30qTAETmDeVsnp6Ec5SEAUYOQW6XvhKbXE/pTwKVysJpHcCYvJ6TPqa28uCzPcLC0
WzueviPcr9/u7M31gXt5WTKKB8uei5nm9nZClYytYKiwd2oqFD4iNTdCPtvkcvMRnlncRZWqe+xU
08lPQjU2nQy5Us23K6IejGyslu+Uf4sx6kCOm9SEoGAeUntqn/Uu7yaCR918d2ov+ZmnUIrB+pdx
f7+43TBjiYyIZ1QCt/859ZZ4wXVqup3RqD+OuMG+zTPV4vJmWJ19oqlRlWflzUsCP6oY6xuNCPhR
7ztVnztnbiMGxjosNqyv0gJwgiKBVR4bV+rfRKyKX9ps427g9WqyIr8N9O+p1Gbj2BdDfGNrziKP
ZlPjhTvmHuhN007q0K5ab89i/UoezXrz9CIUrFDcbaF11mWW9aYFQzxrlk9jG7hfZOZokW9o7XNT
psYbo7T9ExBFE0VaFEANP//XhiyZLL8DdUOgeyTT2zcET9DCnDOHK8ddktNkYl4/NU4X9jZ2AH/f
X9c28bqxaGgxoLlVPRhUPuhdgOqBKVfHtjnOD7zB//2xh0fbamiBuAEksK38etBYTiWDtjineWzd
OKUaHwuodTtn/9pcyCeh1a6KTDTpLw+kneQs6aIgcTX1iz7Cp4jjUtvJXl8HGIRj/jPI5n2XmrNI
85lBcoHWX5f5+bkRbhrRO98jOV0diockHSOqu6/4h1WyDLXXjsUZocMOgpiMTzGA1XCYdo3mXl9M
zAq0zp+aLk2KTdhcQOvMulvwgdqmuuua3oRPW5c6yuUt1q5FNe2RXl4ndozInU5BZ31SbdPHLMbq
vs0Y0ZGd9caj6h85s/IO2C6Z0SrOchoz699rVQxK/XXlPQF32aZ1eZ5RywzS4uyOQt2NtSXox4qG
S3jea9hc2YwQTNjwq1AkOMhN4dKf1LhUVZCfZ1GqN0WJQXcuPe3fq7B0odcmGG1TTPK2FiqokoIP
bC2GcUz1aHZ196WvknLnFrrysThRZBG8LaBObuFIXVmS/0MlOWd1kaB1L41bKXRjiqBVG2/UKNzD
2Hr+DkL+6qgOlzmPJoD92wozrMjBneWcnxPYaSdpWzJCbzp7dONcP+HXlH10l8A5/3NApCLLF6Oi
uZY1N98N3XRzLUzlZ0yYxhsR9HEoPRTR/4dR2BVrvrkyPTZRhKW0ja7u87NaZPIwNXFRYkIy1jsR
cT22m+TBoNv1/4dZN+l/aiNzn7r2hPje2en97NYlz/XCqS9/oCuDy5no3HORBRAdEED276w+tnd6
BFe+IA56tIEB5vH+3WK/usqc41TG2Xmp7P5xROQrmuxERtM4mIexs9tbrSyTj39f2ytPJLqI1E55
xaEmRkJ/OWvRzWXWIMJ9zp1RyCMXTfAomtY7pXFn/Va+3/4YW927J60aQ1PPpptU08yzC8sRp688
3tlRV8I4TUDAMajGko1vkf8lsdOctCY7Q21XEZzL4ljNhn6QqZXunNMrQQdNwlXZhM0LRHeTkpZ+
PJvFxKOMrKIPs1TmRxwc9nKkaxPCU341zKPIAE79cn1toWOaA/PyHOcpjO4Fee9Kz/w3lqP2OoFX
J7Q2bFeV+bV+cjmUV+uxIR2GSmXwNXH96k4X6R7h69ouBRgBoZg7EKzW5jAOUwrpxTezs+XHAti4
nI5NNScPdjprUZq47i2Qz72X2bWZUSUm46IMTyd6k6xg4VsPAcuGuECsQsM31btprOWHv5+FK/c6
7UAu2T9F0mD76ELaDDXgkgen5wj1Nk+S9qnKYvRNhirooz62nJ2Ic21aCEojgUG+Rx1zswPxkmj6
MWkpnBi1f3Y0uztps76nTHgtS+clibgZSwcad1t9KDS9HO18zM5BMao7PVXTrSoN8WA1Q/6UJFC2
SWSKWxDl4lvXLc4pScul3gniV84BS4vGGgpZlEG2Qmtd1oF2xiTunPuL/THQMhFKVP/PbTzu0Smu
LCuHzaFhw6RtturlORjUoCa/nMW5qvXqWyBsdmcX7HlwXhuFbIzm2WpyjLr/5SiZqcBwzzliMZrx
VZYAMy2JUsHft+S1VQPqsdKSuBgoVW4GQX0xyatUnKc80SLKemNUGe4cluY/KsavVTwKU+R7Lsai
dEa210+5qMptGy89G6n2RSZTfBDKfNK0LP4fdgL6RbzTWbS10nI5J26/Zpw9hGlqz02ieu70I/bI
aWjE/8wL+TMndIkpvdEPf6XHYqO4grCCiQaOLan/tUBYbS3xj3//SFcSB8SnwB1j4Ih/1VaEIGud
sTSB/J3pAyIbAXsiFievyXE04ZtORzW7+OTEAGCWUBWQPHiMa84Oh+hV8OLtQ+Vj7eysnNjt23SF
kPY4g1L868v6LRYcXTQC3g3JFL1DWVbxTqX+1fZfxwNsv5ZWVw7WJiQHvdEieVVl59HzylOgqyH0
7T7Z2f9XRqEfwFD0ydYq82b/2y6qujy4xdkI1A+pDeNBN9p4J/HaGHSw9UlTqfnxLqDOqNNNvdyR
+tRSQhZSnDVqCQ09gA5MiIbcXZF21jtfBPmjq7L4YNqtdvYyYxBh2ZrlG89EZjDBerOMAmMcTkuX
dFi/o/raWmo6ToAJT4WjaYdWpE6UymHRIs+S85M2C/fj3zfhq0ixziFYyzBkcQggb1aqRFmyNXtW
yk77rjtIWdlkyb5biHAioT38fTTzVfPNgKrMgaIl7tE03rJabGHnWaIplFlME42HZJbZ0UfVf7rD
BcyP7zpvBd0W7QS1IJ7kz3aZk8egVjXKNZgihn5s+HeQtqufqWtp53o2pzLsEqd+IypvfExzOzkO
Qyze1IvyQLUOVTgiHhhV1mLf9hhcn6tRb29KZVu3Mta+gare49O/3ntMEWkH6JRQr4jyl7tCGHpl
gIxAzKkunMc577Iwtxuxc47+sI4unh2sJLrYYEE8CBlwJi+HcTMrMYpsSM+xKYJwWMyT3pjvUtkD
fA8+doN5b3vxE0p8RWiX9olX8W1gF2O4WtOm1fw0VeNLPNLZULrSw1a1J1kMFt7bIqqtaaeg83pN
1orUyk0hwQR4uDkpsL8DzabZeLKrcR5D3IBLGcK00Hb21+toxjjrAwAACezObcqS5EhmIGDgn8p4
sd4LL6u+Y5+AelkMX+rdQhV3Z8BrE1tpHTQ3QYPx5/Ir5B32DwNXwwlDFu02yHh3WVNa/GvCh1v5
inZYuXVr93izpZxAwEqk2QHFoVW39tDjkoLS3v8yF7AiJOhrNWDLCXetul+akrlk/Zy+SXSpwqbM
xc7z6XXAIckCT7w+G8m4t8TE1DdrfDJhhvSykQdXpuHo178qACo707myF9ZsDoAeImeUKzcHpLeS
vk473z1VSTLfK1nwBLc83h6joz7I2d0799fH465Z8YcgwDc3m7CdvpRkWSdcJ/uvakBo0y0RgeoR
3jyq2nB2IveVrbcS8QCkcm/DQd+cqSWvegNdL/fkm715H+M6d6RmNJ3+HrGvfi5SIXCikNeQDr/c
4JD3A+TL1llZoIdSMCk33Wps6szuHqH+2gJyFxE4V6QbcKXLoazZR3rQWqC4UP29WxZpvR0n+h3L
g9Nmzc42fL166+2N6hyddYLoFpnVC6eurVhYp9ac3RB7ID6U0qydFO/16q1tOFqqFEO57P5ch/+p
DdWZs0wMg4GdDL4vbm5EeMoEpxbKyU4d79p8AEDYZMc8CkHJXy5eL8eCiGCapzbQCoDyznAokyL+
50DEfAC/khjzmbjeLkeZrURXSWKZtKGzLBT5YHzQOmN4+dc9BwyI9gyoNYqh8EAvRwmQoEzrWJmn
Zkb+EC0accoaR3/fmU68M9SVZePuXEm24A8MY8vtXWzEkGsfh0HqkRj42s79UHp7QoBXB+HjAPLH
EJK+xuV8JhnrSBQziFtUM9V+z78TStvrMr0uya1ZBzua1GOFVWyrqtVYoPFalsZp8av2pU37AqEV
HVnJZw1/tOzJiFXXhbne5PDU4qrRwwZudXJbL92C0NSC7OdxcZ1xLzC+nj5Z0B94IIDOlX9wOX09
KXsl4Fac7MTNfxWALun/63KnU/w6elA2x/6NSgwfE9Dh5ShBOZdd4VQ6i0x/zffxM++S4mFMZRM5
ZbFny3h1OOicdKZXLfOtkjbULJguZaKfODDLbdXYmMO6aDMlY5mGk17u6bK+WsSVg0MCQG7D/Qle
/3J6Yyzs1q5s52SPbhAC6a+O+mLvqRm+mhWjABPlVuZpBttwE0VwTEWAbvCdUzeLn/bYe1HbzTby
AfgxaU658/a8NieKFKs1vLWWXTYBf2pE1slWd05TgzkaKvTNMQmsYifSX5sTuDOSTqDTFCjW3+I/
MVjCVBSNZtunIHUTDB3pAtjjom67xgM2aqd7MpyvxOf/EG99ohcoFN5U264bbt8CpH4N2VvGdBKb
Zexj/EO6oo0WaQMHsO2mSSlNm+i7d0thOqFsE/URMw4nOyA9V2NKP5rmEPmp6o1jURuaxcUh6z4c
VA8ou1DNvNfkWkP3xXuC1gEPF7DsEEJozm9O6ZCRSWWGtE9tUkyfKkAXRzwz3YPVQGVDN8l/mIAN
7DyhX8esP6OiMkwFZCWTbi6UYfIX3Ut4nyRLWjzW8xjcB4h93PuFP96kEvuIMHdrdXCSRqtYA9c/
UQisH+06i7+Pljvc/P3qubIlKWyAR4M4vYo5b45Zgs7DaGcQ9YMqtR9nVIRCvZi7f71GmfXqUQDE
dU1PtxGRclmPvUyPOkZvzw+2alyqWJ7578cLiAX3gbEqcVPFvdz4rWUKxD9y+zRjwhE5IwrYg80O
+/uKXds3qCgAUlwfpGglX45iVnruWcq3Thg71Hiq+sV0MAKIUmHrzu0NTyL7loreP7d+19I3BDNI
MR40qa2q1JR7s1FY5G8ajcQQMAKE3T5od5bwyuR8c/UvXYkCa+C9nJyq7EGXg26e7FXZOzAY54jY
mnGIFfd5KAiKIciE/uPf13QNs5uziPoBOwRUEhn1VvjPnQsbvc2ZhMGYknCYp+IlU5N3NJrZp6QV
D8faj/Xn2J9//33gV/kqRRlyx7UJxB9UOS/nKw0P3XJiD1nx0B37sRwec7Tpb+fBNXZO2p8CxXaS
aAOsLxhiDuoVl2Pl7SCaYZiNUyV0eNZt2hQRCmwds54aLT/ElNx+pHbmHEBs+0ea1MPRzbzMjuyl
7o9IyrV3XBlelPUUfbrMNu5bS7Z3RZLi/eL1yP1qdM0CHAXvJackTGezjAZhNN1OZfpK0KDxCkqX
wEEHf0s7C1Do0vk+xilwWvdGm/Isimmc7By0q6MgI2Kuhqls+M16daWtU0XpjZPmtm/bLvae+jgz
dnbe+kM2H4Urcg3/jMBdsEkA6o6C5qQPxkloC1FXjN+DpjSRHBtv5463+t+329UpkRN6dAWpBmzB
4ZWw0iHuGuPUY4QS6r3l3eYLBlV/H+WPTdx2UpTYuZGJhdTzN5Oq8AZqi6nRT3rlVE4EQ7r9grEY
ZUGqIf53LS/Tj3VqZiKaLLTcqCdOqjsVI4XKMMkGHWqkb3S/pTXFTdgi+/nL8rrlm4rbMQ8nPxf2
EUpEKyKttZ0iasFZizNiflxehT0sDYLbgfvNKZsgONjWjK4Zf0G+rS1jFCThsVVhxGxXX0sV+z8D
Onu/DN7AL6Ptqw9Trwkb2I5lf8G6IZ9CWN7OJzvpoBBAg+mNUIe1B7rV9IGwFXaiT1GJ1O07Px91
P8LShPYI/M76fSFU/iVp5ZREll2aYzTq9dJGRuNP1UqaKfqQX3x2jv/Prz0v9bvKOI1xkbmhmwAS
DvXar77vfJpX2w3sLAGWohOXLezqyxgQ+EWzAH7STzzNvKM5FU04aQLr0W7aU3F6zYjgJUmtFNT+
qjaM/cblWLoztHm3yOWU8hiSEe++5ZZnOyaxRlmK9nZqs1FDLTDNhkMxJO5HzEea72atyvtBVPEQ
zYWiSmrnVf3jn1dhFXmiAYPUERt1sz+nSWJTDXUJvKY0owBS5IEGohGajdwrwL8O8NzVqxEIGBuC
/FYxi9iXBK2TLqc2NtQRtVz7pOm+AjM47i3467uTodYHPDfZCkjePMgGvdd6v3ZmpDdj3p2GjJtn
Y7FnMKV2oj0h3oUNTzJb6Fj9fTlfRxUqEyjH0SxEdwLA1uWHdnqnSGN7mk+zCpa7vI5/B47SdzID
ds3rvculteasKzXjlW0uJvR9OxlBd4prlQc3Muhn7VjaxpIfrXievtqOBD+s14lVh24fuB9H4Wc6
66Bc0Leyi2N8aKfCOGAcnpkhwreaHYrekiI0DGWkxyloHPPI5T/Zx9SZ5MsULHUaqVhMGRhldBlu
sA6kZiXLYJKnpOjgozvoEB+rIp6tm0WlTR5NHeXWkICPIgpCwFkSiZjC12NTlhihzEvhZVHpmMln
OY++FjX+mPqHoGr8B2BoiX3jJhI0qdfWQdjkynzRh0Em4ahKjSwkzpLxOLptmR/jpBTPLijiko5L
4vfRH2H3QzzoyTrpVuXRKr+69jmNuDhYxuw2oRmb5Wcx9/F7sPrF8+gn7k8ZD9p7UGl6juhZY7z3
pGF8GqzB18Kp9YsBO6eaN7bsascFGGyqN3ZhmCCGnSl4Ww1tHYdB7mVONM+1N526VBaIGXvaUj+U
KAXRV11qyCyj0IaErpvPg0w2fiAeeX+V+gm78/6J2nUH52NJ9Q9y9AsR5Y015sheLGUZLsIp41BY
SG2cpdukJSwuM84O9AONd7ZqhXVUhdk1NzjeDx8tJ7W+0QztEehYUd+idcdHV9PSIvQTTs2HWDTd
vUgXczlKO1DpSgyrrXNfN1UV+XruHjJ/Kv3QdhL7d9DGroMAjjODLbNTXJP1bDbejooQG+ZC6R/x
YrHbEzlIEhzZKu1zUWtjjaa+gX2SsZg9dRE3DfrQmzPtppN0IENEHbWYKL/MX/Iulyyar3FO00Gb
cdNqOt5jY9BwhoWgnRTE1vDDjx37uza4PeIYpSfuFv739zGRM1+m9Una1JJ3D1RIFuvUdKP1Mo5B
MZCD6WnPqU9UELnmZLoYbQ3p78qq7QfTUeKJ3iFKDlrhi6eCdPSdn8iCvDDwqvHQS5+qvZ4ZzY92
UfgYDV6hmJrWxXVEsFNIiw/WeFenufM9BxZAc4viHzMrg8U+Jlky/27a3HlvqtH1kFY3DbpQvTur
g/LI9CNMU6k6YoGTEqRqf1huwNl0ZRT3if40uho8dZeWPXeHSsSxhtJ+W/r+BPIlE81vs3bir6j9
yC+VD8Mw7HgVPXcUvK3IDHhKAug32jed+xZT9QcpmvhFNVL7zYOpyyM5Dl0VIbzq/VIQB75k2WAa
5zYo7PlkjlZZ3heuzWIrkbU/YCc5FUZ1qZ+ezCHNRdj6Y/ZYgbDNIs+e/W+NlOMvQYXlmcWJoQuw
h6ZIR/v0Vx2kgxdBMteqUOGe+Q3t+eFlnpXenGsEk/lXLxj7g1UaVh0NKDnH4dLk2QvlQ1FEOv0t
I6wg1n/vAmodxxmfSucwzDEbJC+c+DP/TYDrGpQb5onK0kg40jsC/HNJyR3Ne9drM6pxTpb7oWV0
/VNhNQh04azpsSu7dBVvFwGfoKu8tAkt4Kj3gTJjeRsjRz6eOFHBWzexfVzCppneuG3UbRJ2rklT
USB+54WUxtQLqdDShnxBlZE/Gda9X7vzO6vM9EhlFsRcpc/2nVwCgz1rpL6660zVwGzlCdRHCKsm
ZcgEFWZxntvda44rnmO3n6pDXhUOhiqjbr+P07h8dlPZuXzC2sDLy+2NG4ei/1MduDB/PBolpFdI
18hjZ+M1oAV9BQBuEA8LIqgv0jaN5eR6jSPvKuzmJEgdDV5IqwilkRjz9GG1b2Fv2MqdTjWnbTwt
U19X53HImopiVuVXN3nTjsBGRAnmc6q7zwVV/C5K6Sqe/TixCbhNhZ572SnnwR9aKNmFKY1HHZST
G6kyG94YskPTq8T48IyVJVG0wlFP3OGJnPQYjaTKODvuSMyUMEVe2jwrfqSmppKzI/wpOfVjVolz
gXgV7yDyWussHBWQozYpoSlLRPOVASbKlinpCfTTwHiPA0ZOR7rVyARaMrEK5Ko25xF67OanpcQv
FIP20dNvMHg109DhK+Z8GAHHZgrKyQmtIfbrEG5j/7n0hY5UQaZDjqk8e/mMRTUuZ0vZm8++mRe3
1kDDPxRK1lNoWTDwj5mXiO4mJhjrBzMZPA1Ftdp7n6AA7oYBd9ablkPn3Xleo+lohNtFEZpZVfwq
xNAi1IVK0Bc63u19jX5rDNbKaCljNh55+Lw081McLNqIHUxVEsPb2JlCL8ugTmeaXcmoQ5P6tphi
J6x5DZwH6enRkvQP0I66p5Gvz11ELpeFJoZf3clpmpElQPEB369k9aikKTw82WJKshC0V/Klc7Ry
iJx2BABPSyq70wen+VlTYuMB5wxOFma2ToZNHqw1hyKryILjeZZGmDRuLQ7z7GkPQ4m8J0UVJ/1i
2b37ZpmlEmcCpTUdGs3kPkuNTAu9IMMkcShtSbyU2fTkDFn3pazjoo6s2hMzsdTJIUspo4kPCziN
PKyVcsYDB6YIjkk59t8W2g9nJKVn/06lIr+RLVfHIfNIUr/lTu4uR5GrxLhNKy396umj3RwaNRpD
RGNK3NRuNhz7SdSnTjRwr2wrl0ZUzU35wFpmvMNE3dWRWLSkiUy06h6XArrpd3ueKLAOee++NK1j
/UoDF4ar2xVKPxa9jyZ8xWSHMDO4rkPdbwkPfe12b/O2lb96yUV3RkwQxJbVxTOPO8Ju9ytRg8+t
pFOXrWJ9/mRYU/lrXAyT7EC2s/2Sj5r60bc/0+JkZOXyEyNm/8tULBUZXUP1d4p70BkmMAI/1EbP
lQe+m0P7E2PIZzn4/Y9+KMZPNZrWRSjh7H4Ukzf+5H1Cete4RqPC2exI72xUAov3a3rynA6zlp7H
IkUCMsD9agxB9MPHaJ1+UBEiGFMaLdMCx0YPxPjStqb3qfGd/nPui254hOJf/YD5m7uR3xleG5ax
1j56Uyd+O31lfjYtu2mjxI7j3wQ2rubOtCm74KJaJiE/p3o32JXxIddL7/0oZx0gTKmhyE7nv5CH
SZCCHTiNRXBLFuVOx7w2plt3YTuBol13Tw5NALWRFMaon/TeM+5ZeRFOaZPCnkQk61mvCys5KK2v
vjRx7vzK4eORRGdj8EFzzNSCxe+Uv7o40N5W7Vy9yZQxHcVo5POxMtpyNS8Qw7eyrOWPWfZQsso4
bpYXBSONLSGm9H2tApJ2L8kND8NCiILhGCMoyBzyGUJwVecfWLB8vBtRRvmY1pooIDTUWvO4yNbQ
DqNOgfLgEe+bkLoVF1KWC8c7N4ZB3RJdhcQ5FElvCh4qXZm91ZU71x86QdCIutayl0M+6UAdiQT9
M0LibRNVgTf3YclWfazaVn+Gku7iLKErwhuZVzWHDZXQMjRSPFJDf8iCOcwDhP9CmnBOcmMG2Lph
9za1IqSh2wzHvPeTjxjGBj9rekyg5rwpXcIe7Nv7XLq44PSurn0tcSBZyKSL9J0yuUVDIahETa0d
L6GZgpIJpzqp61CL+Zwcxyqp7pzemFJ8IkbrsUQg1zx37iB+T3018LI28/gQZFPpQfGa1rdHZhl9
hEtEM0QtmprancJ/SiDK4KcvmVeMNvFv1qaPOPjO403gL/18LHkFYoeou5KGNB6jXDOBqTlUMN2h
ObnxIqobCZ7/wWz7fj7kVka5eCmC/BQLs+4QkrOc36vLMqmoqnznth7q6SdAS6+5K20racNO82JK
M2ZSRjk0g8+WVXOS8t7jIqnbYeremnj2ljdJOxRB1CpH5AdjWqaPldUP32IgiEmUD2PaRabqm28i
EG0SgVD0flTZgu3pUFWLG/oF3y8S2Fg7oa317adepzkGVKr0vxX1gNweXFLqTWXpJA/IrkvtqPeu
kR2trkkxduNmtsIJWHhyKNxMTw7akowszyJWfb4kX8rzaJYwFkxvzAS+JEh5nF2vQI5CuQNV1ySr
LfWIbkSlnsbOcz9oHtIxkaF6orauC+9m7K2hC/XYp2qFdiyCdfBDZvCi1MEiJxmlfiO7wjK/FJiF
DI9a1zV+hExR9SadE1nfBvmcPpbkCW445JVdhbxD+y/I7vRPrYEFeTgttZNFgUYyGnGyoastjjnE
UcUzoyZhoZEc+nLOyNqzIn+P4lJhhcNYBZhidkOnQheh5YoeRNCpc8/n9s8iwOki8pN0TO/Nygrm
ezIjnBS8xvBvC9nooNEqNFWjIvPa94WRD7+rnIh4UPks3yk6RM/lkJPzZwnPw/ss7gpiB6wCLLqa
uk8ftEZrp9Cf22bEH7LMUcUWEyduSlXdhqjv2N+ggnfpIXed5mma8Bi50UgDznlOB/FYj3r8dc5Z
6UNLapdHfi/15//j7LyW5MauNf0qHX19oANvJo50gUQmKssXWXR9g6BINrz3ePr5NtUzw0RmJKY6
Qmqpo1jc2H7ttX5T9TVBozbKZbIf+kFqxNBY/Qv559LxurTvWtdenFpzk0Jj4DpNDSviSbnsiWEm
FhI5HsrggN8M5S6NOXhuo6HpSiKQsPpkSXIXH1OIO19sGZUBb1nCZvFyp8CQOxtndA6JoDq/68l+
IhwcYK7Zzdb0I0er4LYdDB6vw4Jnlgs3DPEduarzgOPKzgcXanv40MLZfLajynxRJZsjW6nDXN7P
dh2o7mASPZNGTVKLREkcObTVp9XOiWyHjMAyyt/soUFeTa2m7nudUHe6gSEWHMppcQLPLNriW99q
jez9lxYNZYV92HhIxYO4TFWCx1qaZGP3X5XJk73OKcSTnrcI2btRe7UqMk+hgajaDiVZ7LWQU3Ai
lyR0qDNvWvaeb3a29CvPk24IdoIJRfofVS1IMKcJKRM/6cFWMxJSIUVcTg7uArO0W0Bixpa21Xny
i9oiXGNSe1CUzop+PUiTUUmq+RCXA3dzrztP0Rhl39+aYiPfRSndBl1NMnVdF1PiYS61uZgOzaA/
oKdpEl+0ZIzfnMmzLAB16B2bsPJJkZ4OXDL30lAp8niQ4ZSCAIb6VMjzltT+ec0Dw2KMFeHQUS9l
C522wi3SRiFi8DhC9clDnkT5c5M72a0SGNqhLm1tQ6ThQtFbIP4BxAoBBUTWVpnRJa61xTDC8TDq
OP0ZnEx5M3Bfa9NHCQEU1y5qfVcj5OwaC8+RPHlJTN4FzVtdEA3IQ5rg72miegXE77TjTTcQo4Rq
hwBRMt6MFb5NBUoHb55EWkExB6wyPVbW4gqpCrEm1MbuAIMSXnVjtQQ8OMhcX5FnewzFTIpWYPFl
gWJYg1fJ9GVxGQ5ojQfj8JBk2MiQXzZ8HgjZ7npTZ1sMZ2sQpdSGhDwnefvTYeumrgqXIcsPdWe1
uyYq4ud2iseNLSaS/qdFKxg1gKVQwiPHjEjCaSt8vJ63zAuTk1HXGQhezeTbFAxkEKUvMM7Ad2+B
ys8GEW0v2RZsOVhDpIRX+y3r8XvsZIOpKpJ0p+SJ5Fng4Xbo9L+ZmgfXgHVBcMUWIERbDaK6tMYS
GN180HGrcWMeX/6CRPfGqjibqp+tQPWAoEFBe+3RlCV5MfZ6TQ2ikpY9L4LFXZTyzbpeohX+K8zV
OXvXOKYwt0ZL6YqZUspkugZ5uUPc4fG4tNJf2s///W36X+GP8vk/C6D91//w79/Kam5w5+1W//qv
h/gbjnvln93/iF/7v3/s9Jf+9TT8aLq++fHbw9eq/e3QF9+/dnFZrH/n5K+gpb++xPvafT35lz0+
vd380v9o5nc/YAV1P5vjm8Wf/P/94W8/fv4tr3P145+/f4P/2Im/LeSzfv/rR8fv//xdzNJ///rX
//Wzx685v/Ya/fjN/Rp9zb+261/68bXt/vm7ZKn/ADVBoY8FzBbFTvn338YfP39ky/+AeEehGS4h
sghs399/K0pe67Rq/QOUIoUqVGbE74gftWX/80fyP/hrOF5EqZp3DFDy//N5JzP2/2bwt6LPn8u4
6Np//r5ek0QCnFF4m4CWAfhwxmNrxnbmLENlmuhlZxDlAn4wq8Mvg/JXq7+2sq6+/acV5CawGjVA
V63O9tDoe12btMoPYaICQHPcANHAXSrpI8+0ufC6Qn+z1YnoGVAjTA8BkXHknx5ZFKeWZdbNys91
tdzPTSsEaarWu94zMREnJ6PoGgRNGWQdgFrACqfN9GHZtQI24FPGqUNPjwvd9Mgqll4pOx2WGkop
89ju4vB+zsg1kx2TslutKGJehUptHGu5BrwDI+TfsSpSlGNR9tp77liUOUnfIeOIOq10P5N3Up97
xQjVAw7pc4LXgWI/9OBnniolz27atpPeGhvIQhxZMNaEBCpmz6tgZCwXp++dAT2fRdKfJRUYELS/
SOVRE6kferMP8ASsyl3bObiBkse9AU2YHGYFUUNXqq0tUshP3Oyv95D4IJ2rDngLxdQzIrrplFFs
W3XpLxKxP2jY6UuMfri7IIv9cZac7FlakMYIpcEkI1poHoegvlFsPd8ysFt4DZGz5kZEt+d0xo1S
h+1boDBqoQ/7KTbb/GEgx7hxWZytKyFLhk4KsBfhH2CKn/8CFJViuZDDMcz8GKLpzh7L7FY2ycZl
sbRlPHO2Ozl84PIg40l5Whg+njYFVURVWkFj1vOivsunbvrEE04pXLssPsjTJH1XwmZ4q4onkRHk
ACBEJKUhva2VC+YKDiHrJvRDI5JD6oxTdtunbX5zfYOejSNUEQE6ZDiZNrwtTjsXkmColU6peXuD
dI/iLt1nGOLddRRb3xiKwX2lKQJHSziAAVw9bQriYKpP7Vj7Utcmr1T970jWNBtoTbG6TnYAjTBP
sFUJVAz+cdpIUqiIEidV5ceBk7lNN6U3ajcNT3njNA9Zb2wJZZ8tDsIpDgGaEpwyg9vmZB3GAjBq
zlPtl/b4rGLStuhJ6/EU2ueT9M2Yimpj4Z9tLxpEcQbkN6YHCKivR5FTcClMm3PbhlmNkkHgFRrM
0+vL4nIrkNGhf4EuX9tWWH2h5rzBKl8pVMddBMBQQavu77RCfyD1AD4x1oQOSwjNW8AnyZvXwX5O
xn9PClH69a6cKf6x7ogUCNAVrjo4S6spCqDb1KxK+qJry24kcbijite5zaJ8zEE23NtBQj1DXaKd
mvXxoVaLcI/dmLlxF14aU0CHikA2Ifa6lp5Q4XwYasDMjVVb7drM0Q5LYQQbsYRyYUfDDGdpoHkC
vWLd3bjGNaVV6K4TOKTiBQQ9iYa9mo/vsQZ5hWIRU3jVXA2l+jCmTlspf0zCAiVswMOVColpUG0b
X3Wx7xxkjD865VBgT7cJcIg0gONV+bPWv0qBSqKnnrfCqEuNCJIiFwO8UlVd3Tya0cam3NBIVXUY
MmDMS31dDzfW06XxtXm68kCGqXhm8tq2dlpiqFL5QVPINyTD4teUU+12aq1k43AWwdHqMBMXuSws
3KCt/sxN/HLJzUzGgOZT5Q9lJ0EGxu0bT5LCq9SEotiUSq6R1/O+kedqo5Pnm4ZsEfJWVEzFoxZt
sNMJC8wQHzzIDb45tsOXBM3R26INJb/q28rTiM7uetjfPyAjGQ9jnma4ZGoBiXIj3lg5YtJOxgBy
Blx3EKEEWAT7qw9BJBGqa+mQYQzrP2UZ7eNqHrJ9gFSLS6I+3dikZ+e5eDIYYGnhaZIxWF/21HnB
kCAb7Cd6zrO6QRKZLCjL9zEJuvEmpWpKnn7Q5w/XT6mztUu7wHi5tnhoQzZYdbMzzLFJxh61cl5L
DyDNIY444aYYjcCEr0ZTEF4R7wH9z6G4woxPkLLgDM25DzC2+1DDvDo6c9bfBLj43s1VPZDSnsdj
lKNj1ElW9mi1trbPkczdmX2+fGHg5iOJMKPaZYgbVZ4+JtM+nEvn1er1z7mezS+pxDXI2wXfKrVl
ktK6hmw9dt7UhNWtJvWdW8hT74HH71/Idg37FEUut8gG+a7ol+gukJvOs3Up3mudFoGLAKvQdZxJ
adgHfp5NKYC4xfTmhXPtzdMAjl8W+TWson++Rk/CSofKsoo9lB/Ns+HlMiF6nQxfrjdybnTOm5Ln
EOEWmVJ4jKtH0ahKUjanU4EwTvYtrOKnCdjJLo5jSWhMxF46FM+RJr0v5GWfoLODvILpR314ULW0
cJWiui+nhjJDRQ7++qednTjiy3g2OxZvbg7RVXSBGMNQ2jU+HIk69cdFaRpvqTTHVdVE2Q1KyA4A
z+Bj1vZWsCsakictr8bEwDjK7ke58PMxH3f9YIyYEczImsR9+XcmGRYgESLidZAaTs+2cFjUUe7H
wrebydhjzhXt0Po0Nobywo6GTQzBgGMUjuf6UZ9qYMUxrGdHt73iaznzqi3Bx+vzdakRzI7IzqEL
QtC7OjZkCcVpeZLQ+lfs2lt61RLIDWXjULy0KshLkAQHqstjYTU3ptaEVlDh3JQTXBwCW08/R8Fo
eDNatg9JMpq3Y9hRZW3AyvyNUcQOxhAcLAJRa3WnD1gG9oht5n5ErfujnsmFJ1G1vbk+jBcuGV6r
Io9KQoks+ypEXMCGwFaNcx9UmnlXZKiEcypGXhkC529CPfp6vb0LA8qEkXyhQVGYEdP6y8Wuws6r
VTNB8H9oJd/QIFQ0Q6ihJmn3btcXvacOFvcM5kUb4yneP6sLQCfc5ugRMH56e9qyg/HlMJZIqC5z
3nhGq2m7pV8aT0ub5L3JpO5Dq2i8sI1rt6wq5Y3Md3b5SfOrrdeziCqpb9H+r3WoDyUV9clspo3o
5cJ0Cj4nsHlmDam6VSvpFKhV0CIXLAn0Gqgt5SYh0QTIQu0PhtZ0GwfK+aByWHKgYHdHvISa6umg
LtJEVF2iolryM69Iys8jp8IX3OHMndOb3IFlpD9JkVXu8mnTGvl8MaF8xd7UoACT0lm71Y7AQobS
pMKf1OkTZzS8FeBxT3WP729WAU1hkcmPFu6R1xfxz8Lh6VqigkxKj8iFmwxC1Wm3Fa0GWRsGOHjV
cdc+pHkDtLekqi/dTVmt/VCZXl4gjVS3LxNAuQeeAUYLGj6Qy30eTs4nIFX2rrcmjg34h+aXpsV5
1yPHJX0dE8DurjLPE7DQxG4AUvcdWVALdOY7GdBjvKv6nmeLGgZA6VGXhW2l2kn7sQAwddTSsPyj
D614BCVfVZUbwop94p3jqbVk2l+00AaSSiEx+iO18+bH9aERu2g9MrxoweXy3kOnaZWFGLt8SoIh
qXzLkeQvLTe228VNuRFHnMeqCmhJHlPIQZINWJtmFcMCH6PuSl8iwRGE070yOrYLQelVIBxctUXB
/nq/zhOM6EGKJwntCRbFmv1Sy4Aj7CYufJxm+6MJB+p2lktIpJoZ3joA690gHYv9lCPg6gJRS54Q
idoK0s77LT6C65sgRbxRVqd1PrWAB9oAjIwjovPMGerbvl7sIwTMBd08K1TuAL4s39/eeS5AFjrE
S14ja/0gExhQuBh67nfYlKJyUcqPXP2Sp1tN4k1j1z3GUWL/AZa9da2yLeCUJ4t//SPOjxoYWLzJ
UBbiJqbKcbrnHClqcjkCHyQVWvWaoZFzDOMOhuVYJ7s+jNLEJZef3CVRN0J/Sq2N9i+tgJMPWMUC
ZUskAzIEjxhtKl/qbkleJt1IAeqNkpcYRnUXgvg8SKmW7Qa9BMRLcX1jGZ5vr9NBWG2voJtlC9IM
Ho8AAsOusN8Z+tJu3NGXGkEDy/yZ3eN/V4d615LeHlRZrDItekZuBGYMmKyNyONyK5jT/JxRFtbp
fEZhOvZVQ3xjBQhEdEquPjfBvKVeeJ4UgrgHDwblMRIwQobstBltcNpGt4GPoYNRubk+Ru+ndu48
qgjSQ2cg51z30/BcBDzniyJbCO2m9Ietw8ZZJsl8LCojvQnnPvX0tEveHBScftxqDHozKgEOtUyn
XS6+iu7KCy4uvXd954hL//RMphV0t0QVm7zG2p0iikZN2FLnfqFX2QdNq4t7AH3xPtGjt+agxWBj
pGQhGEAebp26D6omTHs9y/15iRW8GwoNUoITQZRo/uisYusNcB7tnDa3etNLKrcalwvNyVkAoFsz
PbMJgyPc2uToBEgTXh/Ii+1R4dFRVCaCXNMS2y4E6Tlg8yEPQfgh10rFl9rI9KLa6shKoyvwd9oD
MkKtlwTuWrRgDHJsoGfaC4peuofNY+3TWQeDZrezr4IgeXt7GKVTQ9aIqiiirU6XomiRz50pLUVx
sUAR6aO9bZRfF2Vp76wlLw/Xu3cmDgipVuOFiHIBFBKUe8V4//IYkEKBrS2l1OeuG0BFpn92QDHD
rkPSvXiS5BgG30LwGqf3CFZCo8fFKgeBqKT4y4f3JbU+L+0TJG0KLyurg4Y5KKGYF2VytDH14phY
7SHSyiwcB+gJxYdVYI0w81IMFRVEPbNkV0AANe2JSn21s+fOwbRb2YLIib1/1iI4PO5ddGes9cFl
haGCbaaZ+prcjL5mocRkd3G6k9vkITQL8za0FpnUCTqs16flwsFMyY/im0mEITwuT2dlCMsFqOmE
jwDAPw+18tprS+hw11s5Izoz+TodE2LwUKb4P6fNSJaM0GEQoa6fFvYuo6B1sIqofZo6x7oZmyW+
VQNr+YrPp+Y5Si8/ysPkHI2sSb1KH+zHOGuMjZ5fOCh1S+bwEglJso2r9dg6TRHkS5JiRGnIR63o
iHDkWPG0DLfr692/2BQnCfgPAbdcL/06Q04Q4b/UTzuQ7Ih/8/ANu/zYpc6n6y1dmE7OK8qpBK8i
9bO6AHO1BiDf2glvlSD3SrQnDl1qJxtDd+FoNBQ0TpAyxDyGotLpbLZw1Oa8KhM/H1g59qA47/tk
kL0+CBa/qIfo9XqvLowfiEsaZDeygOTVUUVdfeA9iCubEyr6LQWQ6WDFzXwLpXELf3ixKXpG3UOm
jrOO/HsJIkWsdgjP58PCLRM18OQ09WgiRrRxf/5cYatNj5Y5Ynxg99CbOJusVin7fgAojk7I+OrU
mNSDTC99oxoar0nz9qaRG/lmKeboYNam/rBA7z1qFBDvNDsKXqJYR+WBjNh3DaR67UqTAVQqHLwC
GoUnDznMP3x3XA3vgTszzczdDJj6KV3UwDOCydm1mEa/FRYBitRCRZwnM9V2RDtOl0Yvm2ndLvRp
otjhmQMyQrPRpxsb6vyAJueIvysgEF3FQWy1zGFBQfscqtgv62U4lEZl7gfD7v1JT0rfxN/2UJNo
O7x1FXIpcDuLXgl95VUAos0R4jMZAuZkW9JDjPb4vi7B61jWsLHeL7w+ePUQxv2nvo9U4+koTlIS
yZGlRT4AW8mHxqUfFK1Tb+GaQuSO1Bgobt09GSMVhHF01J2J56t3vbvnR4kQg+LYRimPu20NPRl4
2tXgkWK/AXJ0MMqs2xuTsaWlf+a4yJbGp5rkLicKEuJr9WX0dsFLOE7kZ2DjCAFCSdk3Cf5a0hJM
FGvxjULsqruv8rI4RkETPs1O8UcYVMb9Mg6IA7OI77R5qf3r3T9DRIsPY5pJPRjCRmEt/alQexGi
d2IOpOAIoH+CCh22uFjBXZyLYnos1AEWajLkXqYu1s1SlYa7NPGyB7r/ZiCQ+BpAH1yenO28bU5X
hGFOo16XZuSHrWl8gSIpH8Dvq140pcaGauF5LMKs0xz5aOK1sy1stFzPWmekPsSAnIxpW7kJ/Ex3
DssadpmuuV2IOgsJkK1U26V1z9tFRRIPXVKL3OZpL1VUhIdZq1NfxZ5mP01q4nKA6uRdhvEGJeB7
fZYeAiPI3bmaYRFHWvP++rSfn//owBOHkeI0OJrXOVVr7OG6qmFKFF6XcEEQ5tbKGe4XxIaNDXbh
EFO5aIAmIghC+mz1HtTiJDLnn7eaqra3UmTat/lQCHqnne5bA/GTvivfjEUB48mOBk2KxjrR5mod
WWZRzQmEM39WNQn7baVBI4JS5fVRvPAQF2Zs5EzJEwv45bpvRW0XCAsmPhff4zIl9tOc2/IRPk24
q5QU0k9SdaOHywuBvCzFRxMFXw9ikqCqhjWFT1u6p3Rwp1RK9fH6x12aYguAm9BdQmB+zeCItDAz
bRim/pLNj6mt1/eJLUzd0Xh9o8Q4p4bKXSFK0KBD5bW8j54qXWVmWF9qNTRF18xz24VY1G5pVp3H
Y7RDhQXzjp8g19WlSzAmLZg/Eopps4LOlxm6etz+SFT5iXPrrQ5uP3tFYhIxc52bYV1b6RpVjrDm
SX1ekAGAcp2YOa7hLSGgfoisMPOGPnsrX0k0ClBBGMzgJgi/5/RkSDLg/uPkEHIWZXyoKhMla4fo
Vhu0rbrpz7r0aVwm2iLMBIghkK+r2xfesRKNMuZDi6S8F9z2uOkeCUDvA7Rvhsi6SQyEeXHSSgLF
1QbrnVxjLF+2jzCUvSIk6z42j/iCfrCq4eb62r10KyHMImTDcEYC+7raWJaVSjPBXoKBV9TtkPmy
dkjTKa6lxKNn5qlxGJMGoq+hlke6iPMA5ra+hSoKcJpwK4dw4V3HUPGMAu1EsEwh4HRa6paYKG3Y
S8kwV/sYSbu7KW++Zn2FHU87vhsTQ/ZAg1MYALa6S5GquM0Go9lrddceopTC2PUBEg2ezZ0QyRT1
aEFWOf2gAtyHrI4cPEll6UfgHg5iMTKiAoWsHqtco3ocOeanUo2GGwQR/kbQxKSQOEA5TheootPm
B8sqI5RweKmMFY95BdJUCZBrIza52EloMeCOiZjIp5y2EpQF0a+EuxOHr7qLyHh+lIW4MNlow83Y
9rvZHmQ3GfX8EQ0nbWOMf/bibJB5ZlJZFcYp69N9QkJHckpcmOpM4fESvfTIS0APPY5oYVRIXtSo
tBhMsNk7T1rBCeTUyRM5wddmrPxFCQ6VbHldq7i5AtQiTm9VO7vt9PSuBZMC0edbl1b3VjjcA1zc
1XL6Ilfjn8Zc3RcqhS413kNVew3L6XmWw0el0HZgZCAWwigwsTyenHS3OCrE1vRTXpffRNRqNfWB
x/EtkN0DT7kHzWZ/zN0xlQJfHpFbApCDaxAvJPuYYkI5asZNYg67Kg7uptC5RUzsYez6Q5+rx1xS
niszP8pz+E1Kx7to1PdSHz2pKdJENMYhmHnc3Tv0gD53knYz2IYfTMUxUPrUtcf6KLX134hb4IKQ
O+Q/sOJX697S+rAeRzZiBP9+F2uTfMgRhOAzHGfjdXLhYUAlVKDVSOMJkeTT1TfFztI78JHF8Wj7
kYOFZthnWyD/y60IZiopBiKJVShYp04CCg2ftCJ06tuRleSaklr+jRsan0kiTsEkAAp32pd60jI1
wxDH13tl8cJATjwpn7bkni9EHGxE3CuQFCWmXFNTq8lIs4Iirg9OSgdphAODnRbBAYGcH9ePvwuR
AC1Roaekg7fcGl9nDI0eJZCL/dm0l/tBSqEQp6V91Mo08ZK0KjfeChdmifhO46kKjAzl21XkkZPq
63qVnmVk4e9gVSaPs4k59fVeXW6Fc5JstajMrs47kgh9LhNF+nmPhkSWG+Y+HLhz/0YrJpKP/wn8
12vBIkodkbZixeE+emfGzuDx3ss3sj4X1wJ5R7heIHAgg52uOG5sJJaiPvH7RAkPOFzN3hgW1d6A
B76/3qGfyarVOQ3YDCMBCjQIja+JO8Mgo+nfQemAtRzCKarjvEYEJ27Hm0apoqdeUHv3sWqlOO2Y
UYe2AUni8bbRcxut5ChY7qDl67XLPkGMh5s1/dREav2aLs53I1iWvTR1xscpNutsn1oSYL1idrIH
ZQbg4NaoDum36P2ohsuf6BAxGnvJjZRxGP1pNhNifUuZUYfhZffNAo16SGMH6pkc6k5xy46vlZdA
bRx9Pwz58Nls4qTfZU0+dn5tDL3lxpCtRrSpBvxMS/DFu6Ap1S8y7/bE7fHzOebKoFLO1IxvAFLQ
OkKzrPQKq8yfGgiYagFBftcie7UgVaIZz6MNHAPgoZr9UXWOKr5vnlAbXPjUzjFQlGjt3PycVbL8
rjNLSFl2hypGVCvtv5ErQEMLYZjK8biz089smSO/ia6DkRn6XpMzo3eRT0y6naMO5hctTbR3mIh0
BiioEfZ/MZgo7dWphaDqbJnlSwP686bPlSrx2qVX7hmzfrltqiT8UKd2fZxJ9z7nZtTs+xlpMqtc
1Id6VPqDbMz5jRNbsbwLY3Vy3KZSyGYi4LN80trJprgQSFHuXV9uF96zonhFroSiPSmd1cqW0FCs
S9mI/dwgNVw59o9ea0PXbpJnuan627K1twzTLx0MBN6YkgqEI2W6083URFrBu5KcutXlkje1EGrR
yYo2cpqXDlV2ESxkkn5cSKtDrg87xpPqsT/y1iOWUY3BXypjOqgoozwso1Ifro/kpTOCFCoUZP5B
OLl+gOB+NbYG3dI6smF2yvLTSxIyY25/uN7SpTlDRxwiPElooXx9OoDFkC8kq6bYj82kO0ihZr+T
sB87WPk8+jUvvX9n5hJsnEuXxhMyDLAacsCEr6u3XNarWEdUoJ2LcVJvWZ/DUcun0i+T6Rv1NXkj
Wr4wmiSJDTAt3FGgkFdPpibocaYwW17h6GLunNQovaqKv2Mrom507NLrjKaEBjwXFaU8sV5/qXHa
6tK0acmD37Sb/DXIuEyEWJdXA6XZxXptuQowAORxksgbg9C8a9Sq3YcLwWc4yFtslAuTe/I1YmB+
/Zo8qS05oJYxTeNuKMsO0xE994YwBQmcSvnR0Tnuri+oi4ONxTpJY0DBBIinbXYd5yTCrIkPX9vZ
60ZUeX01G4fFKrWN8+bCMtKpXNvEhqSYOHVOm+LYD21uN0JedFpvgKHL6AUlBTJYeruXW3L017t2
gSxCoeaXBldhyGgn/aQCEPatBZxemExAj0KdLGET1J5RtMOOGqd0LJOiOKjVqO26zHL20OY2gi6x
KVfXOglzABeklMiv2atNO6JcgG0TDx1B7sCAvatIShd/qNkk7xPHyvddq9e+jKTejVr1W9vpp0jy
unky9YiTUDeFHLSKmYE9TUViqZwZcpFSdCpRHbV3Y1rfd2b/Y0G0Sp/jA1L4H4MxOYJHuSeA27Ec
PKmrvkxK+dlSg2Nm5k/o5+0mhD7V3pk3Nv2FmwEDD8AN4GNBbq5ZmAPUqLAWFaIRFb1dkxTOPu3L
cWO1X2jFMXAFY7sDVrtgtYd6WSGF1Ehme3T7Xi3xBE6Vjb5cWHiCZ8zxjEy2I8D2pysdRSk468hw
HRoJCPVYIy5mpl16ky9TcKQebN1jQly9K9FY3stNZOxVs5H9HE286zvgfMeJQiWPPouzkcrIanOP
Qd/OVlCT9IvU8j412vKmljTV50lYfq1rzdrIdm21J37+ywEm92rYyGA8DugCz56egORCkzncI2Jt
kAZo6g2m+08H89Oljdg52SxSK+SzLHN1pKgOi4aCin6AFRW9q9AdNdAoSCFBB3anWe4C0LZ/bKuh
egWnEZPLbo3yNcZevnO1MujR5lGsIkGKcm4GArJCu+vw+5u9BUxl61WhOdr7aEhAkixzayGnpxm5
7A5poLwLKraLm7VCSdvJykS9t5u5rkmw9glS+n0jtx46WtrX3jFw3Wlz7ClcGSzyd6dIx68QnJGt
tvAQcBXwFKXb6EmDPjFGWscm0tX6gDomKfdCHu1sp6c8e11FkpYDYt7yO7xnZNkFztzZt3YRpPlN
YJS1g/abIt8PcZf1XmhKOa8UhFZdJdONyjPR/h52Rh2WmYcZM46CVT6ZqTeRnXrBDAX/+XmOP6WG
1FZ7OQimbGcFkvx5Dgb9BaHSunKrYpqyO0pmk+1Ryh+toVUOmWbKuWc6C1peypBPD3x9cj80eaPv
EC5NA5TrZG0LbXuhZEHIKjCnOAE7YJVWp7sqZQm4PMtBwUA9plqvSa6kN06C0KaW7PR5bhCDnGe8
fnSsiNvUcvkulEv7OH5CRGy4jR3k7byi7WtEH7bQaD8T3KulCdiCupgF2VVkX073QjJhiRvXtnNo
rXZ261DegW4sXa0wUFSzlB1x8Dv4jToFs1ECjZe6RtXTAx38wjtzBrEctHeVVbxnZe7ffCxAaqaa
hLyGeG6uoh6rqmcFZxQgPWjPjYtmzW4jyS9FXOqfFInte725s+uPWJUkl4I1AwJcUFlORyLs6iSK
6gV74LAYd6woe7dEyfBg6yQCpyQEOxG0yLQqX6Zq2TJXPYupRON0kToLdesz1Nwy5ZqQTYx9OP2R
m2vhszkWH5UUJcuqr/409OH5em8vNkjZl1DZoEq+1lzC88Sux2rgIhvQ883QjHtvzlBXnJk8q14b
6Bba3ZsTLoD6KQ4Km3aBDFynkQoJblw00Eu5N4lgRjQki2DeWtNnx7tohRiGu0QDgLZOJDrpBG8g
pGt1qFTH0MAMapGyaB+12OqMQbolqiauyZMtJNojUUXSmiS9sia9FhMlyyzCG3s0rMe6hPVLUsl+
CEzkSSn8WrtBrQxRttiq2pyFCauGV0dLjQLm1Fs8eJI8lt0cEcxDMLRbyN8Lw8nNTNgNdh/w1xpj
N5l6O6jxDGChLHpfWlLr0C1TvDfleXpIjU3m33lYAlkZu2eRcRa4hDUMTApDSU2CGrvnSlVvMGvR
3lXhpN1WISu1tePq2M09xp+DEdwpoVV6eJtGbuIk0uv1PXJhfDHW0Il7YWxQ115FpLjB1VJUhBEB
8fytMLTwMcbj7Hi9kTOfcNw/T1pZBQeIFhmNZMMYDvDVwbfCSXaq1P4gSwM7h+vDpQ5zdHAqSEIK
EqT4vLmc0b6nook/QbKLOrvZU0vT0fGU94EpKFRztJ9jKg4xN/okyy9jmzx3OUUTAI9uXKNvDPzh
jqSKuW+7bkvL8NKKAXogaokgPdiDpydp3VeYbatp5LctPh8jT5h9asofgKUNHg4qW6S88+exGEEs
0mCtCV/qdT18snIpWTor9KOh/m7Fmeols649Y4swenlgvDO0Od2DGYvuOYA7MkdBdphNeFYD+vre
9em8cK5yjwJdBwnBEWesciyFZnclTP/QdyqURCVtRJ1WbpddoI6kP9BYP9jZspUguHACiQoAmgMC
vAa75nTAeTGGudKxUOO2eynCRH1F3zF/r4AReFUiHZ39nuQw1nFWsLV6L/SXpkm5sE+pEBmr1Uvy
Z1HmOI780SrvQmWJ3DQIalA8GXVsixRih2VDkU2fJ6vnnApeMss6amb9jXzG99og6BprhFjz4U8z
SinnZoR70vCVqsdNiPW51zb9AxSKBMGn+qtllC1K7EW3xyNxd33iLmx2CMC8fgXOUNQ/T8ew77Gk
nB3GcCqQiXSszkLbH6GGv9EKj0fmCVCFtU7Tk+SMkUQOQn/kGemxolX4hbO98X68OClg3igJQaBg
W6z6kqYpBUTUjwDDLDvkCGQvSjPlmJt0rVvES4IM2sZSuDiA8DaEygT4l3VlLZXj3BksLfRb3flW
d4qyN8I434gJz7MEBNLscvAvJIVFrfC0a2UT6IkN5AClh6R60mvM7lplkfdhEfXYn2uZRzYl3QP/
kz4gR97t6iaT92A34/eA08bdOEw6GW/deBoWfGqoBirEsI213GEwgeB6KuxMpGxTpO7i6IBmQLCA
LDbp19PvTpI4DjpJZkp6B/FmFYkjc4j+/Buri7yryJOLk3e1GSsMoBq7phHZbDtfS3JjbzZFtXHE
XeoKUTKMC9AzpOJWrWhWl47UtJjoBYGKYraaXS+igut9OX84MdMCKiPEfqBMriNUpKgdPbA6TtJQ
Tj7W46IfM5nqkrnESPCQo/HAh0GdGEE1L9X0go6LBUIAKGUKEv5mnGY8ANIGNEtR1BsZhEsxCkl7
9GSJC9D8Xcd8SFCbeQj7HHOxrP8KmkxzQ4hfOzlf6lvZaBMe0twtkAx0dzYzqIYYjiRJ1W6Nkhjs
VfBJ/QASIBJNFDLXWehlQZoRgwfpMOel8xTG032NY8bNImM0ayRa/lRUY76LnOBPilL5n4GOynu8
DNNLZZTKy/Upu7AwkPMjsqdiIgQnRVzwS14lRIq8ae1SOlTZjKeDGWJEGUCteWsrAj9JtC2kdun3
6rJrSwWGxYLyk5mp6HF3SXOMsnRLUOP8CKUVxlOcoOynNbNQl2czLZQlOAD4U9Ern+ebGGW+nfq/
OTuvHbmNNkzf0F8Aczgl2ZyeKGmUbJ0QsmwzFXPm1e9DAQuoOb3NlU8EHciurmKFL7xBS+ezBr7E
V0ptPjhZlPjefE6GpXXBm0pfAT2byyXEDEFvzbmPQsy/KjVVn2q9qH/QC3KUk2Lk010NLhl7Mrdq
dX/ABvzVjOwZKXIswVRvUlYe4dpWXpHUWD6AExM8wso7C03pj/Fo5N/mCiTcyQVkSxdo1YpPSaJr
PxrdWla/tocFF5kxVb4NUi3moDGcRVBF6gsDy0DcCj2Xhq30owil40Dqa/YpaxcZwWpMkYFPiwT7
JVsHMxh0aubOQWoiqB5Eoylc3xFam4F9kfHzuPTpU1sM0Z/zJJKt4INVQDws0ssziIyeBlb2wzjU
xmd1mot/y14r/8rqGLe4NVbMibakObKd3ZS8QKR/5UbvvqQIHFlBVyoMhWIwftfpas1EYPZUA1mx
ILyvGAz9yJyGE1DlXfpdTC7maMgPpF9jrRq+WOsC8x3yxxe1WuvVa3X2wF2WaNgPaT0uIjW41h+z
oQ7vrLR0AV6aVntewFd/KLA+NkEdaeJJbY00OumAd87JoNOj1oQivyXCmb5ind59kNjmeU2kdB8c
ukd+YhZP+VAIBNWcQSkBDNUUXMop+mSNjfnI7WJ/ktRGPzRZFp0KykVd0JZo+1e0vd1zL7LU8HLk
0ETQOl2t/FXbeY+D2uSmqU9OZLbIaeakCui1YZZTiMidQnje8Te1XMcmGFR1eMnGJF/uWhPvcP9/
ss8Q12k0cCSpncDFrg33g8it8mXEVPSzRKWk8FDfjN7PGAG+xuCvsCFyctDTaoEEvkfCHX92pCU+
TGlRfLl9+rfTfXnfUaOCPE47DHGYN/SBuHXtOcqzKIw7pEGjBIGGocL5ye6sz78/EsidjYGKBgaZ
/eVRJLJotDYuqI4jNvJYd8m//ZA3L4rbpQeh57U5ARDTMAYFvkE0fTlSlcV4NswJI5EahPgHtI9r
HZl+N4g/bs/pLRIeeC3KZCjecHfSnd0NlTu14wg2aFjHHTJN+lp8Ejadfu4G/cxDsgSJ0dHpB2Ac
JPEITzIvjq7Wn/PZfUN+BD9AIQam1bO75KZaB0o3RW5YxNYaytlCGX52Mfwyys/aMjxClG49K3Lw
7Ym672XmUNwY3OqxFf0/sfstE9Nj30e4aViPVqJb/w71Gp+7TK8PXvkr34VCEtxCMlmFK3m3WHNj
rwa2FFHYi268axPnb9kVwwl+dPTbATufZRP+35ghtN52GbMTRwC3dBmFkWlVwViYtPsG2w4oZCso
QUh9xlFn/W0tvm0zsAfAWqKnBV7tct/FEX4pDENp2o6VP8ZeXbxYQx6ff2v9h6WE5UT9iIOL5PPu
MKEZbrhJyVBunijekOaJB2CoQU+yXw9O09U9TlTK/sbqAFD3LvtxzXyY0PJww7GdgMlUUWGfXGF2
p27V3JMEZnE/8fie8AsZg8apy/uGSOLgKd/Wbr/HkdAhx0P7Frfb3dpacRovVCrccM1UbLBcjQZ5
Mjsh/iR6gCZu+wkDxB4ZuPLoq14dmbYKck+b0/C+/GkqRZIJSdm8h9x9Ksu28YykcR7EiLQqvpnx
56XK2pOWm9rBR34b/wGks6GemPTx6OftzrUTI6fSxnBwB1Dup6WuVfob7pHa1LVTudmC83FtdtMe
JTw1tGnScnbDUkRp0GVW9B221xPoOvugIX51PmQhIGYoqrwRqMZrtWhkrrmhkVrNC11DDDjT9Ahs
tK3Km50C9t7kkVEpNW6/4peo2QQx4RJwMEqJlNPY6l2oq7N8VuqsfS6pvB7cNduttR9P23TLQeZQ
m3vDQm+zZAZl5IaiTJp3WDA7Xlz39amqMOYw1hFXxV4vPL3TE5zEMCu4/QRdCay3Oh15AntFM/co
A3yrZKIUDB/p9nRvJ7P7XsvwIxw0ZFnod0EGw1Xo6+1Br52JXwbdS0xNtRqBdGPQjq7kj86Kskfd
LtIQHl7xYXGNFk5zawTCtj7dHvjqbKmEgsuEGkRWfvlxe2teW3BJfFz6Z4iGYGzi6FKelb5p/aVP
qo9IcP24PeaVijIlGA2o7tZLIpPYncPBMrMIKSdOiJp8r3AMDkjPk79HwxL+oC9jiFDK2npjaWgh
JknlQ4tmrxeLrgij3uSOXooOTKNYaJ7YX03RNu87s7detBWBgoItEkLWtc4NFr7+SH84pH2v3UuK
a8Ay0VZFDq7kP8U6ty2L+PX27K5u301bAHwl8Jw9It3I5iqpJlbULEWORRd4q8ehcwnkcUr4kUp0
VHP8fx8VG5Mw1Y3aI7mVK/cP1V0eFyw9CGD2/LqkXW2yLZ6XHreFZ9zC5HM6O8NzaxuFv+pl9ayY
Y/Hk9LbrdUjXe03STO8FeVxQqrkSWLkt74thds4T0mLeMozRSRawqHHhMv1RAVHZr870qIlV8SYk
t7Dkbc+obKEjuRbWcyrV+IS+hfLZdMbZ6+rODlxE/k5KjPWWgkuiN/NbfGvV1EckBlFNU3Vay3O6
0uE+DTpNFAOFLxqoRtI3d06xls8Gqv9/qGqc39/+WleuUJQPkfsF9kDhax9EK4NshNKyp8y+GJ9x
3HZPSproB1faleO9Sb3ToULxmn7mbsMnhZlGmtMQUOK5i+HmjNhprWZB3HaUipZcBvipFWHFYxLe
nt+1WHbDraC+ye1NYrK7vatUHafR5LUFk1vc14nejI8Q1bXBd6xZwVk2r5dv0szU+zrmQGgJft2e
nO0TTLB58cF9GH+WaTt87GtcEHwkn5QnR0mqEpXpDptkO1XT+2S18RS//cuvnCN+OEwm7iWi8H2j
Il9yR0ixrVmJ65iIZe/b2lwDz26qYNWMIcCsB7k5YshQuMMRiPDaKdJB9PLebVW+PRY1BusxLzit
h0jhiGDRIsPr606eTTU6uIKvbUEAW5SKuIAA8+qXV3DaOTYyeEwUK684TB009OLNqP32cr6lrFEJ
JXjfAiAT6PDPJtUvz/icFmnRrS0RXjtNmA52mP154G0R4JsJ1ST+xtn4sWvb+EPnmuvDFMnNP1PI
lPYH2E5yoGrpc6+f3fTj7d/2E/m6e/K3ghnYKipKFJa2V+qX31a5tsgiW7rh1FtBI9xvcwbSUBmK
Uxmb57rKH8dKvrgRNZLYeC0m5a98XJ/rpXiI2/rD0EynqU59Uyk/jhTG6173c3s+C7U6aUgZCxda
fcyGGfQxgMPTehrSMgfre+Uhpei3wQYga1KP2yUQqbSGHIoDVldWBdJ1AJ9S1IPhd4b5pLp9j3sT
wNCDddu2xn7daOyDVyBXJpDf3StyUfJhXS0nXOyh+xSlmfnOBTZRUvSec6bb9K5H9t7+BXFd+wPE
9YSF5uB+Fy0lKa8Z0+XdAtn8RwS2sQ2MeX7OqM4XXmKm2Z+aUBG4XFBK/Spzs0+8tkJD1V+iSPsj
jzKseG/P5tqBN+Hywu8kGKG4eLkJ5gEN+6RcnLB3v0tZrI9I3xb3JWbanjOi1NwqueUlTZuf9Bjm
w+3Br/RoN20mE7gOiFoIxdsV/ssWlJEa2TV8kjCjH4w1Y/OoRt2dyNpPSuzQ+lbLUAzyY+mqr4kl
/jWgymhpdyTFe3UX2bSOyI9+Pt+Xv0JFDjnOAaOFa+y+qFOy1e9X3ssyjU9u1ODJHv1ze+LXbh/Q
9qRDWxQInOlyxGmQaD2RF4e1OqFBVDh46yZcQbdH+Ymc2e9Ubjg8GKAXw2Ten/BUQcll4Hnr4+Ub
pF0nLAu8OnUA4oGWF6lX5zTDaxoq93NetmcQx4OPG7z52YlmyKupbdxZatzcrevWuE3L6UwrO3la
UGx8RIxQD2VN+Xa2EvmCqvvvNyw3UfUNE7SBTPAWulylbtVF2dW6Ezajlj/S4tNCRZs6L4m19s5d
M/EcCzEfHIirn4YYGcYzDDMQLpeDUg9fUWZZnZDKTEYFs7EAWzbmQYRw7dhRqIQtRbuSLE+7HMVa
27rVo8kJpepUmLNpFmXRyQ2btco+m2baPaVr6j4W5eh8bGUjD4a/Vg2hCLIJzKBMsJGHL8eP2rFx
pWD8fMmQWiEcI5bM0/sKZITfR4n70Za4iuIet3qKnVM9twbt4EdcXekN9gWSj9dx3/wUdQr0aqT6
4SSG6i2RbZx7JDeC24fg9iiusjtqJnjFmcq5Ewq97Z6GrkQxwBX9f5kLeDkVgBmwfWe3nlRtFgos
eC426oDVwKDaQewg4vIf5gKWBb0jQlqgbJdfTZq5XhjDyN5Mk5gL2fpYooZ4cClf25qA8OALwnPa
NNAvB9EcTOs6ldtwTkrtnXTW9AXbWcMTi5OddWmjGTJ3CD80lXZyQZsdzPFankqvi1+Agh/c0j3L
P7L1vDJQW+ZoJDY6U1m7wvPOB8wNGsf51ltu9gdW93PlYaqkrF6qmCKnnRs3xgMZZ+56WPfUMS47
ZfTvMFJz81xRjU4A0Mim11GaKI+qC/PAkllFba91YfpinCxHP2/s+h02jEXs6wN/eiJvtk6K7Rav
XJ/xq+7K7tvtj3otTSHWpm9MDAayf/cGgspI6rGRxDAV9HAg7ibRA68CFM3pnJFTn3p9MP1ZsZeP
t0e+9u5tJGE6itxBMCwuv3SuaY1FQ51XaI2T9y12EEFj5X+obfvRGZzXxF6PQJEW/8f9g/TriLsN
bEgHgIvCO4SWckAb5Ye0tfUM88tfp1UcnMlrwTfeG2DAkPWF17Yn7DXtkA75wCsrJ1H+UbTV3Hg1
ut6npkOrIiHyeFo71GfLRXxJrN59mFCnDGbdwZLcGf4GXf/bBoGQy3nWN3YfSAnwxJcr3rrCGQRN
kDBG9e1clsb48P+RdVz5rhej7E7wOiZtHG8X64IowR1q4kaIKqBFV7Hr3ufxkr4Tyn/Ip9Bgwwt5
K2qRduuXM2PvTsLdrlm9WicSgXXxra24cXvHvhXwYgHR0dk0bn7ifHYbyMKXUK2AKlJc0sYPJt7V
xCtFE8yJmpy6WHW+tFmPz3QXtUFnLPpDpZfGd/qP4zvVjORDkgvhrwOwi9s/7MqlSSKwoULJnjGr
3UVaqMUa/VihUJOsVutxSXab5ySZ0oAVd5EXNM90oYajqX91lHb8fHv0tyIy7uZBzZogkQAjf29Z
UZCIrDQzsAhHIaz13SyenpPIHGs/hb+BRB/+hkHudPGr2mzaKRupP/FSIezHtW9MnB7BDGO7TIIS
CLrGJ8yYZBJmVSq3s8Dp8nJHGgc/+8rNB5mW3HgjhQKM3N0/9qyZIpu2ipOrTc/LMBQPjWiGL65M
kBcZ0UuxKXyFShdZB9ybK0EB7Qh6xVDVgYzse6u5olI4GxBFoHY0/K1m8+Bn4+ocsO+vjPITAslJ
tzflW/PyTLiZzEZrdexQXfBq9Vyn1jvPNOrCu/3535536KYALTeeHrfcvpysSLvVq260w6hzZaCI
PHlNsjbzTWO272bSHq9wo/z1twfdmi2gi4DCbKCYy8mxHes6V7EuMSKta7zVcZf3lat+jSytfarq
tfzR2rN1EBxcudIpG0LC3AoW6Irt2zx4GqXUnxI7RDw7fqDg2r0uJrUFJ1Z1tFWplzZqHb20LpiT
ebbcF+RD6rCyaGJ2Dt1rw65/P2GgTMbRp5a5QV33mKBkcKLY6XQrlG4kz3reDHc43Dan28v99uVk
FHiu6PGB64Jmd7nctTSSFO8yK8TxTp5b4okAJZEARb2ZJKU6EpE9Gm63dTvd7Xp2lRXCArL8Tqnb
kzuC4FXsIQq0dPz9KJ3jT7JHRw37aPbU5fRSKVqxisUKZ71u7+aeHqysxXSwfd5eOIyyBejc0Zg9
7rtMbWfpWDp0VmhFWh7oUTd/GPVYB4InGA9L5CcbxIG/pvMRuXBbr8vAh0IjWGxefYrCNLwv5yfj
2i3kUlshCGjhL7JDDs+QzX2a2+NRK+LtUEwPOAcLCnFoX9msJfI4BJBmmFaTdg8jL7pX5rzJDi6d
KzPaBICwyaB7T0y3C2WoGRQxpCszlImIH/M0084jMKKwauzq4La+MhSsWho1G5IRFtbucTWGBLGJ
MoHXnYoK6by18XEecYO6Wo9KQVeH2oTtNq8y4Fm775R0Sdq1k2uEpZlWoZiQwI0nbbpT4REebMYr
tzaeYJaC68UGCNjDsWmkYcu9GkaICzY82zxC/DGJzRdlTfOvaqsqd5Ts1oOvdqUzwTJyCgwY1ZCg
9pR5RSVpwp1aR8eWJLiZkLabayeIpG08jDJv0cEcjdcp1n5krp5+zHVghHjBpOG8uu5dkpvqw4qW
SGBJow9jJ5dh3bWK1yNm9GRH05fbt96VNfpZJCNexj0OobPLY0NGEpEErvQaCsPhsuNuCH0DJNq5
LaLkfHuwK3ceeSftZ9Zmw0lve+OXYiQ9OtdB/skIcUXXHwk9zDuxiBGdQwxQFlFMv436J8wC3kO2
izQnCMvL8SZZTxxhELnRCmyzVWE5F06RHszqyo7+yVbC0HmTpdgfHjsbs6aWKaNYi/FquXI5xXLt
kfvnOr+9gNsP3l1yJLIQ1GkeAQHfw1RxJJelntlUBZdWfRe5XYwoQXoUal8B+yOexS2OCDfNbFra
l+vWFPZsItmqhZgViwfhOtFrl8c1XSl0THIvNUR1cpp6vsd9bP6nqNolLGdjvm/Rh3hHi8Z8dC3a
oWbaVCuiO1KiT6HmeK+kiTfYydr5gCKt96ZMlvB3F4jmMOXMrebL4bN3F1mvN1Vv1Y4W5iZFdllH
Pxynjf/LIJuUC2Kg6KLue2hqsxYDIspaiJ/3CESu6r5ZcVN+uj2Vt4cFm2TSPLSlKBLRd7/8CEYR
5xliBJSWUdjz6MMk/tr3pAnAKFCJTo+c/66kOJcDapcDigmSdzZbNmIXon9YZFtRu0yKf6YqTx+S
pwSunzqMPumZjdTLQCaWzkmILNT0Z4HTFWxw233tuqo52Sk1TnLI8q6rEdi7vS5vjxs/k7baVj6m
obJv+Onp2gDas+1wSfPGbwYCwXpSBg8sgH7woa/QDRgL7QCKuNxXPCWXS4JvkQuGC/vtNEYKEepZ
G6hVpfqiyeYwKmsq5ch33yt11QUoNS3BmBvCt8qmPLhj3h58fgjmBlsll4RuT+0zXDI0GB92iCPZ
eJ4itOX1xT0qHl0pWjMMTALaARBm3mCU4nKVXUT7mq5DDN0fstI5jpLBa5yG7MqsUX9ZkGyUuJA9
1qChUYhU1YPve22qm6vm1m8ER7fHZVVZQtpDzz9MYtvAczWpfF0ZjN++SQn0N5Ax8AVSi32LUakd
tdoMmcK0n+wgWqblnJV2ebq9V7cQ7fK+ZhRIvEgIbYIf+/2jDO0Mi0bbKG02IEBHnc/qav8zJTZJ
t6bCeJry4kEjBjgIfa4dkk3mfCvxbto92w/75aVFUraPZGOwiGttP/adGZ26SGIVrpZHQ127p7id
CL2BmCJOskss8FTQRb3wvaZhLoMxo6OlqmmGq3LPo24av5/I/EzRaBGBoN0IOJdTU1G67sQ82aGl
LdW9NqTSk2PiHIQOV2fF/b6d+u0C3s1qVJcNuD9TWShtx6drUpOGp+U5LabP+tzI97c3yk+K2Jud
sjXiKNUQPu4PeErdLwEfyMkD1HSqymb2I3fQwCAvUajFeny/6iMtJCoRgFfT+UHDGxLSRy3PxYwe
L4FiH6hKb9wrmY5qRDHKoBfp3zARtWc6eSqQX7M6q71aP/T5+OcqoVe4KtiEMSqGd2Vp6ydID7GH
FkgcqEixB70KDiXOohKk/5rc3Z7wtfWlikZwtlF9lH1fWm8GvV5WKiqilVooZR6FlB0YD04A7Udd
PcKUbh9sv8Bca5u3Jn0ApP4vt01OA1CJEscKl74q0dkfXN9mHYMETw0/jvXa66DHnNHctc4T8VcI
8wRjgKlN3qXG5JybYdQ9Ea9LaK4Y6sjBmPxFgUkydoXqoaU/Pg+Y/jzFvI/0TZzuwY2c+exY4xQM
6wb2nOLl3l7d1gcCplSei5rwuW4j/JFx9tA7VGutyvEYxbGqGdutzLzTFj17rGa0Bf5Xq20fp21r
h3kBgbIWa/cgM969lSbj19sf59q19eta7TZ/rTYJe4wGUedqjdf2hf7F7E31XRNlut+gSH+HvJzp
u4Cm/NsjX7n8wXMhJOeS8lJE2LbNL/fWHFeu0dkp1/JoNk/DjLa6KrvufHuUK7cj6DiedPRMtzty
F1qBkp1zC3ZzOMoe20dp1udUr55mc+4OrpG36RV2XL+MtNt1RaEjdS5jrpE4Nn1dKycsMQBpixXI
kS2wzG0V0f6XRYQ7QQy8Bal7ZxMBn6NvuoxXxyznu9KtBT2D7AjPfG0RqcbTHtsaQOa+UJg0SVwb
NYXCvB1QqFFEiV7apD30wjzCzF0dittiA9CA5d0bHSeiTWNTlTbBZt4Ejat9hO2bnbsKlMLtnXGl
/UHK88tQ2wb9ZQNWhRzA7FpWKCzTfnbtpA67qMqfDDhY4exG9TdRyX8zZ+49a2ySh9Qh1hvK1vYa
qbSPQ2n9kAD+D2Ki/8fPov+BTtwV6k4/lm7aFwXnQi8V5c5WMc0MFqfStFNaKZbnwP1CliKdlnd1
sRqtF5lN9+hMRt0FDQ4YZ2upgJ6hc9T8kffKfFQ8vZIyUn3fmpzAg/GS2osGIXDFxx/5REZiIT2R
hHU1P66u/U1113eJAFWlqCQwBsy3JHuvD/N51JLnaUM8D3n6fqnFvaWWXyqz9xddeels4U8rArS3
P+/b64Voj8IdD89mwPKzM/7L1+1oP/ZaZa4hgvrRPSpvg6+gA3iwid6+bdsoZOibzzBJ4tbK+mUU
J1LMATGyNTS7pCEbkM9RHr2oY2f5tgLV83fnxGtEyRoQEryWNxWceohSE6KSFg6a3oSQCSUk1k58
vj3Kz7B7935u6QcMdyIiKg+7SVEkstdOUh53hIhABgzT8uia8Xjq0x7lL/yowkLr6nOM84lXr9V0
xt6uCYiL5WmZ9ekksAw45cWSnYWUxos7ZOuTNVlg33leT5m1ql//Bx1DBQVvYtdeY3qtlPZ0Atdi
eDCmjpCNV6BxbFmq/Zs7xEZt3AWSy9ossZ0bVrhp7P1Y6q7y0NcZg0wx0HaP5t4X+qjdCa1Y3ydu
CejSTSl+FIV5prF/yLt/uzf5ORSpNmY7TK+9Dwf+u/OSZa4VJhu2pWsLVIy02LgzI6PwMrki+OuI
1C82fUJFWv+0YzlCPJe5R2Q/elOrDGELjfVge23f9c13p5gClJy8kwfzcjO7AlSPJFgIuyR6IiQq
P1p53HzsR8SMa0X5x0rt+lxA+Q31FYXK27vu2pqQpdHeQ6cLps7uodamMc+sLLJCUsUlUNN5xawo
PfKHfnte4auhBEq9iGgUVcbLKQ5qNHUUv2m0VbjzmtEwPZWL/GzA0zhlvfv7SCaGwyUOPKZNfraH
KGxUjSFtbSscksg+RbOeBo2GkvbtpbvSyGMYPCsMatFknnvRr6JLdFVMNJjKPB88ZJSkT8n966o1
brDw92/TguRG25oPelyhO+08O8IMkmH+cvuHvF1dLOaRmUQKCYYawq6Xq9tqnWrFctLCeZF/kqxq
vikgQMeudICklf3Bfn0bKzAcnDG+J2V/FNYuh2vM0aCXWmqhsQoxeBSQBm+URfKoWZXx242gy7H2
25M3FdXHnEJgpMxPljX+bWvIaf6H9cNwCLVqTh/mbZcTklWUm60FMnNZ4Kg6g6uc9KWuTnbbk5Pa
y1Fl5NoCmpCvt0UEuG9sIe0vrxeWvMsGGFbD2a57r0Kv7h1hZHnqTHU+3Z7ataEo4CkUSKhp0324
HKpUChQl0PYCnlAqpyEFQqb0DtZrdpQfDHVtF1rbtLhEoEru25/o+kIgxxWCVNMw3ulVXT8g81uf
YmCAj1FdNgfbcNvVl9cmbzFFERgqGzlzj/Hjul7yJK2Y2qpQEpwo651SrF/J+PriFClNEQhYicEs
3aMT8PbSZGiNHgFMXOKPvQ8lgPNU62Kphhjdt3cVDiZeicHNwYJeH4XzDKsQ9b192WftxdKoTqri
5qsafj9QYUL74Mjf7NoOoQdKKojsEOS23Q6ph7ZGvpTPtrkCwPJaVqw7a0xkjKY9mNC1HQIoh5eX
xAnEyu4wI6Wtwixr1FDJOull8WwFbTJoQUzm7/WQiA9SwyvxB/BgFVs1ZLxMJKe2uf9y0DaU3joJ
ZK6l2qfvhYNgkKHEppfjyXAq2ECJp6MnHlhupJ2VRlnvDa1p/La0Oz+a6vJgx76dPz+H3AcZmU3U
bd86iTrSVJraSkglyTotlTOA4ssxdYM2eoJu9f13z/7lcLtnoVQqdeQKwvewc6BAKU0aTryXISzj
T7dHertTifc5+JtiDHHZ/kLrUFIoipKRNr2PO7eJppNUy+bAeubtTqWVyMtDvZUMEmba5dd0uhKJ
3cpdEZvryntC8jgsgX/eU3o7ajH/RMhfXi4g0ZAfQj8WWBAtqMux3LIpYrJNJRyGLtL9SZmjb2up
mXrQTCj/eKPoojyYZLQSleGq/pgBNK3DuK2S4YF/MsWnqtMScSeivB4RJhTth2V29D9HI9Mbf63s
NUjw7HtpkmkoMVBZwQL3Vt+iUlumTveqieGHmY31Z7zCMtWL6mH9mq1RO3l9O0CJTEah0aHIJinf
Jc5EHlCoWaOi/ytYlrwF+jrb1WdFTip8N30yvpndwB08b/2W4Hc/v0U+DxSFusHGXN9dIbg60TO1
RiWcu6K/a+dUIUdNkj9vj3JFNos7d6tn0rGgKLJXP0gITqGioSEfzYK+bzolL2W5tgjooYqQPZn1
IjJ4DqWZBViZNVBMnbF/72aDTs010penVJjTYz5E/bt+zSOYgeCsjhLT7Q673DjsG0peW2MFu6c9
+GKF9CTbWu2pKM9oy1t14tP/cNAcnpx1DubKEKtnCs1R7ppRYtcZRS6Q3k5a5kQdZDL6wAUX+khJ
JPpudm1abOZYvbyvrUgvzrbbEyNkfaODbUi7k9nZyITqTZ1+p1E8undxajJAgojs6nU6zpFQshyI
mRXYq9IjmSlVDwhC3fhGV0VnvacKCPNZ016g+axPqd3Zr4ox40CmNH3ZBZGNY5iHWllS+qhNDidV
Q6zEVyPTnb2sUkbYXaPWPS1ZLf0MvipM4SIvv3dmiblrpwj1z5QA5TmtcFw5L8VC9QaFee3koP1e
ARkBqe5HGXrEXpe0xhxIxxzGJ90tOjIuPUEvJaEdSSWYsvztDfU2gACJQwAGagFEk7GHNk5Knmpz
mS+hPlvl48ZpDfQpKV7aXgBoKdwEMnhXvrPy+Uh49u19ycjgM6ggkji8YVrglkob2KU135rKeNaA
pQa6U44He/HKKGSNOu4qvHw2qhWXdxhBpiGmjCJJP2QTUrIr1gfGbP02QBTTiu3sb+xLAr/draya
jY0wX7+GcdWnjxYYMT+1Cuc/zOXXUXahQ95AFdfbdoVc1AxB0SxV6OrwuW7viLcvDHMB9EGswIKh
IHG5YpOTTwLlK1YsLxuvalPdM/Jy9WNuuIPk8afl4O6iAEgHVpA7Uydv2yUdjWz1sVk0cB3GQHEh
mQv5tSWrah+k0FZuBCGbp25W4vJR5C2s6USf8JmJlaUSXqYLxzr1q9F/r+tkfHIdI4nujGhpPrvU
vRO/rQXctxpSIFpejSs8t10HTPuqUnvpIzizwdio2VEV+cqJYrdtlYTNeAG82+X65TkGUQvV0XBx
cudhmfqYNk63EWsVrfRLpxMnUSxU5JPE/u03aEPVMTAYK4KYPRFLllOGI07Gp4sNJZAZ9HhKyMp/
GWVDDG5gN4dU8XKCMbheO12cJSQRos5qFlMg9OgovXgbJ27EAPK1/4tMuRylVdoCEqMBBWDRky+r
OfZ34BTlXYUAkF+4CM/d3vZXOJZU+GjUbFUM8IL7wHRaLdkO9GLDAuTzo+y1sfLVdP0a6xHC2xxu
b66Jht1FNb/AlnLf4yJf39lgJT3dGcvXtly7e6WKR6zA8G4Qo4L8W1qBaZq05my0DRF4nf1t9Ery
GfpQeXAFvV2v7fbhNqUCAmxh30m2utoelMaYw9ZQp3Bqy/wpWVLrY2TOGsa+g3UQWF8BrWydLTiH
CFOi/GDs7gmCmzFC2WVG88kFwZ2l8UOadNHDrCmfrVnPQkRKIJCgeXgm5yh8tTKG57TWP9/+btd+
Bw2bLejeOvVUNS83SrNEmaXM/QRgtaz/ALYlIQfR/Xtf1XH7rxAUZQAJTEV50ptp+VCqdmvjB2d/
L42pOJKqeHt5ktttWm+EgRsXchcyzzI12Ro/1bzpKeqtPTyZCM0FxSK1334NgAtR0uDV3hDl5u7N
sbME0yjJUOM4xd/GRQxBB3znIN+4trxUr6kHERts3PLd8uKD5VqjJaeQAvcnRHUiX450a5cVwZhZ
Pq29+TDbk+ELbbw3++wvyg1HQLgrKSypIkkVaRWxNaDoy0+sLaY9yiVhW+doKJnsJDwWtfidNPTG
o7ZX0QRw9XAuh8Lvp6V7iDK8HKo07v0iHY2Dm2Lb2JePFr+GihXdHbovpNWXvyavKX2MwhzDIrX0
17qr12AaqviATXhlJ6Hxjpra1vOkWr97RtTGgR7RMYpotAYh/rj72K/WkHmK0LuDGb3pumyUxa3Y
tkmSkrruaznTBCWceLqBzlY0eI26RfpV1vryr6WlCRFz3K6VZyGhPBCy1gNq+fjPaEUxGCe4zxm5
XFPlBsC9eC28IdanL205quIBN8GsRSlBlkSwMFk+VI5Svdoo/Pwtxwp7pxJD3GxU2DI4f1lHydL+
Kd6mRQ2O62lrdwDOvfxSSl0KA90wTGwAm53IOp0/Z6SZfwyljg1fnzgfZGTKb47I43ujmuxnoxa1
h4wzzaMUmevaGNvHtrC1xctyxWVSqn0GfgtCOoFTfvsi22+r7cdSBqVCA9xoAwxc/ti2roUVzUMT
TkZp+8m62kQt03oQ3e2fCUZhLyFiQtEa+ah90z6y200gIGtCQGOwRAdyHJnUlRely7cSIMntOb0B
e27DUd+FWAYGf0PBXU6KYMzpkw3VhHzxDzO2+nBtCE1UVdQPejvLs7OaHZjKRv9gzIlxVhRMTd0i
E+fObP7K2onXVIu7k1vB8+jmwn4sZuXeHcRydM9dWX6NrvKG6UXHm/7/5S+VAOySkWg0rBIrebGX
Jn3SZeJ+0HqrvVdFRXOo16MWI4q2eoWOubxmdrUV/RcgKpmR1Zq/dtX/Ye68lutGuiz9Kn/UPWrg
zUT/fYHjaETKUyXdIKQqCjYBJDJhn36+JNk94lGN2HU3URVSUDwHJs3ObdZey3u7Jf5LrOh/92gY
YPJlRBekYc4MTrsihx70Qh4XVNrp4vOKY93lL8k6/M1mwf3hLvQVkF86T2BE0kYRJuvRoV6H5hZ2
dnWDzNS0G8s2uOmzNryBhrY+FPDqvhCD/oQHZZWgJICKEnhzwODnnVeZcCHfQ+rk2ATiToRdkuae
DQ/LUNvj+wWFsNtM0f/qq+xzX4eQM9fL/ML8n5tbeCTJ2dsxiXRaisiwPJ9+NJwDd4686ThtqJCX
Q6iu5EDqCiaNl9jF//ZWplBlGIsM8Pr5raBAtUodQ7O21fG9qlfvcu3KT6HoX+qD+GlczUuFBAME
V0QEsIE+vxNU4Z3oIzEdZYYOqV2gyhPVtfc+XIf8IGuYWhZY8/bZ3AwfarvdDr73j3sJeAaCYuOZ
Jbjy3vnREuaMtjMl43GLAV14pdAcFvol4/k3Y2pC79gn+2qjk3w2plWwJfRNZiOdrm0NjlJlOyKk
8VoQ/O9/bdP+7lb0ZAWMK/l0KqzPB7VQoPGiLhyBnjRYMj9vrrpulVfL/BIX3vmONEMHJJR9QbIc
MYSzNbkF3jIXOfX2IrLbXW5RZhnjoL4YUM1Ovc1T7xDv1UdAQi+JZP6kG2ZuDZ8UmWaOCspmZy+J
Xps3zP0wHvNyHdEM85w06Ed66pN8SJ1ia0nUFq18rwoTfNvbKRwBno3O0F+vRdJfZC7BLdstOHqe
qJE39LcPMmurF4Kev5sLI8BugDYGamN+/2NtgxJGVoAnPdoziIQQhvrTkPfTAaxw8MK0nxthEBMG
Y40vgYmgjH8W9eLKryPa8vKY6N7erT4O0ThnLx2YD8wfPzqX3CYgL0be1MDd6Mt9/kYkPMFH5J3J
oi91ceiGpP+SASzf6NuunCvq67Ld1XWQ5J/b1R2clFx2VcKp6c0ZNLihty9kvQpY8rz6YDeFe5rn
3NFpIEc6SfqJFvZUdM1Eoxo59gV4KKorqSWi1qL3VpWfdJARFVUQ/b/pKhLNpNd1ANaqGkq1a8I2
/otr2PeBP+qPve/l+b6a1NRSVqUHLmU1YWiUZd+Ngda4FVVQADb1F6s6uGIIxDHJAsg74tYZ3waT
g7Suay+Tk1pO2V1LaxuOqhXBTjILr8SoEAykVpBXu5K2uj4VbIfX2p8Q9fj1pj53ixh2CFPN2W86
O382/0nlz34V9Memm5a97dX9aU5SdJh6p4xeuJexRWdTjPtF+p5gHSBVeDbFcISsQLNFfwTiOuxF
4mZ7aHxroDWUqPvIyvZwfr50uj/wfz2/Ky1qIdqrJkOE33fmRIw9LZ5Au0veUFnAQ0u/qfciHIzw
+LQlrwPZJCNFwbkC65vxaxgOB/vPICrQkt5W+lLKcM2+QMKzzYc1LNdbOdZdcPI7rYqj78Jwmw1Z
WFOYarb+sMCZv16GyVC+W2nUnVKroIv7UEqduWmLtsMhSwq40jzi82VnVd6CjhDBn7unTEuPfSR0
Tlc0HuN4jOa8rCGKcGzY51n/dYo42LId5rj01suhXtY/bV9M1JbC7tI3sparjRQWt/HHDxabGiX5
bUo6zoWALpNfr5yH+umzgU1wzNglEPBxxOJBPt+xrdS2sHpVk+9gOiurom4qxnF7U259LWgq6erU
tQevZQ/Vhb7Quvc0GTNtfdkaaKku7W3q7r1xK8G3kSpNRyHgaVqLKorSTE7juxHo8GvbmeQhUZvS
B9/JQucE4xXjJCavnunmNvINc7t24s2vX++n2BszxGIxUjAeAEAm4PnrFcXo6XocyqNGD5vmpMkf
t73vWfJNtiZWhFZkmfS72io4Jxq65ob9tPRJs+sXmscOXew7ZKqz7tFl/F9/Lv87v8eyNGveteo/
/4Of/+z6FeBtoc9+/M+b8s+hU913/R/ma//9sedf+s/X0/2gx+H+Xzdfe/Wv49j+9VWXXXv+nWeX
4E5PT7L/qr8+++HQAjRc3473w/runphUP9yOZzaf/J/+8l/3D1f5sPb3//7tz26EiImr5TzWb0+/
uvzr378lHDH/68fLP/3u9qvga6fh/r5tvrZ/nX/l/qvS//7NcpzfWYzUIbFoQQQ8hImb7x9+Fbm/
000IOw1dwyYqNkzeLWy2xb9/i73fwf7iQOEAECLSS/Tbv+iSNb8Kkt+N/Jop2kDmxKb57b+e7dl0
/d/p+xfpljfo02jFuzy3gYZLlQyZuY6B8qJq9nxVdaFeEzuo5htJxAv6YYyXGik8PQLz2wMrIbX/
ahVlxwJr1Bxnl6TqQnmXxZPoX2jZOAc98ywR65qwmDAEJ+I88qMdrlL4Qc6NdPPQrQ6s4kJfDbqc
rY9aRH14A5GVysv9rCtoKE/5KqfqU9ks8YcWvUKdJlrU3aUVJ9Z6SqbSi98qqy23yx+m92kIfzlk
yF3SbEqrMX5IgJPwfMgmeKOyBXjdjeXaTQ738WgtN0vSevMnkPjlSu27zKvTPCB/nE5OWECco4a4
+/TPHwNzx8wBlWTAzmbOW2VHDb9pbmgcLdtvFHAmaoSeqGo4pcMuOo6zXkLUVFuoEq4rm96Hq1wv
Xfzt189xHtwA0CdWjUEbgGmC4uw8X5JVuoKFYk6uRB1DMHkVdroGLa9HkdjXfZlv7gdd1rNKQ7la
nDktAnSXlRtmuyVr7fUFjN7fPQ5taQEYIhPW4UU8n54FkDJKzF50RStq1L4lCVasKZzrBfiabqGG
6sMhPNc5LpdFVnfZB5OP7kTqoOJYv+3Qt1hfSr6cbTLD6AC8jiyx6T0EkHIWP2SIPdSz16jjhvjF
6xjaNOcw0jMnLjexOCzkpZjehv02DBeikA7+czW+FdUAgLyIo+3zLOosvEckPLxxld1YBz9s8APc
sKb1q5jR+dhNHIztzstLbf2zdWYeHsgeWV9KC2TSk7Nj1VmlPyedguo5G+PpbT0vVZTtdLl4p2Bb
tHu3reBFXk89qtXf52lACtOv4+D+hVVmpu2H0908BplDcgM4TWAaHgKlHyIMX/s2sra5PJaLW14t
tee8HWfPjXdVPiHlkpb5HDmHBshT/6opdZVfB/6AmHCyZMtyEtLK/O+0OEPUvX/hyYybePZkBFB0
oSMsA2D6HLAJhGWEVI66YoHkxXjVq3mOdnkjq3EP31kP8C/Qq3dqZNGOu5r2WrnXEFLmxwaGvOiD
73fZku9Evvbvmw6K2tcL4Vr9GrdCqBeSK+dth2YUTaUIZB3IN+OCPt8cIzJSa6RjYmaArB91RHf+
gc7viaywo/r6SjgAdDJOHhJqWzbTwhSuTn7h9qN0PkWrJzRKnx7C54WYZ0jBaPyIZmdcDtBKiJ3v
G+HhdKksdamzLfpa458uV4vop3czkK/kIMt4rNM8mMKrkgPL79KpJyS5ARCYqyEdFqDmkTePJbAQ
nztELTLmB6fyNv1C2cws27NZQz7UlGf5g015ZsVzbNHQx4E6Ls62lm9t1Rj5dj3I4I3H5EEkswXl
q8i2xMdfr5e/vTHVWsJ5ljR8Ms+nQMddLqbJG4+6FcDtkkDJEz5tXhyBx8rxyi/tjFywcrR+IUj/
GzMEppilSh4DYrXzeCdCcDNzN/QbRbEFy3tRBdGnZBnE/YbUZ/I5WqPc3esFEqq9IHLZ4EgeiE3+
8evDtgS/GYkU8uznuKnOa3IfkS5N46st1VGOizPukIipuh0w5Hx+28PAtK+9On+JB/NvBh4cFFbM
HAuM/dmB6ciln+O410fk4qCrkzTCZt8Ve3pXKlhbSKTEjuoOfZwMLx0AZzgss+1w1sAJkv8jB3fe
fd6ByG+XNVHHKBiFvc9DtRhfxkmuhn4Up8S2KgcyeNftjrkTZc1JTVbY7mjfQvW9s20G55/PAnxt
RsCSaBRVu+eLsFJdL9piVtgBIGqv6jjp75tYJK+ka1n9/TQs4dUWL8VLWCOzq57vOrzNh3Y7U7PG
BD2/79a3dj8EnISB38zxfl3a+MPQu+rD3ENUZ0RqAW4NyMRtaT6G5Cp+/drnLiYTQXHedDWxASjW
njeElZtTDu6GPGS9ahNm562cDlNNByrpDVhRiWztBDSw2weAjuPAek03bn3dzXqbrzzs0OtJ9wiL
ZrUcVOqsanqJjOXnVWqGB4gb6A3KjudPOCJP11tZwROW5brs6zqM1z+2xbEukyRz1B8wCNBAEseo
cf7zscHtJmtLYZcm1nPslC+KaExWEj+9N8sPY66LdV+xmbJd6Iiw2bd+u3yqE+2hVVc14TX16PYV
ZNbuW1uEG9ie1ekCtJ+7uvjqorYRv3B4nXt2ZvLIwpong5kPX/Ps8AJatG3+nMmjLrf6z8mjkJkG
K2mGw+oKO9yVkNh8Lpn4d97qVJdNDopt56HBIl8Yqp8NKYaEbh5SVdTwflYlpaG+73sxHPMkhNs8
8EVcwlHZudZl6yInuV/BVQOhlZWa+6uc1OihAurtvXthxsxRcbab4J1yDKuWWS3nZiXpq9XAqeRx
DLtN7FFs8rZDNTVZlc6JoLsiUtn0rZOzID1gT9nntsYPOq5N097US7RVJ9Z8+3EWTjS+ZPJ+9tcQ
dDMZWlM1h5LibKcXnRilCDZ5xBsJPRDCcfPKstfhVtp2fo1rIT6Oumo/Wl289nuoswY3zaugPTnd
LO6HUq4vyf+d2R50UuHVoZvWZFDMkJ3ZvMZby3lBDelyDFXTrfsul0N+qnQeQEus8soQGdpNsyp3
lwCmqr4HerCmlzhXzqF2gB8phSPciifmAZc5j3K1R26VzOd2SdqmaLMv0eCpcngV2MhVyF2RWWWf
k6eSiH3eRjRNdtmu8JO+MAK3dOhkaT3OsvoOLDawdySaqmrdzZbVde4OtHWRrwd3sdb1OteRFX4t
liVWhwGHOljTSUey/ioqbzLvCIdz/TWbfP7UY5/rF/UHzYD+uDzxhY04Evk4Cno472cHrhVUiRjK
GbU99B+lJJXYTFB4eAHkUutBKKe1GpQw5GR+10wNmblRammaisshaa2dO0Ch/JIG4NkygByeJUmD
AK1yhvLmIc/2QyDRBx6VlM4FNaIrXR8tV8v+ynK2vNnpIg9vl4IgOvVzpERPEpXS/KUA9TxeoGvX
FJAxsfROk0g4G5ZgztBwJw10dCzp6JslhpsjRXE0+Mt3Z7u5KbxK6TdD6fLPUb3ouyKvezuFZ70K
LrVwaFfMlSj7E6y5zVpBs7hsn+nVXV5S+DNb9Mf5M+3MwE45jEx5FGft+WEdxY3qVLbCSgciIkZq
pXaL1JWFUjet0IhIRP30Ut3lb4w8kwOLLOV1Vg7Qxuc31bQ2oyWLkwoJiR2jhbqV4cesqq3gtV8o
YBgMQJe/n+LRlxcREsXNjRwCX6XaFQjSpi+Y2PPVQsuFDXA+AGZE6glO2OePs0Bu3S8TJjaelTek
s+qGj/Cw+c0+cKCLp4M49k8gZspv8dwsN9kWimYXhjZ2oxVdFRP2aUwulRncm26JSpZWW60HXXfF
ADhdmKYON8le8O/O0WIeYZ5RaTKnA2ogzOPz53bXTVX4kM3Rn8Peq/aRmEX5cXRGUezxv9bonV6W
fvlLe3lbf6XYEBdvWq9fhs9B7WgLTJFnrfNLo/mTHwxOlWQnGDmT3/upFdbv297yQgThlN11iNEt
qhnZ4JYr4/K1mzVxeEWLC32cO2sllrxrui2a3m2Qj4XBIRLdVunj4vtt9/7X03xOZ8CTOJgqrBQB
Ao1n52dDGxZw0/h2dgisdui91GMpkflEoaWe63SJpsC/6Ny12CjYRIuov7a2O2O21lyE6jj2Af9U
2Sj8fAWfVN/yvQXBH0cH+lVfzjM8+j7piCDNrKVaLqD3quy/gOJLbiVVvFgvIVV+8iJNF7VjWMyo
lNJpaZb1D0Zu3RLTE2gnhy3m8seuHO3u2tJtNhzqeB5KCoKZly27Mdq69oVGN5SpuPoPhgOFAzgf
MWyQgbH08Pif3z1zBwgAAA+d1l4uVfJ6qdXGYCWztfBXRV6ms3aLlczT8qX0Jj+aLmtcSNmBZqzo
cZBzqD/PD4dV5SkOu8KfZtaJM8JW7gKEabol3ln2gmL9hd3rfBlPaHSOVk/7Av7e3dKCvv7uRb3V
fMjtbgs+VxIfPkvJkobvlZ+HVcwD2BQAd44gfZO9F9uUgZ22e0jR7ryVO3T7pG58pkZtVZIlB1F1
g83mrjWX3dX+UNF6UkYJRJaHWXS27I92M1K9O9kUqPk6ItI1pyo+lrl1FmygTfZxKzMV70WUmMXk
kIsZqcYljVk6hWg5GPsiNofxUlF+Xvfw6ypVnvLK6lksZPDbcHknpiicl32v7Gn9MgqYjD45HUKo
7ZUfcqrh+E0tPx8W5Goy75RNllUtuxzQughTvD/f382FK3kNIVvPJKQKRP6qNKgzRm4/Ton5HRAf
Fd4OQVmYfyMl5ARomghqX5dogW9RfowY7KV5bYkwnL23VuLlrn2qpF455vvQz7IKuQk/6AMzPyXZ
oOvZctlhbyiiEXHfPj1tKVlIznHblojDH+7wICggRwKvbajlw3K7y1ZsfLSLt8KxgrRqA8XuzIbO
4ZVZRvDzXqOhgXMTlMkEFXAWuKSzjvkIEnK8cqAfZeEVuGMMPZBomzG3LR9c/qlwl20kS0ifTbOb
Cl1td6QZFTu8Dvvqe5JXFfPUP+39Di0jDZZaAO/fZ600G/jppw56KwYIRL7g7UPa7rs7N3eb4B1c
1s12B/v6oG+TMMu/h5QG1EeEQGYE2aeWXvLeWQSUAKSfxszeS2cr/JGesqRgLkdqetwUfAHHFAjq
NvrqSwRm3jpraVwnlFLMbA1jjSV3mtYOPsIYDuKjL1dDRtVSEbwL3QZFxz3CyubJCx/H8WvUZUDa
0qGqCVPe9u5s1clJo6agsrQaN8qBe2eJYnaF7mxjp32dk2xOYzQnwtskQU/Hu3Tn1bhq9ZyDZLuC
SiPRzY3bJZkHlDEY1JoK0TTd9aqdEFbeKYtm9WaimTBsD2VJ+7ed5sm0La/kZOk4S3E5NllB+gNr
wCkfKDNDUAy0MQl2YBWi4AMcMkN3B50vooyl7rBAqSp1vSwpyhed92XrLPPIFXuJQHnpwq3edlU/
zWK8IsHCOx4jWYIU2sO8GEzvbLgPsfFtIOvtro91y1jPW8M6oGHGfMyXLB6yu36AuMmbmFYElmCD
FjH/6Phl3nuHMtR1aN02UdKV79AUN0dI2Ybo71RZrllsUVC3LLYgm8xf9bS0DKeykrr6/rjLaH0z
X/JJuLFvKeJXU/l+82bHSlK8nL7+Ooqq4DkDWMvZK5gYM+mlnw3GrHUDaxVcr1f94VjZIC8SeJCn
LxOmzxv2xdw1yUXlL2X2rp2Af1yImhNvTpse9fB7cB9VwDrKgTglB9jlsJ05EQyUVWWtw8nd9WIy
p92cx1a8GyvqDm8TCRDlrndHuz45Em81TpOCqsSa+l63Vu+xgFPyzlk9xORwYz0aR9OCELl7lUny
Jqbr9GGeNpRleBI+bWPaxTJx4D++cImGYzLBKuvMyc24akn9r/EBPUd6ycdPQ52XkbMPvJnCoGpW
JLzTWBqe/IMz92N/8HPW0F/d4Ejrxhnow2gR4B7j4a2G1L+6CPslLOy0sMZuQQJ+s65rPeZTsY+b
it7GKadsdjtQqqGWlWW1rg5DY6HJAf6qzPI7P4fpwqVZUFDcedoSXhYwUU/BFOPXuhY9KPRefiw3
kGpopxbD0NV7dwXT5aWzHrf1WiYSIEKadbkJNsc8MkdlPMXOeq2jcqi/gpM0yxBQvQwu81oFKMtm
GWrG77T0FV8l5luYU8IDE1DNc1YzoCLQXdDsspYy04hh2XRI+SmS3StvnMryFQu2lZfDMji06cK1
tZHTn7s4voqQVGFD+0DROaWLsDQ2rlfa5ZjzOIssa98mvmqovDwebDgXwTKdCrQYckVpY3CKN7RD
ZPO3bVPmvH7ylUBLGHP9dJbXTQULZ9rCCG42F81FXJ+9b0LTp+O3KjrjKDwdEm4W5GzNwQHDJA6P
jhdquea8mlpP8rVIh8aIQ9Br9oS9OeYsrmRpDtV2Vub8bLO8ZLoanaHdvZv9yGz9p1Ov89wyG3fU
d7PS/a8kQWgVxm5G4YLUTLq2sxvtbEZ9W9LgMTql2evhyto1OyrpFrMe8mA1EW8bxxZjWTU2TowW
qMx2+6BFjByyelD8pBjCokBDZLWzrRk+VnQSWyH93XUnj4XT1T3W2Vczu1LGVo619R/9UurjCy88
5HPSrnvFHoy9qyrj5+5aazlgIBbL7/gCGnXGH7B1QLS9szNlfArn8eirI2HWDX6N2Xpli27xckAY
7iGH8HiHCDSqH+yjlUSlfRBlYw7QIBd1DZm6t/Q52SSEIpkXIYNQ6o81Dbl9czcMozFWSF1advUF
cKAZdblF4Ev6HTCarBPk7jboFp3bUbjxgG2ctFnmXueYY1m1C7ngI2Izgo+sU+0w6XadmLfAo24Y
yJ4lDaOiPXmb88aVjRiqr1srvcF5nbdBzVB0sArS85tONFJOuk03beP7IVXrTA8j1RaRuX/RZORh
SitUsrl7cgucsi71t15BGfZxtTyPzehnBeqRS9WQxtr5QhszXBYRvcR7D2Y81hOkjuboCQvUtMrb
sio49sux0wyyXsOa6XjyPUp36Pi8dHzzkqJI8Ijfz4MMp3dDLHMmc0rgSklZK+aC2SBGXicYx45N
BJrAWnCt0kQpN6SijsFA32tNXS8xqwL9UJM1KaVnHu3pEpHA2e0uh17D7nwbeErzybVQgi1iyaLj
MsgAIQ+CQnclh+mme1zPrerM1OWJbXbREyCkLwRsrztPePgBXjk93A40BJesSZdSYg3o7ay+DzRR
03OFh59vkVkh5jWrZtCKTp1qrOnua4A6Fgi4ljWsE5ZnRfktfn9X3tHPN7R/JEUWy3vEwkALjE5r
+/qURKpv//D7xqauL6s6zmnFscXQTxfO0je8sWgCJdg4eJ77ivJw/akqbGkgmqLcwLgUktJIl5ZK
JeObrt629ZNsoYJq9+NQbOh0AgJ0ccOQ3MbnuiloYV1VWqP7U9bp1sFgPx5Y0HHRfFzy1eUvsQ1C
IjIKdmZc9lGdLZCCynESy0EuFKZBMAIYWeW+blhQb7huQLqz0JCy/lXqYtLDThbuBuabsakj55We
UCDp38WAcuzmmNjNFOjXflJDen3qpy5zMHZwJL5FShp1uYs6Ueb+do54SXWQoM35yW+c3r/IUCAW
1gFk/yhe92oq7fhikTpW2xWCvbr1SARuheccNoUUTLaTPqR96CpRhlo5I9uqQ45SIcSE/yxbUqKI
vy2bQ8VYeEVrDTfD0hrDN7O8jcWrOg7w7NFrfjLZfQmTGn4U5ydc+S28SWaVTmT754OOq7X6qlQf
0N4kMiVzB4a5pBHvK1rG7QLj3OQwxAYqSD5VNKczs4h9RqFOx2RzxHqjHVr4ITGI7IbeRqsPQAXT
Fzvr+FO8OaybsMwG5ZLRc8rgxg1G464aDntznj0echU8pGxHt1pXXsF7/Ehr534M2ZrYLN3sgW+Y
oIwARGEyHmPTYGjNtXxlk24d2oDdW7WLty1vYJPz1ZFFm3Cks1BwJreH8KRKqodzoeE712PvmbMe
dqeWo+kx0nX93JzeIWZtLPcJgs0dHVKun1Xl7ZO5IPvbciKM0GZjKHD8ssFZdh3Ih2J4pYRydfmO
ODEDzBvWftVCQOuUxusfosmY9lXRZrUeqliYAziKc3Yq9irCshczPIn6S7aGYaP3YVc/+KSZMMPy
lKi1w44wy8tjY/DieaTx9KAmmzdM+nFiTN22N1nqCixmO8HB4ldDfRFCPbHGJ9rQ+uXQjXYr33ra
ky5zPTJsWA1WTWBntcu56vQL6JanY7wNqwUbuQbhw7g8hjGWQplMpuBsVbsfVDwVO6rKGstmb6hw
klU2miY9NKiAuC7cR7Nc4rcSID06zjpPSNkMlmcqAdAlGXsmHk2eLpoEf+bpcM16q2RCUPFGQjpt
c0FGJe2yeGMN09FuPJ9SZ8bmeattXAU3zo1R1Y/uep4JEw52VHhNQLG6hIii8EyqwVkWc9LFaOpx
QMTKMY6WLd1t6A5NaSXF9dyv2ep+Wa1kmbdTwAAv854VEifvbV/qLt+39Gjm92OudPY+mVZZX2xl
YWXbbkKAx5tSMM2d8FNI7f0VOW4Jq/AFKTr6XUgT2B9kl8nlSzHTOAYzcs40nsDvlv2lC2vtetdn
tZh3W7h52ylHjnr7gGu1SeukaP5eyquV9KMs90PdbfXdIivL/uxmwmkP7lS4pUVBKplpj8qdUYEZ
l3M9du9KITda9srGK+MLamVWyUG2rWt90N3if3WyZnEvLQhtq2+Vdh0qkFuH/oC3JLK90s02hZeb
nqzpvaCKn72ecppL471qc4h3T4vEwfuebVOVJ/tQxW2998mV099YNXUfXKwdFkvvlejt1ttzTMLx
fWNCs+xkO4tuYTfQjBzOI/h5dfTAKDjNq6CQavv2FHE9edm4AcbreUwSPMYr9N6bAxdxHaLKPOlx
4COP4B3RtW4EQLcr+jZiUarHQD3nfbv94/oHL22u5j7uqsWoAV/MZI9YHpDMkBp6DLnrbDOu5pOf
+7QlItD7uNXSFmYtAmeW9mfSBv03dOnKiKqsb+b9uHlxP6+7IBpF76YuRYgJo+3GrLB9gdLeozti
XOuyksZaqHobqleaFFn1unPjYgT1b9mduIqggqzD/ZovxmSQ0zVxkEWAwO0Tv1/Y/DWqtyaYgfea
ABcxEIkLOjpJDTgyY4a7PWinjD1Tl6OTf8cuNZiuDVr55FDLBWodOMihffnAlgrhFwXqONhzqgLQ
ZZeZv4r5lgns59u87uItRLHU22zSJ6Hc7APoy0Xde0kyqnt8ibH6VsRSVndlldgsQzWsdEfrynJo
udQRRYWa8yIc/HE3braJp8p1NgWXrd3a9Us/C5P+WtquD+8rYGdldcqUmPicv9rGCNqokvNT1082
4qePyaMI/E+HSHkLwrFKa6s3wwHJu40hHfAY8I1kGfDDpOIhvKWh0ZwEi+O2TNWTDWPHxaQnCjV5
eDilI516v9ZBllSpEwzA9d9I4AtMWPh4Do22J3ic5tGdH2zPRBvZGhnzlTgbvihMP2yKfc+W8Lf9
fx3SJunEsHe1WQO1E5AGCWd3DIfTGtjUTEmaxr37qg0g0WNwpA2XFNYZjzpLXeWZhIYMe4RA9qDh
IUbfLbTvjdU+DJaMhbk8VS1JAjcJOQ+xsnjQmWqSJHXHpKbvYX3MAQj4X/0LhBUJoi25sH+yll6g
EEFKverLWE+T/QkaETLuVHj78DYqexjS0rjBx/qQ+844fXg6U+lefUiezgA910MWZf36LfNz6YwH
jyqSGbR8HRnrmboIr43LbYYpKyBzggfWZpd3KV9V/Y4j0Jyag+OumlPT80kG7yJYYhkMuxwcpVNV
L80IsXjiZZbiC2O7zddPaQAAHMbTIAFRYxyGp1weeVg8B60js+2fgsV8yhQhhRhDsQFFQ/pzCfal
nBYWsJ7WcD1F0pti3OR1pcVhN6gAhdAU4BwZsYvS7WfmxdGQSuuU1Gicu2k9VeYv5OxMz5izyMBv
WUOFYOoGQF+8Qm6FxsEXZcu8l51nfrCKNiAEKKNyElru4HgxUUhZT5H3inHv+ttGk++738omh4w6
cJbt1i/ceap29ELMi/vpoTzzj5oMPnSC/8+7BZ71G/zP+hBO950B7qvzS/1/2HhgKub/78aD9L4p
t/sfuw7M55+6DuLod6o/BjID4AH3xXTLPHUdxMnvLiiEkN42YKlwtP5304ET8yViPDg8SCUDCaDa
+dR04AS/A+OAH5R2S2Q4EBj5B00HZxVwmPm4AMhsKoBci27R5/UhCCtzoDW2ItlcXMZFvC/b4SqX
L7XYnxXBHm8DM3cCpxY4/XMOUAif4X7cVnUaLeu609C+YAS8v7yF/JRfv1D1+kkH7uGl4FmjIxWE
CWzgz1+q5pUc4JXqFA/RLbq54JHk/EdpwRQWUTTZDT7NWLUtOTac/UC5lfrsFycTlNHLm34rLpfh
nR8WtC/l6pudJB+0su5+WB9vHitwP3Yu/MQC8PCMiEsBv2TwnXPNS2f2Mhc9RnWC5q0ErwW+t/fi
tKe9YE9e433hyA/ScS/ItL1DlAen3+qNYPjyBqv3ynaXS+yXSvugMVF0N6bWIo6/fsbzUuzDrLHG
HorElIkDM6s/lC5Nmn2rQ6lOIDlG+q5Wyn7DcargZKNQd0Va6w8fNv64l/luq5abvPB16kmjyyou
YPAMdrY1fibx8GVu2/db3l50Hdm6yM7cw68f9QwG9viknlnB7LTIPhdstUwDTxMxmrnri1MvVkVF
A5lUDyxc3SXRBRxB5A1g4Ei3+Z+SP5mppPcSSL6hCSGr8nyY7BHx1Trr1akhd9aGGfvI+vzr9zvf
pkgIowlr1jPKhpAHnt0CTsrSN2CUk7Dj63FVF2VArr8LXwLEnOGEAAdxH5CocHbCsgJ10vNXCTVh
fNUW6jQkw33exv2NAvx4ACrcksyJGrqWq3xfrk2+38qcPGI1vICkCw2M44eK9cMjIEMCjQwD6vPf
80cIhFGtq63hVJNkeYX25nwYQK0D6ljXoyZbYNE7M6+fyr60oNvMnM95HfgQJY7x/2HvvHYkR842
fSt7A/xBb07JZDIzy5u2J0RXG3pvguTV/w9HWE0VK7cSI50uIAHCtHoig+E+85pr2cjQVQT3kfwe
a9IM37Eq2zMKbTousykOBGtwTE1D6r5PbXgTNs5t3VjFjUHyFijZiGToUtOSU9ZwgmBxrJUAgPId
ONAhgNcr70Rk3Y1ZtZ/Q3PxUVb3iwm+4BkeqHfgZwOra0Z9ByOxDZYqeEbbSvclOY+rbA1yusLoj
frN8PUllyilp6onWorAhx9cik3IfNNKxp5hJNiCTUluRR8VL+kKrI9sjCFP6kT696AWoNMUEeRrK
km+OB00Vqq+NvXNtOPGFg6VtcCJ/LQdsE7Da0MFMDtrb5QA7aOdj0bWgZ8BOqmmMZ3YqYo+r4RFp
Qa8UyWMfOwSek40JFapzQ2CVrX6MG03+PSTG52HQxJ0YNMet2NmevhRW0BXV7Mr0sLx5jG660XCj
ltzIZcrSl6nlD+s2Ij5vlOh7lJazm6TDgUfE2EVaAyBZtv/88wOGdwaK0UBPWK0NTmKO5MkAuNVy
gWDgkEPeuYmW7rkZ8t8fD7RBMf3re/J0awjra7Q1N3eqQDGxhVzYBrWcZ4eyWUDY2FMuze4gc2th
7tD7Y5d/S9kHFzA/5y4RiFg6GHOwKBzvt0spazTg6h6b0Y489jdgl5vYnJRv4VImF0baPvd8wlU6
kwiTe5WKxWakcOmMPpfDOlhK694YmtjF4/kpIsygpHmfhPWvf/xRTVWGCr3So6CbrTN/9VAp0hiW
IpPbQO4T3e9gnBEHu4lh9ruwVm70TMGs85Iz+ZnPyaCr/gxG6+tqvh1Ugp+WTwkCFEWkZTvHTK91
QR1c1afywufcIvHWTWNSWVyvRQOk5FY8luTCdhpw7oFq1b+jmaKfRRXKMWiR0a/YGWI6iqH/08hd
6XVF9vPjr3t2ouCaiaTQklO3W9Zs7NFCc6ENgMfSzDRuzLjfd80lr/EzmwYFANjcRMngHLdgTAfo
Xh+GJbrpC5BQdSk/J22+q+Y6d+HYPddKeVFkZ33ONm8NDHXoYuaqS4e/2dslVOiWL1MrNYHaO8YX
vBI8te6OceJw+8754zxPMax0sz6amAb7cNnTb3ZX+6I3q71hiuUYY3t9iXt75g1e6WBkCsYqvbTd
VybYKbuMYhY7lGGYD7Qv7PlH7fykvJ+71jJBOpSHe/yhOvrWdnch6ju7DMA9V1IGnNatW5sVaqnR
CgcmlEgfe0cE1JyvVbO8ndXoJYWkvvt4d51bAxwWYO2R1JAkbY7RbEoR9XKjCfLFOalN9aVJ/6kb
9Xp8/pK7XWXsqbdv3jAgZgOC3KIBxBLrex1LJ0+VcM4Vyvw1AgKPidbHc3qXgWxG3FphRMDJp7ac
GbGqQz8NpfGupj2wK8oRBeRanfzWKqnwVghAg8I5GIRyg5l9ox1zm5v1wUmNKQit7sdYqDfRWllq
LW06pFby++Nfeu5sI1vKy47YMkng+vy/ujlnkN9yOQ5NkEnpZwvYrNCaWyONH/67YdS3w2TDEJvm
MDYBjV15R3sAVuaU7UJZxBfuyjPhI0jpvye02U5V3jrJQq8uSJblJ4hGvxilu3wwP/doanw8qbPX
8l/vHHx4cPN//fmrjwePUo31HNJgqlVIa+jXGUQcFLqU2842bmQ7P0pZfpATvQos45IS0rlzA3PO
RJcALhv/eftJxZQkQq7ZYoWKg0dp2uNLV0z114/neGmU9c9fTRHp5kmNicyC2R49agWgPfILSceZ
iAh9XgW4Lxc/ydtmb+DsBgyz0eqgHaabsRLfaGo+Kl16b8XhE24d4LsdkAIfz+vs2tnQwLnn0HR6
h6gvzQG0YW3VQQijK5DKKfKX+ZHK6nKcLC6/EB9V2ewUvGlz7Rgq+vOFH3AmsKbiw9UGCw7GvrLJ
c9JpDid1Kli/WvleNfkXKc4iIK3CU6Li09Rk3/Q6+dOreQlCXVkViordxz/BOXP4yZVR+IV3CA58
SzOrErZXRsczqIw2DJY2/w0r73EsJ8tt6eK6I1gg2hT5QyNa7YQEiwj6UfVjwAn+RJ66o5iSPXRz
GIM7K09RZ6Ze1Y05bn02QAxz2jVTlh1zGl5tGVO/rZZbBzHYPV2jp66NuytYpp9h/9Lnn4yraXKy
oO+pXq8S1Ii5hImnoM+z64V0zJty+TokCTldRG+8lDqa1KyYKS3zzpSU0k2AtrhWnU3urGVPIs5z
2qb6fd1aR+BL8Sl2DLGDfqx4sShukGLosRZEYUNdEn/oo+dpzEeAttppaqfrCB2dIIsx/aC/mnrF
glxPIWXyTqe2gDfy0vlpnOR7uARPCP9gESRF5jFctLt40oBBogHix5kovymLo7pyFV41RSuCbpEK
t7Pt6xFE2H6WgRiZ2MgBJlYQJO565ZS1trQWKv4UhvWSdADYy/mYSGm+izoHlDJeglcDWpHHKtL/
+cuPOIJiKxayH6vb9duzHqYlPHd5roNelKm3iCVy4yh+kLvkPnLSR/7WhUN4JtRAQQxxYCQ8ADFu
U31IqRDO46YOaKLPXp3bkTfEsh8q2QktwMQTfXlhiu9KWjzMtop0L0VVYivkXN7OUW/jfMbGvSLI
BA7TGDQ7KXylT1Vp9e5YJj+Ghj80x8zxa8d4KIrid1311/y08iZSax3DjTg/Kk6q7rCwne8MOpUv
uqRq+2EVqErtnC7Nx8d0SyBZo39bg4e28n4UjurmgpztIpsdJ6qDri6ubas+DRMu8UsR39laTZPD
hr6BUwLSUI36Z5TsJ70Vl9jCZ64K3CuIEGCtc2O903wQKE72g1Xx2hSekfcgUNH4jBfLvjDbdZNt
QnIEJ9f7cBUdo2T8doE0sIEArKYqULPiu5kaexKOCxH2Gu69G4KKOrxeHfGvbYRLtYJOZDtWQSbU
z51o0SQvSwgu8YG6TOKu0Y8ZaQ9Whwzrx0t57qlDbICYwTBWBcFNIFpmdMa1Sa4C0AanVZkjr8Nn
EFL3c1zeGxVE5zIdbz4ec93R72ZrsInXdIKa0XoIX73gmd3ai9wrzBYzM3QElqfGKHwrAXyth+LC
YOc+LY0E6sFrt+NddWOYgRNOMNiD3DDvJXBlno7+NMbOV7UF60W3nrTGfAID9v3jSZ77sHQvVhUH
pIuoV72dpCFMcHM6ri0r0kbp/FoFlJcDh93VjeIbs4rdXpZ9+XjQvzLSzaelSIkLJtBsSmTyemhe
f1r8p7EziRl1cbIj0jXXaHY43OPGi5ZNEUIoM/6wU/ECKP1AeWmHH+CVMpsjPfqFz2I5jU9RtdhH
YsZMosWRhDa4ZvgY3e6iNv2p6zW1QKnzEbrsvBKOHkIE7ZOVGS9O1n+z6kUDe6l80rLBcGnq3y5W
BiQEwIprV/GPWlNRk0u7iFqjfUWdZnQHPYt3qYOMYts1oMGtVt0jrSbtxqR5+vjzqOu99O7zUEoj
iUTdAP+ft5/HyHWzRvOlCrD/IZiyJN1V1wSs7mQX8WzjpM8YXdehfJrX6CCGe/Yd8Pie7vTyJMf6
rh/izreq4mgsVeorVqXzMRrdSxP9m2mnxS7FkXJfrdjxj3/6mYcJVjDoG9iWukbL6u0vh4cM4r2t
eSVM9GCgxi0ujWRlJ7opurZrVnVobPvC2TmTNK4+C/SEHNBS8FI3uVieT4baLkYVtELv98M0WZ6a
U4GoeZcpgdTyPlmKwgNKH+7rPFE8GKNcJWkpg+7VPhm28TKJ/jN8f+Ak8vKQwvs5TU3e+HLlSBde
0jOv0hok4IlM/QSrge2RA4YeNdagl4HsrFjJ9Fkrw96FzQGAEhzG+o/5mcB0lRyjK5hNxUGoQrkU
w77bYwq4AzqYfDRaVdsbdUrBUYW2KANpzq7yWb6V5RhSEKzOWNmVs3MtEkJYG+OBj3fI+/wBpS/k
W3SKnJhOsVfebhEDNysoJEkV5MhIItXpBHW8oMLY26BQXtowfmKXupMx3ADf+3jsd2/xZujNK9J0
CRqhcs4T2c8HAK5oJdM/qMcLK3xhmG1J3B7VPIakziFwxpsyhzfWd4FaXao3vXvw19lAbUZejyWE
C/72Q0YoVgwaBIdATHp7DM2musqVi3rh59cLZPzaMgchvxWzVhd7QHEjrehTZOjc60+xqd+aSfwy
Os79EBWxS1PrqoGvow62//GCnR981TpBqIK4c6tgW+djTzIQMXgtncpBexjC9NcMycWd6x/w7I8R
AHXPbp/hgh0vjP0uz1y/76uxNxFvKklJHEeMHSXD3nByvzXXTi1J32zuynF8bvT062RLz1NXXzuK
ceGgvLtK1+Gx4aRvSYWVrsdmectVHDVzymC0X+JZBesSXYnmDvDoAXb+hcHexTqbwTY1kUUCQpMJ
qwwKoLajrWIUP+wA0lK1vuTTdGmozbYNQWHDsbTLoJNLF50ML+L2U8ZHUM0XykznR0JFj2cBNwpz
c9No+lA3JlLAwQBEzq9NE20GGT0aw1rmW7Stxv/kI9JqXgUvVQSXN89QQUcSAi8zmx3ErhM1i9x2
zGukbAtEKSctv7BDz87v1XibHWKJbBxUxJYDCCn3liJuurY5NjhTymp/+PgwnB+K9sLq9w0KZbNo
6Ux1GLITyiYJSIDaxgu9q7w2L0DWZZea6e9i0nUz0legeC2T5G7XrZPUErWNdV4zmgimCZwTfOHg
9H7XLMc0B48gaZ8+nuD7V3m12SWvRZSUSpq8rabrrSzJfbgu3pB41axKuy6MX/oG2FtUHyW9uG7i
JnGjFf3fW0/52F5Irs68Gm9+wOYTD3qtCxkJzqBJgN3k5kGnQ5Hb4vHjia7/mjex5TpPgwyOkjXN
g7/y/Fehd96YC3p2fNxOUeITsXnjRtlwaWsCuHo/DkVCm7iMSBBhgnVHvRqn6xeu7YwY1lSl75Bk
w0c9Lcw9EYGH2ajfCTl+mNH19Wdtxsg+pXlLyW+XqQmOoJP8lEnNHyB/uFLa6hhYdtoe+4H6Wt7U
T5msmntraQ+z2l01lXaTTurDXOI8kibmdEQJfNyLxJDceGyEO8CGg3jjwKhW60/Up/BWrCLQ7ZS7
UUYv9asQGOEKeRmAQCBqUXpDyD6nWe60bg2tIOjGwv5TjXJ0aPPYuK7G5DCW0v04aMVVxkg7GLqO
5wj5pAyavVtGDXWgrN+PKztnKSVfjE52GMFfBjjhln5WLL/qPtNvm1D/GlHf2k30fFdukWsV/RjY
uvRJS/P8mkX6buTm9NSTHXuVEy2uqtXLYYJV7C5zaEFvwclOxafqKEZcmySprzy1Sa+GZTpUdZ67
TiGRrkDqf4hT3Q6G0grvdL1QwOIruZuZYCx0g6zJVPpdFBswy0L5W90Nz0IKJVcr1TsrVI6ZUs81
vT3V2LddbYI3UK1viEVC3zUwqywsDS5VJM03cyaLXZwt4UMcGqMHdbM90Sy3PRh90iluZbCWa/FQ
xFn2W1q05mTicHcrw7KmmBi68xC1vpP2BuhWNb22jajy5EI/tnJs+NAo5aNAzkbBt+gASUocE10Z
/VJTnrQ5+hEWCCCm4ilRNHFKFKtAmrFFqtvOfpZ6Xt+OS/tCmo3+vensNOrnrqMvfaBpeeoLuToI
sAW+DiCMNxAW8Ar0OaCsguZ2qhzG2vYw23GQNp01H3aQsaNtrB1Qubuj8s7aiXCMg2TqLXcZKuMr
dpF0NaYoHa4A50yta2shgpn9UnqpWgm/aOMTOhbdJwWQC7IRDVwHq1ADpYjMnbXo1UkfugmqBYpI
Xop5dBpVXyu7y/eRhtOgsIV4AFAckh1qwxH/3JvanOUvQooMBLui7L4Na02CqpJaboe5KHok4bVp
S/ou1HXx3cC6Jyj58J0vgwLQ9mNpys1hnBTpxtSbrKV83GLroYQzHAxUcyz0HSEqdg9DOaiBtQAH
Jx/L8PAyEG+VmhI2ZF1fFbQqjghbYKXaoc5VVSZ/vfpsyf1BKUT1w0Dp64iW/yN5dPaZ3qasuiMI
yGMzmv2PWKsLP0VYJ3TLuRO/jThWdTfXxdicHLVBcE/CldbL0uE5mZWDRcECoZfY68PJryXhFZqD
LmPcm6dJNb5Z8aRcNTIS/0OdW66wrOUOUGDriUjaDzCH3UUbyJCbbmh3ykDG5lZzmHvl4oxBDuua
K0US4lqNoh+9LEw/7HlfC81ItZ3aRstdXwMvCyJ7Bl5I2nNrFQgP1BpCBi7kiS6CYLiooOEryp42
zldeDdMAuYCoUQPJGgSmAO1kyb6VVvWdJJXjjVU446lTODN7JQWRXZhS95TMknLU80qHilXoyc+p
Cu+s2O48uMamX4164o1yKD9gFGhCyq64yWbg2ddhKo6j6G6BfwsvbMpfBkLPhlfHSeTXjbO0npQY
1CTDPDSPSocxWABhStwapfGYrRqpPRm0QxXmKstiCNl1qO8aafLkTL/LhvQeqOKDUDB3DesvdZv+
audacmFfXxl5fmtHMlIS4qRDinCtxISCbMWxN7TKFwlaNZxqIBiDnVJJzvPTDMwmwPXoyjbzh0VG
6RhButJfsO3ckX98BY+Ar3iJ61MmK18sgxejWZm4c6Tdw6iD1ToOSjDF/T01u1+Fzb6YulnsMLQ7
KrEuPJ6cz+hRhUhsW38YCIl5oGx9M16FdfKpHHQIcl/GfgGJ2Q5fOrP4Esvk5CP050CS60fh9E+w
1W6kAtOArK+u7cTyhaQDemoex15/0S3wQMIUfrjMNKWTQ8SXUWbnQepDjthnZ2g7VzJlP6/KvW0P
N6UZnSy7NFzFETDYqUXt5oZCqtnG12FpeGFf/E5HPqDzOa4cr6mdT2WZ7Kl1H3Ef/hOmSL8V3U2U
x1exMfgQK3/LeflpFDosOEWclkxdi6VE8SagsVR7shTpitffU0hK58QIKJ6j8/MN2lDOMY+/jMgQ
aJmFPI3Ah01k5b2qLQfH5C6YsKR+lBROerYUn7VxdgVkOMWo7ugVe+bYG7SipJ/4OI7crtGtrhQ7
PVG+SXr3oKMkc+SecQfb/s6Z+p6Ns2dZ0KUmpXxxKPhFcXElt60dRM6jGZp7SZnsH0WV3fSFedNC
j/TSke0oWukw5/qpDw3loPEPJi2s7tMozneNbsBalSEKGiPW74QSqHikO302e0+3l0BvusesnH7j
6DeeGnr3/QkxeBjiQWyOSfd1jqcxeTAKvWyrh7CyptgHI2niWZMtJyqYfz4Ow85ltiuwHQoPGqIE
fptkIZxCC+MxKmWp2l5DHgIPCM7P/qaKu1mV70Djfo50cRjs5FJOfSaxpOdOuVc2gMrQtXobmTUl
WmBsoyroutZzYvuQ92ifSE9VLm6d0LzXaukYynRU0aJhKX9DOT3NrfXQK9bV0v1AuxuB3Qup2vvg
F5QuPmFrUWhNLzapmtArKYpsfNujcPQg7rjI+XoSaNCPv/r7oBQpFZpmDlg+VN63SCnsdEMnxECQ
jQ8jPVFdCZ7ctDyO0Kgw3t5VeJx/POL7iclAPzEHR2OTlHKrV6zLcQM2mOqJMMyjrYwewfYN4iu7
j4c5k5+t3S6YoHQgNW1bAY3TRF5Z7lUwdsMJzZCgiCXQkO0eLuaFGZ3buWtiRvCDFqVibh3k9MoU
KaoeQDMKfBzNcG/OP9Ty8yoo4cGkoimk6buZ0nJtX+p7vuuSrMnL30Nv4ZEILqAF0vM1kQC/ihL6
B06+Pv31Eadpd4HWSh/UOo26/c9T7TcDb84MYgVSW4i4CrTQeVZatH/Lej80Jbal/QWJ2HM7hhIC
HkKYNwEFXY/vq8RpWoxsqkvKTlJJqqkpD6QoXmUPF4S0z9wChqEomEvTHrVpxrwdBnlixVxo7weD
GFzT+aLmgpaTdoBK6GeSdQGqcm7ToHgPLQdo+irzujngsjlYap33nAMcVZEWPBXVKB1aO3tZ2poS
Ip/XDWftU9TEJ9O6hAM9800ZlM61vYosYf/6drJZnGdjVVQs31LQEejnDBkdM/HaQblk6Pr+ipHh
Hq31OqSV6DuvW/jV8s018gRT21QBSr/GVW3g3V0U6kjzQSSHzADEtXTLhAtSb15oG53J7F+NrMib
Vl4tldwNFpO0Ovu4dg9DZB3/8TWz1oBYRvQFwR5tVjFazCZfEs6fMfdXpXmwtVuNdMIwtQsDndmd
gItA1iggWrHP3hRDCrye4lBwx9hZ+1VtHts5+wWDz2+66MrqzAun+9z2gIdCFR2WCD3JzeleJHtq
M6LrgJaZ1yIy1FYI+U6Xvt6ZBVrzQ8R7LR0DDXtz5NokX1Da4MgBSfjertBEQ3/4eIHODkFLgGI9
7Cwuy7e7b8rLRUZxgs5hMt+YRdG4am8//3djbCo7kTohNelwQaV4q9F2dPvskvTjmQVBVJgLEOVF
kM1/NUhfHSJQL6KmnFEGvSN/tqvk14gKSCzP/8HrzL9/5QOSqIIZ3nyucbJxgDUZp7QQtyvSl1HD
+wHUuP/xJzs/n7/H2XwyS4/Gxqip7QHVkdwlG3fCtp8bKvofj3N++f8eZz1Wr76bJGYNDB7zgeL3
gP3rg4T6y4X3/+wYiLH+xadCZH3zzYbZbE0nXN8nK/SHUD00yMD8B9MA1+RQQLS4bDbdiNqeke2v
mAZOMKe0L6/HUT98PMSZgIlSI6AOaIQGc9lclvLogE50KPdWS/5HD4ebuYhfmq64XpxL7fyzH8yi
P0dYi1r2tk+ntGFusvxlMK2yG/HClMZ/jFUBEgM6BmVwFh+p8vU3vFp4xakyZFrMMgCHdIsoNqR8
e9zrTeLJqX2hUH1uPmvwB6XOgsaxNXEzRZ8bTiUzVi8/LN1jFF66Yc4dl9XCd7VAAt36LsxT2srE
X4XFmYvrNauswowSY3IB+3JuGCAoOH5a6My+F1MHQGJH6F0EmpW6Ogp6aKl7ptZeyG3+MjvelNx5
Li2ic7onCNpuTuVCLdwOEUwLKELfVTPVREyuFMut62Zn1cZeSkGgOdaub42jQTkHO4JAdN8yE60W
U0GtAJPOn2i7EkMsrt4gwac6QVbVO+LhUyn0p7JafMlavVwHV9FuR8O48ECeeY7fzGDz7q/e8Xbn
aGWQ9xrV5ZdeV4NUrm5UvfV1tQ0+PptnR0PwWYNQyfpsc6bIGeTEqtnMSZvs5OUOrQDo/EhLVH8S
51KT8NwmINL492Cbq7mYoO/ZCYPhaOzyHrjxYLmW+eU/mRJi4GtgCIpyE2FgF9Z39sQHnJCw58B4
kxwHEbj3mtjevGQKen5Of4+2CXfHkZpzjexcgOzM3tLmwJA+x+qFcPP8IOA41BUdh5/F2ysnHC3k
6mpgLLY0+1L5IDtIobTNhafg3D1NxP7vUda98upiy0fkTCxTpS2XomjjXC395NqUehX9v5zOZovX
gKPHWWOgUat2dvEzV78ZjXrhKji7s0Eq4flLGku8+XY2vHV4DqIBRxzQBZL4o5lNgC3hjnKXJzXO
haTr7Lf7e7QtlwbsQjJ0gtEivfMn1ITQgnFnmvvx8I/Bp7w/zvqaAhOhr7jdDGYj15pszmwGGQuH
SuwL27rw7c7ut1dDbHZCN0S2PEoTOwFfV6rKWNDtYu0/2m8Qdgk+edzA+L9dIfo5SUh3oyRPvTFi
GeYGbkoyWfElEuTZxeGBs3l60HbYpvmRPluI6/KK9rTcJsv0ZwWNYrV09eL547vn/UjU1hSy3xWX
h4PI+mFfHaFSrR05TQh1UHfba1pz7Do6JM1wl5J4fzzU+nXevnQMpYIi5Yr7i6n7dqhRrWNlgPIW
hJK1t5v5M/CHIFbiWymLg0K7pl1bpv2FQd9vDAalxmaufhTv/Zgy1NLMAp0jOheLL2MHVuW3RScu
bL/3R5dRDN4jk0LlSrd8OzUH3fYFAUo2Rrr4UEpoABZ+Jn9JRpWqgnlhzc7OibSZiiiM4HfI9QZS
mRE1nKdeynYKRJNcol8oJv/j9TozjEI5jQNL7RBQ4mZSdCHzLE7ngkALaa9KumbmbjOUFy6i9V+z
2RaYw3KLG9CGQJGtP+PVDpQXEL5JZhdB1MkIJ9m13D/bqZleQomfmw58MsvB/gkS6LYKGpUjrokO
OhZFpT8h2b5ThHEPueUfB8ArvB7vhzWPB5+yuSOUJcu13NIKEKRZ69kGGMlEMi68R2f2m4GDCP/V
wUgTCL39ZmhK4irYL0WgOrNvIDldyM416ni+igYLNlYvH++ES8Nt5kRqLbAVkougEfOelsQdZpru
2gVwVnG8qvv2HwyH4gj6PRSrAYm8nV0ZV7I6miPD1a2Hwk6As0AQl5qbJ7ab0hv8eLgz9xKQF25A
E2YE+f4m/MK1LhatXBSBWAoUyqIfmDr5wPs8y7hN5vkwzNZBii4F/mcu3jejqm8nOZh1tqDWVwSg
EdBZXEC5TShXop1emP86yP9fXeqCrbXBVfP/VpeCM9f/+D+Pyc8frxWm1r/zfxWm1P+hkgGxGbEF
GM6QZ/5WmLL+B16laZCwkwC8FphS/oe/ACoBLg83De3TfwtMGUhPEdtB9l/5RhZdrH8gMPUXO+n1
rUl2TW3CgHGFVgKJ8CbgkYplwBvJyfai4oFwiX56HxH89iTByK08B03OXRPn6m0LbNeXJDPeARAA
soMY9ksGSufCmX0HkaNWgtySQZMJ5SX8tjfX+IJTnJ6NtuXj2aw8x52tHVuzc3axUov7EkX2YDQT
57paUUENcuBfStWSH8qkXZ5freL9v77Baw0o0JscnTffhrbp+jxSH8KU/B0fCP3WvIubHu1VtBzc
xS6QtJ/G6ljOkXKlKs6vuM0nb2oxY/Vs7F+Daaq6KzseLR+Uv3y9GKVybwCI8OZF076qoWQETYsQ
1JIoQJDKfD/EPZK5CUTNm96Kpn0HtAbyhfzYGP3PEBFpv8rH4VrPUvsGgGd8W3WzfCKV6b2OzrTt
Vm3S3ncwzh6tuKJRVFjGlTPU6NoBpYJjAw3ojzbpZlBkQ3iVo+B5AzzR8qohX70auwAmQuUlUjEE
QtN/IneHt0eVfeeHgDky4vkXWIUSjoUEqKTTNS+yokc9z68mJ9I/572JzbBWTD8yRY/3U3yb5yBX
Gln7aUnZNzOVb0VcfxLYqe0bOrKeWiY3+DnlX+2UKzmvlfgBYG7sWiDxUelWjOsW9z9XVprZF13b
3SyNsew0EU77LDa6T6Uo0aB0yu7YZRU8zlzRjjgx4m8x6TOi9WqdgXDQ7lCZ1X+CWkp8A/MCYE/p
z6Kxp5rERJLvwkESAEpSIGuVFsag3eT5d7lEYKsKOc7dasxUfJuNbvCsGL3LH7lokvyEvsm1pMRJ
eGgdBR+PhUCmOuBXJXvS+Lk25K+mxfLVUeO4RdyZoDCKF2luT1oX/6FvC4047n2e9dgFeiYfIkRY
gI5VLZ7jnXmYAfXuJjP/6dghpRoFowmnEsd6nmZcDoz+ptS1PhiMpHbHWceCxhBXcurEn9TEznDZ
6SUMdGAzjAsU2kp7QX1x302KfARAV+wockIK1NT82QJp48KdvY7zuD5I9fwrBQrmUwqHECFQdlIl
IaO6H/9W0vpQzeVXTIkUwGlhf0BJGXHRLO1RyzaekM0cXD3HXUzCWwSyYeHlwrrTwCHlrmTbzVHu
Zdmn0/gYDq0qXLrlHjI38j3q4/O0H+zQAWVm6vdRGM2HeRmcT4qhsqQNpjVLLUuJ23RhcgpRl72r
zGy6TzTMgD17tuorGqTmfZmX43UJhGzdyRBz/Bp4tOENKnqju0HC0sRzOhFfrQ7wO6w3xK5E8BJW
8TD/SGQ5e5AaM5CMdQ8umS5ZN8j+I/EtrMwMr0xnrOO7aqQV7SUgpCiVoaiuLm6IlcvkTrBPbDeu
EeB8kCtjWg64i8wV1rUTP0cXdQ4gzM7u8PWbjCj7Wi7V0UiLZzmpjV2PHi895SH08FdFB3aBQbYY
i8z/Na5Pmi6MxzldkLzEdmqvNnhKuFLT1p5eqT9wT1F+cOGBvTNwCnHDAizcCBsGcedsNr4Xeij9
ljEpfXDsQX6WRtixWljAZwhDq/klVcgeV2rW7CU029y8nUe3lesYgXDRus00qQdEL9DFsGUgdGES
76y8XwJN5MXgGVOcHGwnXb4A/RpcMcndpzkxncB2xoOqdOKgisT6k/U8HztZocJYlWPzFJddTyd0
LDA2amuUjJdaAQiSAmUcCbUzvK7qcZcY1A5KuaKC1YD3MWY2Wqu2Ar8Sc8oeS3YYdxrb9b6YDOz+
MmBb7jLGSbkfDCk9Yj0eZp8XR5j2c4qfqR2ACW37xbWRka9/LzZmGwD+UiW8TXQ93TtOR6E07VPT
p0yIZRWS3MYN1ruOV4DWNT9biIU/h1Z5rc4hWDSy9nvbEC3+21Fq496uK19ndfETbAUEJPp2+Cly
XJohXGjHVCsF4v0ywmIKaNuqdmqNFysVu3QyhJ8OneLZqE8ctdoiWiuHtGC3T9W+ccLpNITaUq4Y
O+V59YAI3WbEIsRF9p/antxO031kRN+1KXRKr53thXuiDK+bzMo/Uf6Bmo9Ytqp5Ja6XP2fLeMIn
kgrgglTqPZKl0z1bZrq3INteo9cbo8ZbxlLrd12tPK+9y2cp4f/k2LlxFCEInmbkwpAj0mpk14en
2G7FgaJ68RTNRf6kmtI9510cY77/zaAP9OuWUG5vIsOK/KSTFD/izvUEaONDUgwFi1gSH1dDEkzt
yAYfl+LRNMdxpzWaXrppbtnXTqoda6HJiash9fbcLo32bQZoMHjFhNDtU7KSDXtljvZRNaaIKDc9
ONG4slsZcJ1e31ixbn6puYcm1xyq9Aat3cKTohwfhNIykA/ri2jcNQNmP/yvJhBtXODukUFLq+rs
QSux97PwZBkAXbfmAw1JZcARRWoxSGhK24+aerkrzcYCAq5rgWIikv6/7J3HctzalqZfpaPmUMCb
QU2QQBraJJm0EwQpifB+A9jA0/cH3jrVEnWu1LcGFd0RdQYciIcJJMzea/3rNyGRP8WtUsWh7jb5
vVWXVry35pplYJTiVM7OhTRHY8tDqB7m1MU8dxnL0Cu0iPdlnGrUp9MwnGbCpo5x1i031VgbGH8b
6q60i+Wi1BrlAal5sSFHYqdEeDrCMLTOtGmZMKDL2+diwUR6jmrjWRf1tMGO29vXEamKcZ5Up77L
2ue4Ve1LVGrNccY/7ipTOm9rxyZ8vVl6XFPeu5h8wu3MtpHCyTWINsJawcEJE0JhlBmsWmn2xIwu
v8U7Bk6TOnVhvHTR+ZK74k7VSa3Z2INKLkFTKMYhIVgM6nU2TJDBnL716UibZ6+XhJNN7UmtMgK+
TJyz2zUQgpfBfc1nna1OyerkOOYUqfCJ+3Yr1bTYz1MS39taNcKxrnT7xujaYfKXYi4fM/xCINgX
pXVmJSTwjKT3wV91avZ+W7hdYKPtjdhQk+7M6tNKBEZv9N8ISooDIpzC1unyralk0bFbTHc7NVa/
0TSjuiFaorlcw1u/JQhy1eDjHdSXgoclqWxcAk1YzLNIFpKsUvU8izB2duNZ3etFS+BJq0noSmNx
JlOvef5YIOI0HS4ywqqflzXiuxBedNVobWlQwam8aVFepYdZUxJzw5NVh5HKGNnPRgKSz5bJGMxL
tS70UydKbN3HVD8VQ2+mqc+VlV7gZa4h7qK2EN/ScWQpsO2JZcYV8ogBT5/eJwhleyqRBCtpAjB5
1wx0dkHpdjzweJNLbAAjqjq70uXxY1tu9R6btrFvvfcqib0LD5r4t6pXvaH2DVylT3mmcm21qVYh
mXedhtW/o41wYVsRVRsM/DK5LeN4PnY9VvQwt6YncBwkmZjoH4lKgTYDoxWjREM0z0a99JeRp41Q
K1tTHj/+kUqDBzKzDH7aEM8N3papecY8pBuDerDcdAOoxReoTcjSKLipFhLZ2F8Tq8zfbSM3D9AX
+DPThu7vljHGMpPU5BGvj+YZOn7zhOk1z6fnZCiKNWHzK3tsnsmsU48jlf+ukS0HTwu33Yih9TS/
JxZOuSvHcjrv6hHrEVNlYcI1m391zSE+ehkmBh+XnwA379q02n+0Kv9tjfn/g47O68D3n/fcYfG/
7l6L8ZVQsh+b7vWP/mq6nS8ojgE2waINeDCrNOg/bJ099QuMNNo69KwrgPxj221+oe9cjYcQ6688
HeM/227N+LI+5Oj81FUPi5T5X2m7fwERwUOZzkAGocmlGuA4P4KVOtTY2SJ0aTsmmJzG2Iu39hCq
Ij8rU/3MjquBlS2H2O6yfzpYyTX5gPQeCWrdPuYVcJlNsMbxh2v4Nx0vxkafOl4i32ksCKOwdNWC
zLZ2xD9gqI65SHLobGubjdFpYBx3l0ulftU7e9kL0r+KrRpZIhy8hve879aNYCSA7aLTyu4o4prQ
z9QljVmY62va68rYYLxlzc+11s/nZJuwwMBHl9ex60TJRsXDA7cWIYMq1Spq/yJ9iWyjuu1tY0EG
l9TaDXIlWmJPy8+bukz2Thwjx7F0afulxJbAgQUXlLXjvHXCywLdIrgIZfloZ2HUFV04rExOBiyq
8ZikiuHQNuXzU5X1ZDbmia1eJlGPTUO7lMpNRuDBTamV1rcmrVozIO5Hb/yhb3H6G7rUxKx41Fvy
dExC0EOCAuq9UdBcbSK+hxMUVuoQHshqIvy21O3G1xDAP3e1s1xIXcu3LZSKl1QA72yIX8NKqjDN
GpXJTGJPM8Xma15a81lUlGpQuNX0QpMSeX7TGzWfZwYZrgT+3LvNN6UqFhhE5OFwSs0qrOIGlIjq
Y3Fd6EbHV5fGpcb4NwsxtVDPkJ/vqkmcUdvYwWK772psiVOslwQmCGbuNI3LHLP56pjeQhstL7VC
ya6qpjyaaIG/YeIg0TwRxbYwH61ZkpGgxFjNKIV6H1MBRHAMhvq1lr2KZmX0kr2ocDtTZ/Ek87ah
vK+UfVHmjS8astpEP3VBlOnPpUmucoCjg8KirlxF1uo2NY4j2SSGa2F7B4jRZtp9rnVXPd3kZRcN
BhwGz3wZu+QFuciyEZaSOlTxcX/ukNAV+2OBk3g7IYdtqayNtDmjn6lIMKjEJQXN5WwPV/HqGuHk
pWlvSlf2XBSoDZBEcHol5mC+idYKKa+w2Vq1fCemMvlXS2B0Zs3kQ++sBgkHD5DrPi6LZoBOZRSF
zXxakjreIs1v9sIQ0eKXlYv5laEjGyRJTIZxJ+j/s8RC4lZkdyNOLzvpWpuYkCifJMQiLI3q3Z7Q
1ihSH8OYGMHvloYnh+yH164iHJKE0adJn2+KGsMRlcgiv9IAidbMtTpTMogfw4sty4Y2ldCfSjPe
WrsrN2Zi67GvYzXh9ABULa06Ubuuss+KYT5gkoptcdL028rru2BC9CeFd9NHOf9/plWnvPW+A9DQ
fNd6GRJvc2wskQc1FYtP+LmHyYISLxgh4jy8CMbPm1JxzNGHya+EjanJPQkT6UvtqepTZ+rLNtan
iaqSTKddbus5QIJ+UxPot2ncjOG40NJQl+p0LUwQs6K0H2YKCAJWpfEGYci2/FHrjSeaV4sHKOoG
bNrdvNm0FeklNHk2PZyuHbvB4m3KFZNndTYI0KhxX1HwdRSYZm+0FvVgZ8/jZnEV/SzGbT7MI7Pw
s2Yw4Znr3q0DdOETtKaF3Wx6QGUdGWVk5WzJFqtj5Cu2Evm0t96DLleAyG1mFiB1GUNJTLcRGDgz
n0z0kVawtCznV+qE5NacGUUoRmr0AWOBW5MwTiZWTiSO9P9o0Nq2f0RzFN3JeZ7MIx4PCJE0BFiJ
kr7lJjSdSZ1zEn0neSyKzL6Dt2plgTFRKOVpYmdBrCFcWwgbuYsbLzqJ0Vn2Zi5o1DvRB7np4OKl
Nn2QsWps4d+nm3IGRgSryxFkSBjFuIpkNopB9ATVXHnY6GTyeqRauqhl0cybtqBX4NcVXqSIoPzG
xpFpIcvkDIRXHucsQwufURJ9t4b1DcPB4JXsRPYMT1bR++DRIB2j2G0fO5wReYPtxr6rWqfXLgqH
RJc/jGc+6Gk/wrnWOoNk5m5pGLKzx33ac40MNliCIGk7KImxIb/k0Sqmh6WebL8hAxBF73LSFrrr
ofpqcNv9tqh71KrKKU/tKyB8SvI6o7Rcxele7QWmVZa+CvXVQKJOeTu8w/5efASJZ+tt+v3m/OE4
+Pn0NVjKTAXx+IKy+vPebHfE+cWRyenTXu88KOyw3C+JZ3x1iaUloTY62V5NoGgvSWFOd2RpmuBN
0jdkG+JeuiM2pdwj1fmDMc4vQz0u6yoiWEnHtuUQePFTzWAqtucJuE9bp2gIX27w6kpKwxcWzXIM
5YDA3v3HpfhvK3d/ykL5/yjlZKX5//OaeDe8iu/la/HTGGr9k78qYpeRErUFzgMUuBDRKe7+qoj1
NegEEs/K3GAcvP6qIvs1+fd/05wviETQM60qDkQV64j4r6QT4wuWwDBnLagljFfxYfoXSmJsnX8u
PrGUg2NFfh3nBhsbJcXPD1I+lTnC3ypHRSfTsPrYWNYthm37qKbE+Yh1+8mz+N1dNyTV6ZTVqvIG
kds+y+Yu0NftC3/v2IdcMx8iK48Peu6wz7nseBHskInUU4K+YgxBcLt/0xc88Wezocibp5c6I7Uy
XpHgyhrQXZps9opjbRgu3+Tu+FSVoI9eNL0yiUJcm1OkONIdw3aek40+te8WJSGMDTvxhWFvFswu
d+QcEFuCxAz/bjb4fpjxFnb72h8S+D9+/1EjaGu5UME92opJPcVrKWGkjhEUa3khvFYVQRGbVUqC
BbpNWur86yzwx5wJjd7ya/tSH+V802QERPsGvuf7aN1Y3I/qZopYknDmvHIa7UquJZC7FkMmVdH4
UR65OC2SjAjGsNZOxtT054CpVFQVwSW7xOisl3Yturq1/MqowxrqMTVC7Uy4rY2HvBK/Y3pF3dZ4
3lUdIyMfEKXHIBA6HXXRBxpe7H6+Fn/pWgZOa0GYxxOeBOml2XfL1ixN6540+HsL9/h9O6nxZZUM
5aGvXP217iryLNpZmEHK5vhSTJgPVNqiM8/Ix/7MksUzoun5m+W0/UVqFvYBYfP8VLdK/6bX7au6
zJW51smJ8B2jtVR8zkhgY2w+sDg63rQw95mcTSa79DBZineN3ouGzKrbM5LfFR/iT3si1jndNHav
+CmQa9/oxdNiRuXBzbUhGDOmOG4/2d8oIQZiUe38W0pJQqXbYp9yk9iVoVwKAinFXkhd+BM57CXQ
l1Cy0LKS/Gwh6d3ajDIaOyaKmKNCJyXJVcZttSdzDuVz5BZ5BolAr26TmD3fRxXGSGUikLpmIHix
xJZxgWj+luYOWfy4qj0rB2h/SUBYOvfRnoorz8V/VTHmTdkUj7ogWI7w0AfKtz4wuvkORNW8Y0KV
nzt1UtHAtDnNyICH7LBhoDDPjw1OHO3TqBT1pdUa7l50VCZWNfSPUpnSbaqlzleiVbMmACVb7uw+
j2hpuYFxbM+PKiXpVk6luMtwD70oSys6kZTn7TLFqfDKlJZ7rnckig0ZzHIHbuRtXnfFtezT8smY
eWWLoVYvHHXJyJIf5qy+1udJ4XkojXRLEJjyWJdANgOB4gB+NGu8+4ibE+6hku0Y1dV7EL0bRrbv
ajSqm3mq14RYz/FtdyiCRdM0olOM4SwFmveTpLwuougpV2WgjI66V6brtnaGQFpmfkCikKJLKL8T
NinxazCqbTuq2zLDOKnEkSswKoUsOyCFjVmZ8qQVDDeibNM7nR5WZbwdMtKDojS+0rP+W6Qa4rtI
OhR/qacxhTTNHGPyc1NLEuU+7203SS+6WCmK/qox89Saw3jql2wOe8bpGO3ZVqTDju2nZniAHHq+
0El/NfBV/MZQ136y6so+Rn1inrUtsSidOC6LwqQsFuTRA3NRFC/Fvm3Nct8sHQO81VvuJkutr0Iw
eMikZ290/EOqZPTCwtSYgsXJ+NAnkXFVKbfkEM32JiLCLsDocbocWlkTzZZlF56bJ8+ZJ6JrskHG
yygt48uB4TckIzzptkmn2Ffl0Is27BVji8PzhZxIXY+cc3foal/K6k2fmQmqFO5jX2Gv1AwbneRD
ZlPdHYpxLeg99cZaJBL7ygkmWrONYbX5ps+k3Cp5m5/V7XMrk01qWKMfoxA8x/zdPXZFlIZD0ozX
XlYS5kY3/MBcZACyRujq4yEFeq1la14irPktrVbu16p0pB85DoQbra7TEDeQYOmWrwUyK9n0IMGq
MY2HhvBIUI3EeB8dHCOLgXHwMM4365oJIci+XExnxHVSO+d+MRi3mbWlVUqoa9syp0OZcrKZ0GFo
oF27hVLtK6nKbzohv9upZ/DpxbN2JkV615uY8zrMHU+GzfC+JqFk01BABqipJ5w2u3iPx3oc8vw2
Gy1FvedXQr0rOqW+HXtglFS2T6riFuckiToh+Mo31qmtbAmUx9PCwMqErB1n8Eoyq5N2uROa94Bf
irOtqmRLdZDjRFM8xmSN+7VJL0adPMM8n7sjIi6eRynFpmBo2nXRhYXn5gt8M9JxUGL7RlSoW3uZ
dthsVkEtxS4iazJMSo+2T0Mlp+f3ZjHGu7YaU+JmWrl1zdzd9uyVJ0fE95HZdtxmohrr3Lkbp+Vp
Gaf8buyzlnHBNF7gGlLuzbFPNrUcku2AB0lADYLpoIlrBtYkWPDUV7EcrnqPtlZrdffcyxpcQrEP
PsCUnc8TyLV7gl+6DQMIum/8DHEUW9kGYMRhOoNzwXyk7xxVVBTKjasOwA9irjZGFl3nkXaVrw13
PfSE/JoQzF1n7M51O5LMsViYuoWVSuTgbXLZZoP5tGA+Sla40ra3yYrUswH1upWZZ8aYmGPiGwnQ
na/PWpOEDNxU50Ep4pxu0h31gFB6V6wx0dX17NXXlaZvdWCIvKgeWLot37R15s6j0EKZKniXd0mG
0awOXDOaj5rQrd3UJ3vpeZe6096QTY7h+ThfGrUJhS5O2AHtS2RAW1y1gwpnDRB/n2bngH6487Es
rzbgHdtswtgofWRbfQXLwWlFMhDwcrpJHgtXMiud245aC0KyKq76JQImjBIG7vOhStJQ4ubSj93X
oYmTy3j05J0yJUdK0dsU26VtQo+0V/JaDfQ+J1vKYLezgwJrDp9nnpXLjfKvbZ1od9gf0ZasdVqS
DT5Zrta9NTVJAClnDmLCZu8mHRaNPnnfLW+oLgetZ5GR5lfJlGhbS6e7UbphZBOJRIOnS3aBulNl
kD6Y46QnxE7PaRYOBYV32Aw4MAi/rpN0uey6WB8C4co6vzKh6liX+cA4JfMNS2bOQfHENPlQSWbl
YM5JNj4SAJx6X+e5J8ja/592qRKpmE9z8/3f/+1rPVSim2+/x2ld/TgNIPfnd/3SFYy97jUefuqX
Pv7mr4ZJp79hOoDVKwxSEiDppf5KhmS6sArg4JSCkzNDoCv6q2GyvtAKE3OEChdAwV2dC/5qmNQv
DrZ9iMP/Sw3Tz+0S/mr2KnTH24Pj0zZ9Yu45BaFHkG/6bVctrd+3lnUHfi+2RlTlf6BW/9LiMypR
cQ9Z895oET9TnmvbaKws9brtmoDWlgLv2nzHungyGfgKR/lHf0/bHX+v/2YO8evhuOSabuo2ts0Y
z39uBBvVnfE767b2YJzMyA0NGis/1TJSPObicsmKePvDnf+bI/4y91hvMneYHCe4M7+IpseOwOR5
4IgJYPpm6ttQjm0YFdWfdK2/OtxzJB2rTRuVPP72n0EoC7pXVrlzt23jqN+v5Rk+MmDgEMHi+azW
kvzccnpxgvvSsMOOZBhNd3zSy2g2T+Vs76qa3cB3Jm9hoN1dq2bUhLYeHSoqnltrKNs/qH1/NVVY
Vcuqh0E0zxhXiOf5x5lQpqP7KLy42GaKuIQTeTGX/dGJvRmxpCSEQh2DEVN1vxzJM4fGNIW/vze/
Al/rCeAKy8u2qpk+e5TKmFa5LlzcFDRIEZuKNfW8Zs/aelIEqaNUPkLxg6cpG5eoIPLrLjBgOZOx
9aqq03kdS/KD1eUrXhR/8v5fv/pPkBzaXvLIV+Ksg8vyZ/Js6iYA+WSWbiM9xxqJirvGZchgqCWG
St2Q/4uKw2i6iMRAC78klGzGH2Z2tvuZAM5CBFOWNYVMSLIhP8vYswXj7TT10m05DfG7kkEAIyXe
SuDurhZpUBRqP1nJYlValM9K1J2iaSHUGo5KBWNyGsOxWbhuugvlbCWfqSsNDRtsc2s442lYOWrD
ylZzeUMCr6lPNUS2eWW0yWirj4Z7MnGxVMLYnkz2bnwoJpQkmaOH2ZyRCIK79TJc0ImzSUbmqL7Z
jXAIfjcK7c2tCsZMEUxbX5sV75mwb/HY898jLDX1bQadbagPusUJKsNZaAfmVh6zKi114IZo3vZN
BjI9dCXtkN2vWINaYYRXVlfORNqzn5B4Qm6KMSSYZg1Ru3H6Ln/tMct66HKyO1iGciOE9LbsKlHM
W2aryg5laC0fAWu0bDdH6myfWfbo7aSZ5QcC0I3JX5WjVxiC1eFIZvn3koOdDDwUbSKk3eIiackz
bXJVvOszM0A/19zoquhFDajfdxeYw6mmbxIPZPnF3PI+p+NC4gHNbXFhdI54JyN63ttK7T1WHhQ8
CLJK+VQ5dnSFadx0qTnEO4xaoR8KkeYEzzbmGJCtDoQgoHjkmw6RzFmSCBRlo1nP+6qIqAR7mCBw
mMsBg60CA3CVqTMRYgnl2bDrJ9ckRS1uxg26YfvCW3ocFLNC79+aNFGu48Fq5kNCIA3h3jFAewiq
ppphJ+1l2ZBLRuwc13KFFEzoK2dlq3YHBI8NX9Jycyo0WpN2PrSdpeWHhu0kiFKRWBsKJmfLQCzf
jG1Dy4UjVOle62k6x3sdm6ooGI2cfhZHv2UDtKJ1PkzYezO2MjWIjF6+6mZLeQddFfu+vNM8OxwX
MceXSx8rWaBmGczWPM9uotxsPNCpUjnFtStzWop19twyIwuHfASztxYXniIsXBtHFWz/anx1HetG
KqToHNx4mGBgp8V758zmd1dEU8zZMurKIyfdLyrs6tZyBamsa279ODZkG7jHaAYeMIr4HpX4JZHi
zrfFq+4a4sfvnarMz5XCG/apgbcQlLmmYB7ZmddRI0sfdivZmktLzzcakKyGyL6ZvTE5MKbQQyv3
4sDEGXAPVVZusCzLzhNHH/1iMK2da4wdWalQczI9o6davPq+b+P6lSCZRwW600Y35mJfNDjUlHh8
BpS5b2R+Mr2UqQwKe4Y3pdUuY36hwNJ2GStk7tT4EEC51rN5U4/yjIgT53wyW22vJMkQFGnXHbLa
NoGkMGyASnuF55YRKvpwDXXsQtPr5qz0YP1mpTxkaqeFSyKW/aK5d2jLqcQZWPmjQu1dFcq1WhvC
t7Q4CWUvNEIUnfIgamJvSXastgY4JjJ3b3jSbYIlqlY/6lP2DrFOP2hpTDAVhPuTomrNIVu89Fxm
+VsbL9OlWhnLu8y09L5k3XzqnDI54JBZBqOobrB5s0EFS1bysvNKWmZ6mp5rEjSOgMtdZjbqvIGY
znhUeHFNXjEi2hZg6LlrggadXRpMZfFoWqoBqS691uEpBH1Te55v2Ymb+mpeUrVBzgu6RrudUtKC
fdiT3omWywzguDOn18ChrTgueKrK7opuPbnNiWlwzPTZzHWT0qiuzm0rdyrMFxbrsQWcuIqI9DhP
7XIMEXq0Z2MihqBOSZlQpto5GPN0Ac1Abqu6SK+qMr2ZUhgKvr1QQTKi7Tre6Ga6Got5eE8Ul6gl
kfY7VZ/Ivchk8zh0uJn6erxkO7vRIB3ExaEUU7yxMDvcxk3/DRavsyGIsb3WCGioArNWlR2d2PAu
AHs9v/AyILFl7gooxpQVfgPmClfrQUIoC1VXLhemtL2bqvTmM80WLf56ZnbmZI7xkLBY7HBKx9Ky
a/QLTRDA4LTV1xxF1vWkIfxj+LbQbS23Hj5ve1ehHRxqSMq6IRdjs3hmetFWVCqxY5gv5dLMTwV0
8rOikt6b3Qn5gnphIZTYgombKrVxISCbs3mm7CsulHWSqw3r2NZUhVmWihMuC8tWG6IJhKZA9uAY
WTiCrkHDjOfDBCltk+oqlg96VI/7GDLQVsi+DrVsMfzISJ67JCbGqh8W8IZu7q/Ykmk9U68mEaSD
b1sWfeimOlQ3GfH5SbLs0rQktcVo38ZqORvr5TVvHEwRo6zA41OAubnRW8/yFLpldev1xrJTC+No
DPqmSJLutcRzcYctqLpBu98fiPENtTHtjktiXzfJdFf1Uj9vG/1rbMCVHHUUbEm1etBGOTbGmrbp
MUaFDcy41sqKnBl/+zYXU3fdRdLD0A8IFWNRExA41eZoV+XDFNop+3ZhT9WGy/lSzklyBJFHrNYI
5bvuZLcx5pSxB9m9cZMibDT2NgJV0u9222gH0aXJNvUS72ZAbQMu40o8NRke078LE2YsVqK+2rBQ
FaY9bLMZozFYg2+Av8NroidwBmarl1dL3njbBAddkAm9M5+oNuyrhbcr2Yw6r8xeDllxnyqiBXt3
x1MDXYHwpt44jYU7tKhOhmMk7KEhOMzsEEHZ3nUXo7cbOOk7wmzGF69TUhCXLif4FWgwPUcIoV1M
c+I9L/lim7hfmkg+BMTdB96E9MCYAS456F77PbdcHiEvscTTMiOL0ZRJ7tImih0MOHDd85sh1whW
M0yYlOloQJjRFgGLEmFDSy2RGtR0aYO2AP6H62i4mXroRrGHb8tNM3f6tZVY9VGB+wkAWHb1Q2Qr
Ug0aS+rtfsESvPXnNk1PdZotow+RH9pU39jZg1FWGKTD+O7f+2FAQzMpEu2Nkbtp7XdW35yKdqHW
QwyFwqUaAmspWIUaRbsojda8StulNs9yI3ais7rMSIG3y866JDM9+2YXbhGH5HEah94WxgVmxe6+
iU1x680lNhkp+/Njxhqw6U1R3cmhDo3SlOdNYpqdb6uiYslSo+c5x0erLKPpnOnXtJ9g1F2mTIze
QMOoMH2rr7yXuZnc96Js5Y6nfLmZnDjaV5gca0HTt8YOShlcTt57bYu96Oz5XV448L2rJQUmL5Y4
dOd8PmZ6bI+3qefOSTCkaskWaJN77QiDj+0JR5WD4zWMA0oiC6lyms2gs8jUIiMuHYdxoleaSj5p
E5ovtR2sxAsiIVTD77KEojbBG6q8L8j6/OrQWn0HVZrvyD5HASeKpsPdcY3ZtmScN3gDq+pbCsCa
MepQ67s2rgrI0tDywIG9YbY2rBvswnPtcS+jub5tCx6I3Qy2eyVaCUTZlrIAnpuqUNeS/klJdO+p
57OTUFPtMrBFMd5o9AhnaZ2I2ypdlF0xF+LCmSCo9FBJUgrqpQUWVUf50MwoESiqBuxZIQNJCwTZ
q+uDaRCHR925GMumjORoPxSpRSFGnM6l/iG8gKVnh+6HHINbm23JuUekMdbJHPnOh3iDFX5VcqQf
sg6jYVR9UvsiKR6gf2WH+UME4kkPQQhBPeIh/1CJfAhGnFU70uqrjMRcFSXTqi0pV5UJICSmLzGy
gyUTUe7LVEePgv7pauxWkYpReNZ5/CFdoRVv75ZVz5J9SFu0VeWie/m0z+dh36ozXciqhZGrKsZZ
9TEibVLEMKtoxl71M7pbJcEYezVxxahrmlVnkyhL51M8JJf5qsKJVj1OXHXtNlo1Ot6q1tH/IdxZ
NTyui5pnSdD1/A9A+H8FEK4cmn9OqDi+Vq/lz+jg+gf/gQ46zhd4u7prm4yIV16E9n/QQeMLSAWo
wOr4g1vJD3QK74ttOha4II5wQGn4f/wnOsjnoenFKMo0EAmrNuTbf4FOoXP4n7AJ2M8rJsEPqEIs
QZz5j7BNBVOH0ZA0w1YkydYD3bvTnXnaL9grBror9SulHMVhpJMwNtHKdPNWbN9Si+zCUNQ80Iee
LC+hjthd0E8IAqXIF5fIDD3WvZ2d8DkxARt4LMvq8MOF/hs87sPj8UdkhbN3NULJcBmEjsL5/3z2
sE+xYIg8IywU2z2WSZSee0ygiPqM5zQQlfVcZ3Ai5zmDZ+zkVXI2Z6CgRoPbH2MoXKczN6m2o5pu
Ya2ZoTTxSm9FmZ/1VUP+lj289El9a+l2+0QTy6acskNEhaMGWmag0dJlhhe2nOWuNZLxPPHUOYjY
cIPSwzxL4C1wpY5luq9rpcfmU2G2M7j6lqlndt6VpfwDJKr9ejttaDi2Duq7gk4qgPNPt7NgYOwi
GQuHiR8LspF7gdNjULup3DYNlv8OcezOsEIe4/ig0O+eMSH6+vv7sh7l59sCAx4LS9V0wLfZ2X4+
Cwt7A5TDACYulL1T0aQ9uuihjc8jL+n8OTXyp1ZddOkP3fj2+0N/BoVhBzmwjaAnmRxaMz6x9+qE
WQ5WiqjTR0PzlZUkoE7Fu+K4D6ZeLgdO4E8pxJ9RYQ7pWuaK/SMfWDG+n78t4s9oEK0jQndSGX7b
7lPZdre9iwH777/br5eVAwE9u2TcaxgCfoJYq4bV3VpsEZokuKNoJFBvF9WW2NLTmgFTKORFnatj
6ZdZ/yq8u35JkEveMcj/GId9OnbEQxU3zYAwOcI4t2zaJnTtKg/cPnbCQu1OTRVhXw2Np9eWh7XR
+C98+fVCG0xR8A36fJV7knlzWC8irK3oSY3qV9naT5lBodwyyp6EBgz+J+ebVcfw83PM8wsOj4Uu
jErr89uUIhpSK6QBqJ5765CmMfqc3G3uf39bf31+KLJZzDWgUwI8PnsiDdLs+8rxutCBkhvMHsLG
eRa9X+UQeX9/qF9QeuaO4FomOwvG4zhAfvI6cewJWhVTjJW+fA7v/b7VrO8KvdsGmXPjL1kXUqQA
J9C366J//MPhf307sWpBNsN2iPGxa31annpzYVxmcHhh6N+6vL5QZffiqOLFiIe9FoHnwF2FamAH
6M3uVMV7mTJ4C9aCwAJW166NISAjlk6J3Xz+/bn9zV346dQ+PeBAoMQFxJyaY3lneuUdPVO8cWv2
vz/M36zQXAKGO0z/WJ5Yqn9eLWwFHUGmLwSomPLOwVrBrY2HYm3w3GGA25JtEzWBfAcNkCKcZAPJ
FP/35/DrY80prPokHmzsM5x1E/lBvpNSmmb1IHkI3LYOHcBO2DBG+4dv+svAgZEHyWNMYhjS4en0
aRNQ6wy6szpylMy5j2fnJArxULHbdrIPf/+F/u6x4gViBMjySJDlp0U/MwtPba2hC42l6fZL7Dyl
NWQkfUjMHZYI1prbNP/hIv7d1zPWyg7TVhte66f76HX4Msmsx3OyGU4xrAXfTro3YeL4nhjffv/9
/u61/d/sndlu3UjWpV8l0fc0GCSDA9D9A31InlE61mzZN4Qsy5znmU/fH12Z1ZacZXXeNn4kUMiC
Uj7HHCJ27L3WtzSgMJawJJ8EvvP1HashFGj0DRs/m8kQp5syEYcJHzqcaRtFVTLuqi4ekAvajyXh
KiqtmXfu5t8+tz9Iq5BjYarpb96PfgwUlZDDhuRB49KhujjF9ZBsMa9409y/zNwWgnOT2JuAmFK3
osFolHeu+d9+CYx3rP/gmtiE3txoOtllrUVF48upfCR64GYW2iWwurtKVA+UdtiQzAVJ5ncD1LA+
lU/v3Id1fXq9IcC/4swI6AUZNE/16/sw5Enehy2hUEM7MN4YlAsnJQg6DZLI72SxbYEbDmmcbs3a
UTYTajZyv3QZeYqm+F1HU7GYYYIYMF6DWsG4BwkNolWher//or8+nOhL0OlQkfAlhf7m4VTtwooW
BvRsXMZ9TAzYMXHsncW8HA4CDvvff9qvSydbCVNfjp0Gz+jbENl21My+SzLhO7IdvqVpfCv1EkWb
8l55+wM09vr685KvjB3TAvYs3uZ/Jgmp8lNqqKsC66Bk1eOCVdedi/ZqCilp4wBZT9iQPlznBaNd
zfGIHRn32OC9nnY6fn5MckkE5KNIrS+daQ/7bsSwVxU52iZJMYGM8roZVgYvQN4NEtnGq7qZ0RJG
H0udnkOaNL+/em/vFaovPBH8XXi1earersZjX0RmhWLO7zlAofLN7esppHNmoxuGLVm8ty6/Xf3/
9XlgdDh5cpBU15//tPpHeZcMatXgweJgcCoTVV63YWC+8wS+XZLXTzHIL7RVvKtrzfr6UzLidnLa
XouPrIxubxV9Xab4S2dUF22u+g7ivnc+8O2ryQfqnAOBYQkVttpbnctUjZHNxHD2NdhDj1Wdan7U
109aI55FRu83H/C8J6VRvPO5v+gO1g+mJibrns93WB1f/01lYndJZ9uTn9Vo2yp2Ia3U74LOwh81
tvpRY76XyOTeXr5Hpn1bqPFH0yYNiwpoKfNHTWjJBidk+c5a+fal5GtxUGCNglcLVNx8s8ljb+ja
gnfBd2p0j8EUGgfaxAQDkp13+P0T/AsBi8+yJWxInmHcXvoPy8ZPj1Q6K32XKfHEGhhmbrMUoRvq
KHwt9JwhpwR/gVLmmYt4klBuEK+1LodOBUqNseXxoCc/vueD+pvHARoaKh22C+os8eau9LUR8Vnp
5Cd0jLe0exFL1i2TVmt5YqL5mPRIFcI4i7bvXIt1C/h5iUIhpJIwyT8sweuh4fXjQM+G9XxKyJJs
0+/Mh/FLEqSX5h5uNqyKdrJcjEVfnswMITg8ksbCtVt3337/NUzjb76GBh1DQGxjwXx7S/qM7mXY
K4NvZKP+TVbB53SIP46q1u8Cq3tJx968w5ItmUwLJ7xpkmreZ9ni5ZoTXSt2c6CrbV/0Q1rup8YK
NwaKX3QgCgYGKAsN7IulvLaUJvqIKkQe8BqKg1PAFilJ/fos81ruS31Rv3TVou0Co3R2WFkQRDZF
jcE5b912UjeYCnIvI9DyXI5kjTJ1c7WZQQRDIO2AjOIrxlrrSCyH/sRgdwK/UvIlCUfDM1JuC017
qEd9upkzGDg2Lo+9ZrbyXJcyQSmRlR9zaOe7CIGLj9KCCf+AlNsLMUNeZikjB7iWtCNMTA+naRTp
fWqVidwxv9WXd17GXwo4mkP0InC/rZ0C5oZvHkdlhugjewf0SqHfydC456J+La3qS9/io4zX4ejS
7hkN+uGsPL/zLPzyKLArI4lCAMQbStD56yeStjtq6KwZ/BFFxzcbo+m9JoJiny/qg2yc9ziuv9AB
+Lualq2SXot4bY2aev15ebwUdmRmA5CtMHjoRUXmW2xJD51R8Ayi1owR4daKq2XKdGOOwfgJ9Ety
F2WNdQqt0vw+JAMPYjIppy5HobxRMqwWLg5+xmjBupqlJCff0EvXXOZR6JQt/iBVtuqu0kvBaBde
0O8v4a+ricGLi5ATyBRiyreI0EzOxCiPaKCMJixcq2riq8aJ7Y92NfHsmFFwsAcQIZ1mQTX4/UdT
CKw36PWSwr6C0Q1HDv/Cpv36gkYi6ELUPZ0fREiatmmCngGrZX7QSpv5f1XBJCljvB+bIZysAzMJ
mW9wsuQfA7I+v012HH8KCSvkLBnHh6KVsF0CGdBBSnvjxIR3frRNZmtaNXzP+kmcE9IcT1oqiE0c
BSenmgBAAw2f7ey7Pp+GrRLP5dVUy8+FEGfVysRe00rjVNklYpIxv1+c/EkvoBvBRSwPettqn5BP
WF8YMVVuVZbZZTHp0yFDNYPRRquvukyzXCoW5wZoXXUeDa21yYjswRVUuaGjhM6afWQn2l25xgp5
g6L7C/vtHg8eXJdOFbskMAs3Y6xGTmxFfGnMNvMY5eV4T9/G8VP0EBAP5hJ7Vp2EiUtshOL4la5y
IXImnRdxm7UfVwlPhoF3KE/kVTLitNpheVLSXnmizhZ37ajLJznVjHoVJ2XXFi2GgKQT1eeJYS3m
7XG6JhA02xKwukC2Y9abBfZ8DeCmdIcKF7jSahZ98oSJYqRZFtPnHsmhog+qE25suUi/KrpS99q6
qM/kenakTNZF4EZzMl3KSik9YOBhvQWZncVuoCiaifys41owMbrLMaEkmzFUq88YLqptW+dlvBG6
4pxFLKpLKJBw5Jq4+GLrdXQi0hQAd8n82AnhLa9MsM1gWl3iNyVaKDwuRf6ZWobgRjqniNGRPezB
Slh+gc6JwGTcb3OaJHstrtNvajj0V0z3THdOHbIhxAjrMZ+S42xgNbaSmODPYklcmwBIt1VzHrUZ
NURUCQAbKkoMpUwjrxscE1RQaytHPI/yZepIsqKQUENMl5x4GbF2tLl2mJtsoEfoSHYkz2LNnhsO
xdvSXDlGaO1JiqwQVCVMpe16rzL285M0UtwwAQ8KuU8/2Hkd7ww77s+o9+JjlIQkEDZIQ1RFixoG
6A6GknDM5uNizeG1ZVK0LLJyLlKd2dySxLciScVFLaETdFWjPjTYu5DWVNLH+wFYsVFF7qtx0R9J
daq9ujAdZo7OsJ0a2/oS9yZDdUxftWssaeROKWiquC+wOhK4domvC1GIpmC9UnNHO474Edx4sXwx
2z1GeVPhJRPxDb6J6miUlvMwD7iuwHxNN41CfbFZSru+bOYs2JYDyo9htrginTh3RVgj5dSMy8Cc
/alux2OZCutclg1xEKEtPNPpiJoGwtZtGlQTJlo6qRy7eazP0kyaW16Tz73V6J6J5MVTOFPsukaz
Dk6XOkfVjpX9IrvYW7DG3sVpZ8H8D5zHSSTTzRRpy3OVcTOHcLS3FYvmTUp/+bJXq84rstQ+Q4sz
Ly0rGC6bfrG+auwCz06hcOuCPHmsZKqhK+eejm1q+tnUGucgnpBicVQrT6JyomlvASjw2rzh6DfH
Q3eJz4dpVUwY4x1zcoqGwiYDGEWxSyB4fbLRVX9UCI9yUApe9bk23YCQiE/BlJTbgcb+VrMCsiU0
W/GzEZPbhOL/VHMaPiK4ehrNyek3XZAorqp0+j4z5bWZt2xGVeP4WmwmVzFH1KsiTIN2Q68R9JW2
KGT2lot+OXZWghtZlBSLSUqgzcYUaZxvZK9fmrEcCJ7PxvtCqX20jcttPCbibCU8v3xEQ98UfI6Z
pCBVmqYBWvVjF0SUxLhrgDDLgSReI54D9trPGZSOcwEd5rPWN8mp1SPz2zgViG7qsTzpVhXvcjRm
fl7kEEPiJgW7PXIhHkvV4DuKaSjOAPn2TRcQXZqhDYrs8OPg2M0WKGJ9NGgnnuM0s6+VBJFHMff1
TW/by5elaeNP5mzM14UT3RZjqbyYi2Ww9qCboIcmzvqsQgZNBhKpYXxeWbgQxUEJRT/DWmTM3lft
Sk+BAWd9rJKkgVsxFPYNzZTquOSpRvajzS9Tnlj3gzVgDp9UB7xL0YfDtC+wIV3HmTE5W4ycvccV
HiVHRFEIjy5tMnmIFJXNWM/msOvNEK1pinxiUzPeJWe2HmAnLqLaYh4srquUFCXXrs3SbZLmPgNA
4kZNY34s8VG/JEKZPmWRo/DR7TBuBzEFn8imi2o8UGWEM28oHxO645ZrglQr/Ygklm3rNCnq46hz
8Eqo30jtXvnA3bZLSdrREYxBbw3kJW7F5JOjFtkuDizAGxkWeThB8XhFc3z4YqVK+pSqOQqdagq3
eaEjmHWmUesQbGotZtVGWQjCHYrag/NhV2TULvlehgvrjZodRkfPrpmPlt+XQk9dBIIFNlCnH+/N
SZ+vKmWgKxKiVIXXVObgXiv9KKKkBq5Y9KfBZCaTVjvU9aMPVNN4Gh2tIwRIn+6DwKmWLYHe0Tko
Df1FVeOvlTVYH8NONt+UKqNO7DHi3U9wOSums5DZKjFR1aSVbd0vi8bgspTqGTJQenCSXqPx2OGX
hbYHcDXFmZgk2ed+Acs5QP3ZdEVLKC/4oaYMb9V0OHHeaV19UgSw1/CES/7aJNhp4wyknSgTL+sA
/+lA19HWfTPggLMTGK8v9AqbmiKn4mZWM20HrbTzIiaQX6YEi+IDwpbPc2xE6pZNGqhAD/TTdYyB
G9SWvJ1R5BznCWoMZf8+J46RIwdnnh2qlqtsVAqUKxJ48ibSanY5vdVZgg29YWu3CuYIXBNgnOMY
QN/8UQU5fYj6JKrkoRzadEGNktd7McVHm+94SbnSXrGQZhursx5yudYxTeacSFAjVjYZrkcRxlu2
7uQE0f+k9jlYHLMGhEo1LXO13Vk9JbWSDeibomyPGDtnASV7nGMeocma9akIcn+MmE31iiXYkLXv
Ac/UXspi2VRqLn0INX6u9Oa2inI4g0GBdbgcH82kB+6Epgp+cMUHyjR64AqlX/M6KuCYqdY2ta3w
XDs11bXtHEhPJpwy11rgPrZ56NemUVNH0yfTzONjm4WsQE0wP6gqVt3S4lUhV9MfM8RtYlRLDOkT
Kr6pRAA62elB1fVd3SO90tuRIJVyH1fT7BlhcsfLnLlpuJyJQLJdR61Sv531q86EcJziR7i2AwEr
UU64b6c57rddHBUf07Gar7SlavNt01TReYZoeJIMDK/RaBEfjrfnvMzJR/Y2CAJcGSpYtHO7vKEc
HU2nBdlm5q7DQnctp55ZKjjKi6SN65tRh5toi/w5gCV4yjIaWJ7Zm/bFtP5AbbokdA0QlxvYQsKP
FMNY5ae2305ps+cMhLZoqKdjNE6SfljY3/PnnAberiP29G7t2ovuKcyfZgvODTi50St5ao99OlOR
wbre1UZmUCcHyYXWk9QythX3MAxqPw7y8yQLcVYMnk3gtfiVtWIftLC3o9YpNrjLDX59fNbJMvQh
McxnvN8Lcj8xHtQx1e8VfBwXWRHONwMcgIPepepViOdiN2gqh5yyTxXTE+o45R4D04nlU8wX1qIR
0NAY872Jc3uTOGVyA3cIWQfMs9a1Bq1EXVYW8lIPi1TfoJ+Hz1QqPPULBze0VlZ9YkYSNxvcmADe
ALXx8vSLSGZXFGq6daIh8kMdWZs7YqbzEkVfXkxoQ6NHBCgeh4U8aOr0ujOvkPnrPDp2U35JMI7e
DkpaHRA/g+UNg9EGamHow3Vbcc51E3UZz5AtUYuV2rSF0Qx9PMQv4rhls+R3fZYoF5luYH/oF5MC
oISQxcV+rNDXeD2B9fC3uPUqisYbfCzyaRpyDDy1NLZ0snRuugrUJFYtRG02XA5UKXOV7Uaifi5o
RSnHcNGTrUiL5CbOkJ2JWjifwWgWn3B8w7pYgZ/luueLqKB8yWIu6oLO2Nx0Vmmj7qUSNNgFDwpk
oY+qWXSU2Eu8b0utoJMrK3/KlBpoiOMWgwR71amQdFtpg2sAtDkwC5q7Zfbzua62wlHswG0xMvtj
rFv7ARidb85Z9TzzeHlqaMltYJPYI6kame13M5aNGgPslcxDVOZKX138ENN0Bq4A4t/Rw4mgVGHK
laZnNrY4BklXMRkDZ1HR54bO0GEFXwrocjFKpTqzvHaUFHX6FGH6ANSipmGzzTRuDpCnY+3MZ0Z7
4mGplG9WkYQPw6jHX4dOVbdLH+bPvZIj7wBBhsK6K27GrA+PrSyji1kZWNsR9HtAU/WNNEZIamPh
iFvHCEm6rxYJVWP9SoAL/XDILuyuEdVG6qQq984QuI0y1BeDTeSeTk3XdZWyr6u09gvN6o8q3evd
JJ3gKBY924VKR6hMEaheaFe8rA0TJy0sxlPPYgVkruH8orSoR0nqI1BnadCJ0HTdy87BZk3FYDEP
KdEqb9I67O60eYFIY+J+GzdpHtV+Oma7hpbIJUhbe9PosIOJW9wtekN5G+o9VxG792GcAJ+F+mxi
69aHT4aWAqOvFOLKgjbj+S0a6dNhK05K7rDfNZo3RHeLNKIjlosSXl1EwQgCjfFNxX5KVmRDdVfo
HASSu3CMg0Mg1NAraEnQgZhvwzY2j/MQNl5sQzdYe8j9IdDFsC30HI+KUqCxUlmSnKzMoTOoS+Vy
0Uih7S2CKqjd/SQZU0xNsCUrcGQ9e1TSCuuiSbtzT1rdhm3HHRx9eA6Z1GNqCz47GtLwOTNpRiHY
uwpXdTWdEWNTmpnpDkFw4VgIzsyuHbdLkDi+rpSHZWnYsg3lETICuuXopRDgmEdjPcSNpeZ1yWL6
07LSdQ1sY01XkZQM0G8M6uVuKPhlPUrgFq5w/hDMXaIyvOKs4rYDoa3lGNa0QeaFN9ZJ/CqylG2p
gmOrIDSSes6OgKtuV0/peGEnNBg1o5TEMBMakAV4phu98FQLXylIW+tS6Kl0yQy40Is09gGZYSuJ
BPaAWWV0Ek+XRGWFrIDZTYBxbCNjGLxT1VHvTjugFPfchKcuTB64UA+zTPej0ezmCYo7TtPLmh3Z
8IcmJGMyxiEUoJjTHUqUZXbkprcQGNuGMl3pWdIehUYRtCywJFgpx01tSPIXYj2br+ylma6NuEZb
Xg2wRAyJpa0OE+1sc6J/iR0TzqEoPi3MKMuNkRK71YY0TxwS0/3Z6EI3iIN+B6LEeOZ9wp2xLvsz
DwsOGR3aTkWzCPq1tisKp0O3BwglM+tNIwb90yD0O3vRDHfM8+osEfVtUHl9wmAYe5Yzp+i9xHJC
k4szgbu5j9H0u7GjczJzhpZKiNidTISc52Pd+aK1y32G68zPOLWzi4JrJIfjG82J1K2d+F6blB4x
ZjS4MPW/9QHwhQb/2GhwuKa9qV1JbdD8GIThJVxm+1q3e/scR5CURdUne7Rx+TlUxGElTyJSzoJo
U4x9xv6QxQ/BPJds36k8d1GnXWYEHZzVmnjLrg636qg/2qGAelFQO+AGlJfm1OS8XKO5N8FLPFpi
mvaib92BQfl5oDRAWNhNX51RqW7KBFQ3Djw4WotYjrSZmR+YOt0yOVkVdqS63eNNzc9KnQSXXZQ5
X62yEaBgY5CP5E0odNMyBAWNG9aFwk4RqWZ839HkMWnjoFN/lovFBpUJE6opB2QiRlWDgjiEzF2p
ffRk0RM51bwT1xb34BSOdXEqVH22PXux2hfHnCM+LkoYS8xdty+SOfxoWRiaJHvyN5hEym3V6On3
oMrniykLq89trqc3iO9xj1kqHS2rZmA/j1LswM/0DPxbzVshPD7kCx6eMpRQkmqbV1FrHkOtne8E
wTO7yUmH+3YxSnyCfaeChY6jfRBQ+ISJmlxY+KR8RvXVCRp/kPmcd6YNpY95wjUYcj7vDBdHJoAR
PSoXT+OjL6GnxkzQmv6Q1FNG3xGo19ICJJ9hsCILHLozOA19Ew5zdNUHSn6bN0Ozb2JJVWOnxED4
NU4FRhCcj6Yb6Lp4dYFV02hPRSOfwiWmUYGi0vGHfOI29ZQMyUnrWF4028q+Og371GKNwFonKZ27
2sSpWet55S5ZbjwUsx5+UihtrHJ2fDutS21Dc07x7LpeUesT20S+KI5bdVi34paY0M6awlvW+Bs6
eq5qcCRm5E9pcpvSfaRQk9varHcTUBYEx/YhjNnAbBv2piAhUQgek97JvnQ5zYcWMgdDCOU70FIC
O6OKDjfIwWXpDZ+29j5i2OBiESw8xSbsA40jmLS0e4iJJOHV7Z+bnmZNk42tV0bmirYqb6qypiMY
YE+ro1gewcZVG2uWJNIIBQya5ZT+MhGvkg1pd4joYnuSTfZFDdiiO5lrW2OR8mWeoD3JftK9nkLP
BNjiJqMznKDMVBerAPRAv14hhECTXoPlt90YQw6inKBoN+L3jvDJ9JJLR6ePFmx72+OK39C+Gi6r
kIUCN6y4S/ve8dVeh54yyCKiyg05GLU2OSJmC60I0arJwzTZ1zVtrYsfB+45Ksb7MCrEha4TegDJ
ptuocxnt7SSTbLujfYpb86gZdgZhRtvOuIgBAqNt32ml1t8KQ+S7wZiHLc3qTAEOVyY7fcicvTH2
EyinrvoM69N6KqDoPTaiax/oq0FDGrHxJl6iReUpHyY4V0wJTgVDtQOWZnEmGSm7qBezgmiUJjsA
60QSFJBMizl6+P3A5Rf2wqqLWC3ytmnB7UBn9HrcMjKMSiNVq33ApoYL5X01lzr3RUpPOqs+FmQm
3Uq+1T0zlxe2J4oWLVctpHp6Jp/MtZweQ9vcWTVH/UzN7gUmqWNbLlCY44LsSU4173znv5nAS9Z5
hCQ6RHJIC2++s0GHKRj1FPVmmRgkrYBcjSYdkqFRpfCjEWq164qj9eW3SOdFahkanJK8NS4rG4bV
oiH6pDhq3lEG/Do3kxZKbKGDAeBbiTejR10tcNJaIQwvWt4tShPmUddELbAd1ZHhGUFKYgnpLO8J
ktaJ2OuJmUTggkdinULCQngzbrXkwhPdxbW/lCI7OmWAa80Ef+oFkXVXJfoTyvj7GT2xazfJwBGB
Ql0yMNh0tV1cZUuVoVqUT7Qe0ksGkfZ5jI3yYNWggReFaVu+aCXyWXUdUjWCYQI0b49hx/cG8e2G
jrZFpQZAjPOM9hw09Zkc13wjKuEX0ejs8gXZnmQ8j3u+yJ+VGdeAlaUQ3R1sm12/lBy7TfOOdkx0
UIdl+NykYvGagPwtJWmhBTsio5rJP9tYD4CCJMJ8Xnh3cPHTADeWcH75/Uvxi/LOgl+DQ8Rw0DaQ
3fpWuevMJYrREblopcjZG5t5B2nNOdOJT3eYHOkG1aYV3fW2ErPcgDUUJiFOiRzTd+ahvwgbEFZo
cD4Q+TDCIaT49ds58JMq7tXS72bdvDYBAzOr0MerH3/f/2bH3v0ehsSL9J+dTv8btxQgpD+eim9/
bJ6ar/039JMvPyxUh2//63/wu3+ankzxAR2WhZR9nf9LNLn/Nj3xIxhBDLF1BJR4GNbs2r+QSNaH
1dhkr+Jww1zbrP82PQnzA4QfndQB/iw0xcQ0/BPT01uNjm2udiz+RyDRIbxvXT5+0iv1Gm2+Kmlm
duncuo2nvmWyZc+lC5Vc/apXjtZzCEyD7agKgmyI9Js33ThjoE2HyDpok1PTsWsCknkW45Nt6y2E
627qik0MQuZrqgXZLliUvgDIUdjvJL7+cM/8vLjhIhNoelbpnuSK/HhVf/r2ikpm0lzK0Yt6OT8x
nNFuU1POHKUdHNSR4zQPYqDGLeEWpps51zyTluWsjgjNkEMaB7IFnZiMKFuUHCkE5Vmv0JcLIxoq
bGRnS9jzVd/p46PeiFlu6kVXrpinLFs4p4tvWlnTbxJO2o8LB3P1Y5gVtNtVeEXXZpJEF4FW0KDH
vR9zWjKmeNPNac0wUR3eE0e8Fbmtl4KFBAsY18NA5vb6Roqesigzy8kjqiKgiIysTT+pCiI3nDg/
PepX/7q+P+c8vhU0rh+FNcFCbcQ4SHXe6OniMjcExrDJM60ZHXZRqcdWCVCxOExErDawdmFfXP/z
VegyfibStvze/c9X8Ss/Hv/nEkt2HEbdf30cXpqub17+uHyq2j+2ffHtiRNT8fZ3Xv0R7X/9+DGw
Le+pe3r1f/wfL/V1/7IC09o+6/5629b/8v/1h38uDe+sOKsy7z8vOesyQ3xL+/M6s/7GnwuNdD6Q
sYK9AAUtwn97zS39k73Gj1CJ25qjk1RiS2lwQ/9aaPQPoPRWkDQOMYTEa4X3F3tN/4CDi+ECnCRd
2ii9/9FCsy4kP7+qfCmWF3Q7PDgoe1fM9s8LDRkDLWGThuImUlzQiAs7L6EV6C+pDHqf3d5ofCXQ
lIWmdLzEbktdpriRIZtuk3PmPUbd3H6XC3BgPPrZ+DIoMP2XpjSQ1sDuYDSni/GbCGy5abDh35ey
SC4bAsD0fymg/tGG+P/7o7g6r/7zowhAAbLq81Pxxw12+q9Z/PzzQ7n+7l+7n/1B16gWwQGyC76y
/FraB6SymEuxxliSxGkWrL8eSucDjgaMJNgbVr3quuz/9VBaH5DKUnuxXVqGYMn7Rw+l9baEIqHX
xkDMKwPH0MJd/PqpJPNSQ3aTjb7smEGfoNSo87YE7rtsU5BEd8DQk9G3jXYMd0sArGDbWl1Tb/q2
zk6tUOld6koacqaR2cx/6KhMzImzIUCnj+KnpddC6mRyR76R/4PCMzV6zkhVZfT3RUJ16VpjwCRf
68AubThPN8XBmGba95hT7fsYHUTmqnPRzO7Q6R1oowIBI/jUBGloYc1Ku0nN1k4vi4x0mU0zjEgv
nN6CmRwnBtFbbYnTFlpRqp9TrZMPwlwnAqK36fSKfFIiJMqtVflBaQ0vTi+tTSWVYrprAHrl+5T9
fFoBPcZwriP8Hl4wtNUq94rUr+yuwbekiDISTWmeGUxHxu62BbRtXhaiBRuFH6S/5Czv9MekWxDP
oV2iY5qz6eas24tmbdtxTKIN44wZblDYac22E3ZMxy4uuxFKcR/e5smoyL1Qs34nrGnAzFL0zdUg
l5CwyG5JnsRUpJQXJr/tNkaBpYrBA5Bq6L6KRupHTKokpNw++hJ1bNFKYGLvixe7bN3csPPhPM69
MbIpj82nljEx2Can6MTgK3Q/HKYOVXqnOXgt3CF28gs9jgZ4xvGUXwbWoD6NICo+ogqzvqbAaFom
VPRR3QmsMD2rMDHW4GJGn5nhdA9V7aS2q1crKhvZn2Z6UaDoXxcaPfOmZYh+HzqSqcNoBWiChQkQ
fVvXhDptEmWBpj6XrUb8SqUhHwhpfICbps2igH5dBrlblLLWj/CtIs0b05EjXcm5noxMKdobhYTI
essqHVxWcug0DzmO9WJn1ZKdDYrXm27QVfsiMVCl7qte16AU41GsUUwESLZtsBfhNlsxzqcSm/54
KJSmqSHBzNroKbwbndd2UxW6WYfhfJOIGtKFQE9gbNV6jhSvz2WWehVhj8FOqW3jkkC5hLjWDlgd
0x7srmSPqlq+TVFULqRStv1NK2A3bKgoxmeRj8xqTMzt4IjUKFpDbJ36c6J1c035NwEHdrqIYAJL
a2xwOCkqlR47KVMLZteW15j6ILyOKRHT+qmoHc/GdXkL2Y8jOP1V/AB5WDKCmjNK88+9VMBoQsVP
io2cUuVT1zYgxhGMKg9NPIwjGdSWfLCxxX5yhpFwrzLVCos7nqMPFTlSI8DuCDDtqX52oLygG09U
SNl0e+aad2D4ahXpcKVME1XhPMyYHEWb59+bvBwooVON4IIQp+wtqoOXOWiafgc2bp7cJYaQjE3C
XlHMwvBYRMkqymB4oIqJwva5G1QipcdssS8qoJMOGUc1r40VxdNd1NPrNnQAaxsCamqBMUHmWysH
5O1yVLZAiuM7PYBRaiKy/Lo1zaub+pzUolSpUSIrVUlkGNq+rSI6woNyFuqQ0Q75UsxusoZxbb+0
s0/gjXXZ0CeuXBIhWpPHyDGJxRniadosZj7qJy1kPFjnqvqca0H/VDSGufgSCBS9eWbuBn2KpSci
PLaSeyNJoN1rhRS3koewOptjFBc+oVz9J9VcdDSRnYOArYEeqDJd0GXlIVlE3zka9Lf5A8cQUxS3
QHhAwsKvYRCRBomgiECAnjYsaycyTTecTLXe2KVCJhWzC6T1dq/TZftpt/ybAvrXXUcXDB5wBUmQ
AABzX+86ph52C5pAdGiE+voB8M2NaPLF+/2n/KK0h5XKiUXCOsUtifh8/Ro/nY60Ro36dmqQH+GA
JYqnARzvqh0vQ98vyWUETQ7JaBJ8GdNIngRa9d4zuqXa/v57vD2ZmPwt4VHgfTLY6+23ivGo1eux
NvVVsZeLo43s5LOskva+JtqIwuLfZcjfXNi38nCyeMCAmPTYMOFQuL5xnBQFHKuWERvDpD7OGctM
svVTMXKXna5aY/eYhjhelGtQE3uVf2Chl7Hq//ga/10h/tTiWE99/74161noz5+dn3IQ07vmpXh6
3RNZf+GvslB80GlXAdWif4HNf5Xx/3lWoSlC7xZjKdUY3WfmFv+3LNQ+YGMyALeuN5n6j2PMX2Uh
rRRIF8TwEFnFbqXq/6QsfPvAOlAdTMfkK64QXbp9r9+bGdJKUVk1LXXC4eBo1aaviKHdy6mz3nlH
f7Fxrp/F1wURjX6Af3vzWYKERgEqIvFq6SiXWQ9tNAgM0wPs9AUyPWtemgGtn5gvjGF1hf0j89AL
VZ49sx0aEoFd2hHEDBHppKWF4Zv58n/YO7PluI1sXb+KXyAVmIdbFKqKM1kSRVG8QZASiXme8fT7
y5Jpk0WbbN2ds3d3OBx2yyRQqETmWv/6h3Yzh6Lfjnm5yYcy4cyVCWyQbfzCSUG4F8PAXRNTFyuq
ODnccqF+7PRfHfu/elLzRR00fHhfy2kxwAyl/6HWxi44vVLiv4CJ1WzT0QGsoDCWa06P2oMCauC6
6VqYoeTmBxvO4fbKM+XKDjgtSwy9z8G+R/E+kAzMSERlzoPTfV74i2J8pHrXWG6HHxDdsDQCgehA
f33QO5Qjw8HedfGuNBOcQxtTqdYp0i5fcQs74IjX4SIlDhETqhoGP2BEh9/navlWj8lsr1SoXV9s
sZzYnPX4JOZd45k0Ck/R6MQ78CsgNNUYm55zrAyZjPeSp+ioyV3STLbPZKyEjoDR+KnOoO64H83p
2393sUPHe5fW8p1drL//+chRUT2+7G/lz/y9kaEpRwHvYl7Fa/wCdNlvZHDmbV2R6+OlpRUQLsvF
oMV1OKTkj/29kZmfwHbxlzEANumOjd/ayLix1ysU3g27K473oHS/PPdfFgAWnZs76wPpO7n6LWiQ
oJYGSoRxosWJtI8sCd5YUKHcNkwmW7wVcAhp+1/vm/ReQQn5vGM6Y1jQDDH2XbMvjHdhPvcnGJ3X
I/YTCZQsM7SjnyWhV8URBAP1WEkXGG74wJJ+Htu99p04HXLvi0B8HsoaFk8i7XO1gkoNV2v6iBUc
XWVrznqztSkjaUxqB2vZOj5Z5rA4yaCwXUdmXkF46pA1uDD3vCknP35eJpxrzACfV3wa4GrDgcC3
dpkrtshgSHdjFOErrLtD8sF+uNf+v0LAeDyWIxcJQAhfygHULoJgUml6eTxuVt8VTV5B4OR8XFtC
0Vca4zYYMhPB65Tm4o5/MnAWNrKg8wStDp1+EilYwSY8AntS6HhTKyk4KMrwa1LlkHXTOG5XHY7C
M4Fsi+pZGNzXXpwMDNxoENW1Wlrqz3YYkoRIRNc6IV1rPs7qxKxhiFtHk8JYnkY6cU6VuK2OxlkX
Z+WQ95vFXvhN9qhlCGlyNdxB70hvkwLeEtHtzQeH4n4WevCkpHMVpaIEmpHnv15IsMWyCsyy9ZVp
cbxhyFTPdMIOV97QcQYPk/HqzGRYulVJouzU3uQUQXIY5QqcIlU7LeDlfOlGxdyKmcUztHiZK6ly
Aysg3OYtBo4vdoV/KDvfjARZ+Rg+SGkikkVpSPX6hrMQ7kOqMeSkAoX+sTjB0TC5tzEer55tQBY3
8YzFhUMhzDkmcSJfXHMLk3n4IFnyzckn74PSScd/gpUmzfdevvBdZtIdSmgVpRwZLyLQyX0jaPmD
j/sGy91fxuIr4B2234xdkqSuZbQacb74LdMTNyhGpkaVmXuomTt9OkK7aWHg4JJYBFf4JG1hD5ql
Fa7ULCg/evpvtzmdwBHVUuEp6ESIHBzEZh4UtlaSPJoZc41tflYRzltq6FAklhKgwtwpemDKCLGu
usdxCJ83Uzvt06a4tLUOUoazkMDDb0d0MhTB+dg39Udhqm+qBaxHGFIZzI7pqSluX381U1cDTAQK
qa6jpfmZG5+TA3siefUnvXPZLZ3267H8VhNyWT0WX7rm8bFjGHI4AaGS+18xNaHYf+cMP7qPu/jl
8Q2s/Nf5bTOdlRN0DmK2ZtmH/9mG2MTaUzpiVAnxhZ5DblF/otOa8onYT7TjzN3hAEgI+q82xJFJ
NrhiYTZAk0A38jttyGEzy4HtGnJWAsWAm1C5u5cv8+I0uhgdKS8dwJu8uMRNKE4Rg5RobAI8md3y
3Cae4HFq0+4SaiKsoRdP6h/2NXmFl/vwrzsApQBFkO6FB2tWS2qyBOvGRqpfppumRlBnQIhaa2lw
+f6VDjcueSVs2GjcabikXcTrz2rWjQhyZbTWuapCfYce7kdg2h98nrdPlOtIOgxzKGzsDofdkZMB
2PeGsRZDqlw25ay0q7osQ8L6gEXQEORZd4T3griwpt78NkylFm/e/6CH2wApEjIYhg8LJoL+Qz6I
F5iMaxPXnCSasZ6bul1XVmudZ2TW+/SAOQCfSQaaEnwUD7Qf4x18k/C3OEyZCzJY4RYOLqvlQY01
IfzzokK7SIBERNKJgZv7aom0yl27k9qEx12jEg8fuTVIZqCY4LhulZbI0oTxtVqUcfaGNDPPisrK
TA9WcH2fxh1SbVTTBL0nwIKntbpgKwl/PZ05CAvN9Fx9ITgijoIFLfRc0MtIflS3JTrcuFaQKWPb
jac2OhRU0cbPJGoFgsJKFOOGcLvgKyyt5JYvK/lsow15gDqZwqnjROiO8kQ1spVVu9bncHbjO4B0
09p1ZpTlX410yjA7N+c6OSLmxvoewmo1LnAojvqvqTFnW6PEuHvjEB2grdQ9iKh0+fDN3kOL6mS4
sPFJKvsSWjbg4yxxyGUPSQJ00r4CQQJVlnvYspAIplUn6g9dopo4QQNwlnuwE5t3gM/FUDoLc2cJ
iBrqYJ87e5iUITuQqZ1EgUGCZ4cHSYIzPrAqi0LfFHu4lfkD0Ouwh2G1PSQLObtGGy6R2qIBo6fp
lwAuSGC+iR2bk9jo52X0sqA3L0jBnK7DKhwBGfMF4/xJIsP2mMfA7mQ1/Mj30DEHFzAy5ZOBIT0p
LsoeZgaCBXK2eFHAE7LqEZNZ9cuyB6cHnF3clSYxa3jaRoSQR0LZPM7hqgDeJhwYoDtDqUGqgGNS
ZRsSCw+6IF8tolWPGjEOkKPpSHZZZ0dnbmu5t004RI9jE6NXQPPjoslxFp3UgaHeVm3WbW1DOKd5
OtvDaSJc43vNCO9Kq3UotHGrGSdF79oLXBNdO58m1wlAO1R3hxjTRjaGmyIuBZhhbcK0jAG1Nbtd
BwwQrNVYKMayGsCJLyYVt6SVkU/IYV1wREKNNRHdVBBedlWWZmIdG5XbH5HwQRJIhvhu7SQ4Gd7k
mOcyiQpjKvMT5AvgHNVSG9hvEWK44I82Jblfabn7ObbduieZ3iWgokS5uAWmFaTIzI5Z+31QAPIs
vcCfHstdq4QwmoUPxjBDqCvcLMGwPqgwFiCU0PBq5F8/KrtMcfXpFgWTCKY75UrLLaFfJvrYBZiC
9QVupYAvF4lRdNMqzoPlM1Op8rvDXA4jL4THHj4kwW4uE+cywqbQwlajCr/Wvc0aT0a1fUQAVVy5
Mda/qxDAajeTwkVQIUpZKbnKk3bjmMK8MYSS3zXaVDwxREOv4NbZcNdSET+ooYIGLCKqlXJ+LJAT
tAYkmyO6VDO4HLIG3g5ejbG+Uuyw71dJVk6qx16ekcarTCTH4MPAe6LaiXtlDWbU+dpQ0NjmgZTn
om1mDeZIcVdtXGgXiPt0nAgd+gM/7cmL9KxaEEuLx4QEoKBKaJtYKSvD10ZgRzncW75jLygQ42dd
cU9iJ5pJLepK6ON5P1lsZELTsQ8ASZNxu+h3YkePIj/omxn1Z9EiO0L+mYWXOvps9LWQkKHkOdWY
b/tBryJSRaCBrpgvZcp2qUgthmXpwjCf1TpC+6IWEduAEqOmsQZnukdPJGw/xRxHWStTxSeDGw5D
grohDKGrN/roT8OoRCcG/CZzVY2oEBn9OcW9Exr51cLqjfCJiTTd05tyubRmUairDGuLH25fJcaG
163/noVCua4FgxXeCMLQ4a/b5HY25JgAfyaVGvqAl2hxNUjsuGM0Ter6RMmY13mZdPZRUepJ4xdY
yJUnY9+xMtFeWl97kALEHJChcmJu21Q9ev8oPSz7ITvRh0igARdXnBglAPniKHVI00lIxSUrllCA
XdbuSjUwT5Ilqz4bNs/q96+m07zTuVOQURW+vhqxWgs5com5jrNSXI0YKPvjKBy0c5nBKKV7fP9y
b6jXcAJd9lzJYsa+DO/C19drSJhp2EIQCy1hv4sc6NJeZPb2tFIad4GUhzCsWY0RCq51Am22+Kp1
jgh8pn84ljAabTO/NqxqRssCt1npMbvxylAPg5VASTue6zhIWn6diRbl2Ix44LHg5LO99z/H2yGU
Ik2CIKgCAkMyPERJoSTjGkzfviYQViDVbTEqezCioeUgWlLXOqVWmrTjOoHh6zMAbnHFXjTy32t2
6/5XAfhbPdH/duoOKNOLr+jNZOYEh36oO686IvkTfyKatvUJLwKoqhC/9tRT/ui5J4LMw6gG5ydU
AZYKh+uvnkh1GM3g5kX/bQOA7HHQ59GM/QkgQnZXTABBC7DqfmbQ/dmBQL7716ECTmGs+1c9CT6K
UF912D/Y6cL5fP1eaF3a9S4Z05tFVbA2skYtvndigwnwyC5B5VkWyOla6pTPpaqkaHxbxD/+koph
RoIw1x1y8WHSV3neVpOnCNXAfD1aAmYgkX3WwdjNsay3kmU96czReysTR3acwWAd+2H+WrjuEnhB
VcNDm5Effqs6OyzWuHSfREGU48CW6NWKGHVr9qzQyZLVaGYTYY9MXbJVFpAh4mk1Mqb1YiO79OLQ
1G/IzcKyhKga/SwLtPK2zoAj2yogZJyGMyAtqSwGXLAHYgWE1bvJtjZb9aodMcM5ivR8urEcAuY5
XDs8/esUL4NVXo+GkNZPJNpTNF0gj4eyOWjq9BiqLsrBmCiTr2riKEeTmmIKqCykzPGv4H1s9Oq3
MK21B1sycTzmdPF9r1kNKkSsmFUY+6YWr7se0/+1uvTKzdwL41uKS058NPJaP9hxXZ8a42jaSPsL
Ua3wYYA03OlJlvj94ohraKqET8alld7ShBsQSpJZpV7rUWusWt3B3MZuOewIA4KWiyyj1XAgCYIZ
Owe0/iu4EeLOnRKkaIgZUYCHy+CsG72x70skD4WXi7i71XI9+iEnag4C1Sq41Iivj71g1vDrIeGt
u1PpahFCQfRn7YDxLWfkYSe3wrHcVcspPPixmiYUa2VnTsxiRHzXGFK3LnKTuAdSWfTHoe6nmHQ4
hTQpZPUoTFozvh20QM/WVggJSRgw9D0ke2OxMbqU1JpGuGOAXDZqok3QD8bOavUp30ZdNJ4YszEi
MRX5MlUfnGJvOnom44acjvOmMit1D87MpGwthd8bb0y8g9cxXyLFraFtOo7qDy71ttlWML3D9QfN
AfvGYUuf9XEWNtRqm8qsr4S9ILa1RxJHzUas28iV51I8nFX84xWJ8eMvJPS/O/2LETxD4/d2enwb
SJuL/riJSdUq/jhuM9QK7cuNf/8LnkdZxicG7thZU288R7A8z+SNT0wsGLADdkHX3M+rnqmazidb
mthD1cRjmmn9KzBMB7VijVEyYlUMt/Jgo39v4z8s9uSKpcwjVIKTCV7ywbY/L/iKYIDj+q3R0EEz
wloV2DIMy7bP5qcXj+nPQ+clv/3wJZHXctCQgZMwz+JDvD5iCElasqFNqKWw1EPpHSZrq2a460bt
zftX2kfNvjzN9pfCz1BChkCQhwaRACSwKGM+1jJGRJW5GPPcFPk0+sy70k3eAKVMw3BM3oPwg7G6
ne3JR/NwFcVheZdjLB1+5gBLgPpzkj3hEAbwvXQ91eC+6Pk6+ggRPISv5P2CXcnmCDbPm5qbpic3
x1F1/X7WscZoa5RNI723PS5QR9Vg9gVUgPX7T8k4nDc4nPesMLIaTMJ5ftUELyr9jOyrjAxS16+w
isJrqtyFNf6MmpvtgD3PMQSSu/1YnkexmFaTrq6N2XLPyXH1aOtNv64SP46dXcTei+GevtKxnfLC
+rwabiaRjpsYcTFTQQtTisVmS8zp0pyQADQTV6m0Kr+MjbWbYIauO0PoHEkLAmTLifDQRfFmMtYJ
cs5ytQrmVdMwuMrDSjLpsm9tI1b6NMQf5IvLwfKrMohHgtGyhPLgQ1v87/UabcYJQ4i0g8vk9JOP
o6S50uf0J5gpVmWIxXD8CW/zDsxJbYMzhXjnrNkbZIbW9v1vZy+ofLWG5a3wniAP5Zao/17fylym
tpEPJCcoLvl2cCFbf8ZOCFkMjR+Wq52XZYq7jlGGRyrte9t1q9mgdzHrb+NgNR/ks7zZKV7fzmFA
gEuAq50Opeu7e3cZvQ6xLG/cld7fNCOGi+9/esrhN98D61Jn4k16vHVoIS6d7PC3IVuxrjHLdMdu
WIeVNXzwBux56IfPGEYbO7MMHmAXfP2Mc6OaMxVCoy8yBozDREzINGUrO+7PcwERKEwWmWuon+Cu
AINIRaBs0/otHkpE86i1MoUCxm631pR/rnQNX7lswAfO/gmZGjMR97zP1OB8GbG4E3q/Id0Kz9oy
3uLZgdnA3AqswS70JR7I1HS/NqZ6iR4cl1Mrq31SjyvMJ6LEc+MKVeRIuJ6Vdxfq7DswZI7rMM9R
m+KHmgt7iyFuvjamtsHPIbgXClYPxfg9DJX6DNMnfL3ChWEiVhumy5aSxl+HuFw8x0LgYZXtsuI6
0TotnHblDsWHo0T9H75OSBeMTzFsh5lxsPVHU1aPVpq5aFCzeQ30WSYheEthlnjii2t8kTBVVCIL
g71IeHboYztO9C+ZXgM/9kHvfMigku84Gx78TYaGOoPw1186oYiAKUHg+GgBkJi3DLsJ4VM85Yc7
elU7EpiN3esHC/ofL+rA4oCZqmi0cq8vqiwjrAmgTVhmV0PXETxsDZ1nNPX5Eje251ALs9q+v/8W
/eN2hp6RORfpUWzJB9tZAUPbGOqE493sj1uETNitTOmWaYNXDpgiiLa/Q5EovKG072YljZHGm0dO
i4Dhgzt5c/jz0JFEUgkRowbf8GA3CzqipKo+dP2wGclTyJVhFSiQsyMQc9JEIuwcXN1e1eHUnAQN
Xol12zlrzRYXFVXJiWP5oiRCesLp5uj9WzPfHL7cGutSzheZljF9fP3VpBTUtF3sNW7+Xbfr7DKb
L+aU7my0NqBJZHy5SrXFUPCYQd1iBfM5GW7sFmbcr5PclON6zigVGwvan8YrK1f6eZhA2FG+SvTP
sda0q6glHh76Gb8NNxuM96wVlipeMCTntTM6eBCL71M8+6HbQFdJ7y0FbrmYWR1TdpaOyRF9TQB2
jzl0TzIq7ko1AahWdA+Mp3jRgrtjqS5ndnhZ28W0EjnNUBG2p0Sq9KRAQ7jMeNAhfkO+Nde2Hy+4
kKl1totT44Oh4z+dFDbjRrmrUua5B5uqGdVV0Qe245OsNPg63WgoGUtd/DXWMEjef3v/bUheNCTq
+w3J+X1DKGBc948vm5D9Dz03IconBpSSSsccWKoF+cqemxD1E5N6WgzyEX7VPH+jT/QnQE/IuBQZ
eiHfi2fwyfgE9sQfMd+HmwMD43d6kL2g/uUpLBX/xENS9zINl8Fhr1/ArEVsn5RRwWy6niKP/L3g
KJmLiQBliGXXOeYlx3qf2ptpxOYvCvvxm4UHzWOOLfp9JeyjHjuQwteqBEdoY9Lqb5hRb7G3Kq+G
dBJfjK51zggec6/jRGdOMCbZttdGpsO4Md7Vfatcl2PcP7aVuQtDu7a8WVcGfyJp9TQZtOiyzc3g
JBJmtLLKxtY9bcYPGGs+jDVzF0LphO/nTwvv+1s69uZqHnTGDjDivoSV1mbe1OUmvtKx3n1JREEo
oVllT4i2XDClWe0IjyoM5UZl3PZzSXJwpRHYYIeciyNBr7rM0ybDYPaU6frglSZxxFk34C+nD61z
nJWYaAV6uNxaFs7aCpjWeclA9C7Ia9vDU35ipOxG9qafbdRQaYfhQ+mm2s+sHMJtnbqbpFeuqmBU
v1pFW/3UIVLdYC5Glo0eKsqRTVLZaloqxjJZZRcUSUl9jEpGxuKJxThx8PAk2Xrqce6OUilp/IsY
+g8942EdCP2I8oxVS3AN1YMMMH05jCjSRTUYbRe+aRE8HMP6PFZm4fi/v4n8X+D0aAr9zl+P/w2G
fYUauyv/+Bz/KF/uJPufet5JTLYLSfSgdUS+/GonsT/Bu6CbIwrkmbT7N5zBf2oalH7U2ICCVEfP
W4n9ifceQTQVGdsM78fvbCUSYX/VNzBEktYOOgMl8gwAsw/WSzxgepi0+bokVXxdLf2Iw1BO74kF
eOwRhMT0BseGk1mzvzhK/4Wg0GJd6UkEt3XBHcywYlBpBpkRgTu4ngjnzMqih7ls+pMoqsEui/pU
7dPJi8XgXobQjfGonrtfp9q/4vFvShJqU00ufYg7eNsczuDGylDjQI0xKiuDZiXmntY3iDGohFkj
apzh+kQdPyiL5bH8chcGg2Ajh+5H00mttk8heoEGhKYQXQGPZB1U2Jjrbvak2cWdq+Tjr7ftXz/c
4Xd0eKGDZqB3pyWGvh+uQe7vmiTMV07uXr9YuP/BviGvwadhwidXFxOK1+ug63UGe3iNrEXFsLwZ
sSwVXVN98DXt4bGDZwYQjZofFhBch31p+eKZIfRQyoXSzW+cntI2y07L3P0WxObW7Zvboem/NoTk
2inZocmi7ghmvHr/c76ptZDRQH2ScSgqtLrDuDirHFS3SmKikIm6zMoxPYfxWGMi0qk+7Db3ozJe
jkfffGCHF5/tmHHWYQZWbKIJXMhhRRpazyuU1Q8R8k6vDYlbJ7T4siCgzWtMY2f2yRNEpi/vf1xq
yLc34GKzCNlMp6SWY69XBwKegcIgtixeE2h/AgR+kYlFWxtW8hT21bLDpoSKlqgfkBOS7PGPM/Tk
SY+zs0rriGnIq9ZP5xjxprJEGx3A6ao3nIs6Nne5nZ85wrpYkvRJ4XwvYif1yxmy0zyKySt7wuVV
XBVOCF6OrlIVTSvA7s+BWKpVo0gVcaDvSIvTvWIhn06t79LAum4dY1c25s5RuDIRR1/hjkCtMpMH
mzkMxicNdGyuBqGk8ORtOC52nWFhX49lqXvVpO6MPnwImAMjAVW+O3Pi0q3xRxgjmV+UYMLcVsuw
AYuc5shqJ4xYEy6VES/N/Bm5MUPsZWc0+Oziq0ZvO+RncaLtEuKDf30yLTHO56GeT41a7nmxSNeF
oOdS7Do9J/TlNoWmqMOmmhA0LTlm/aNDNwaz1jWti1qnr1hM67uw2+JbR5viEy2L87DKkxN5BH8q
HfAHhMax1dAt4cuVP1iZfUHRdGEmXXmUYlxGXFLvbmbTubbkdI49fDl3sLlc2RGtoanjKF7ExeBz
8lyoZiFLMJygJ2GjerX1XZXmD+ms3xBDoPmu3d4GeZStc4htnhoX81f5vQZ2cQatgiiwKYsuezdY
Z4mtrvoKzAN2i+IP2GisjajRPaNdqHnkQ94/xgmTOghkteNHiLC/2qGurZWSh4AxnovlbeFu5wiz
ZSe2L1wMJ7dmM89bbP4dkIT4wSBaANJKV20UXBO8kMQAUlijBc9rfSG329yVhDkg/2YpTMtkno48
hgjB2aZJuVKyuBjnh1Dea6GnPpakGN/m/GuAgd+6rrMnLJlvNVyD9vcOab7YKoV9XOQYeZTTcj8O
2hOa/et66qsNASTkVS98yKGOnqw5xJEhHLVV2M7uiip9eOzJsoB5NddH6ZDtcgt6rFNOeIHq3HcK
rWbjBu3tgrWpbyYWgRdMPYEisTBUW56TC4a+0ZNi3lJNsmqK7nYxWQDCjJ9EaBTbcm5uu8lO1xPx
zt4ooOVRRZP81WAp14J1IZ1Td65aaaSjcGf4UPPTQXEmXxoFjgWqPP4jRsU6Lg3mro9SuA2U3N4g
DGwMo4Bf3UORn/P0yRx4ybIlf4gb6yIa1XMtGC8xE7zO0X15cLfS8xqnCVzcctJeApxh+9HYLQFa
8bolxBErqYuiUMd1kcU2ag4X+E3fZQkvkmaFD7rLg5lLlWsEza2plWfMMG+F4ElhfP6NQSuytZEv
TIU+g5FPJK6T2JqxVI1m/GPRzJuDfEXt5Qdh4hB8HOdaWZYU3FtcKxqrW/4/eoh5T5s9FCGvrG3Y
18RWiLXcfDtyc0BKmtsk13YNbvMn+BKzAcmFr4ANon8OMNsBve+0EcC+FIWnG2wZi91MJ1XcTSdT
XjnYjwO/L6HSeaptRBd61y/Bygj5Om3puG623KQiRHKuQAX1RvICvKHKHswOpp5JrLE0fgg3ooZ9
1wxl/iNfIgLbsOZ2K974NmluGzt6GPT+tsmbW6RhPHujxKbDIkkoslknTsR9l070lMX1stm/p6Ky
r/NMYRSVMEQO5x4detmUR5WDM20Smjy3gUXiDOJ6mlMWl3BPcFGvNk6JW+5AhPnNQKJKulKCZN5m
Lh6ZzNB9bdLFmngKcR0o2i5Lc93jyAzuISHRmcmyL3Dl1lhPWFTaJU6waY4RKzghJoOmPV6qHd8l
7KHpytHZBGHxpWsouvqx7FS8sWFpB3XXSqReE0dh3Dh+1oh7bPSiK93JtVXC/n3Ua2z4qVneWnR/
vDaOpZ4ZAVa3arhon9Ulxj8B8+XmdLBndlo9FTmeskIpsbA1+UmVqIPc4JZVq5+3oTJzE/PATp/r
uyaiyVymfljhJZBaDPKT9luTRdFlKopsbeK76rpqiqcVQ4XRxUJUi3Tlli7TPG0nPNQD5nLfVeFM
W6cA7xIZlCqczKMHHIXTz7Ei7tU67WPcUOT3lyggzAEpfWsNy+r1MNbGT9i1xB+o+kDqAS/LkNE6
Fsha1tOstT4EZGdj14NySy/+AOR+VsnNqSpZwToHtgPMx0nV3O6PRerW3Yyv97qANUeokzwX06A5
zWWxgdclCDrrsLB5DSo2DB3Cgq/lZnOKn5bA8Wi8hLsZ35UFO/h+j8B9+kIh8eeLKJKHMKuCkwpr
Mq+TvHS2eHmmZNfZUELRtACj5X484Tmzgt361FfaVaX351iM/jCi7Hthp6fEU9LfL1QJ7UQscFnk
dNWDoq2amBdOY4vb9DHNN8mFFs7WKZqlNJ9Pp1pJz+bJplEJnMYvFWZdvHTHWjp8Scgs3GiZ0vvd
RJqaNnKGAE1PJ0XFtk5FeesU8mPC3+CivI/kDS53fexilhU9xCHPjwiupyrkv1Zr+dLKAmNfLhRq
cztb6UOd8DQdLHHXJhTDDyrFN3g3HooSNIKjRldIcu9BnZbT6hXTEq0zh73KssX1yJXYNJOnMW40
7DZsqB2K/lH+/D+MdEjfYaKJCxIGf6hFXl8YHlDbt2oofNseLqPY9rsuOtGNYReQN8ksFXFdWMSg
/Q3580F5bnXiRrXr2wSLZzstmHganOeLoVOypQmswHpd9EShNcuXEAaLF9K4gea2x0Gn/ECKKTw9
EN/odr+YFcmVqlNt6skELQq/qm3/M9GyI5W8WE/WoUMWPFUN7iyklpxYYU2Zlg3ThSm69CSfeZeL
gI2bWeDxKGv3EYqPJ9ccptgXesGuk+izWOcZOyT5Bpezw6AIugLnJsMXqkbkTxi/M80ZnRn38CoF
CK4Wfd0L7YNI4TcN6l5DCJhIj40PxmFgYFnZaCxiR/iWRhEyZNgxgxkc48T6lOD36nGwPr1f+u/z
fF+1HlzSVvHcAIBgSR3OkLReLzqGgUQeySfFl2McY6S37PTIDdctETm9Y8N35FTJM2M7BM6FLCe1
hQ09R6i66gjE81SElStZMykjJZD8lhuKgVlPH6aIozRnDyHxCdfFwW8TuzkuteyprppbvaLS6Rf6
mkTfTcywPZfxHMFeFVUQx74Wxdl66BDTGpSOstwUC5VDThHeKrydscYhAaV99qJB6ajaaFr2Nd3Q
4Oi0aM41Q5frUXA+pWkjjtSRbxsq8EVFKtGaRup2StT2unQ1+AHtKAWqobQSCjjGf52M9FzhyMEw
zopYT1M0p9wi81ltrNhYc85imT/hue4sZGGHYI4PjYdPimhO3elxfZtaS7emeA5OwsRc7vZf32/h
9Ndlzl/v6uX+Mxbp9rGUfhjt4a+Sd/Pj2bHw/w3zQRqSF+v8DeT25T4uuj9O465r96anF49D3L4G
3/j5Z/ANpw6pdQSRpwuEmg2q8Qzja58wNcWpUho0QOCWL+Qz+Ia3m4r5B04YMIUxmwJD+Bt8YzzD
H0L8+eWI+lvg2xswgquroHj4JcLLhPD0eutNqnhG+BIqBNt0yblVGulnvdBxHs7tULtKpjQjU6+M
TswyVsO1bpIuRS5G0McYc7Ft0wt0E4XEqP4ocXnbKPAnb2KkTSXOQeZ8oXVqw/rWlpq9zczFaTZV
d044TA/kIFm4cEQEmMHFah5xHP2T4vyvoNU/jFKl5QUCN44XHq8tP/wLqIe8SGDocVr80LTie0ac
6tOkWuIswaYAPZdgFIa/GXFyTEG/uCBaqlRoxbdLPRxD+TG7Xwfsb71Q/ycwa2nt+++Y9TU5ovHP
+5/7t+e6fLgPX2PX8qefXx/lE3Q5iHPgRq7KGuUrfH59MLqRXyy8Og1eKqyxv18f9RNRJmiyQUSZ
he0lq8+vD5JVsnYMYllxATfhDf3O6yMhyZfnm8uasgDIkYWi/8Yl9/UCY0IXTnVoYqs+jv12GKjL
xmnq/BdP5x+AUUcWXi8uw3wbUo20AEADocAtZKN4uY6bMVaFNaXIFYIkuI51eMFrwuLMhmSnJvqe
RoYQHnFsteUrOOyr62WIU0zzumm6nM0inomfMamfrEoZsASU6o0NgWXYDeoW1nSkaWjTWaUb/WUO
pkTIhONMD0YedCfY3ot0G055d8P0jokUrapi+kNNmNSqzdT2O8GnzVUzo8I5ba0lQCyJFcUui3sg
zT7rm27FTHKGw6Iy3+Zg5Zw6DrLOIZyCZuIq0VsCSJqhmi4GLAYtgulTV2wnBt7Nqg6M4iwnHbMm
laXoIUDgUIf4yODjrZTRXZ5Ge6wJsQEgoU2K4ptYgQK40lqrv6m1zBhXOHEQ7iWDU896Ui5Jg20b
41hLUpTv1GqwgnJtWJg6mPVIdgsBDZ4TK1DriJwl8MdMy1nqoXoSKphqXeeLswi/ZF5yEekyB6Ie
TaRwhsDRPF1IVCXfuA69YDIC8vq6DIiVBNx8WBki1S7Q2moPaeig0cqtyfn5/jI5WIzwRdDGULFB
O1M1hUnP61WS5hNJ07Mk2S2te0SinsZuFvWb96+iHsDJvy7DOIgSEmdddLSvLzMXgUPyYyug/Bfj
cRrbn9tB1fyyM9pTB7XXKia95FRNyn7Fa5ucTUHykXL44NDa34K09uUYhGnH31/fQphUKElzUndt
M2rPs4nsqbiNNWrDqFr3MaYC739m+eRevX88WTYZ/s6ryKZycL3O0LG8VEhxrXJo6AZ+dX7WtekK
1pi6ff9Sh9Mw+dlohbgOjGSesXbQC9VVFJDZlyBV7IpYbGstbm/FPFgaVEvRdTBaC3MByiUoEVeT
9qpk4Ps44lKbbkhK0s9QEpFxNhXlcFkP3DeW427n0soMRKKPHWcag+c69iteH2c143CyntBznTL1
TndR4drnCQPzX+7kv3Xw/Wdl4v+/ltWUai++6n+pGm/i4scj1aM0y++ixz9+mcPFxePrAlL+qucT
UP2kModlTGQxw4FPxeL8+wSEBc5Ex7Uo3BgqsSM8F5CYWUNU5+x0kdYTtvF3/UhBypxVUkRguO8Z
7L/BRT9criAGBpiBatGsUtuahx1e4IrGEdAefXUowIzGvLDifbhVuapcnIEpFlMNAbqu3yTA/5Gn
ja0Dmy5rvypd7SmoB+mzSy3YGGZTJ4wbzARkFOVlQW7iGeVpR0aN0MJrx8otHy15/2Xuynxe92hH
j5JW+4BOrB3sb/IT8e5haYEuCkP3wzM9dgUvaFKkPuBH64ezk1/9D3vnlRy51a3ZqdwJQAFvHhsu
HZNJ714QZLEK3nvMqMfRE+sFluoXi5KKodtxI/qa0IOkYjGBBI7ZZ+/9rU+txtJOEiVytLkFa9u2
5HOtTmW3xbReaVr1sjerdEPCuLFbpRscTn4XCfvPHtE32NVIuk31EOcseKDbrmja7buh9BcRwrrm
vlug1numjE/jLfVMlFHihyjebCRRE2asrWcFnnA3LpMXjvnduBQDCue6xIMa37NfX/PjRvB2UWre
1PTwrVwjrZ9XYV6SpcC/TVwAUfJtmsx3FYBWW+qBj5aGepL1RvcTwjCHUmjsV31hfdLf/Fbf/vi9
6UHC8oNBuML+f74Fo65GNF3cQlWA5tCVCH6sKhU4iiu9k2mRcRRbsnQRuNiNJCSCl84ycNy5I71F
2+ohIttpK1X6pcpHAcc14bMW0r+AGtI6sS7k7JhsHR+LrwuCr7wvDB4STlbDsSdp15BzpNZrDwUe
lk2JufWJvIyziNMeqTqmn690XEA5zldnZ3eWN0KYbzL+d+lNVzEK6vyPs5lAmr2vJmN1yvFj67rp
1U+aCz7ssuv7paMBeIvM0Yk8zoeNvo6IuXKSf24rQF1epgZKQGFEwLXgKYCcr3afDKj1bf38NrEp
onEC+gzqGmQ2P79NUxtUqwe44KqyMPujmR3EuUo2JX30XpanwZF80kvfJYYtUjbHOAwTVHRUFCtI
rNtmq+sb/MezT27rz4+Bu4LQtkYbSHi0D2EVVamGlC53ZTXTCq+IZKesOgx1Tb10Z4E2j7fH8I/2
yv8Wh8Q13/H3h0Qy7s9x8/WnvMr6Gz+2RfM3+o9MGpAQvf8us/2xLZqr/cOaI2EhZ1F8L86Vf0OQ
S76Dqi1wXI5/7/dFsi0Ga5aExpIk9D86GP4JAMiOrKzCYTYT1BAUgn4ey+UsJyJbh+RWeSfdRzqK
1Kmj1x9oXYPyIp1AlWDB6lhNVt9xzBSvG1UNdljcmQfNok+YNOlDMKoU52qsorGwbIMvZStKwHoj
GtMxtJZye9SUyG8HYeSIsvTeUojdF7xWAQ70IdLfkfLsY5oV5hFphv5ViMMEQ7saI7tpkhM6s1NT
P46zruPYhiR47vPIXyXRtT1iWf9otNJy/e4d/sVGtUbK76f4+lhYDOkKlMh9EZ/8/FiaLFwQu8qS
2w51gBxWKd2sGCpPa5XanWAr7Vryo/iEa/n3wPofTav/8iGoxvP8+yl1/ZyXzz9NqPXv/z6hmCfk
HA2LdMnaFPXeNIXUGSRiGrNItTCn1gj09zBTkJTfkPwQKpFFfJtPfwSaiO1+I2blNLqqazk5sXL+
g0gT3OdPQ8cAAEFvOrI3upihRr3NuHfJPEXH6bVArX5ToacWHoVIs05ojjrQr6z6uzQbILUsQfFc
DMjUMACvNb8pmgRpEGzx14rirBd1GuQHOZpFtG91kznYs2LaO8eYW+yKQazRv5UVftfENi0h1Jgv
dpvp+oWqRYvhYBjKqQ9/TNnAlHAur5NFeGqGVqRDBjX1i6isqCcYIO3KM1eEKzABC9QRGA+4AWbD
zOlU1KLXXK9MDQ/oQiM+jprF9HPq0xexouZ+3Y1D7YzyMPXeu5f9F3Pvw/bKA2RZJFwjF6qu6K8P
QWLDi42XOpNuMjHGQhX2C8J/dfi+ff1t0vXDdvl2FTLTa9861Fb6zH+e4VmTdX1dxdJNXqgtxnZl
409K2/uCHEWeMuSC/8m3+vO44KuACCHuBZVNI+vPF+zlvFiURptv8LKYDywhw+OkmILiY383f0tp
jE0dWULJUeOVwFuWUK8QpFcYNkyl6ikVNGIbGJD6JWf5/BqIpbU6YoGaATGzBrThXKrXakz7tINr
z3zbGzO2UpOizKUXVwV+2RS6W6+HlNA74OPS0oW0hPV12o8LdUM6sHVbzdXk1Er0j7uqUs0yZd3g
XIBeIrm6WlUHjFvrKwKr6VnQkzJZVT7KsxbrzTc1TxP84tXKoFF+CACY/voB/umFre2/6I2wkEHt
xUP8+fkhH5a6ftKnmy4svgVkAkKBZ7PI1lag2eX72/qPWIV/xWtcr/f/W9FoLZf//drr9M3zl+ef
89zrb/wRzqy98itNB0QMaW5G8Y9wxvqNzm3+WGH2/q4r/3HKJ5xZYwPIyhxXOWP8sfpKZMcNZGsi
ChFySiAa/18WXz56LeDiOYIYjgzVR4LBDOuK7jcSa1R6hVfqI9F52oxddRiqRqQ2iX0LBiuFj52P
7hSL+LhwMDwM7WSgNl3qYMHAo3Zns5RQv7aDchmT0HYWqQKjocJPihy1apvrUBoaH3ayRR9NUhpb
KbLabAunCXk3RLEd59lA80oTTz7K8R4Ol5aOX3R8SOngodcuXh5NtW5q5u/YGp7YLq5hRspWLSVU
wZzHFYKioYemmIRzEzkz9uP+1AX9J6X2D3OKx7VWJAg1qX6j3eHh/5Swh0APDKwrZFfosz2wsNEZ
B/1OpNlr7Y+r/gfw8PUjnVw2GNt/P72un19+jmzWv/5jbim/kSAwCBnWLekt4/WvucWPVozDD4nV
Wnn6MbeM1SmOyaXq/Mp3pf2PGhI/wk2EubVqUv+p/uEte/w+JiZuWutbbJWEXZx9PxwVIDjrxhKY
MqRiKh9zamyVurBssx+/yQvxx3ijV2FLH8n4pQ2lHah9eJVLRXdJbrrl0pwRQctHCkd+JijqUese
357kf8Sa/Z/WbxDftV8Or7Xi7/Vth39i3/4UQq+/+GOgyahpqAKiSiVbwlbK6efHIo6DIJU7OjGp
WrwxRd4PNMo2q1j1bVBxmP3jTEobAIMQrv7vvKh/xA2RP65KKzaEug3JWqJnhvUaSb2LoPOYFGFS
SJxJ68BwZoN20ek5JITeFhZ9h60GGmI/K018j+6U5RJXBllbgXc0WifJlDtglB7oAkwwlzfowSMt
1WTthTSKdteX2Lcb5TWgH3GjJOMlkDinS5LZ+eeD8b9DdkRbw/NfrXfriMQHs4v+z//Ovubz+zH5
9rt/jElyV0ieDbRJ5IdXGdePMcmpjhMVQ+H7aH13rpPQhdGyRfngO+RmXRf/WPxWcplEPQKc0Qrc
+CeBxVt0+fPi98YuZAXkJqixfTiUtNi6GUI/yu4sYv09JDPmBJ0Q81+3rIIbnLI3AMS+WtS99TjP
OOvFgtfQQWX0uBl0cnwTnJmNafnqbNGYysGssJRdMeMkmPTdXSdiw5bm5dGC0msINNdB4CucgTja
TRaoCo0kDBtjMmrcyKbGmyFPHcQl3UOZef2fkbsawX7cqdllEQT+auyuQ/f4zNj9Wrwftr//4o+B
y4q50raBfaMKgyryLiJWfsMIgQoWxWeSdesQ/NeubZJzIMNEtgJow/e9/sfA5UckKghf3/pIGNL/
IBvxRhz/edySiMBK3qD0ASFjbdB6v5Z2ZRklMJQVdPpw/xtJH+Ar13daTDGrusPDMrWDsrjpORuC
6glVJ83izKn6vHc44N2zzYyURaLZffck/+KM/1Zv+3BfJhPdRFcGtuJPRZkxq/HDQLuB0xGg9K4d
iq3WiAfIUC9o/AVPzIInysiSHWXLRUXrRloYuFZm5d28iPPOyDZGpqGNq8xbSWpEe6xGMiDhERZJ
BqkABTFtD5pN6HGx4HToGqNBc3pKyqJplMR3wxS0n2WumXnUAg691RuZtnrdRJtMX+uMgFA8VAua
zn8+u/6rp/cwQCFKoI2QBg82cnI4v5xn52XzrczS32ln72faX37Q93nH2MFUHST72q671pv/tV+8
/WSNHZiUKzpv/cmPNKBs8kuENrhM/eiq+rFfCDLnV4X6MN6ywNaBnP6TefdzCINnLDZafBJ8Tfpb
SDJxD++nXWaGYKmh+N73e3qKgFs+LJ8c3T6UNf98CVKk7y/RSUrXSAuXcM3b8Hl4yE6DwZVGt1g+
ybywib5Lhv/pSh8P1ZkBqtoyuVLpNduL7Huk9LeJuL/+Ijg98hqpY0Ol+vmLhKCuUzUao3u6oNBR
ny/3gS/eVOefdeO8taT8seb8/j3eXYij1/snpkqTmVTyFN0XqqNEHjlTw29opXyJ/N1gK3tt3+2r
Q3DBlmv3u9ltzhVvjmzdNf10R+LAR3ohGd6vV8IPK/Sf72p9+u+i3SyZQn3J5ui+Mbek4dKtX361
vN7vvNFtnqe74QkUqS599tTXEfirh/FhY4iaQFZrg8uKe8ltbqbdcpZQq71vb4eDtA/s9qIdMP62
i/3euPl3fGWDogob41px/tiMIdRCoqtJF91LX2CkmnBtnkqnf4SYpN7A1ldPqR/LHg6Q6cuvr7yW
gj9+6fcX/jAtLbnBYVNah9rsoZuQGnu5+1Juf32RD+2839/o+6t8mJmtMkRsx0N0rzc2eIDqEX9S
imBIc7gggDusjWLBQbf46+u+paz//O3WMJm+EBJhRCLvRxLUrcQsJCu6V3OvKdrOD8N58UbTqrCI
lumtGhXYf4Z+mWvkiOdpB4kEkVOjdwdDEjKHELe2w4F8uxhN5TGT1HOro1kjnQzgIs2TUJh3aW4m
Xo5GFGTdtClk4Vs5G9HWKA28CiCtkkQHGle098u8tHBmq/CTyOHNkuxX3/LDclHgL4xhrBzd03Bw
6i7C43SFa/E5nlF384v0iNLvs+6N9RN/dcUP60ZBDm4Y5CW6V65V05FKW7BVL/dC2zwJkWM+YGP2
yZtcP/FXV/ywJgRz1gxNLUX3tZc/19vAm02n9yY/OwPv1Dqg+YaLxc7c3EOjN+MM6bahZ0E0S7fQ
48Huj9tok+3abbbh/9OT4MqH4JOF668WkLfyKJgzhUaID09lMQcxwnObdetsOVjnpCq/yzr+dmN4
a8z5+BRWoie4IY3KyRtj8t3KSPtUrahNHN/nNqjHTTPYx/SqvGpeu8pebDzNvS+A6+pb83E5RO58
6u4lELxe/NQd5v7Ymb6+my/ka5ICduXM91ihe1NiB5h37ARfup4u6q1IH/DXxLEeR1t7bVQ3lbxL
HI4v+tf0IrATezzMdmXDuwovnkf7MxLhW6vrr77hh7GcRbUkIryM7jW796Ld4BYnwV782kEeuLii
N16Jqp3uo2tzh20E7dFOYMtu7qsvut040ZNoB/y7vo48POTd/rM9Yl2ofnV7H17xDCGpUKUgup83
ydm8FyOnvUu3NJBvu9IlkW12m2kv7cUzVHAX1lmlfXID2l/Ng/cj4MM8oOI+ikPACEjt6kzdR4+Y
bGzpTDqMF6lzY2wTdzqYburcN/vWRevEoKj3tdPt22PkN4fpsni5eP4yXWZe7GdO4jz0DtSwRyhH
UDgnOzmW9/JVeyAxVB3HQ//JNP6Aiv2+EdCZRHLijUr7kTAUySlwU+Rb952Lz9wOzJG+sb5ovuTi
XeYbHmty5enXi9ef4tfO6W5D99uvV5IPpM/fb4Gwlr5LImVu5ec9QY5CYTb1JL6P7+Q7+atwpb5i
mdbti9xLF1fNbU2hGfKTL/6BXfLnq34ILpY2TDXSvvE9KOmTthXsi/as20T78fDZFPr0UuuW/26R
aCqjsgKBS6XnRWfnR1aEwI93hRecs3B+Rpv80Ef652/2IYKoFQt2alnE9+om2E8uavrzwOnc6Qyq
oCOcTy+CNz+KO3iqbmOPu/Y6dQHi3X/yVv9yYr57qx8iDGPOswUH+PieSbkZN9V22WQv0Sl6sc7D
veYpXnUcKBYfg3ORtXPz66u/5V//tCyQ8KAdkrMdssCfH3mRFZOEgV98TyePm7nJKXPjQ+ZGLmx4
p/o2PmKI4wZ2tZcPodt07hEzmPCTIQZO/q8WJ7o1SMitmZyVY/f+xSPZD6tS5Rk87F5yO7Yfro8v
d358TobMZcS1znAo7Zfd8cWwDxi12JKbO55se/tNZUf2xU51cuckO6KT73P7Qd88IRjz880Na0jk
X3mpsz2LXD+1qZu7uwtP5fsN9std6F/n9okOKH7TPziF07j4HtnHkEu09tPl0fAP5ebpMrVPC7+r
2b5ha666Ee1LqKNnk388De7otU7gOpntbGb34qt/8Xj1xZtPNEvK3uLH9vEkOppNA599GFx9fzqq
3tNN5Cj2N1y57OPdk1vbN3cYhdpfGnd2TsfFVne5vS3tm8zm+rbkK/aDH+xQ9L49AMnXncjlU2FL
sEx+PT0Z3Nxl6eb29flsvx6fFr6CexBc7+pkN/YZ3Si2tnP9y/1daY/2ke/z2tixf7t9DX2TmyNJ
ZG9veydwXh8C7+4p2MV26VyA/WelvU7579I58SzX0TEdXngfoY0Amu9cOoK90+zL47U7uMddZ99s
Jvtp3jwdnNfJVfijp4kvJToLqyZ7Oaolt92cnjipEXNZjp87m4VvmB47+4pWa2e+0PmU3FFd5p3P
53e2h2+Bna7/8cXTPG9j2g7qf8e59vbnNDxsdhf+ZD9ub7lVxdkMzq61L0iJMW7P7s+vD5lzbl+c
LQzns+0elKlTu97+bO9dnZn23nIfavuw7e3rxttp3hkXcYi0bCdgeH17Nt3WISJdeD6bR9VWGXEX
OJ3uTZvl/djb54XtbTViiZJX0Tvn17K99SL7dfE1Hqiy/xK5m9EX9srelv1n+/x2dtOb0H6KnHyj
8+C8K/5V2ftwfXeJfWfZ5JLtwon4w7OvhuPtq01w8PaSs97Z19LxXZHBNjj66fyMC3GfTuUcT7Hr
ffPc/ebrGuh456/H3tn3nmXfsqCRT7vwCm/zdXGSbe0d+/3l7BwHd/AHV/I7d5va2yOKe0fe3zG7
Z4bV8XQzuP7szF7j3t4dT5r9sDWYEYNrbsSNt+1cw747Hi6589QlIvMqBxCGfei9013q2qX7TbGv
H14Zyes0Muxvuettb+8c72I/MwDPN488vtz+drd9GG2e7uwm589nKMvs88fQeZz9ydt73SUAY3vx
Bk/YlG5kJ4fAZm/nnw2sBDv0tzzsao/plMunrp/XO5arucJ6Q7feLXfXefvAub58eBntw+S2PBDD
Zub5oKd2N3cib0zfmDzCS8PNbkU721bnzb5w9p+1yn/oI/t9p3m3vn0ot8rYWcRqzfpmsLw8CIeH
xX05toyaO94UE3YXOUfVkXn0pfNys+m8fPeFtEG9uzftszV2HbzaV5zrf19UiFaDI64McVn9sONW
CaxqQaD6Ju6LneiFsRNssG9N7ew68TsSUONJ35pw3D2sbBlwv959pPXj/7T7vLv8hx3YiqxIV4t2
jQnly6fyfNoZrIOb2FPOg61+0v1qn57qT870f3XYwUMHrRNpdJhvH76zCH1yMJUxvm8h4XiRFlxY
iPlsQaqfC6wUwHJVpQNf2Pgsy7fupR+/LQoySqKc51dy38+7XJ6b5SgJXHj0lp34zfymPo4P8gMn
kupoXAg35veQ+x8V0f8XBeTmOYufi3+z++brc/9v5bd/u15rym0Xf/lPoYwn4Pz7oqRdZvEQ/9yH
wS/8XtDRKGaTDSE5RV2Rnui1FPijEmn9hhAecQRZq1VEtGZYfqSW+ZFuYom6qmu1tXTDJ/5e0RFk
KpgUDtH5/qtG9A9qOhyv17n/x6gg6w3yUqQJbjVuQoSwNpG8j33McWjkkdKKR7JmgqqIVDbXnURu
+uFYhLE83ghyOot7I0MYa4s4Ei5uU0rq/KLNnfoShlVgPHVSl0C3sGAzOgoyk8TOdDVEkFLNS6pB
rBGKq66EueWLEHdIWnWJhdslGDFAuuUyF9KpztBYOnjejIutNYpWn4liqZqYYSpGNN4UUqURkI91
sQ2GRisVb0i1ZVKdpauxUu0Q8aZ3WVnX6U6ty4ZzbWOM36CZd09J2MiGb3YgVeLZ0L0CPoobWPH5
JCrTTdPnhQODCqeipDwJPR2cad5juDvHd3rfl1+gZGn0bjccU8P5RYxN5bBMwj4U8VKLjAGqdQdv
ZSlQ7Fb0RtpVLqmbJREOIpCVQ5pqrWOEaedLGBDt5sE6aK2WnQB6hrobGYpDV8VlOy+xmzZV7cbz
GAIq6YbzJaVzSwRv7JZGdBnko26bSXOu9VO066K5ue6HSvfMITR3UB9hd81a5ysaFchcmlxgOqdQ
15pdPQj7yiy/ScJ8SV/oAkQuFPxmim+zfsDWcwCtZsxJeSll8ouVJKqDQb3qqoDLbitcQr2UblMv
EdMXbNyeigmqEUXIcqOLyxdFj4STqPSVJ8dJDSZ+4RhjclyQy3i4Tq0egI8qXUGU10FPCr2dFWFw
m8pz+hQzArZxpVee0NIW1zXm6EghzBjbNMZ+uiElGImv41KndzJtcORmRqPXr2uU3TvdwvNx3w5D
p7wifjENBmQpgFBSsCeRzxOaii2/irWu2ySCLsJUXFTTs7KwjvYR+JVrYeoKKevsWYDg50pqHUuj
qwySSa7H7NRIvzDmzjJLz2ylQjO/VWLYzfNZaPStJV9EaiiMIYmxTpTifdtoVeGqi4FHaa3hN+Wp
4dJfhWJVzgezFKXGDYVGuh7Jmz4bi2E6QrdMW5To9SXCA9xJx7bZxjRKORKaLTx2uwCAc9zpDwxb
SO5Cj3kVBzhKm2LebcHI1ccmSKpvSqh0wKqKsnZ0qkj7sQjn8z5Mjbb1ygoETXvXxsE8OkaCjj4d
CvB52IacS5NyERql4ta6gqekKWBObwGpJmUVJIxic+yrYaVWKeZelrK5MjZtLUzLFjMxpMDhJBxG
KRO3ptVNthpo2EILwow/jsxpKA7q9qyt6rDZtjCERLctpqAp7TKdrRcrqoNtpg1Vj3VhgLIXCX2w
7QMhhGPW3kZNqT1h5BLZJjDt0q5GYfTnvoou1FKfN4YgSJ4lSJZPe6Ho0/RIhMDJzTGxYrXlXM3s
qIRkUWl4YHRFvZPGtayb1AsssiYAexGnlzEtEPtWzU01tUNgR+YJFXV8aIKq2FVhw4TVmhXb04w+
JprNA7JL4VB2I1XvsjOP5jImz7gdAzyCBOaRFOdhKHB2VG39K0sE+WNUs42ZjuambSV8b+nTjA9m
MxC7lo25MWWh3WUrXD/pNVrd4so6SxcLh7aC0jqN2OJWVOPkMEajcKAkqd7Gmtg5bQiru22bzJuX
ZNdGU30tMk/st0ummNheq3Ng2iLGntyVdReS9eW0NVix7vI6uG7cNQ9vb7BsK3ELcVFxTXn9BEEf
vzZTQ9U8j55TSHKHCe+4fVNG4y6MiunGnHkkrL3BqeuU1pGMNnOipiIzgkWE3wIjPpj1OPojfeQb
rU8phlV0pMT4+NojIDVY/wPatYzRE1fQyatJfzSDOXl+u35p6RRRDD3bpC1/Q6xD6/ztGZZYsN6I
cBh2ZqNG0zFE3XgvMvVew1Yzj4USKa9T0omXLZSD59bICrdFaPSc9krzUBTB8jLlA25+2MnKNmIf
lj48pB5TSZh2dCtYN0Y7DdfNUgh3cRVhVgw10k7QBto1+qGzUdJhFsjm+C3GuvKYtqZxsCSwSeBd
rMq8V7B1EoxdFSQTIGKeMV7zTPWlzIa9MulVEjl4A0lwLIl95YiYtuq7PZSOtrErQ0t3ArzSmzbW
lP1EGWLTjfopKMXrrk6vZr3YTgUU+dIcCRHHjZy1O7oWfLmft72ivFQmDcEiTRauGbbFykBl8Ffm
aVRqBropXZjhco+nbQnRE6pEpeMnteRSu1mETnDVAdsX9pzZjxvEJFbYpr7aa5UXlKZCNWcxbRPl
FPG4JUKui9RDq5TthiQ9R5YBi14dCgD+J1q4bXSGON4kuQQcoXs2akl2MK4d4OPMd4phxTz/8iaV
g6e+Cb5o+BW7UiFcS81Yn7OXWE4/zsUWq9fcS/qR0W2wFNNMTFliMbMtRSP9diq1CfTf0j7MUVd5
xmAIhwYvvk1bIrAoGqpHOrh4yapnFm7V/DaJrb/MxlaUBjufs5EtK16uWpqeD0IzbdpAgTqs0zAy
S+lJTgXjWGlT5Jr47jmtEZuHOStEJ005COU6idUqug2KkJLmiMnWWLf7ukvu627ZVDqsKj0bUGGa
CiljKf0SqzEehbpUOFkpN986zNGQrbaia7XBAAVNorIuzdulF2qv14zcE62pcGn9wSYQ2mColjts
AmgOS/TsDOifhjItn5Ch4r6BRyXLoGYI+0FcMIds+h3zNdkI06x7vVTtOmtdq8vIAQBbPCdzPLEp
dsrlqOrKJhyHwNGC2rrADaS+klp9pISXiW5hZuY1jgHyJsTid5tCbaUwlcWTG+Zt7KLAM0jOGWqx
HXTstINQoWmGnkg3hhGLCgmjRwZfFJ8vbZ6dLFR6Pmv1EFFPEsTLxgyae2gpeg3zBEMg8LOWS0BK
hios2Ub0We72hhW8ciyazxHKjUex6DJoJKrkmlWVX8ZiXWIlVYc7QI2SF+RNAJvY0js3UHtlQx88
41WlPz/AX9lvxKS5ASqnkjQVytLtdYiDhVUIG6PXGnfSsDlZlnDcDUOu0/uZDH6M+/Uhzs10pxWt
dFD0xNiixTVep76sGJKJcErKZmCYhumZZDWLz7oo7QZdXWv60zg51erm7S4qi0wEn2B25W5GUwjY
T17spMOMKYyBFQMWjKyzGP6cC1e5J1Ysq2MZY46UpGnmI6EUgACIzXWBvZczK0SMujmHTpUa8xPO
052dZHIcOmFjhFe0go2uoYFyKaYx+ppopeaNRY87aB0BcIwUjUExUyfu8gpzBSJ1N1jG+aIaZeuy
CgD3YDvht3oqnK/axy98cHqBh1XmdTXrPwC45XaY5o0eqJ2tx0KyW0Zrr4yz6urpPH8NkW6/mpUh
YkqKJU4VAtlNFXUbJ0BitCAYN5OUjGyISOHdqAw64mP2JEAf3ywSzh50ZcNmT37o0rE9Sk1cXqop
Lg5jUd7VcZN6VYQ+vGjS6MYiZHQpVcc7HcSWo3QEoN3c614y80GmUSAZMq8WGfAWqDlWNNE8H6z+
KhBxph9lKMFsy3K/bRp2E6QW+aU6A2slqmFVqyfjPrM6kLemsg+19tWw+i8gMIm9NAFf1rRScaUB
c2+H8qJ3LJdF46PAf9FxjnH7MHk2soXdb8lJlvb1qWGO2SnoCHvWenbaSo0cQg2ylqYuY5ojZqBe
RTJLnXHMi0I+4yySb6BQJs4kZtEd0hZMSisrMw8hxotIr2lXjkHIWkTfVPzL0Z8K1tGGs50dCkWF
kbn8jFaL75eIxXO3jgiC+D2ITUzHo9LaBmpcXU44PDu9lNWHPEoLXpMcuE1mDftenMhPivP1XJj6
Vq1r0Y4RndlDO2ZukMEY1/RnE3xFUmAWKhrp4s1drzlSqgt+Wwd6iDo9ZdIv1ZVgEFPSsrS+1K9K
bJJQqfX+IixH3PPS+uvYCgS6dZPbTVWkiNKG4hoodH85CEVHGhOSzX4RZDiNtZkw2PrgrqWJr3IJ
sHR/JFqy52qpgfA06sYyosaZMuvL0Mupk+p94WACjNStkYPdwFa3zRThJi2xRBLMeh+oo7jtlFg/
DWl9FFRp2Qhw4ffIgEIXj10ECCpc1Da0yPwIjexkfbtsRh4j0mRJKfD068NdqKkMZyJwt4sX8SrA
cu1+7AqSZMF0ORf9M50K2W0x0p/RqdVVKyjJTajK8mZQG+WRc1XrT6b4Ct1Z31sK9i6KUZ/ESTgt
YnmeQ8UeTSKtAkmaU1VJsUv1fN5JpdIA/I1e0ik+A0dq3gf0rdmE67xHae1XjK19qtOD0QSt5HRa
OLta1gJ7lLN0o3WyLNpWVqlno9oVV6Nqdj6dMzUw+LWbRE5Ff7CWbptmS+CtfODDEISEZ8KTUUT9
0bAGsum5MHwN8IC8U2Ipd808pgNZGLUt6xcNx2kV3NG/VpxnsThuFl0LjmSb2MICU3THycxcJSbm
CXiYujiGF6OBWf0yt9opLiMYlXpZwlEquhE1RxrZBSLGo6bIORDSvjvHTTB1IkGBeTvn9XkszzTi
V/R92hKneCcSl9dCtRY3maLhcpozcFrrOZRgBZcctdM4eNf9ixqpE+GbPLsZQkkqOXlUOJPQvUQ0
vKztLNDx0SVs9Fjrz0om9phW0qOG9tzRzETax1qtMv5nYp1OfZjHLHRqeIE2JkDifSEYzWZEZnCT
tYZ4GYLZPEusiuTCBGhDxDjaGcI5PMRFejnUmJmFna74hZzdm3FEllOtNLcaTMPJOlh842C20Kbr
kWVDj2tfn6cANmEUe3VbnqtLnlZ2r4za9ZKoj42uLvakp1Fv95VqXRRFsXixJbcvpZ6rTpHQDkWE
FqS2JhKJ9H1RE5/puJuOYbbVOkE8FDqOp2bPGYpow7pUlWy4bk055MyeJLJblcp8FWEi7XEWTrdl
oUXEf0l/xhG180ojNHZDJLVu34wp+M+8BKk4sw2orLOgy7Nlm2ddc1BKLT3vA3N4xd+NdTyv5a2R
ZuF1TtUZALpZeFOpCg+dok/b0uoh2zdFdcqFtKbzSa32cS9ElR2myeRLNYtLh0r5ro2Sy0gsjyqH
/zASnzKtam9N0llOip+KD8mm3RRWUG+g1t/+X+7OY0lu7ErDrzIxeyhw4bGYDUy6qsyyLBa5QZAs
Eh64MBfu6efLlmamWZSaoe1s1BFNqpGJvOac87u8q+y4tNf6Fbe07rZMpReYgqloJ93qFg/v8ijE
9qU3kOgXVbLuVW9vt5bdfNf9Sdykc7bdJrMxB8JSy8Esl5FqQjHY99hyfpEOB6vBNtLWrDqQSfqt
RQoc42H3deoGta/6+tzTfg3b0N717tI8kBTu/EgcryLHKFW3iKLtB61P8j3pjhtBSVMqP19V07e8
upxgQs/au6tB3KaeDQ8uxfi9otliSJ5AMmboECqKJxHYnSKLzmGzXN8RCVCI4AUfaGtcNoQvImIM
7WjLuhX/mKIrHudsWA5T3rj7mWle6Nv1vPcbV8OuodNefZlYoW5vWdR2Sf20zdVCFmMKk4Ictast
dbMb0EH6QWHMEA/R/rAIzcUmigLhZFyvxrRvya+J1Zh0F1IEk8vil0NIQVtHzdJYn9uVDzVMaTEw
5+icgyG7+nGjrEZQLbQPzkh7kvUYDSrDLffNdUqgp0rfaQW37VrqR7/TxwOfKzv6C8MkZg3V2Zqq
fp9aY/6j2nICkl0pdnM5VpDM6mE/dfX6aZAcPjp5dlXAwWd9c4zODGW7eV88uy3jgpC4A+5n3sEZ
mna3MrZ5xRtljYvcSiHfqVG8EXjRvIyeHCpiHJT/KKSn33VboX9r/DGJ7cnrsfV1re+KcRJ08TWN
oNeRO78Wzc5XTGiMhEXpZ4t8YQSVfFVN0V6SgqTUZnTb21SOXZjOzfwt99VHM7XKy5zm3UHh3n7V
fS7t53VZrEdj0ZGWLsXyycvlyBFieV8xychupKZPh5KLuw4XvC8eB1srnqYh4RBuOxnO9bXRblbt
1C5ii4Yuy9Gmcgm1GV1zkCISJ2yiFd65LL38RhYq/2qWM2keXDspMcxGXdyP/QaMNZkFuYBD7lE8
9O7FdLRyvZk34hL2mWMOQV47sWaMeLpLF59tkeVcOoWYbpTmd0ccBAW9Wtr5d81S4LLnG+VZyDL9
UhkI7AMcgfKAGNc+nDJv+lgLTFwhuPnfemZuz1bqJDcI0rWoWjVjZ/jpfGqxPg6xZM6o9TTtu5It
rgR6fj906XRv1O5yagkgCx3sq/eJ6Dgby+3sCz/dT8wbbwu3TB7wuxEUpat/byy4m2AgAkypKnmW
iZ6cOFvrS4bmPq7tbrlje4yBu6bjm08hJFvCFwz/q2brTxbD1VutIXxEJAQ64Vc1TsS36fayRC7L
xMuMt5q8B5Lk/c+OKuKqIiitN+v0huFi9TziCEUVZER66X5wZpmHCN/cUF/TnRAj1BtLNyPBbojN
1YhsClnUB1kaZhgqBwQq7q7kw73dTRzxcqbAXOVpatPxqdc8lg0RE1OWGhx31babCvS7GVrfU2ca
U1SN6wvc6te282E02CoemmnX0o0GItGnsxBMEJOkPrDBMX8UWnKW44i4kyH3jUvIx2ERleTFz5Rr
ppeSHpm5OFiOxREN+HhYl2Hdr/1akSFcnto+Gc+0SWBiYrG+Tm5REKbHzY8j5YPZdvOh87WdNeHJ
buRmupf9Zn13dNk/OeWgxVtpMZo1aaS2tSLQBJ3KYc4WL8DstwydzDZieiuIAK4qz3PjM3vFiWIO
OruhiyyKV6WXdeRmln5fFKN2zjtNwH/ZlBVzpfh3EFmy2M+n5zqvRCQGzPC1FdpTN44i7Gyz2nVO
kj1MI9MDfXa1aDCH85ZS0Q8V41ul+vToD057bpgl7dx+po8yabL7lnePBXLYOwLE/o9vxnJ4Xpr1
0W8olfOptALqTqq+ruuDa2dFUgfIrK27YW4vp0QRRju4jbzMRXs02uKjHNLzJLU3SUJYpOWk+urk
fVz0dHjQV3g0kzuuYaon7mHDzSTSU4/qz/a+eg4BvaR4vDLiwTMC+RFNlJcdVzP1Qplc6/ba2LUL
899N1aRUGObDJE0WwFwzkjbhhtBOhFiFdEgqJy0or7ZpwTJ7dxmbO7QMmaNkL+ujV7u34zjsBqN9
xRKcBO7KpQ3uvLC0QEiLvI1pH5LAAR7addY27OwSVb3oNj0CnDhbRfu82AX3Gwa8PNm5bXxyVhB0
4k+SZXPcme4Sb/WSxwWW905lMd3LJEB3shiBQXLNs6sNnyAA0XsAU4fpNatnRLCTtKUKi9Wbozrz
hhvLmz+QPZMz3Gr1XS3118IzU46Wcjo4yn9uHUqubjSXMyQ9HFPoRfe+KYlkttWj60jQkaWaLhWT
8Wu8gEaefLvkO7tZd74xfZ4y/8lOGIlghLHnpFdRORpXCwHpHdVS6s+Uj8U+979teMYwvyMAoNT9
Z+rIj2m+3NFokGhuttlTrpq3FTznUmIJtVO625wtTby5CdYAvoz0HLpLP8q9323NAWdB6JbEZ3Bj
wuJWLAlX5PN+vbYBftXsKku+TWN9zFrjQ4I1bdSW+uOWWO2JPLTitq/pbK/uZYbffCEQnflWTd9D
VDXQVmINx9JEHbaSoBtA+G4ItyxOdEnpaXaJqjU08a0S8jkt8y9TnotTKjVxIES2OtR+BZJEwXqT
jqm9NynVbnWn7CEge/NhaP0pXp3Nv1tN482sp+qp1I3l2GrdGtqZlA+m1yEGwIklSjOVhTTv/QN5
JYT9NOpTvnCN3M7pHOXZM0f6fKzqWQYmIfN7rBnZFphof5aLFJFqG5a4PhBL61nHcUbWsCYa9nD2
tIeUeKzm7VOtxO2Qqt1GJndAeNGJjKi7VrEAczspd6IqPuGm8sD7Pi6mFdvNdXkSVGWunR4zdd0P
Zf60DEm0FEB/nWqS+zzjL02qvum7YY20QT6CtD2aS79TRnaUNkk4hgEvCj8pUU98wk6ON1YCMVRl
99jJvWgpW10ux7Ikb2jroCBXC/xCTXwdav1osxsmlsZ+VsVZ6t5RM7wn4ZhVOFn1aRng/ZlljO4g
2EjgvF8KvPDA1+AFM6GMHF0/Ve1AtEDVOS9Z37wSj0X528hP3aLd2yXGFmJ4sroMLs8mjjNIZEa3
GIPzyld9Ky4ZqVBaPWJRTpJUJT/oGd7qVLG7xjEvppCQ/dfVOJJ9tV7SpD20I+Y9vZdbcV5f1QIr
WJeBYHZOl69kI7gnDDnLE5ZgijIrebWvlYWtUUE5lYoc1RKXrdIhrtblU53pc7xsydmgbbEnXY/7
jpQ2MCJGQEgWZEtaIgDCzuvcU+pl/k03iJwOz2zcjwzEsFJKi5wAjHG+w+H+ptuo4xxazbjGVnrH
qEG+Wv063i8Yap60Is/PPsYFTBLwQ0xrVByV6eyZs+THbNCc3YhFEjvXVfLF6or5KyydjqAU5i4s
8qb6kjs23Tp1tZVw5strroY+EBC4UMoRcP/mOBPkwzzNAGR0FZHcnE7UX2C6ZDCC5zF6yibLjU1+
GbTSRYxUmNub0sRKROQOfWwrJskp04x8cp9y8ioOk7tMsTWob1ZZMnkApGJmESiVH/kFQ6rBlqG6
aqJubnsODds+GXP9KGpnAtLQdplaX6ykOXWkvwRK1+8dtZWx4coqrJPupcrU/TwZH4BCcfOV4P9Y
0RdRJ9L+2Gz9GnW2961PO0FjrsMPx5r3WbWTe/Ks4nHcnKOX+OZOdWYSmotYA2VtD4bcZFwT6XTq
py1yqhXKeyM+TSOZaXMnyXZjOD9Yevlg84u6LllDdW5TuKYu5hNTE3gMaAnoGMjkSMpo8ZJLWaeP
bsPQYnAnEP5sDLh9DoTIwpNPk12r7M+DJz6raanCHkwxnjCACvpifElb9c3Xx6hLfKAUx44nK81Z
x+Z9pma5a6sBKKjSvzllXh80BwK55YLPuSVW42BI8eRtkF7JaOzHKUrV7Bxbt/hEkF1cl5VBqThe
em029xaM/902dI9eImi57ceRUN+7dHGXqE8W57ZvSRdIRsbbU82tzPFpnrzGJVc4bUmZ3LLTOOXW
bhNde/BLynbgc4bpCU2o67R12Kfei/CL4dLI0j6TUnkzkFkTu016EMlyV1gsQ6zXL2VCg9EXZVy3
QwxymQdTafZMgEBwS6O4m3WES9j4GUFBfAJpMdg2KwD7OMPVNSw9A7Zhu+bHymNorTvI2TXaAmIa
p1u7sp6mbXLixZ4fOhPGCB5cL8S36YGdSov/abNjPhlfzIUxRluf8XOq49VoqrOeWhD8iQcNhUWj
4q4m3U2tuXhXpTR2V2lLwdzTfJlMuVQ1ntJSmN83QyZdlGCbRRezET18NFtFctKybM4ayG6ozDOY
rOhDYU9lfxw8TYhbklcyTTKq6ECi+pQAsp09+HMfMUfvvxQyq5jTj8P2MWNUtzxgdS1IImMYOe/5
w9k+j/SfLRFE+LPec78n/V2vteuPDcvEPgZql8zra3whDzVxUQjakmZKjWABKmnDOu1aZCl2r5ED
Zo8UhM7qZp+wiU3Ny2hbrnw0AMWopln3ZX672HmrHqc+8SlcU6MrIgVHqTk1aearnQ/czfDe9pUT
SrOb9H3rkC30pJdbW2o3KbPX9TIvCV8uSVpGWpibDmNUeAXdQuBPk8iXoB/nxXptunnTT/4qNpOy
ZrEE4eoO6/0uhzzBOp5rzQkI71qjWRT5hKzN8+9hU3gX3Ny+Lp197/UExVjT5ISV0+T7sRzmRzzR
4IIUsjsMeK4XLCeVfq6LWd5rJV7zQd+MG1xSnbs01BvhYX5WPW6Taz/Xafma9u7OKTIG4CIJjVpN
u7Q07725fjNxR9Bg4NRBsfbWA8B5e0o1T3ohp6HaXqxced6Pqe+N6/Mn58Zvhg+zHB0OmGynpcm3
zFJiX1fu3i/6vZyogfvqdrVzESWFgFNctASIONkGCJMzdXSNHeAFwqqJP2yKcTuKuq2ivvOh/bjj
8tJt9kH2S3uTjAbNG2XvzVyv8J4J87shqTuL3OtLaoiZZPTd73vNxEpy8QkeNOXXRvMumeHX9Ejd
aZbUeHRHCwfc1i1sSzuLtZRz1DHkVaLHDplHV3xIBpfzeDGcc2XpVsT0coXKUED+nnrrI+nZ8BTn
7aMcy7eWoiMal35fYF95cGVXhOnoN2G+2cXHRvpvBoa9R9WqS+v25dXR9jlb8uVmYvL10HUeEvrZ
7XdFrn9uRsyw8mzgljE15tE9Ur9dQYPWEENUtF9cj4bW37adtYCTL9k11Io4iAbuGk1VBxDRrSdA
O/Pg+lyC/mrI2BIzYXpp5VAluK8qK+iUm2F5SEXiYCJfpyE+9AXj4wTSKR6RZ8/tH63Gk8/YpZYY
aWzOA5w+/0DYghsBrnTfkrkqgzknxsnv7AVsZhCHYYLj1fcDvUQBUpv1RhqYfPuAe1aDEdk1R3Y7
c1fPu8kh07x1AAcM97fYbOZ5u/MMfBmb0rfJkNCMYE7KT6VD/znkXG2tUTyVxbSEBPJ6MTDs07bU
9dkvE2Bdv6MavDqCRHZdLC+tZdYUM3CkTgDeaoVpwbsPGIuuuIB4/vYFepjxtcIUpH0YfZpDg6m+
2DWVWGALrG0x7EY90092Ucuv2+QzDwwmvuitVdUbPPvK+ljmIgdhbOUHmG32DaRHnB1MAE619aft
emThvpCUZ8uTDXBYc1tBFww7nZmL9Al7na/FjRi07UDNUbwUpcTnfMnmkzEky4kDjMKaxOUy7CXr
IG6Sfs7CXgmqLnIXJOpinC6KwBwVQRI0fQ3CDGX7sbcQu9n7xOBa3Xxa0tZ61AhiP3mqNqIl05x7
v15QvJHMeRnXrHnMZPPN6FPjzCZu8EqptAeC5B8M15PHvtesJ2CRPaPj73ZfkCHbF7fOZHMUbpb1
IJVQE2miiRZtTloksG2ybbzxnPSzWbUfQB5VtObosDpdOxYJLbKR549LCZBnrcymuIcPHmGe35sO
jkHru+GwtvvCaHDL7bb5yAmxs214RB6bJK61YlUs8tKKMJEV3MxOeU6xzp18sD29EnuQLxkY1nwj
rdE4GqaGHASfDNxx593mlbz7eR7ye0y/Jsr5BjxyzHDQXuuUXNQ1/2DI0b2kTk0AqeiHMWyLHmGo
Z4xHkeHsOWRG/4Gs4Re897m8VfdGAzQ+QsGD5dDOTxnH7gbvalm+E0z0zIAo3ynwFpD6x7RG5pf0
Pnl2an6mBC2CWuec6FQ570olP24+caZc1PMpGXR+GjGCic9Oc+0u5n7G2SxYF38sblPbthE6z+4H
s3SsczXbFeGPfr5ffJIt4QGtfr3F11E+z2a+5RUbc3DltHENv3a8dbOusXaG0L4qgqdi5kTe0Vhy
/eKp1WLXscISAU9lJiA7hM+lEwZqOwcTdsAcOOM6hmIrxWVrx8+l3c1nVYpyT4D7GlcqtW4AI4eL
uXRWMOnNW8N6jKTKy5uuh7YakOby3clymEJdPI/Ljon+7Wqw0/zuaZ6I5m0BLQ51N926mhsJf8oO
tQmhwxw3QTHe5GFr6jlL3Riof3yoGU676wAaBpg/QO8nX4mDApIz1hEd74AwsYcRMRTiyU/Hi1vL
25pQHyZj7UTEWgrB1uqJJa0sV8Xp5kvU+kSorAPhODZMpahvSKgibhefzizBVpYY9MPQW/KgGLzx
fSF+5f76UosRJ3cXW8SCt1QOeQqtt0AHsRSP2qC9EBe4gm8hGfftJQnGed246u37tp7Km6qxwbRA
zPOkHm40srB3kEEPQHVLlBGsELQtg0qz1CfID96nKsNw1lq0b6ZYnzZJyOXI+D0u++l2ngttp032
1gbrRnuI7ef36/D5OG/ud1GMV521Q1ZwSakQzGLbjg0v65zgFUEH8gf5+9+ivP9/t2SxYZD/a0I8
cuKWmOKfGPHX/8c/GPGO8zc8ea+Uc4JlruEe/8eI98TfiK/AhAVqgX3Ni+eP/sGIF/bfSDA2rz7N
uHBhvswfgbWP2X/9p2b9zcDvA/8W/AR98Udu3L9BiLevItb/o8NzjGDYgkWYjmsLxQLJjD/T4e3J
6Fc/a+sdvcx4W7+0j+Ot/Zo+0mrtkv1VTEYS9YVp7nLbHz3EKltEauql+9w/9lyYP8rnzkA/dpqw
3GBIFX2Yo6dbMpUjH9neVS04HAm/RNIIfYs+etttwbor3/70yu///nH/o1F0JQDiw3/95y/+in//
Fli7//EtcEP7+VuArTscznyL6lXFMqJRIdIuWPTAuDdUuLwQUhGnUXasb6zH3zz6qsf95QXiwoRJ
1NVV+w/V659EtAMnQyoYY+yM/bZbPhVmWL165/rFE3sSaMP6SARP5UZbc2l+I3D5J0/2/jCncoWO
65X+Tkuae4xNPDXUOzwxd41X3s6LuxfZcqkm8Ztv+cujcHDDV46ICAcOo/FeCg13ygQmsPOd6yEn
zzRmYXGqFwcIvvFfv09W9s+v892Trp/kT6/TmfXc2nqeNJkMgp6q5cNf//ffaaBY744wrlafmBkR
18iC+fkBniryse7pKq0WbPPjOkyOsRsbVs9Hr9TgWsAmbe2drW1J94MQ7sV5cgbbl8dyqIblRVZz
57iBu7XrcCNrbZygFivXpdgZremFxHTTjC3aTXX/1x/8l41KAp1zdXbkNPB1570tkr60mgTFL3b5
9GGt7wl1Chr5m2CcX18++we7QN8hW+Hqevbzu6kWM6+ngWeoiV1jkwg5/P3C+JfGFOJ6nvy0XRwW
ElsFhiuMMDyofn6EcsfCYB6Z7xJ7fCP2NzZBm8oxOc3JRDGJZcMqGD0lEQqav36BPwu///jheTK2
G9cnU71dv/yfVpbeO2466TzZOaeP6zm5H0/5/bKfP/71Y34JrGGB8Rz8tTjWMSt/vy1tqhQCgfwc
GfFnBqy3iIhCwhuiNvTjbZ8++/se6fNvHmr8s9fq4pyPySy1zR9OSX/6cmR6JUPjV8XOwrukvdiH
8ZDstlNxcQ7aURz/+mnGzxqqv79KH4aKSfIFTv32u5NH00qacNfMdzOKTuuk3bWXHlH4EnzHeWk3
oSHdwiVOAjPsA6Kmf/Nlzet//v0aQizGLjCh/LGVf/4l3aR0EwMVwy47OqeOL7vcwBs9etF4mA4E
AJ3dR/uR4ZlqQ3qAUPPC4nvxXXtj8nFxLu7RP6YRhJIb92j/5s28c6T6nzfzvx/t/XU6y5Qw+4E3
g7QMrnbK+h4Oo9gDNxHWMRFk0AbXwG+q5Ce3oGb93bv5Z/vL55wGHHcAwN8bGblNuxRmMuc75n4H
c+dH2g5VSzgfvLi8aK/aa34z3iWSEXdg3Sd3NAk32hHC2m373N73J+vAhPk3e/7XU+Uq+rs6KZP3
QzDZu58LDoJkEq+y3Ti0TXbGlqB/LIRbLL8xG/r1OdyBgmKLIE1OFv1dEdBqVZIZTskJ2aqlitbK
UEzcWabLb+6oX49iDiIbORCpaMh4/XdfaB6Mrp7njgdd+TO1wjyIvRIqzEZ/83P+cu+6uokLIOkc
mAQTg/hOO4ulKjiiBARJO22PZgnbkxMM4tBsfnfDG78snOujCIzz+IeLsfl10/3pBMlEPSTjoLTY
DtBjXMY77ev4ZN/0d+WJicNded/E3d32Acyv+ax//Yd29l/fC7/8eDTkqDWRx7nYfVKu/fx4SW2q
GXOlxeOOmcQxOQHkYEtTH42dxCBJhm9/fYa9fx6O33BADdB9Khv26/V1/OnrCifftvW6T8gOjXs8
B5BO/fUT3v92PAFzp6sxn2EbJjTKn58ADmsAT645wv429O6rw+/M0n75CsQeYxZ5zWbTMYt8/8pS
qIi40GllnC4VfDx7AzUbZ/mbxf7+KZiVg3yiwKVU4kjx3q0LjVErQDE8oFXb0p0J1/4GUtT4G5H4
r08hesClD+HqtOhrrjfOn36OQjPxWjPLKjY6TZ4LVyRMU6p2/9c/yS9PcaiUubWuymRW+PvgEr+a
h2lc2zr2AWoDJRIVdl6fRP/+Uwy4SN7VfskiiOrn7yK7bVr6EWBmSVwN2vrA/g6NUYe28tcPen8O
cc/rxEXglom8ncir69f900sbZ99PE6Ov42Zq3UAYXUN2WT0TB6hbv3kUgvn3T8OKSbBRKAwZO7JZ
35kHuCUR6ZWfA6snaXUx08Y1MlLtmnH18qirJRR3BNcuAcDSYj3aZboBd9tarV2pSPNztaXYJlV1
r+s7hGIbuiA0fhPyWzNdQ+nOzo9xleYdJapAl1KN+j6dBvHVRKucgbylEJQcU+JN4aa44q9eJnee
7m5oRCx7wvqwo5UNqtaCnT0q6DtBnpkKpH6d7Genz4QKit4Th7SGzQmQrflj5EPrX2JHrYxxylEN
EG8Y0G83bm3qBsnlRbpFRoVi4qUAgHXCujT95cl0iLjyg0xkasSzPwPv8SqmjKFd1wtOu105PQyZ
RmLuBtP0voKov+zFZvl3m8rnZ6+E+xVIbCzqIFssPuIy9dWXTqU9cziv6mdSAZPh0VGpfe4SfQTK
d2vLDSfpCjxtVDWIPS8zw7rHqZI7paBmMQYSjYwqBEPAFNrEFNXW5fRmptJ00YfM7sWRamriabZg
dTBlc6AwFRuC8mLT653NEApJ3Ta1l4YPJUPyvYyPSQd1g/d4Vd6i1evyAAGdJEGJpMCBv01ydihG
O+f8dPO5wdJ7Lm/bbQPLkt6Msco6bh1jWBM620jkH5zTumskI3t5peVtaQpQpHSJwk46jQgcf5af
OxORi3EQq6v3QapX7g/gm0GGLgxT9CBgAHo4FUM7BqlfbHOI/lxbw5KZXsppriX35TYmY5y5sIqB
Wd3JT4t9P8vuC4FONZ5EAofx2NX8FT2AYQJeiG1dzv7QeteZvT8C/sNwSCOFxMiNB6vwNZIBp+VT
ViKeBNvTKwRM8B2fXK9o0dWaql3ijLkdw29dA4iVzQzTrMjhhCPUrfsPqZzy69hamdvtBDpJjKpK
ZH5wnSXxQIaA1WMsAZEpouiXO1vAjltrNHBkHjJ7CCqrURBX/Sbt2E2b+dEVTfMirLp6M7za/uK2
uisJaFa1GY52S0/lcvZAeMoZiuo+0FrvmIWIC/72l9qpiz7U8Gr4pnLfhY8B6P+DtQUQvzWJRRJk
68OTrsvxijgZg450YCFq8zg2llftUtPUbKQHlc/wk+W0Ris5cryvWe8++Xa7sLx96RNnCZPM+9AZ
YCxBN15BqE6WenO4kltHhuucboG+IsKMMgOjAAn9/MpGmnQVrg08xzNqGXlX2HzSQJ/Hatmn2tJn
xyWlVQ4aOpRvQwEbJNa7SnvSzRGW/pDlOp6NrWtDVNmKpAr8LQOM6KDUTeHoFxXGjiZYTJi0a2lA
ZgTDjYvC0z+VRmsYvJfF/WDM+fRJ2gUenKlm6bGm1eUE9mxW+0ar1MVzr+S9gVd/a2MJqsLWHscP
CvLoI8YLk+A9Oj7Zn7WO4qrDsPVm0GSFUJj74ruxqI64GHdwLwXyBT0yNZ8pdqp1y/KULUrDPgCc
zs6OXWZ4Oay8vCDlCoJbbJR4I0esN26tzvCnNRKTqK+sFhvMsF3SGlJGngwyWOFDEGipK2DLpIbm
NBrLk90I7cEYSNuMJlzyIV+0mv0dTZXlH1EQZv1V5A77MU2HfIwmyo4mruDsLBGA9GAhNqsR1nDD
iYsxICJGouVjQ7s0wwxVDTf/DO7IAq4pIOLZsDp6VrqWoIjcpW3fbbHXMpDfMzEDER8LyJ3hgHCy
CfosofQk27tQRzdLkv2QylJEmP9XyCYyP//cb7lfxr6lbfUlhdn9VLGjyiCbOzSI3txjtl5MkFKD
haDsPvQmKTiVtmFJQ6Ljhy+pUpYdL6jmzRu1QvBD+AUYR3ZX5n2fAdqubFiyCojB6JwiRANOXoZt
dqQHIarZPvqD9EWorX6XhW4p5W3VS0OEqvYqnuxVQMqamJL5jOo0L+NuETLDncATBMMDvGuR8pA3
wtz384GvblivMIwNO0Tylf/oCi1zYnY6knYY9immHs0EcRj1EUf7jHgWumLqwfNaJ334LtduQX2L
9loL7BV7gyorIGTMicWOFJ6OCKigun1T0NCckF5mwvHSmuHRoV4GZDIQZPVIEVXKtWddw8aLBUpW
ADir4U8yIJwKmT6jQh1qv/3kuMVooq8UywQd8MoH05SN+cFUGe4NB8rEwpD1aPHvvVJ0Zcot4U+f
UmUubYySCRZMBmdORSBCaMyHts9f2xEvQEQ5afuWqC1tuNZqKU7E+HpbCEtDJxnKdYwipCmwHloG
Us+bP10JuDSAb4XfqBvfw2E30ApWFAxTUzO4Cer5DoQamqbE5OVtk+TH7meaU8zUktXHgSvvkyxY
apU/Q/bokDj3SHMjjzi/MjDn1PpS2437fUWfu/DoTAFXynQxoXr0FBBuhj607a7/elZ2+9V3N6wY
pH4tSwax6gKwdl45vRy5srTqQYi4atm6qNuxSMEMy5m0TzAPNjz+BlGauwzOwWetdVUHblqjA2TF
Fa+j1XPy6g5aQwJc+uIzOXacP123UVnxTeT3yZGSlzHD0TuMldUuYQc5Frqlbus/nMkYOnJzLTR9
A0PQNCRqdPzU12YN60MbauQNlqFeKmNDMV0j5bYAR0X/VHDRitjRi+kpWZSvx4lloZV0Ns45lxnN
FytPrpvDHXKLzVDl61uhL9BoB02XyCJ9r4KOjVZ98WBW5e2wU8xpvvToCLbQZEsdVV+gpORgtT8C
8uZEOI9jdu7GevVDt/e3x9VNGxz0ZuG8NWOGBASLkz60y7FvCJuxk8e2WqA0FMnsPsMWXGFxm16+
y0WJHYw15I1xIF4UlxfEyMx6bzs/U5+njhfy0Cjd/bExEcjiwXTAyiuy/9QeYxUhIEjPJnYBnBVm
3M6mdevjs8Pt3es2uoaMXMVYZ6zwwUf4su1NLbVfSzXSDuvtkGW7tndgqiu4eDOCjs1bA2twl/sK
TcoVcbe6b+k6bGMktUVWkY3V8w8Ioyhqlh7iY+zMid0HelFMt0rYhY9aoWb+Olc2RxzOmeMNil3v
hsU+5ZFwCsiR04YOajdjtePHdmUWPxJPksadQaiN2xwJNmxmiiFMYCliVrH+N3tnshw3km3bXyl7
c6ShdQCDN4mewV4kJVITmERRaB2AA4726++C8lalFCmSljW+ozJLsxIYaNz9nLP32vIjqRqddZNO
mZHHB0ApjfquFYlBD3SxnSlbczAyj12InY05vAraXerUXv5hJu182Mwc/oe9YYu5O6hqBCxBnVML
xK1Iry770gyIq5JxlGMF6DA5tIm2h30uht5Z4ZkdHpOUlvwWBRnjA101KG1UEzhoqQiOd9cITkzO
CwP2wnWe5n56GxgNZ8eFTLBYOa0Jr5WMkIrYTpw808oNXlCpsTPFY5VYe0PJ3P2o/TKCoOS75pPL
nxujhiKp7tJR1HtH2vep266nMC4MnHKtzRuw2LPGizTKx9BDK1SKi5nGEgfzIpN9CHohNVyxySwv
t9B5A14Jt7lIp6+9PSIsnXU3f9ZN7C5OUKfe5xQ6CLvSXBmXzIi9AJ7DEDVrFnAPvnJlsdtjfgk0
Rmb4tl26d3vgKhc1YIbhzCCxktPkEM/ZHTss8SKimIt4j9pTxtd93zvDwXBn1mxO+oAUms4TaCdG
4uaOfrIowPMYkcXRbZnD733MeCxBbhQWrK1ReK8D/HWP8HOmRwModbiPhtKfj2NpmM/hlKUKyZY5
DAcRIeBct4VH6ukK2dXg7bM5JplPMbpJdp2crWrb6nGybul69f6VDQoKfAUK5XFt6sY10N/0cbFB
Tmq5HzJpotXHfCV90MHSbV/sOC/RDTacdo5lhBXsmFmzlW7QqnfutZuPkkCgDKDcnfL85mr0ijG4
Nay6Q6DVGl6OvDkHM3UGRbsTT6nJs9nMAxiuVcSRVF+2ZsdCrJzOMTfNMHa4CJHW5lgABm1v6Q6E
+SoXpRK7wi7d+KYhQQC3DS/2sC0APwWrsEM+jpulRByZzbYRb8uuwv1A53/ii3LaCpmlsJqWOzvm
EdVfXaLYzqap32puFdIYs3PClZ2XdfthDly0QV6g0+BoNlBJ1kIaFVABNNZ3Jf/lA9b94GbsgI7s
JfLDZ0/6c3f0ehoit1XmDJ9UjBRhzyIRQkUKGxDXU0vo9GVnVr25Vf44sxF6Oh6e7GFy40Pe26Sn
l7JTMdSfyLI+6DwtP8vKThH6oCj+bqW4to/uTNl0hVYVdbnP8wV7Bv4K33nTxNZ1j5BtPutlg5eF
77vNffZZb8TBiNGKm6W1BzdYlF1QbQZOamCtrLj4bhWpUR1VHQGOQio11MN5NRupgX/cxQ2dmD27
bzzRI7kSTqNRPRgtb5+ukjjeWkOQeNdQ6Kz4HIEGWu0CHVmwdjscEwG9c0A+K2Vi4+5X6Sy76OjY
eBXQg5nsmEUd9V/dSHA2SZ3gY2RMqbPBkN8/mK3n93dGVpVIBKfBeKkjCundHKr2GV6kQSleTvOx
CFIj3ztxN99VdV+rtZsl8Ys2XQSgriEL55tsqz762AyZfJxUkqQEwab1ZZjOdgxqLKepn6PkISWW
rsK3YNJjdibNMv1ut7My1mVSe9WjXQER23hB7JfnlWxIOuaIFZ6NqirrlTfXsqdESTtxXnYj0nbP
6vIHt4TQtc5x4jY3NISSh8Ir4upo5X6Rn5VSZwZioz74pMpZferrSPeQijLoONozFVbnwEXW3yO6
w4htuiMyn37gPCqw6iBwZsmS17oXbL12Uw/WGnU5xcU02uNFIVlPVklWQL4q2HT4bW3e+5z9K+sh
WZSZoFzSHE9KzBEgAQCnLwkMESUuD12mN2bYlPYRzbhuL3qDGgVDiFBhfFEbbvUVWB+0FVvXyJ4l
ztgW20CNtkXb/lzuKgAit5IyAs2oX03Ozk3nzFvTE5fZukcEbGyVGgJFJ6if2Ggq5dqXeZlM1nka
U8M+c2zLwwMGqyBeN33d6wsc7+VNV2CoXIPwEBR4s+igY3VTUz63TSxuhLBltM/0GCjOJLb1nXYM
xlN2RN3s4bigRCOEg9Vl7kLsdQ67r2YlcADu1Rrm3FoqZ0wuK9XhqU6cSBkHzUk0ARLIMYaw4aHP
SNKLzBStVZjdTHbVzBdFl5iNt+oN0GRPPl7j+wnUQnboY4Oaa+JTxS02eWZ79GMdDcDc6nhYFfYk
MCBTLmAAqmO+wdEGZbfxs3iocEZ44edWB4tQ2OC4QRx853wckmx+EtgkH4e+gDIT+JmFuNyc+MCM
ODOGQ4bXGR61zufiZsKtzBfgtN0G0REZHAXAOCRVeRaHa246NsbIEKgiC9oY5llMceWsRq2C5yrE
9bmKlYwv7RTn2KqNSmtCKWjr7DDBM7yJGsP/HM1J9AE7fhSdu8jrxk3EbGU/JwYmJRfpXLPJnTwI
VpQ4bblvKOmPBBWNkOpzndykvYI15fXlfEzisDY2icAIBytgpIquudfuShYtXb4R1eY9pkJUmy5S
RNSEom0/x2Xr3bm9P99FMp/5w0m6add22Foj9eDQf6ndesT9ixB9g+XE7Fe9TNszSxWEYM0IrYat
FVWgA33DfHIint22tT0sD3U/siP3vsE/lE69Fjsgj0NPkl3RDqsR/XCzsoPJunH8UiG6zBTbZDup
+m5QVXDbxIm8Hkta+6tGm/ljODnmyPs9loqOctIijUsi/6Z2MhxbowMep1E+npsqMaZvZSHwZpdD
LC7zzqQI8L2ZTh8h1eIqLSLt7XshE1gmWYf6vZUILtahaJqbwevZ3EeF+KwF+vg9jSUlFvG6sUEk
7wTwC9HjYoPNzYC+a8CA4yxqzMDbeokuKfsT+gZUSTENm7a2yMKlvAqRO04K0h//OCtLW7p+uqYH
5V54XQsZCEAMMnSzmWqQxAKCEKL2MKG8UHEWIEstC8AWgmyWIE+Gz5Z0rGStyio+uHMlyFVAon5X
RcLHnIIKCFuZy8MNxKC++7HBopeVc6lxkEX0Imyt45esd9tnbP4YOmSXpN+FU000r61BPug6HJ9U
YsrrUBVjvYP3oa9HuwTuxP7UvpSNYzz13aCIdqkyfDcF0MnbilHAg1cvUBT03Gg6G7ub4SGHRsfy
IAbPJH5tSKZzEU3Vo6YRa6KoLcxjmkcKpWMRUY7bURQ8E7+JtzhN0/lcoIfNVzjJw2Ph4GDHsbsc
oXQ5T+6WDZvTx+x04SMNPBq6ASnKn0WLH4WStrTAfogmwHmaI91cF3FTPbdTXoIGrysgYSg21YRf
jw7YyhdCkaQYTD2BbmNffi2GKjwjEaHP1iJguSYjZSyiLdTS8nZKTdnwdVecnRsKcFIc44FDNced
H75D1tVjWPXyzvZpa3SZYMNXZLLfg24b7juS3KdVE2fetuOwaW2A8lE8OlqGIAwByX1LkgDph/KJ
4uIJf0lSmxYhp77sDmy+vS0c5R5FE8c7hce9wyPM4AisVhhBzojE8MnnSIc5FuPitQyC8EnTmPhe
R0N7INTaQf4ZaygDtgnnYSk5t3ayi4XA/OGE9XCNKNq9n5O+uKb9Fl1obyo97LNF/9l2aSXtfHbJ
44zl6JtnpgUO09R1qnM3q1lk5iqb75tAm+TTB9alMZi1XhtGMX8zkoCPiM5t+xjPY/dUdUNAzwyl
85cwHyFq2Y3PkCR1veyCKr9AZUXjOSZeAujYOgvn9gvgTJeP1nfG7xiXTf61rBsfRoxHCGaYeHVr
czbDr67u+fD47pp6PbJEzpu5bqvPrpEW89oaIqfHQ5kkFgvg4N85HbUtu1rdXUqSv7GeFBwmVmYP
m5DDdQBQrCNH5qwYW9Lto76R3wJT+R/hvIaoBPpJ3qdmWz7YmjYHVNFRkhU4jT5IT1hL/XqMWpls
SleDc8zyNELw3LTeyq1TpyKbsAw/o+kGz2EEEW0OB2PWB9C39deY81O9og2ydC+MrHyZnWZ88Kew
efSGseTLdJMX2pcscRHT12rTh25zkZlz+SwZ65YrnFE4LsGSOGeZ1WcK/0KZPmRJ25lrs7L9D26c
UR6ncwSBCVwcX2NsBoW1gzSHO7ERwwLqCrCVbGtleRx+U84Ia1Az7rcptvW89utQfpvpgvCtDj4G
nJwASHbzICmzddMkDp9SlLfPvitGm7+vry79gkzXlU13HyF9PsfAaGwrRdgcpch2DJCWzTZzw5IT
Ts5eToKkzTcn7P5mUBanolxbWEV0I8Nbnwr9YTZr9Nd8RNFX+IMa/TwHYQwQtK4o22zXxCxcek+u
vRzK2M46sSikB281MH5tbQCXAFA+VqMR6HVA1QYPsnJhG6pu+WYdlxbf1rK6iBQsrPVyM3ZDaq4q
2gv85ij15KbgJupVCoFtWsM2sbH4yggn9AhqaOJ9gZCHgdWMuoOeI7tdBy7lyCWrP1SwtwehS1bt
L4qgRd/pMwpHARUKiJUn6oGYoZdnSVVsaz/Yjvk+y7yzWV27VnZs3QdhZXu04jvG/VsQy+AYgA96
LQTBc/p0V5aNt9O9cugGMp6GJNHtvP4M2O6qccczGVzORv7OOPV3g+iQwbpjWXQTiIX+dXLbFwUd
EINBdGJ76sFgAnYFKnj+x1dxTAbergVyw0endaJTUYHurbCDbzfjnH5ETOJjNTOM3ds3/1Tn4NMw
WxIbacd64LRPZTdZ67s2lpVs6+livjeHpr+kO+GfBRwwt0HuDf9Q5vPjeovGDpWi6Tre6Rxa07fh
nJVta6gHG2KAOboiiHvnlfrtr0Jvyf8TSQxy61+fUMe8FwWQi4FYm0jKbAOtvsex1aVLc6jRw74j
Glje0J81bczxLYsfhaybF8P9Edny0ywfn2Hh+bmD031Z10bXvTIHwQGewoGi27guk+K9HJjTj4ZL
hst7YRJEIFzXPPmJWWrjTWaut6mqNDpUhqS/rVtv45hl+c6v+/uleA/R3ZpsU4FwxYkkwmjnSYix
Iy0CcsLaVTVj/5he19iT2fz263j6aQWmDdkJqYptOzapTSeXYvESk+bnbowooRmXNADFG2VRJP3z
67iYZ3gd+QB8+0TeU0xOFYdRCkR6cJyDh015XWFyfEcX8/fXwnHR9xAJ6yBXQr3662tYTy1zcXRG
GwYPzgeWdZ/Dm2HLXZ4k+ecObi999W40//FNJDKcCQ/+BNKXg9OAuqwILHi29KhKUdU7ejTWmfLq
ZPdPbyESOtTkPjINlKTi5BamGVuND79mk4CLPnqpizByaP7pevFD0LYsgU6IRIYl99db6I15Yhdh
RvI4mh3qeRw2RQYV9+3fcrpecBXUh7i1cXvgzLCdX6+SakqnTtfORgCFZ2ASWTucASBrnNjbSDNV
N29f7++vOddjtfVZK3zbPxX8eoPyBjqfEJAKq9s1Rth/8BdT2ttX+fvrh/lkUQOG6ObZYZe/4qdV
aa4Qg9PhdOjlCvs69Xxn33mqvY8Apd3MOROoJAg4HL591b+vFotylaXCR0LNAn9yL8NuDuO+SBzW
QmtehTHdWZCsUCj6evrzUv9nYPrXS6lTPZ19+///z+ddfd3AtGteyufkX/uOzJIvPydIL/+3f+d6
WH8IC2UCLwBvAQENvAf/m+vhuX8I0xYBceQeoF8cTv9xMXl/+Oi9+K5JTw/DwFySX/7XxWT/gYaM
z4THjMyJRcD6J4nRtnfy9Qmkg2ghObhykYB9+WQlUdqyc1VyuFVx1OdnnTHbeg0ZGxRGSK8SMi1z
PNo6hQe+YkjV8OQ0iUsahM6rTRD10cziPQ3pBrlSZa7rypQ0rgAU7j1aNO7OcXwwBADq5FaDx8RT
aitmWc0UhKsUKuywhrgivtB2pBelmyS+blqjwgIQuAh24lobpH3Z8H3pMswznB04+mfV0LTfw6CV
H/taphUjzVp7h9mPgHZSbFUEmNLfNvfuhHaEvhdYkXUbAZO560YLJEzbt6w0ImyeeBMSLJtZIG4Z
zTm3Is57eZCYnL/lxqQ+gE7Kn0Ir7qmV+0Q9UsPQpIAGnxlXfjmMh8Fk7LzCDzO9SJrTSN+Cyn/u
Kjt5ZMQVfKAUldNGVpQ6F4wTDAfbezlH66r13AcFUzen02BkTE4GQ36z7EjIj2RIiOBjW1DX0SB0
aYyhhXDu+1KO3jpGngSjY/bwvEcAjUC4ihG/YjcZMGMCzxb0jWETMakJc0mzUzodTzHpGcUHdK0U
fPoELZdmQtHsu7JJ4fPA2jqiW1TflhFeCinOycBj+xMpyTorHBBSUWNP2zqcAc92A2xmK2vb7sgY
awTdgj5HHjE6kwHLLEgxaZHC8PZR6OXXZd23PE5byBqtYwnrnugD/S2BTdBcdHlsRGe2dJpHBBTB
l9IelqjIspXIzwV0mMyIPxXmkPFrglKqrQ06slt6pEglHBl2DOjroUXiVpumfen6yn1ZJnnyOlet
a+2S1LAA0/dyzB5067QuHAIImWtDLv1Vu+PerkqR5pdWIrD4I+lyCd0Cvy8++D69gJVJKsgZeesx
6ZnwUjJkIKKmgPNVnNw3sBk5KKXWBK9b1XxnNNa7+rEpTemu4gbokF3RlkF6MiJdidKpeZTIWzaj
atBjNFIEt1WSVsbO6edC3lqaXIkVY+TBOHNhpX9vNMBnpq/0zb9oWEELfzRy/HPZmiRWS1zQKJp8
ryVUpihFtCsl0+dV0/Y1nfR5ZHuhssi6lVUkOqSjCoxorVpV1Gj+YqR9c1ylj2YpkhdVwvxYl8Kv
LQ7Npkct74Bo41k51WH04vJWz9R0O6dQ0FSmnPd9k/ruMpavXCJT6rEMmBfR9iWQka7Cdwbldc1b
og2xCbPAbjHGJ+UX34IZuRpcp7nj9MfAM3EapBuuUXAcK7vQVZdgq/W4tWUNdsiITbSafWV3xwHA
Bd4PKYAY2rWZHkajlPsx82ray4XZ3/4o1cAYYlBuCh1cgTWKmg0rn76HpZrITWg7ZNrFIS0lhtD+
J0zn4YdaF/aNORnNZebMTGliKFDMqzjfb3w3rGgZS/J01ghXKqRqrRKfWSHTT0gdxy+RNwXBWRB2
cbFmpVZ0Qse0mdZRHpXXA2kpCeoE+veruMyGG5SbICsljQE4TFOec2Sj/0owouEBWOnlEACxt/Nu
XKcZIET6JpjqEyAr47GIupFIO4SPvPV9QF2KUIRu0Y/d6/929J93dDbZN3b0L0UO2/Xbv87a5X/a
XzZ1/p//3tT9P3w6EGgs8eEtG/dfm7qw/nDY7sPQoXmwgHL/2tQNz/qDSjWgneDiM8I0wnn6395k
z/4DVih1AycEZpBAvv/Jtn7ipDNsjhzLocM8qfCbtCuiHvjTIR+96zFBBcIkChexlzq7UTfOZ7PN
jQeftvRjmrNIVCk4etRjArz3OCFLmjAfzwtykTnxRzzzavPT/bz5syz/xW/M7/+pWv/rL1vOyz+d
hxMjM/uWKB0464k8t92pvsjHBnEZGWaX6CCIf2xCbwtCxSTSfSrutEOmgJFYO9uMiSyZIg85IKKO
jWkW9g4Xm9o4FXJuvwrGbYGP5MM7f+lS7v7VV/jrL11OTD/9pWbVCVbLPCdtiOm503SQ2AzGLBXc
LWD/bnIuXNR5/ZzkaMfh5QNvaqt3/KQnbs+/rr6c8H+6uhO0EViHJj+YiH93rMcDOM7Y2waK3aVJ
tIRpCB8tGYZ6U1tDz7AjSt8p0Je35He//KRmqUqyT1xAuoeZCBPiyWCi38YoQM9o+aE8G0LzA8N1
5ETa9/9ZS+Wv33tSsQBPQkJh2dmBsDe5GyTNVjKbiksg1d/eeaCv/ayTI27gCkOa8wCuzoqT87lW
CY3Osrqn5c28do4SusdIBMMYwI5fy/Ig516T6TRf5eC4Qs8YN6FbInPP269oX9xdlWKNtwwreueh
20tB/bsbf1JoM+uoypaMiIMNrnxNzGS2ZX7U7gosgQdnNssjGJP8SPdVrv1IJPcCttQ2thAPVaA4
+XjjFtkyRCko48nRHCz7qp678dxR9XRmtggPcgW2BbaNvnr7rv5acf713E6aRbIdUl1AA0MyOEpG
LZ7ajGPW79FX3b19hR8ux7/fFaxmv34KXZLHhZsN1aHozeJIAB7UpDIwDl5RA4fiIMX4J632Rssg
Yy6nBoUkQ6ZeMqUzx866RQE8AQJfRDFMn4i36PNPGnD3IUaDc/AzWC29TfpONMdqjxTB2I5j1e/x
cwAbajtrm6OgRhUxbmUU2btez+W523fqbKw5CNYeP7lh2H3uxowA2ryqSfig9oNOcQkNP0Bg2DjX
b9+L399tEZ6s69nkzegmRHUgqwoUUJ36G6imyB7ryd+9fYlXVh4qz19vt2qYLoTTyO32ITylqAo3
PWv1WpfdVR3LT8jxnlydlJuBGIpVAHjmnQdtLR/i7x70yYpbG1Hnu41bHfIUVdgK+JILLM21XCqh
pH+RRB0wpMkKX6D9mHKXeZIV7ttQUyEqMXrmYdYQZv48Dr1urHztzzlZgusxAOpeedzsWjoXw8xg
kTEQCEY0JP6K8LVjGcTFFoIzfN4OtZhh5fm6aBVUfBd+4jvP4/eLgjjtIPUlPm5pWtUhDuP0UC7J
r3k/NbR/owflkCGXLgXRZGoO0QMAqJmp8j4I5veid3/tEPz7C6dD8ev74DFCMChziwPwNLxKlGcb
UpjUOXq2goOqiLdv/9DX3u3lMfy040VTwJfVk+DVZ6Pct7S72exDtTEtdf/2FX7tyf31S06WV5Jr
wjmqw/yAUY08T9vCgpMbIU/Q6s7Un+aeyfr09sX+NIz/7nU+XRrHrMPjH5SHQJjTN9qeJbNB35+O
wsM6t0NRg94jbwk1AvsGvbNghEpETIdufIXMtVimimJELVs3AmlrfpmJgbuTama9RR/kl2PRiJza
ajKfPVtHX5SMrG5j4qZ7yqe2e0InSMp0oqud1yGKBPiakJPieSymC7yPSI+pTMKcuKbUv4FC1hAL
HsK0BxPvk1KKdO2yZUh95UQYwbdz0YVnxUTEx7qB2D5vCxkxKzdJO8LcwhFtL0qbzkzqON0NeTy0
Qwa/JFPUC5AsOEimzgkjoE8xCokooGxt49PkNjkNHEOCtkeFIS+wZcRPHueKc6Tn4xLJVFpbT4yu
s85wP6Hqpk4MV102ZILABhSXuMZKXLUjXPq9nVTi3ukWbuJUVvN3I8qM5yFLUSlERuAd1FQ6tyqg
3F1hrnIvmkyE91PLOGlruVFac9GpjDZxL20MY1XHuDyMiGIBmo6ro1Xh3GzR+jfexTQj6jA0/5HK
nny94liYM+a8ckyXGbNQfr+27C77ktEZuXdSmV/nlONnClfm3ottWje68Xjy5B/AIOuLOpkouN0h
PbRTi9ITChYuRso7bz/npfUoTNTLqwGHXA6cWuTXJI6FxjHRXvtSCa/4PmR1CP3ZrxmLo/Lackio
tlbg9e0apQtxEKrUUb+OvE7ma6sZg3sZzDxli1iGDyWpUnLl1XbAwIzEhUdjThkuNa2LVhjxPMA4
H5fU4yBTxCFEz7rW1q3R5q4SOzbkIRwT5zGbRH9wgrwh9SnLvpD1JJ6la6AZ6uJqKh+UNsVzSPqY
sVum+ujWKb/jW5E6pVpbtUEIXU4jhY4/NrIPrpTyY2xXZbyeC+KGDrnCiLV2LG3uIP6VLjm1LVly
Rmx0u3RoZnp9rQB2OVbpRetNIcN08J7NKq3TPtqIYODOkBDb3ZJnxJkBKwMWsiBt7bvONex4k2qG
YStrAuFL8qrYSBRUK9GE4bnXVJiaHAjnFr0tvQoazNxBRvUE2RchYDh5ipSDcBYluRyjvlO1B27d
cye4rmaHimUgJmqPZLRDDpuEGqYk7/WaWBte9kLH36H31WSbIs6gsWch7mmqPIbC2M3qYISk440t
UOLrQVviDpBl99iYRq23YN14D3l1IPONDru1MJ0M42yC5aklh/BrxbeGjaVo/Luoq8vvhtOK5yAG
ILpZTL0vanJIMLJUh1CkR2z5kBmtjVaMQcZX3bc6WXutU75UsZs94EVBRhbTE+w2hTuO7spy3AU1
Y3XlF0WyylXHDGlBfhI6aTQdjuEUH1u7hP9pwmbIivSMyCI52b7C1IjnvqbrVkOJ/o4bkegcGXgI
5bz6GMPdvteWpAk2ZlJ98XmdMHFIsLIHuwKukw+JU5C/FThPfduNJDqi4x1gB54pHTV0QjNL1Ydg
LCoSX6ZsPGj81PY6Agz5NQ+bmgCJNpvmrY1U8yJq54HgJFwBHyIUa6yaun4yLX+SR5O8jkt0l/OZ
6hLtr5zarz66bcaD78IpuLDUTGZD3qidGxgDLbs4Sq8sDCEbHqQ6eGoYxWqAHdwh75gz+m8IdbHm
FiwUekoP+Fg18NIxDF+8ykyjrSwG81nGNNeY16QesuRw7L4qjqzlDpURKT0YmGO5FnSmLqew0mhG
BWobrNd1hujPT/ZRHSMsHIzafTJDLb/0xcBqWyAuWcwDCg+tyHPe57bvo4g1nDVznaoQUL6ZJN5F
OLp8h29vga/s6KfAJTU4HW3QhgOUnohhKJ34DIkZlNLZ+WfEgP9s6f7JYXXsZCuVrKoDTTKytDRh
lDEmgsPbP+BEHfPXP39yIkWSDrHYt8vDCGl3a5U5s4SQxmdHWhr9+qq9Q0MONdNG1EtdDMAncsSx
azi7hBCjdzkIzk3gdagD3cqjyTkkO3fO0o917+O4sTWqoKJNDxh0sxWPkF12yOejcoP2ymzQZbz9
O35AIH5zFPFPjrLkBGCp1HNxyLohu2BogMApw7GAiZIsy3myti3uUr62sD1TnJP2xWLqserefudw
9/u2DxLXXw93fuI1Mg9UevCmzLxGPhpdjkOdPRoKFihhKO0mZVh0MLoyWbwy0zvFzA/50u9++Mnh
lVyLok86Nz1EmFK/YQTR3i4lKsFK/KG+6BxJJB5yJQKhiHYaHqBft18ATygaZh1G0b2ocyR/c9j6
IcSyESIFwV8MRtCY8h+iHjq9mzEfsITXT9uxLeJ7o5AxlWdSVOFWJL14MvTYnxdLcBJVpBOxgKA1
f+fJvnZfTw7NpVtnhExzBEm60ebUkyydjLrQ224cUAqOKvIopOw6dvGfROW3pM2qePP2W/Xa531y
nJ6bqsTpPMeHsBTyScTjtKV/Pm6yOqsv377EK7VHcFL6kznvN5gGMk5uhARnhtzLEpR6YqTfRmfy
37mJr/yQ4KSqjv05NWJ89Ye0x7UYM9Wj28/xexAcMt/+Ia99gcHJQkW8njCKBTrvEIm2A1NMQiiR
ThzBK8vf+Gw/4OKyiQy0kNSGDv3wEJDfYsZ29PLOn7C887/5Fk4lc35taHDrZsFXpivYshPhJWGZ
3Fi5Tm8Vsl4UqUnzgOGvo/YmTDFT0rudVQ7koWVNJSBe7t/+W5Zf/bs/ZXkSP9V6ZROnvJg6Pxgc
mzF/mcypTG9YgQo11lDNs60fTv1/1zQJTtYe2jV+num4OuAfB7cmSCSqnMrYOk1UfXj797z2Bp0s
M3CIK39snKULltmQdvOSw07eo2xCsfr2JZa/9ne37ORLr6dw7nO6sLS9Rpt06ha/NIrWf0TE/M9G
F5x8y0FESKH0yRBXymvWiBHuK3Sy520xEF89xcM7n8Ery1VwUhKX/RCUyrLKA8F1uIG1OVwVsXEZ
19N8ISFwr4eJz1t0GIZFH70ncnVeed1ONWDlKEd8FWV1kJGpPgJf4gcJI6MyAVI+P6aOwO9gEY5O
0UtOHqFERVQ5KxgJBMdhPsoJWWwWRS5cgu8M9ivMchTCq1b0jbHPKsJhOdAtBbUxsRbPZcGK73iq
2k+1HG5qOfaP/ohHFkZ1aZ7ZNs30TeS7CYA/6DT13syJ+l77hkLbh6WlubXgIzDZdRvtrUfd9rdp
1OUfy0kyFnFLVb0ndH2t2+efPJGuLHnwikWcZoSzm0DJ36JhN2iP0xvNLdFu7MBJzgy3/o63tNmI
MSvv3n6jf3CPfvNKn8IyaYUE06S0sU+JLzq2NaIIswrmp8n3nMua12TrOUgN1ganB861djzSDOpl
uUJF4H01iRLA80h7KN44QPavQMUQ0954U3fA8i53Bg2XgyNTa5Hyh/VXHDfy0U0Toqw6E7UHIkAG
SopisNmk7jQyUx3q6VppEer/bp0TJzsL3mWmWUWeHSJcIKsClsKubvV84RRYpLI0zx7xRsTvfMPL
P/q727m8/T8tqsJCbl8FIHFye35xHH2LTqalOsyuSFSz9m0wFJ9dwB/vLEivbWni5HBsimzKqoAR
FR6mCyvouluzkkh/FqWDb6dAjtsk3BVh/iWafQJBvdxcdRyGbt5+fV5Zc0+JumR9FTWhAPnBbXlH
SN+WGwt/NiqSIn1nIPPaJU52joaRS4CfJzkwiuvOotQ28byk1TnXmt85RL2yNImTnWMOylzW8GpI
mYYpEQ+KeD7l5Rd1Y9XYWXsIOMCZnv+7W3ayh5RozGiMBPGB0hw3wWCKM4SL5KePpr99+xKvnNjE
yUaS+KSSo1jID5J+3g3B1gapahgXNU7IPZba994+97W3/WThCrXyRvgGOG8jUZ5jpHDWZCRGGwsd
yq40HOOyw299xMp+bbGu3vhCyq1vVfXHrrStL9UgMeok1ktJBbfCh0vMvDbv4yErD+RhkTp9KBIF
oSvOP81pKnazRj5OD4JIA8MYV1MX5zuj0XvI3zT8aklqEyJd2kp9fo1B9pkgwIkGApy/zDPCA7mZ
YGxJFYCpyvlyFCTKlzzebZQ3nHagfp3nHRmKbWsLYiKiz74mwxl2v37nRXvtc11khj8vD8QEVygZ
bIqsYKH+ZGVFNJ1uxFoUldggQQv2hJGYB6Kiol0PDuopblVH4nJhHt5+N1551099BxWWyXB2rPjQ
Sj/+vLiT72Zb4ZeGNrDuSWyuVyCX+pe3r/ZDOPyb9fAU/ekrrNJ6AtRRaP9/2DuX5raRbN3+lzu+
qAASQAI5uBOCJEjq/bBsa4KQZBvv9xu//iyouvuodEtWnBqfQXd0VLsMEgCBzL2/vZZ+4ci23JlB
sTB70DTHcRKR38lWsClvsaQ6Ayy4iZJrLlYYTywDsDHIOSJNgfBJG6+3G31voSnatbm1PDIc6a4t
wmRrCxxbVDnIJ804qn7/4T86Ve+erWpgYg+dc3hwpqndmaLQSfoX8yUYma9dnMY3S0b96PfH+vDO
WB9/b14c84wdO1+H2JkLKQ6WObe+jsD12Rnm4Swe4uE0yLQ9i7IouhvTvCQNlrTbOka1+ftP8MHa
1n73nE0gOsWa3vFt15jYHBPdgkmmf7Lo/GiN8x62XLewlETIYiA0/jU0diiXsdmBHmo9NU3OWYXB
iKjZkhwbuwYEyajHJzvY9Rz+3U347pGrG7ANhopVom4jKwOrW2z1NMFEWMDk+f3Z++CRa7975FLT
S6xl1qKDgwPxmxmI6YLI20vrLsXgUZr6rJz3DgD/n02C/e6RC4WKOJF0okPKKOGmVtN8Y45LfjY2
XQcvLhC+a2f6Hsk9OJFkim8KAZIsljEralkldIlonRCa1eYdHj3zNNvMjbWODP7ZuX4/rUXY2Oxm
HJ4HFPDJTSCothuLyOhI2cbD78/1B5fz9W305qcSz27ZV9A3Dl2UKp9Q8uBFDG9fWaDRPllXffBi
WzPfb3+N7ZjpE8hlDtEmkApGgxyOlqq9sHPlM/rJqGRo9DtactUnR/zoS7172BCCrZeKSeQDl6/z
5CRQY1ZNC4Cjyj9ZSb3zTPzn3rHWY785ccSDwwGgEAVAR4vuqXDn/qAacZ01TNrOoWZu57oc7jhu
jew4jg5iimrPDt2F/HGBp9Iy0p3tTNA2FWhqq5A96kXuu6aZPtudfvBDWjP6bz9jr+oO8ZEWszu1
KZaPcCjmxJn3paSJ5sRL7f/+JvroOO/WfIGsNeGEPL8bY7ZppufzGbhIUspUK0GegYP4/XE+uq7v
nj0qL8iI1XZMcbxfjtkwMdkeKG3XjFn+ybPngye39e7ZU9JsZcKEcMIwjAzbdsq66Opi3v2zL/Du
gWPIgZQ2QgjQmwD5LKaPdoHgDeHOdO3/0SHeo9XTumR6OSO/lMB1YuqXCc+2wrIGR/WT1+sHV8Fc
f+dv7nwYKr3bAOE6NJFyryqUSp6CVnI9INn85Cp8cEO91j3eHEKL4gUymMoPIS75hyDQGbueUuMo
dTCWREG74+9P1gerEvPdg4KP3kx9aiYHcpY4ParLMGkxMsKN38LLYfYXc9Lvj/TRSVv/+ZtvtEhe
LCPh6INV0G4RBRLqxAGyYOiR+uQQH8WNzHc/9y4UBSS6ITkkCTm+UZuCkz7FGhDMQvjjiNmMSX/7
XFC92cWp0W0awxKnJncdaMLup+vyjy6e+dev6kY2ZYGCbXRU1oyDjTAhWs+wDeMxqEuy82JOmuMg
gh4DfdM/QU8yHsF+VKgZest86WZtPCl0EitPZnaJxmVsI9zQoD71+2vxeqf+zRrm/WxQqcU223sy
uyaMxRTY8d1s9UQjkmmPD73ZdRPVbKKHhHpl6XqtCYmQNj1u0LAfYSLYNpODzgw4hcsIjLKgme7U
X/vQcP3OxuY6QBvYkb1ctjmzI7skTKAUp9FZM7bn9QAnuYSlsumBYel/4n9D+VWCH/LByaKGDZsz
rmDtD52mtlYcissJlbHRfPaM+OCNvOa1396MGNgTUYFBOBCvEAARJvYpKiF3qzdsFhfxC18ze/em
UZ88uD844PtRyCRIJKQFqXyYuiBhYuPFGrP2ShUUDwEEWtRy+AxD2qtPXs8f/Nzej+LCEJqKaD2g
sLXqJiVW9IvHujw6Wfzy+5voo0X4a+b1zS961K02QgmhfGdgEYjjR9+WeZTuZWy0z4iIKWd3A9zn
vG0OMeGFbZeV0/MnB//gNSXevUh0MidSY9Hqw8+5D8FIePMQkd1k9sQToT5sxWDHOw2SIOOmWnbM
6lE/G8Fi7SorLbZmm2l7xHJPv/84H1zedTbg7f00LaLKq2GUvj6W8DHDAbLRUrSXKo7wOoLDxccY
9/uwMOQnR/zgGfO6Kntz8ulFdqkUKblADTGjIBa7NfMpPMWJFEfKv9M/u49edw5vjmOUjMEJMTq+
3cE9jjKBVnmVX1YiTm9+f/KsVeH2d1sq893FJMUcwQmPksO4KEaRrb7ElFrnkM0zNijLdtL7deow
k8qrAi2/gBGCjAmqk9HsTEjrW0orpOFc0iqNF7MKNaD2VKw2xwT0SWOb6kTff/D4LewHSDlUague
O54WZuNjzti6wySSFvhd6rbHFTlL6Ij2z49oQD8KlgUKlF1rwxXFdPMug/l73dfS/oFQMjK2rT5k
rde1sbxARl/FGyaI4P4kpgiuYPjYsFg0Nd6GpDpweVey7FEFvxDQwPaZz4G4LDoDFTUlCdqfgnE7
xxQVlOqlA1Rom5TI4Wpzo8ckF6YdVDoAqbPrZKtAlUCC5mhLhu8W6N0OJ5nOLKDm5j8lRc7t5NjY
JOPJbL83gx4/uZ1LyFirG0UrlHnAmY+2BE9cUKgnen7bSUSs9ky0ozXUVRXi5nGXGZ2t1USg1odZ
ajQ1W0ecl+OKIMXtag2bQLVEgfh+8Q+U5cZ5kIQwrKXZo1Mmn9fsZV1GT8JpWiIVQUKM1Y7zLMJ+
axnf7K4Wpywq6h2Yo7b29bygjGfg8QAaOI6NAdcuqA+mxteJx750PJdlXXSd86Y0vCLoE4RKZjH9
LGELoRuNhvo2cZKBlI6rsmDN16mXOkDajc5EZYcQfEa55XcYMLwFMU+jRwBc5xIuVfYDvrr9LZup
0MCaQagEXt9KHlz0B2ibRZR+HePIdrxpXO2eUBzdLx0TbUD3lrB6TvqZR/iSZphym3AejgbWoX6j
E+TxiEPVYk86sOeWXuDFrmOboPG4Icdvs2GU/HCNwf1SiSD+pZG6jH0mJfN062CgOUxAtICCNwWJ
IGsmAbaxRhNRZ+XaoNxl2PUYrtJ5vGc3XhCf7GM8POzWYVgvRW5NfjrCoTbNwRQ7mDyW5cGtjy9G
wEAGVYxRvxnDCE9PKZlDjIWKvoSmwR/AnsDokF5NunkclgWAaDqHWbErGc9Ux7rViue4s2TtTX2n
HkdH7QOXlpvHyOB8DQ8JkFaaKccfdG5LL8R27vEaHBbmKrP2fMyqOd1T8a2/z0McPrX6EuPwzMDT
6LiaPSFbXZ0GOvn4g12Hjz7y1DuNsQFHyaQKeMOMaOUe2PrQdHd542W7vqm4oKxsrGeVRP0XDdzS
hNRed06JMKbJS3nhYph29ORKlnb/LejrAY23bHhqoxqH99uE6i6MW/A2fUUUg1SNapJbujClXySa
/TLIudpyL0DH7IMcxmiX1vEXAMPOj7IHu0p6N584Japtw12MRI8JAoQV9b5T1RKyogmqi3Cc4nTP
a6m9Ce1Cnz2XmqDtLanCg9W4Td9vOsaAoONGC/h+vR/Te0D45FCpbOZfGBfQLLCFkfuMl48qDD7c
Gg37uEYDmT62r5D+MuACOEtm28TpAp+cboPuWwX2sq8ptF9m+ZQC3OIJEjNOvEDitatBY/Iqa0my
9hl+pdnUKgN7BhM1u3JxIUnrAQDGYGIUYtCd89QcUxdYd979gBZtq81iOMt+jpVOh9kAfg/OAG7L
YgEjRY3N3aC6gR4SOPCLwWrdeMPf53piCsJDE7SJOPUQ4qwdX53EchU12Q+lhrHf5iM4h5aC/Heg
VoCzRsBQnKF6GNyjCTjF3uTtyhLm9h3OwL6GAOOh71zpOoTLjWq68ZibE4h2V8X2Db96OG9mpLAQ
59zJED1Dd/TKpegbP6TD9Wzbw4Wb1w+hLuNma8BMO5sA3v5ETh9zJ5Aj3EijiK+s3DFfggj/ApKP
ClIf7177GDJ64uzNiOfUTgHoByqPo+6mmto03pf62hHATWRtZM1icxNV/RCwDejoqbVFOm+VWqlZ
yIWMekPlUv8GlFpkhy4PrurYdK5ybCb3cUnQYUlRa29qUUluxYSB841OYTQg9llY5xmNfm70agyu
UXPYFhqkyvgOJasvd3ZLypEYZ33VBqK7mOL5C1npNbGFDf1eSxctIdIdtT+ySZaz15IpLZmHSPNH
1OF8uDJGSAg83mpOVN9zMGrcstu5KjUgjrG7qia6tL8lDDveRomaHrFxt0jkO3j0O5naTedldTwi
AxkyqGm80nU642WoH1BxM8KrsuKZcdvhfoFMe1mZWcfMtR4u1aYoxjreTlqgDZ7kxjkAGgdxWqbl
GHq6M0W9F8d9bPoVw5ovAPbVdxYGDTZWutwVCd82WGe2wwZeLoLjwtNVoDqyXk5wtPqCQjhhkv6c
SI0NR76F7FGsbFgrOY+Hpio2ky3a2/+rBm4MVg2uPxRJ/pWoIB8t0orq6+8XRB+s3V9nQN+suZYs
qNIGape/gDW86JS8yqaZBHEAcO2fHeHdZhxBiGFqNI986WpfusQ0r5PMKMgIzfonhYWP1qfvtuLw
ADJ6ZmCXnbgWuxGiw1k5lcaeqdDSN3p3+mQr+0EBw3i31w4a02qraNJ83D/f2MQeNXiaWzePftRx
OR9T2TmfhI5ey7V/s2l+rTq8uSyyyRqdmYfoEGB68OoyC68dFDhXdJrkBpCvPJgIG4jYJ8UFM2im
VwKMhqYYTVuTH8iDytSvHJbPFhJ9ej4Ek/GQ5CMSidEct4LV384NCYdYpTZvwx6sBpFz7HZZLK9N
BCL72KHXKqlLEwgsUFtrCGu62cp3Gl3IfW3MTAcokV0hYop906nSi8CR9FD7eYQxXGHjcfT8mGcp
7eEMtgaPiWVXAG3epUwCbJ2eJAqr7Y64Zjt/cqN91Il6/edvTlodZjAGk0zza1m0R4N36a6csmjL
EGO7tQJ0LIU7M2ibptoJTqp+G4EE22YuuNp/dKv/f3LV1NDUFHAj2swjYK6OFItqwHeseT/r+L9u
qv/mznivAeuZdY3MaEkPoBUUxpls3lchtWYFg/YlaEgCA8IcGTPF9lIWQfi9l2SbcSYlGyGW+ZQB
fN8EbhP6ywghIW9VcBGEPcLKbGY8MVTXpZVlN2lXvjQ2FtXfn5mPuj+vEds31yYqA3QrGa2PJViQ
lBIQ9NCyj/s/J5KXzrluTPkC8dk8z2bLPqiYLoWIdYs9vauuTUOtXuWIuxDJyp0V2fZGtMr4hG33
wRNErP/8zadzw2mxFsVJxeHg3CjZkzugbOgJtTDq1TjW4fen4YMnyGtS/M1x0lDP0xCIlR+p+RqI
cumnqgX7Ju1gw0UEpcH8xO8P9dFXevdQzN2hN5pSBL7eTMP5TALNY2k47gG6MoLHWMknp+6VSfY3
N+RryebtdxJhLZoAYPcwtsrcusaSoaUTZrNpGNDyHUPWYgttAntPbbXt0yCGnCCY7H0XxDs7gxl/
wJjY9qVK6Ml88vU/2Obr76okZhS2naWN0aHJasNHS1bdEA8X29eT+7+wizewC2ONc35Mu7jrm7h4
yn++pVy8/iv/xlyYfyhIh6YDMBLmlFoDtP9mV7l/6I7Ban3ltimh1ghfUTZd9P/+jwRysbIvXIp6
cKrsN+wq4w+ErPz5lY5hAyj7H6Gr2G39pQ4EX1La0ArxRFKZwYr1PlodCtHIBDAkc2+r4KASi8PY
vkgYaMgygLJ718gqNnB6QAmFXPzXXBbTmR0Go2BcO0mCg5UY4QNFJeRbbdwWC0qnLBWewR5qzxja
+j+FrItdYnfxPhkg9vMapiRYNDWKrNwek8dEW4iv5OzZTX+V+wwby0FdBondzs9mxxVP1tQT+7fV
DCXSXBzYy6loSmfLIlOIdYu6NoYSpqNWrVR1xXyRXnpzxWp4lyCE84t+HTEq4zZMNomg3rOlajrQ
4ddy5OmZ21jP7jAwVjeWC7iMXsq0OuKl40k46HNWM8BdLOkNa3c0p12ICX3nuihpNmaZIMVwTcky
nzee8zK6bvRQaOO47PWmyyFhR5O6scIp+GX1ffglsMf2S2OWfB3CZObXpg+jWzGJiWEw/Hm73hQ5
M/Wv4BttZeAkBR0wShIwuUhZ5RGRH9Kw7rEKnemJUnryldCWfIzjouoRE6Kw8jSFVmGLhi9GeqXE
UIKwh8tjrIQetYzimgVVcDuu/J4y7LM10JRm9/kr4Edv4/6enTvYH1OY7mX9CgMyO1d9i1dCED62
utlCyMv9qtINhqpXmlDImp9u2coYakBI5xvC8ZqxDZg7nHaUM2R9wZQXeKL4FVXUqhBsEYOpzZ37
CjOi5Fc8Ba+II5GsOZYwW9FHIWNBv1DZAESqX+FI9SsoKXmFJlEVAaDkQCdjpugVrDSvjCXoTmtH
dYCoQDQZCFMyjDS/mO8CzuSaVfxTX4lN2Su8aZ7jvPIWGWpguV8BT/IV9hRkRQmx+BUCtZgWQCj9
FQ7F7whQVICMK9gWrwCppVts5yxiytHdTIwfRk+F0WvxKYzL6VfuWpN2rDQnZMdKpCS/CbOqojIq
M3UzvwKswIgCZLO05tuUkZI7GVamJ0cZNMFdN/RlwNJt0ifxBZSbXT+DaZDJ2SyW4c6oRnwbhWWb
lC1jNlP0vVh6HupGC+6YUw07r9cKk6Ae83vlJs5AVt1qkqR6woRbgVyCrRUwucgW4eUQ0L7fOJYR
MknZZozCFUZiJuejGMcLbJBOvx11HbpcG3bsXpnYJ1GgqnDprgOmKVEdMEQNkl9vKXOSfZgAK8ky
slIvbpOk2Hd1QgIAWq7Rn4bQhoela9TANmleWAgKDDsMPRL6wzluGw03osa8KrYS0PI7VG8VBRsJ
eYwPKPUbo4zqu0TpabSrU8vuIKtM7b1sQ82BmdapH8WIHgNDZqo9Mb+XXqlYR+BRUp7TOJmJ+WRR
tXwcK0Y9N+EUjpcOHQz24UE03VeLinNPr5mUpGbiLNqmChP0edFUksasRF19b4Do1STNcVCRTKZ8
Vtv2/ES5PvgGmDP8Sea0/MV+vjc3VWIjPhBgnkE/dxT4WZszyLJplROdg+BomjPXDFJ47iYqm4SV
6xUYF2pS2CNyeVlbVOCAJSB6IN++uM94aSnFmvgNZggnWZYcQ9fsb2olCYiqBIGWR5EeEW8eR8xX
l10jXE+jEXpfIatiRNIyz7BqGst2GJx0WTfZtu23S5xRC4pDZx2CctqjWlTW72ig5pe2KKvmmcQJ
BRR8YcLaqdB10No6TpDvait1TmPaNw415XLA3j22XswjkMb20jSPbLf4s6Dccc/M+qTFu9keL5ht
Bu2WtFQhgPLCnyhcSjtePwXVI22B4bEvi0mHgsfSbZPVc/wcoChiOD+x1bQpR7KluwnvX+6pQpi4
JpN6rn23aah7gZOrv4q2LH9ik1l+FLOmXxEOBo/WJo2kAJUJizt/guzOxGnGVEGPWBjBKKVoCH1G
RZAhi1vjlz3atBb6fKQBG3C5bjomlR/RV8w7Qv2nzClcT9Up1cwoyef9OE8SWSmhv3tYodhL+1Za
d4K/cDjoE+M6hO3L/hmrjmBSO9fUczx2lDkCK8IyiL8HQQVT9vw2F5kH2maOa/cohsCwMK3J9GHo
HJs8KcPj4ZZ6hXMR5BGSq7HJ+zvUAsLZBIkV9j4zcvk3GfD9jozmK6YQ5i7ymYGNV9flCEWhc4bE
pg4zRPfIR/WvA8McaHALlgFgFekM31hJr2+0fK5uw4LJIqZxjIiy0CCxwZVlXs3EiCig/rlU/d/F
5F8Wk5R/Pl5MXj81iECf5r8uJvlX/r2YtP4Q9rr0swSvTMl//rOYlOIPSbAS3iZLOjA/64b5X4tJ
6Ix/CGUAVGYd8Of/+d/MNOH8IXXMe/yliv8mZPI/Yaatxaz/3gRJ3jWWBekY3Zxhr/Tyd9sOlmGu
GMF/7swwuytgOGwkPz46iaHz59bjQ7DM3x9JOko3sLazfv3rltUaUmloVpLuiFPOlxhN7GsgMxYV
D1pfb64BS505LIu3uLW/O5QJ+VJIzqDNmuGvhxKW1Xei40uReL+OmDj2NMO+rZvgk2rXX7eqf548
0yRFzv4Bpvf7IK8C/9SWqUp26STajNI1P9NCRMYZ8UIGbRPC9L//Yn/dhv/rgADR2ZzY4Dffj27i
mLZii0Eaql9NdqVK9xEySHOhuaYF4BsnCjrO9rPqFHT39zcJKgCda+Y6Oq6E123P22pDkLc1wmEs
mMCJnGsNTt3PopoDYkKkT016k3fDVI2X81qmM7u2OrAxyU4TU9+XgdPbW7uBX2BXaf5VGXG7T+gp
ngZHl9cLdlnPyiGMRHPfHBULk4MRSucuoaWG/nCKWdG1WeAtOfWVTV5SBUAE7p4ketPvGRnRHVJ5
lcH5KsrWa9Kq2+oDm3s0kJPxLYBoRgM0db4D9sv9CISJtWnHVrtyB0rggR5YjxaXLmbYmanmvEkZ
W+r6bj7nVdnhyM5+RClWGzaLl0PrQHTBoOwxOqtI/JpdwvlwHKr6NpUCmihnvNDgBhkkn5kx1b4a
VuRe2k6N8SkHrSZlj7uHDvH0ULAo9eGixlfp6IpNVsn4aNF4PmCSfNLLWhyCen3yw/wIH3RZGk9N
nxp3FfsYGA8TQB8wqPMLxGTMfvqIYnuxx97XLBAbmywfhq0me5pjyIA4wRkLlCs70Wvce/WUET9R
uhdAbTmPMrtMKILq2IlyFrQ069Nb1rPjPV4V4+jOib0VGis5FuPiWS4mcbFYLzZtEeLJW4JYO59E
iIwKqeKmGd3+JZQzZp4oMO41s1qrUmVgx97c5cm5LEl9DXkWHBv6IDuxMMkWNKpFw2WmV0nWhNdd
VgdHwwGMtDH4h4c+1zWaKXmWbZtytvcp2W/MMnSYvTgTwwnIbneH+LSWIFKL0UDmnTsnrK/R99Aw
JV5yl13wMmSSEH8Kx3XRzZNyzOJJhC0s2RKv8guvbNZvad72hzEgF4yRupF40hoXzV2MKonGERIy
8ltbKy8HXy/jq7h1FupTS/9jpSCe8kmRFdPlSADRNBvsiXrX/Ox1vT1LglCSTOTkLig/93G74IPW
QXoMm6Jm7VWJhDZk1tXfajmERzkkJm1mGKoIHCNna/bExLIBvsqQx8vWnIcR/IxhP2BaL69pb5EN
CIsUN3kVfHW7JWHvngC0sTCzUuhPH2zSQO6mrrPHWSPKV5dORQ3b/dnhg99j23O+GaU0trbs5vtY
5eFtMdgSaq2lviA4EwCgpYtcWw9PCgraBXkOd4K8Z+hfzCXSr3oc1ZeGEbsAHZYCGzmGHUxXY/Aj
jsPoarLx2yyzk56peEpvICq239jROR1Ymgr9isbHaF+0CM/jTswqTw5dMevlfiyGTt86rFo6FNLR
OrrcpK1Z+zQQ6xrWiZzym0EXCdtM4M76j0JlY7Y3h6EPfISGbuEHNoOvG1OZZXkRsTs+pGarki8p
9lgDpV6m/2hZozr7WR/DeRfGhl7RSgdEc8ErhfONtil1vWDurMel1mS3nai0OHsG2PoOV0RqjScZ
V05LxsC91iFUOolu2D6rVXZkDdgMFLgKJM6hAOiUP9EZ7bHJlVa6tVmLOTvbEtYF4DKgzxSQ8/EU
2WNQngomwb+yiLMG35Dm9JQPwpYbCpE2PAXRTi+9TvGF3ltrPkDGVc4pdaLuV1618x3O3si8T1KE
bR6bfBjiTi6W6Ij1EGkCMjAIglECU2jLiiC7JeyDvy8OvjCq2/g62S86KJbmBW13bjPJSe+3hIjc
OuQ5uoYpqSHAiagciNbleAopNdVETDyDSdQHc4gbIupJ8suK8Kvj8gFeWiuYndxOE3+wcp2NxYSS
z17y1LB/8Mjz6WdaL3lecD6O2qD9BAwynNeWVl13FLeYcuzZ5ZW2QDbCZDY3/13K7VV2ujeGDAro
HM83JpbgXaTu2769AkVyCIrcRQSoufo+r1u/CuVJOFO9dQvY4UVgGVdwWB/69Rwtkc8bCMpoc+Z0
45mMtGNeOWfoyx7Gsf5ml3XsT8H8YtfGkznUm6SzfKMZzg1ZfXH1aPjCe8ivZ3nQZZgdEeKBnqlX
Kjme6E0gAIOHYX8si9JfSLNsBrk8pDM/G0BK66ZgecriBoVXesFb0sfT+ou0q1+a1pVlVds8q+7K
OrspTFVslG75ozT9mEraY8+zYZNHa6XBIbVIDGSTFq11ORTBL7Tt9wCwrlCG+70qbioBx9ARza6M
1NcGUJmncMoxChfk+7Btb9yK+2hYDo5eM/JU+5j3KLIl0cukEyjr502ofvYVkYLaVttoyR7Ym3ao
GxnVTDO2ISnwJQaRoSqhrLWn77F0DqZleytr3ix57qYYzZOcFnv31Ax84sU4j9L5imHvUxO16wy5
wXqzQhDZ1fu2GZkOdK66dgTQpcvLsBS8983+wrZccWc5zQ4tkV8P030ejqkngVVd1G5woBTGfSTy
A/SZ/YzoGgzU/B0EU0WsJjuNY7ezYpdQEaI2Hpa430caUxQPNcvv8ahihdYg8FGIwHtG+6l0AUk5
NpQy1Xilm2kb4Qh/laFtkrm51iI2rQbOM68yreaqhyhnDhYjKsFklufZ0iNpq61sz+zMySJ0t03q
CM8hNbvYZmmop8WFbLTQT7Niv07x6ot7ZrfRE+73H4Wp17eRFe5mB0qaJVChUioa1swtw0V3KnfP
5jo0rxJUZ0y1Mm3JAfjySbFzgpnZPFPfO53W7LXJ/ToH808LhR8lD9l7fbnm46IeE2U7MqXUGc6N
cJLqknoLeHciqBtdby6rCp7jhIzwhml91H6l/Y3dN6esnc+UkwR7menHesl1H1NBdzs0fbAvyxqm
shYc1CLGJ6HhM62dxTnRYL0O4uIw4/XyrEYsF6lmH2tXKw/xuBwb+CNE8bRHk3f9gb7jsMmx4bGD
vikm4LUNY/AbZSUw/nSXVCPeq0i130jvmt7YZIxYt8KfgxGmW5tuuz7+RiSg3TcTDW9ibPwZAo2T
O920Q/xQGuMtBb4zNbZEX0QZcXMHfjUKcWk42gUhLbhmkrJa2UV306xfGuZwNPPqRpnzqY+x0UKS
g6Umwb6oqBh9xJsXtI+WnauT/6jDM2k1h3JCDFjbxX7ukR/YVKhmjLDxeHDM+raOggfK9LembV6G
aXPuZNF1qvphPyz9zpiXNTdI+DKepxepx9uZqJGVukfVNYd2BF1fW+caP1emQxjUadMLHMiXWZIm
e9eNL8vBeDanfLsgCh+6hLwafIeNobmPhlXfhrORezQurigd79Bz7Kl1oJ3IUsIhDJNHi3Yu9eK+
W/RnIoD6psiGbaRN8XbFlHDLjtGpNYn3NHzx0FUpxMSJmmEGXygae4aHOC+8l5ZzwljnS8JvnclT
noUlhZs4ts1bp+7AhVE2R+xmHDrk596Ec3JTVUCHuqp3NqoSX7TWOBZEynZ6szirong+qhFgvNaI
H7rLRUzXGKmG88JItZcqs/Q9SCN5gnak81Bsv6Clu8P1qDHDNNBDHkH9tcJWEWz/Jr6xmzUNRrtm
Qydl8ZByUvlxh5chLAMPYcxFL0ftFI/ajpT7equob21WPE5NsXXaZLlbJgJbYBmJAzi8nMAb1Ptq
ZJyJOPdXuxtm/srxOxGlizzjfeNI0gMG8Sz4C62BgRSQSTe1yQ8xOM+iy/y51c7mpnwKaPXvUPFe
8ZjaWZLTm4VZt68kZZtaGss+iajaNy6Brjoc7mil8HKp5JHvz1eRxWUSVz8xL565esCIgVzDibUJ
BB2yNqFrxgsmcM4XeqKcjZ23Gr7krD0Lhhawc0fJG97lWic3yuIgk7Twy0Um+rbQq4Q1a1hvjZq8
plnOP/Olr7YprW1S7f1KnqwKchh17XdEPwoKzQl8qFafHpjZnU7UeO0XUK7pPSS6yxYOHbGMJr9b
eub/l0qDqxsF4jynfc8+q5P9g144BvU21sc6uOXngoJo6Ik8Mna5Wbp3UAlYAYTs+dbfInddSCGa
Gkv504D8fq5Vsf1AvVrhco0GvxtNptdlTr5pBv3uuVHaqZ27IhRWY9Bt5Ar5hE92OjSWeQGoLdqP
upteEi2IfyJQcbqtqVrsB1JpHjV/mC0Gy2qvC4O0I7uojoUbTUxVt/p8jHujpnkxCcJJpFPaTWjk
4hz/SnKC2xF71ljX2wIw2XXgymEvR3u6bNKyu+uwqF1hjMkvmlR9hxdXeKQ9rJ9BBoGR6eyO7Y0M
pRem3KOl6srzhqegb3XlSk5I5V0zF8lOhz932RUaJT+RTfugbuptRcOFeL09XBWxJR/moUXCYkXg
xoO5ai8kjNuzlpGEnmZHG9xUKsy3KRNOnhnE/JyAJH6N50ic0RoybigOELJVkZleEMWO77UwZfkb
6PpYe6kdpHvuWOfFMrSSJG3pfp24C385Tt/shmQUz5Mys3M9XSqPhEd1FuVNTPUXClS/IY/a4n0N
x5wACr/9E+nm0GdUwDnUVtBd2AHyhyzWf/Zt7exDSH/EYyL3Ppkm86pWRn03LkLbzu3I8iw3jpG9
BGCD3R/YvIMdiTbn1C6KCz0JtBl6Vc40RJf+trHztarhJFPtk7Gsi+20XqkTNVttDPmBRayamNrU
uW/ncz0XpuX+KkjVueXOtbkdrp1IzHN/oVt1bIzbmqZiQi65g9b/X+ydWXOkSNql/1BTBriDg9nY
XBCbpFBol1LSDZbKhX11wIFfP09UfT2Tpampsp7rry/arJdKMiIAd3/POc8ZogUKp9h1S4EXqTRU
3OzwNpb4RWfLOekeiP6dXwTOl0FWC52E6ByMjmWTPFRyucYfxsu1MvrSThOadl0IpQeUPASkxRMc
trJkI2MDjUH5zc7nb89GNBX7msqaveOU3XVL6fvOzwK9heph75qlG3fkBJadAzn3MMKC2zuhby6m
0WZ7sk67Xiywr6jRakxb7xF6FCOYXMLHpa6cOWFwTQlXEMkxvusMuyUHHy95rXA+NCz864Zg2RmC
y89VtNOBjzpfFVQqHTjyP9IFA1o1McFlvBBunIZulw8mOeV6fpPB+sPPiGsuFnCKSQzWDgCtuErb
+CD79SFAsihcYV8l4IVIEyI6zckybGkK8vbzjHd3gqt5ReVDf2qHwBzGci2P6SJLEh8IidYixGsc
4tbheT4ktgcAwc7oii/9cQdpaMF3JJ9il03w4un9mOUhJwoXOa6dw3SDRdg/Di7qgedZ06mvVLuP
ibBdDo0H0pOaYdZKyq9v0IJ96kyonGisrcLAHXne+gFrkjsPSXADS9ffLw5hG+qlxmpTpf69J+Wx
9xZ/Fwga3RnabECWUJXMfdRFTdg02zawL8HTqmseZcrae0U0o3D44otU3vZtezNn4NNS3x72iZzD
qy40Dm27w5J/0U0FRVdT+34JcvmjbbS/9cuhALPvTDsdFM1hXuilkjoBxGqLihSB/pota73HoYsh
LAusfRon2WW6Bt1t14wPaLD+VvXJy2TjS1WLKXZ9t7xTTSSj1p4QrEhiXPC8U+Uy+ygvXchqPdn7
pmIMMVGx+7pUdbePz9aomTlBZAJxw6hzQbcu9ZZTZbXliDEePex2G0FxB1si5Lq968qIwrplUznc
mIldxFFPCUREZ3d85KD21XaLnz1wFNqTIYKuVXmTz0twysL4lqQ3x4nend5EaOWX4ZJSk95M4icR
R2CIZ6brM+jgkdlZct8OdnYdWFB66XcP95ONqxHbh/3m8GK+bAu734LUVSde8fnG6wJ9wTGm3LEQ
jAhCqoTcl7m7pVceHQTeObruzK8r49Wd9oPlmjl4dZvPZuGgk9cfVhybe8loHptD6OXQoOti11Kn
eBnz4XcaGXDXuYM0AHb5L0cqfa5cG/69Tc37Q9h6eblZeqvbJJVlPwfdyGJpCZ8i3Xp8rCHDHDmL
t7umJ4KYWJDAwMN0p9zU4SXpaIfQxJoz2MzBreJDD6nyxb8W31j+TPN6170sY7FeLnEhNhOdSxtP
9Dj8XbdC6S+/uoQVNiwX3G9YwlcpbpyktW/hfdm8l0J2Zaqr83MzGqbKbbGE6sWFrb6FNJoc5rC3
rmiDwwUPRJIhRPNctIzZV6A2cZOqTZw3ks2iZW1MLN3tMosgcrz1ldshv9D9enbD5wRwctLkkTux
BU15PCJv4k6RbJS1815JYKlicBg6CywBPE93/jzBuQmqYD8WzOtzGtg2YdD6d0BgqhvZixvMzKWO
VpJFW4RoYORN9kyj5bMDPpnRZ8pBvqGhvVg6L4rrnrcEt0TQ07gl6DUTg//SQR6OoFWyhVn3UN5x
5deX4Vjv5Ny+qTy4yGNxJ5bgnbDtB1spjy0uLRKdCYbbVM7fZbvKfS51tYul4tih9UeaGIyg9FrA
2+WQ19nDpdMb745nrj+tTTFc9yzxF1Xu6G2LAfsi7ZJ557ckRpNMWfYdlOniisq6k5ctX0S3fLXy
buTEZpbHerX1gzQMOLohAfVKcRTe2sG9bceKbSYk5yAiZ0C4NTPH0R3Nvvbq8Eusl/kLzDLOUSKw
TqAiTmOZyUi1iKdJAGoZcPKjPwUvKvSP+A/KfUlspyw8Vrg+8UEBd2+1v3RbNzaHdpqvFLQNNg1b
BrrXC020793COlqk9pbz1MWkxkfTZ7thpvW2WB/8lkovJvB7L2cUktnNCcS3y96XCKOXD8RVsuze
UHvPAHwLAnzbeNyLOVUWps4u1ezdqCx8DXv7mBtv00oXO2N+lXTyIlirp1nawR5jzIZw4sXY8L4M
s3ttjU9T2j739bjpm+CCmeo+hZM6Mg4Jq+kq0dm2TP29iZ0fAwKBhna5+Pqutlbv3XXhtWHALh0W
W6jlW7ezdk3S73SzrF9yVV2sE6H81IN3f26dA5deWkDOeXrr8CiUs6cuG4j3FJAMmjfcGXdBKPah
V720ELrSrH+DXUh2gaPx+WizJlekwTBstZB5oflYy/A2VaQvC+LswJ7a3h0iYbvh1RL6zzFmJC90
d6UcuYvWLYZcAHktG1q4fYrJv++yvuG9Oge8oqT6Xom2u5mrUF8Yt9myalzhPWlfjRBXFQS7dDKX
MmVVz+L5MklopG2ItksQ5Qx3r4emPnAw5V6NxXVNCIWBwWZO9Wbib1okzVub99skx6oRZtuqbu9Q
Q1+VxWswSFi0bf+68uqHWjNACm18LEAzIpL/e9U4qAIOP8a4yZV/PSt9SH2wJWN5J0RL0ooqvjJF
NxqCvRUW9TVf5Sn04qdh6NllfBPGvaamfU8I6U4aeezysdjqErtKXN4tATYb6lqTnOkzh53Qnchj
J9cJ4Cro9dUjWaZTuTD9YkUXg7tdu+pMv7JJZxhxn6R4ZNbwnWQdIQ8irywezEeti9nNd0JQC+/7
83XR65MOWt4Xwcka2yMVG1t6KHe+1VzWMcf+kWcsnBH+otZQ08Qqf9+WybWY8nejx7slOTeuu8OV
m6+blDr6BwbrC9uActvE47DzPf8E3JAYn3UeYEIVrJtpvheFy1gbwwD1dvkdC/596Q+nni3lahcM
EFxGa3z6YiIo5oXDkQzlA3ztMerVdGxLTbSOQSxE70MGB6+VznGuxnqjDZBHxk53oC2uJXitjZ+Y
h8lbHtMy3qrcpYWAWGsttNmNoi+jIeRtGls4LVJ4G/shsy+ylECi4L7ibLvzc/kugpgqhmJ8a+T4
0ktenVaJY73Q6ijdReFF67/bZmR1GX/O6XzZm/xSNuF2rrO3KVX3KEbPrlcHTN7H91JMx7UIwku0
iCfJW6tFG0TjJFySfizTcpVOhPdy/24J84skiHldIvY4WZhu+zjcK6d/MB5DBdeEwOWz+dhJ59Ir
qnMR5HOwWrfKZZ/cWGuCF0s+jlmtNzExH5mUJzNVP3LYm3PnHtrZug399GuII2vD3OWSDls/Oh/l
Gj66sZpbziZbYRdHr0yPcTg/FH73MNqIeamnr+pW37D+vTcZYG46759LenAPlTuwf1Lw51EFaUes
b1VfXPcElg6xtX5BwY5MNR+Jet0SNF05V8T2NUHY7NFJOIdb1FLcrCuqnAka+v6WyR0f16x6KnIz
b1LaInaFbSULuaGeYxdVn5cqJEXg2MVybRwbN1C43rQ9XLhA81zwfJSXeunUIZllQNBOtBdDp5zn
5awL0nvDhN4JhiVS7kD9xozzxx1rBj5BDyrbsJ19teAwrtx04XrMbOGc8EMNm2LQZbdvQMfvnL4/
b4ECf4+QjIjclecGlDJ9rKDVfhTCze/KpWPqU4RLBwMztrdjlrkP05J5d0KlBPSWLEyApxb2j2kK
mcQQmxl5EcVZvklioJadnX6U6Rz3F/R5SyJWeTK+WaZbWCFNY+5oGGgNKcdgZLGi3gHyffYBmAQm
f1X39x3q4UVTuOpRZOH6hc5QQCnU/dxYYedg2i05MYdZsm71JG2qnMr5jtGheIut1H43TJIvcFTh
q/LIQpEftuNNjgxX7rKE/phKDdU+Vpl56PhldueC2V3cajZVLmtYrZPsa9gpgjV6HXG1D/MGVV2w
Hwc57ecDTuFxFnvkBFzATRw+kKKF329rzo0lm4ssGixX7B2mJLzYJ3OSk0sYdvF8fiN6TF/KOp6h
Y0zqavJM8DUFjLjHszY/JcUooyAgHm9kOT/b44CrEfNdgoFs2yzYp6LBsADQXNpeaLcer4Iz/cJk
+jtFoO9q8IbbjOnBzjFF9zRW0h4j2egJhn/RXC7rWDz2HoPV1mQMZZirbtfecTaq8epNgZRiYzTk
mygTREkGqJ5aP2q0QSLsYWguZ0uXh1YPvH/sVe1V0LXHrulrHiBebV1ib2Xj3DTM3PczY7eH0F6L
YzZ4B4wJ90hD4iGtVvbB4OT1zsbVs52Dut5N7La/zHqGR0RUdOfqoQbV4bH+e0nJQD1bpt3ACHXr
CkZNk2DY0GEVPsWNsm6A62JpVRNGxsiD1scKOpW37mKQzGqZHGU/G9YOE59XExwXEanY8SbTQoDv
c/JjnMr83m7Ue9e73Z75j94nhV8e2DuFG0t5FSHThoV9BIZ9Y0+qybgDNGJTAbz0irxu+BgOBdFJ
PTb6++rEYASSsa/2nTLjbdDaFcc1n+z5uLrjYTLhyqaf7RtHfCUPq9T9wLYAE1/Up1hh4dgKeYr7
WV5pwlxXsmhL8pLdSkeCn7bFtK/oUrugamI625XzmL2/28snHH5uu/VmsW5QDJkADMka3lJ1TMq4
XayFHeOw3MwF8fEFN+yro53qopiylBI7Q85/GLxThlDHn2n5N22s1daDhsx3ulTQuPPGjf611jh2
2tFhlBC6Cy7TILHdmPd1zFGiKWPnNYSOnr4KaogTelVQtrbKP2e//zWkTud0SJG7ZMJghbwBjQZt
bOjsG79Tejj8q6iKnII0BhVtTnlmlGZca7Nwj88bUJ7pSxJTCrP/3Sv03+68P7nzcEj9jTvvRz/+
2ZnH//2/nHl+8BtBCgiwRCUojmel+N/OvMD5TeAIDUPfC1z+h3Pq6d/OPPs3PHmKjtNQKVpL8Zbx
P+pmPGdALCf4TXj4zvDmOWdHH6iT//k//mSQ05/+868utk+uK0RSW6G3U3iu+EMDH3/gr66r1Is5
r/d5suvslVN5460H3yn+iR74ZyqL/8dVMB+i+AcSN8T5b/FLGqpH/WqolUZt7NsHGrkPbZh9TWd1
ohgl3GbFdGeJ5ucvv8Jf+PM+2dh+vyZN7x4Rm8BXzufYYR20dY32S29MTHTXJrH8kARjfO3p9es8
TeI012RE/v6anzyBv18zwNrhE8bhX5/JZ2YokoXVwmIknn1xwnSgYDpZo5Cm8j8evD/9jr/+bn/1
jTLJ822qwyU30dk1+Ms36jReppJgYBw9a/PS1ES+RWKXN4YiIuSS2LkQthn2jMHKy//wM3I9VyJe
ub5g2/c7QuaXK5P9E14h3Y55ezChksjBeawa7+zIiV3i339/tf/r/uTZ8fByOjgsBarLp8/p6Q5t
1ZGARRHKN22meYE7HOD/P67ClRRmNmyP9icv53DuNClzv9+N5Ryf6EilaTt1291/dhXPUy7dwTxp
nis5SX+6iqhbWtKzuN+V+I/uwsm19q5Dv9XfX+XzPXi+CqEyN/Alu1I01D/fGS2mbF2Xid6Nw8qu
sXLMYyNi/6rtnPjw95f6/ONwKcVlHGl7jMywbv75UoXAZmBBRNwtnO0peQVSwO75nypE/uIqAdKp
yw/sBV7offpA/TKXY5C1GvwIgw6LPR31Ces/VST+5VVCGwc1OwTHO79xf32gSIKyWW47vTPs6mEB
4ZCrRhSY/+wb48XAu55XYMiLnU3mZyc09ZtkJvJ513Wc8/K4nR0I3lYn/+H1cH4sfnFcCx/7bkCH
tsvaIgP03z9/Gn6EfoK9ae+UrYkzE2y4cC27eEtkwDQ7KGR99/cf7PcY+Z+uGHIXMC1jZeKeC4PP
C0nVgOkG170j2QNip4NFNjoWLDLXzq+k335NJKzVlY3MbuEkSU01SHmFK+4fPrkDuubTh1ceq+l5
dSQhyS74c8ONlmqd1FRNO5O4EqiOhrEYWdOqGKwDZW4xx7UOoVyJ0dPdm6IPq5fznj24R11OFo75
Jvmx2ASertCcZ33qZnJ7r2Re5EAOHG32CpR0ytRKVD2v99EYlW1QH/sHaz6DiAlPQsOoGrn2F2Vu
2jtNI+C0r03bX9vNGb43i3QOcIe0xZPg+aouUh+o0yGDJIR7d8mCdMsQzR3Qr0ZfbW1CSRwQKEiC
dmXM8p0cXr7uQNms8jVxOg33KPWr7EiftyyYFFiYaHSRzMcx90wIJH2opg1zOsP+fmnX5cYpGOda
R1cUQ3Ct5FIATaX177rJGsJNZXgOgmnPbp5hr8C1z2zd7sLai8ddjjf8mNMJnG+LpCieTKbwZZo4
Wa7jQdjt9zqoKgUC6PzI+kWmciaNcW9v1tGhd5mxgj5nIofKjYbZh0cizKi+aNXjRnPdoQ+o4Jtt
ZBgnZRRPeZR3R3TUbzaqt+RRstIFZD0Zq29tiGj7xtKEhOpEuOm2CjtyOiJzvTHS+AA9MFPuOnMi
mtWDXSnCVHo+/yl2MQf9zuJzwxnsmbHYMkPvmXSsv+VDZwgkVumY7Dx7Tt5TR4cP+EnFu5XSvnku
B50A98iiRNCWxjZUjbhOG2W5Y7AAta1500k7/1xlzco8yuR17GT/NbNtUPpVZpicxuQr9UbHs/8q
AUziwY5DmNKt1Or6XI9YRMwWrFsbG+S3AlNWepHTSL/uBx/qKR3Fvup2Ll0rVwmHHo60yudmjBtu
a+xfqd6LpSHYg6mziaxE2Td95/cvuoYvcBCTT5UWU+vWRkOKwfe1qQ9G3wXytaWhJfaidp6yYjsN
aXWwily9D0nWvhL88b8Y0c5ldRdMfh4096FNz99pDJ1mHHcDlW6HDEGfuFDqhg/8ZK5kRG5IdxVs
i0xE7174Aja3NbvK+h1CBTA+PwYWppZDr3wEwaIvcA1kQ0BWzS28jqjoqNFETeKpW1nEjEHKXmYW
EC7CjtdJmuTYuHraluK3Ilj72ySZDTE5mfjfV7dsn9phxqGu14HgWBCa+Xym7aZ3y4yetatbnGkL
YIhzdFMx72TUUD+mhmlOlMZxe9s0LnG5dnBQIV0c0NhQnXR6UmPOIKIP8vCpILPsXc5iLG7SvpJ0
gZKl6/ZlCdvmJKiofLPWqYsjZ5gd+4jZGlaZ1fuu2MXWQBPWuNq8iNI69U5uVTk/VNauAblPFV8Z
33XLcx/rsuw9px8QqELEZHTZ3tfJqcsdx6Jrcx3XyIkdBcOgCWJM8i4tan5dU6w8pBajDhtX1FEV
vK8QYzGf7eDvE8rOLeYpOJ9q5PixtoafRs4BJnpeMrg8KEie8ApjlJ0mpNcrl+ZTbkpDFxnGjz75
TuVFB+7d6W158to2/WhYyhYae3CqRIs3ez9GOVUvokf2PfSjK98W+jrfcdZmL6sziLdynRnQxUlL
rmFJKh9yZJrMj0CUkIA69DvsimejKvEA9hZ21oA985bE8qJFKflWGrF8GPjWD7ht8pyJZTx0hABn
NWGoWIkDdHoiviiAPTzZIswg5lkc+qFawfiK+IbtbzCRum43JhUPT8lTYXDMelCq/Uz7PzmglZh3
ewS7i1gCi4sqL1HdJZ5UcTGVim3OVKXdl5LIRoqLkwEnyXLZ/OizkaqfogwcvMSh8+atan09pz7C
Tc4Oo40Ky8UONyaZQfaQC0+jEoVML+HmygP3spKbKezmr6tttEOugmkOU4Rx0sdR2MsD7SbBz7Du
4HSRUxAkL0AVWxTslu2HxzvgOzhKC/CUtPx7txu8hLrvQpxdiKjS0cQatCNcrNE3mim9Cx2XCGc8
k005Q5zyMDKTSD/GQVt4iYIMYT2GhkYRdx7Cemxip3iMuecTrKCuNR2ynkR2NIpmrI6tI6nkZVSH
zVicqbVLWo7lLk777qeTZmLaejJpsI2qDOPMDJboDvSAdy88cj1lbVffaPVr73KrDwr0Pco+onXp
+6+QDnvwf2NuPZl5XV6BTA2AhIHRr1HltuJ7whq0XJb2Qmokj+GAMrKpSHIssqX6Cqsruo3DKFBf
Fckq+0gNaX43QbbELpHTZm/TzESHJ/arbi8CdzBnx177QIoXAcu1Uw8Ubz2XP8MOs31U6kbWmzSw
lms9ikntXQ599+4wFYjbqN0pTkV/8S58mbZfggz/QTT3DhS8zhqyl7KpXbRg1SBypYtYfjLBEt52
rMemv5Y1Ro8Lixh4ErWrB8rG7+0z6b9RRXfUnFwegjLl0V56X105uIkpEU6X+tYZigFkJgNubKQj
BrJqKIV/6kqhzs53O4+pvHKmY4Wpe+B3SeP7mSVu4F072qdeKQKlXRHrZ945hYhY2MObHPCojW1z
8n90tmsOJfz6H5QTwlMrlzJfDpgZx8cJH4yC0Am8/8RUfkaEIEgRRtikrPdeVuvraCvsWJCh9EMs
Mmzn3Vx4uxUV/Z23RclUdWKdqn0H0FfFm+598Rf7PDaWA0zAeJBffLdxv62wJi5GhMN60xau+0L9
MTLK2mfWLVYrjHAqEyk25E7fsg2wPyRaUxdV/Nkoxy63AyqgtD8cLZ07KmS6H+ztJBJy4g1QCruy
hiZo65ObtBr8chDE67ajPb2KOiwH984QW09W5eD7ChEgr8dereVmJGHzsVaB6baja3jI8K4Wl4Tm
KR2f1cDGrwgkNp+BESd7YirRa7IlUL3duHjggEn+zM9b+Yiw5NOKFq/NujO9XbB98q0FA65AQNq2
LYGmKBRuZyLfhPml7lNQkFA1aJgNZixOGxUHwV2peMNt2GX57W6VYfGUMwQmtkbW6qNynbPdOtZk
FU23WmfbCfJW2puVgXmeZ5hYxVLb29Vo/Tx0VXDqJRLGobO6uNzJSlMZP66xC7m1wmV9YbFvILft
L3S4SSRjH6qDdgVrqFWmbGTbet7JKWT8O6QBYYSk0Fm19RpckTvyHyM0tdHHCOLVuIvhEvaSftDZ
CrDrpnp+ScBnDS6uyrjDCVm4RTVFTUiINMIf470NFAvdDmuD5hWYnI0YyT4eAL5968O2W3xC1myq
Z+bIIWgKB27j3BEC2tq+O92pKsGw5zF2mjALFc2+XwBFQHfLynxfp3Pa7HEQUmsiuqK1OHEibMMQ
n5D+QRi4sMSc/luHaMk7w+0q/LkeVSERdiTEVauneCUK2rD63qlpPKdUpPzeoLT4m65DKI0aDHus
xb4h1ucra2rwPuCS3stBYJJbVj1wsEgY2e6LrlMP7OdGknRdnT1PnA66XRNogdAI3xvL7bwgZtFm
/q3XU39teTZ5AwIuSJweoIUfvpnr26np9ast+vmZb636gZ7auajLiEwAVdL2Y9Vp/4BJPfYpkk7Z
B2dlHb6jWrhNpJeeztN6EeENpx/Qj5hgGcabLIcBGiwzQAdXzrAfYjEgHEJ6qJ+naamebMXcDdm8
Uy8x+OXvM7kJH592QhfFRPQ/KsTglZcJtjRem3Qi1lHGu+nkjj0xP5kW6rElCEE7s9Xh3PasrMSp
lcX1u9NLQ1yNQEWL198DUqOdMvwobbypm7A8G3OafJyfeb7sgn1OPf9MqYT3DkW46q++KE2wEZze
eMUWQEn2XUd/r+jVOdtRzAvZBdS/r+1oggmHVz6+kfTqX1XaF0W0ru7yPZlt+sfTmghB7RTEi4S7
PHl5a2RkezhgjsNg5WpXT0nwPSi66krIddWsRu74PnoL1dFunMTXli5AxS2eeJJha25TopsYf1Xe
3aVoJcNGYLFiX8059CKVXvUTZWGmeH7SAK69vpm/pE0Yk+OrVwwLEHhxhrWTFt9G7gROIxlMq0hR
TvU1Swrr1mrK6TsuQUIcw1izoZ0qomRbndCMXg0Z2n1tevO01KN6mvLzk1nlVvoz4Lj6ODtjmV7p
JQF9YBIjObpA1Cc4MDQVlikHvTGqraW+z6Vdxdj+aeaDuGsMfE+Db7Du4vqjCBYcpoHvY5bMvQbj
YmEv/RI5BEcmokVxvWxSS9XfvIIYKnSMPmDH5A824uGYsA/xSEh+jRXwDxxwSfgqrAzbDVmARe7w
2CqEmsKFHxNnLWYTo9hE5Fm2Hv2gnoDvxnHwzZTIS1FXOj3ndae0r7wWg9uWREvzSul0ulB6Fkjy
HsRSXKB8IVaZfiKCQ9cOCOCoDQLnuV1L/z5v8qXkc+i+2Da9sN5aZfSPEP86m8GmGG9ZUSAG8qKu
btOuX95WHVbPCm87EJxqzn7Gfde3O8o4hm9iGJIf4zQXmq9hrYdtkFgZrFb6sH4ufKU47ScfmHsb
+yyZvSsfjcOxZtPXzblfSjjpJlDL9K78MP0ywnWhUr5PmLLrOkwJuAWDDy4kQFre+6NWBGLzUFwP
tWRq4bPdRoFfOkATaHqhuRpap53xsCeK5SHz2COEdBETzh0a2e7g9DbLDndhylGswW7Fszuqfuvq
elbbftHTI3PO/FyxZ7E8mxndaiu6lvj9FGuPB5mbgcRNQLJqryh3JqwGI17Tz1bZ5Ya4FWSQhsqQ
H4oTzr2tsvmHZbW53uBOMRl9j86quecT3C4uzq81mjIqJzfd5EuMkv2aU/Fgq68y152IpD86eFfc
IPe3YGpCnDlo4OWuESkB2ZETDH8tNZTVVuRdsrTXWajFya/a+FnmsanF0+B0se8+qwTFdmtGyObE
EcY5wBe+Dl7W3zODwMwMthUjFjDK8YvqVvsyLVLCd5bddx/gB2YHE4+tk2uYIiyIQVV2Htli/Ao2
LmiiSSmxAuw8AaNNWs/kfCVz0to73x+sIarhq/A0qjn/5pPjLVmAsXgC5cjrMKLlk38PpzOmhPSr
fbKwYL9YdncmG7ZL82ID8XvMdRV4m8E/P6j2HGdfQBdT5QDfHato3s8/3dByvw95zULnLiVnIBnM
GuuP5qgPySQvizPKnKhJ6eAh3Li4+sJN5RfmbhDp3WA5kj13lfa4HoRfRAnhwfRAxkq+zqPlwUiY
FVV/RHyqepOw3BBh7JcULsNCLomJzVjWl4kq/e7VycfAvg7XmvKABs86b0CNekVOzeGXitwe4BJQ
dDpMeXdI187wnGlleLWUEEsEZ8I4yK+rvI4ReFdwMMHlRIiSjJAXVNQ8BGN69vdqz5Qu+YQEq33J
qrdp6C8eOHimwZVpTdg/AWYem5sc+T7YeoQ1mWpiQtHDVbwG3vjUp2bGPjSLmVDbWjABjNpwkCOJ
snCNj+1MYBbgQDX12dYGYQbIr1y5KSPwfj4MXLK7rfXSD0S87wXIF/MOOcgvb5LWDFO8N24s1EGm
pOi3C43V9lWr0HO7aK6hK1s8AcAS+3Mwas3usRQE9sGhky/cj0o4HCyHBXKztR2AF7FAUjVrd9W1
064T0DBcwjF9ibim8QRG/jSETDZczUCrjNoRsFqy8WzmCt/msQ8Tkk80hvNl2Sk83n0g6ULnAC3m
c8ansPp0H5bKblhqyvIHaUB9mupE12C4R0MsJ3VzuR6WsWG3OGO5pZXaCIaRXiYVJ24+QM2EJuuy
hcDt1HA0eOYdmKtkY61yGYgjFGM6gZhveYE6fN+FV30PzJQphp0L7io0iKb6UUGA5y3C7Kz2jni3
w/Jou11OQlYnDXpRrvkOvmVKkwOt7QmAEjd0NnfXc5B05snDbOuPjNCY+9+NtbQVgzK39EjCOEAC
MAngyhjpGqYAN3tksdLFy0BkhuKw1F9TurO8Ln+mQgl4ZSy6oDsWvedlDzPucL4JfxYw4cg0BMcZ
GyaJtnIc6Rsg487sfwsSvXGXiDd744stZisQpVHXEZy8wANgicsCacXdeFVYua8VDLAHJJ4Glvys
RVhmpJ37vJgvF0fPzrobcEckwYGg0GBN2MGyRDArLgQBSmbInJJwjwtbDzZF6cbnDRvNbVv210aB
sGJHbGGMLciqp6Ned76qUKH/kKj+2zXwi2vAlWgy/2/XwDMAv09In9//iX8jfQQQSOQ1XwX43DFL
Iqf8Hz6kDAUqIqZZ/hE7RMn6t3FA4BwIGAuEoCNx83u/ACItIX/jn0EU+vcf6v8nvoFPKiNmhlAi
vUCKtM+Sz+cWZiBtk5SG6f1a1fabLs+RljXpntiukbn45Zv5CyX/k9b9x7UcaiH4xOxhwk/S3GLb
mci6QuxUrTQqs5/dTa4K9kzNxsOIavFY5A2+4j5d/4Hx80kU/OPKXNNBUcVG8LlgJ5gF1lo3E7si
IXTXeNU5uCD+4SJ/+VUKPl8A+gZV/azl/SKoV3IcRNFwkcwLHmkhAh8wnYp/QiN/Fuj++Cy/XOaT
WOtMgNqxXQgGDFN2M9ZgGUzXW0+ttArWrliPh2ZGEWGWg8nJK4sv2brcp/OY/APQ6FM3uf9ffxMp
IcBLiXL8SSo07CHSwPB7mg1guq3eNCdrkx1YEw7/i73zWo4cybbsF+EaAId8BRCCEUGt+QIjkyS0
1vj6Wch7ZyYZzGFY9vNYt3VXdXWVhztcnnP22gr/SchuWPMAcBC0uVyGr6lGd7M3ntk7BPdnp+zQ
/vqNAVT971+z/PU/hp+9NzI0KRWrfggKJAD6QRpH7R+/Me8s5LSmbvOB4XRZS7HKH41o2jQMfpeL
laGW+poAcHpBLQMFkmIs/q2WARgDtSckP0nHUtEgK0ejq4kmoB6XHZ/AP/DQhIMlbNtToC1hHU9b
2jFNqhiYsxRosCy/dknucOiiwo2TpSaP5FD4H85bteimhtd76Ocbre/CcFNGQnsTlC3Pjmr4oiSb
RK6f+C7Pkh4Yk0wYQx8GHjlcqv1yA0NpTK6TvqoCKvkpP7nUUykJIISWqFvJ1UFI5Ums6JS2qWaz
r9MIpTP16Sk5mRxzn+tOxGA3yBDJyK9iorKuKaWqdZ5NjMxZnICNTCDTX1hLjbatHwC/BtSUVzJx
GwyTTR63wahAhzF7zQM3NN2bQwtkglSAZnmjJrXpNlr+c1MmUWNvw3os41v8hEvSBUMF/cmqKurA
qS63H/yq830ANrxgIWUoOireSe8BPUiRFP/KeLvz2hxK5XnOiDCy9ohZrHDvwRpPyrggWoplFB40
gtGrg7yJN62mRcS0Myto1jPeJKorZzXuZZJZcBuNQyoHS6KUazE2FmrX0BfEy5UhImoVtWdjlmbd
Npgl6ZywLZcxlMHWu1aMpXKJs0RXuXYbtKoz9j7QpzBVIuScnSydR6S9q80AhnFaDUZqvdtyjFRq
Y9qjtQ+kif7a5tT4a0lYlB0kY5u+CiqFulXN1Wxa59EIFSRBZjDzxIH7i+g0lxYEnHKl1ioJAcOY
rKsK/4kr9NTmNYkQ401njRRuCgH1xu5DLidDaEO2iBJ4rVBzjLn3hDQ1n+HI7cbjwsVjoh7BCzul
Fg53iQ4ZAYXsMJPpCk2LB61S1YrTl2r6i/OTyNOg9NVzpOVt5jY8swB+SFZOBbGs/ZLQJF5QtSD5
DguWNGtYhrDHSjMIyK21Qfqs2XmqLFdhTJkoGyk/E/Kz5+gF/V8BYeQrqnVnSt+jMahd1ez6y2Eq
80eoQGywQRkEl5EQBA5NMjrXDQS/2RF505cwBaT+dkS++j40ZVSijBtGQnGVVGvLKyd8nKvRj71M
prLBsaKBMLCm1OkFPBvizGNltQcSExFYHMx+rtVOpCR3xDRciECMpHX6qLutVfBhHg+L5t7CkOCM
aCwkYTU1CbHCdNU5F2QJo6Apg9YqRb18PYVZhylHXJeAsYKcQMc8S3BHEyb6pSrVGBFWhKBBuKbI
PTRMQMjCJ4p4J7nQy/vCznidIsN9IWUDfZxpZl0OFQYeDGY7gKU1U/nFsHMzwW8nMksIp6V2Y/s9
69Ins/aJpNl4beeJCha7LuIFHqHEl7lfTvdMKTBqQajAviTXPLLK4hKUDhvlRRwoDFOMbOCmYQ9R
0J7wGSi1n1jUM3LVc1/PNO7Ehmifpt7K0PdOre5FzJibLIcwB1+mzj5yHGVwKYxFwrwlm9kxOHLJ
uZVXqrHVqjjb6wolHy4h/1TfJiqLG6F5WSWUxecig7FhIiec6qHJXARuaCEjWGShp8xT0rkqIckX
MeDlyyzV+6uRQq4RHwar+pBlCXgY9XGwpiZJGQ+8xFP9ECVV2zhpSIH32ozMOVk3VWBrqwGHAnlV
Gb6uOYC2iOLCQtbH6zIuMXeJumIiopiVlY/BdKNbO78p69qZ9arGSmypvdhoc1XPBwVHpwfqrTvV
nYOovw0bYlHYYgk5dP2oF7CiFKGnK3i89Xy+AHGvZsrmVEeZlFQ4at5cAs2Iy5WuNOaI1gHV+CJJ
09FbYPsUb+VpqgYXPc4othrMMD6Y3GJMHBha2bgzex+zGaXHbU8sCGZAJCHVyOVcNjYGahu2wdqQ
pKXGbew3qh2QiCKI7g8uCTlg05T/hC1I2C4Bu0fqbnYas8Q0jeQZ3u9th2PgGtm3OaySSO4qBBzW
cKcluknyKkyHG6MuI2Qvvq6KPdUE4YCumXJLDoIwtba5hmjVE/OoX43qUJduaY5CX4VyQvX4nEdg
GJSCH7/O9EKV9kqn6jUx1QLUGqZC0nms1OU9F8xAW1lh31+AfpeMFbbxqbWiDpJqmILyYZliwaXi
LVmkQC5xYYyZDBmbo4MOVZOEbKCnSJ/kUKSrsojV9s4gWzF4HJziUR+r0dyirBxtEM8+AybleTWu
QxX7AxeJoT84rC+9cFk5pCqoMvL7M4QqQlpBVBGyo3dkTRzFbuNztlWyw1ZdGmfapEJqBvN8q5hl
BAGw9/VbADGk02pfzbk0ArH29K60DWp8cKXgH6GmdXywrH74LJvEBLWXxcTvM85zHtc4NbYbM6JY
YJdSNqtR0Z8twlb6xiM1N9VHavvTyylRjae2BQt5kEKpKdjJMMhaELfiUIkGbJIWmW2yrgGnvfx+
g/z/J+uXJyt3uP/3k/XhI/+Yu4/09c9qd1Xj7/nfj1b7vyzZMCg+XIryVHMp8/6fR6sp/ktopiYo
Vf7vKk7+0v88WhX9v3gC8M/hRcm8Bm7xf2rdZeC11JdSBy9T+km9kGr+y5t1Kan/oypS1w2d57Sh
UhyrY7HAq/roypqnXUZ81PceLqkccN5fIucqci4D5yJ0Lq4+Nve7z6f33e0fg/SX16v2tRzxe6tH
d/+ZfU/PsPL2Xirn4bpw7ij3cp74k7ePAzKP5c8/Nqvnx9eL/cPF4fX+8/Z+/349OKd+x4nOH73/
4IqM0pzQ+aJ4UOS3Orz+uZ/2Mnr/twL0ez+PHgQq+XpVX/pZOE8P15lTOC8PTw/7tw/0N84T/37J
nNm5e7u8Obt8uTsLnLMb5+rs5ubscHFzc3AvVofNzdnm5ma3/NFqt1vtX24vDu7uduc+3164t7f7
y2t397m/vdhde/v954nfry8Pox9+/3HhtGWgYpI6fv/5y/nT9W57/nL5sn962mzu9udPgbM63BxW
m91hdXNzeXO5vlx+4u769np/u7rYnXjD/X48/fRbjup3qcJMygbZIGP5tkwbxvLt7e7jKnDuiEMw
jDcfdxFjiQaXPwTj79xsPu4+GN67cZnNj/w/H0vn6jl0Pl+fLz7fn1+vQ2f3es3ser76ZHZd334+
fL5zD+VfD9efD5RKOE/Xh8Pz6/v+8zZ0rt9PjK/4Ksj4Nj+WkNaXN3DSEugCP+l563Nve+4t/712
nNXZer1xHddZufyJs/W23s8TcxHZ/PhhxdeGsfsYU/ThFF/+nobX75/7t8uM/r7dfATOzQVjlTuH
593D69XrxYkvuayqnz7kUXShHTSkhxOdloxtZTxG8kuQXJG0WVBkTiE//NzV3zbHx80RMzRMXWiK
sI5txfVE7lKuEL43l9V5NBy6RmwpT3F67bMys9Ugkpd5fI0kQXb6RusfNS3jr+2k+XVK7gf0k91d
IKKLn3/VX/fd/w5HEkeTZftoNmPImlMOEC6z+e4N2zPnJnLe3q5eD1evz1cX77ey8/B+ajn/VlN8
G4rfMdD/bvRous1UnQHAotFGJuWtP5qUKiToxadbi+qqusWpw9or7Yng1rcjhqgIj0NbQdHFkXZc
ez5J6hKQrGavqEhHmEpEXZ2VDQG58n7+9fO4HrdlUhynLUxwzkhVI5n2dV7X/dDWRQsZGevY/rwZ
JvHaa4N6U8dRdqK8/69NGYrG+SyrS4D5a1NEJyPZRvDjpVU73+pz0MbuRAiE/M2c3f/creVn//nh
lm7phJSJcRNyJYj1tS2zoBZOoyTNAz2mX9qN7q8sw05PTMq/tWKwTgzNFFws5KNNoa+hNxItNdFv
dvPGpxhnk5uz7f3cl2+zcOmMYXH1IVKPIEEcdabUI8jgk2qSIB+NdUiM+3GY04AklE6Nb5TVKu9c
v429KrHAYCNm+BXnKEedn3/HX3uLb5SFeAtOnXHUW7ML0QUUQAvA+hqEk3rVGaiKdv+xFYuYo4rc
kWy2QaT+6KbT6GFtYghNCqupow0F2ZQd4Key+ddWNE220TcRk0RPeBzgDEhAD6FhkjavZJmIYE5M
LbSDE1/u24wnNq0giF7EM4tW5+i6ZDTQznQyaR7Eb3sXVortEqfnsU5i7MTHUZet6MuMP2rraHXZ
+FJmxPlGD1EFvrjJTWaZ1C+3267zz2KzWaVS9lhYpKd70w3mcss8W0mVsVbGbqtAV4OCttLH+VUY
mkcoGg5RPzroFO/H+F83guWnChlnAG7TUHCPfqqs+AKhCz9V5HGxbi3xJKyQdHQMuvLfPzP+xJos
liQXr4ev2wCP8SwVBS5GvsgQPOuaTHmbME9M2eNLq0l/mKw8COgLqaVl4fwRmC98eG5jRaAlsnoT
7Ec0rNOhVy8MqlIp9wGa9HOvvn1rEkm8cWRyWbxBdFU7WolRK6FAU+rJUw71lX7ZPeTn9ZP9rkFY
c9rHeh8/TFfzRfg6f0ZX9s5f1d5w4kryO2v153Q7/glHfR7GKkXixE8oHsStfIOy4qL4NDbBTlwP
KHmuLBBj9/JVDGjgrNmKSwrUTmy+x6N+/AuOdsU+FOAhF5uuoIpxL8u3daCtVX3YFZAXfx7wpTN/
dhZmtRAYgtjIsLl5HCvupFgv5bZpB0/pKfBTEIncEkiXn0608pdmkFKzSAUzlZ3+aEyDUvhKac6T
p4XZGVyHwZt65clC4ELYeNHbUGSVABu8pzpjM5Ij6Ox7M4MEXPoq5WyzY8JmtquneVh3euQo4T6t
h22mNV4mnasEKhUZjADFeyJ+tUPoIc1bOzwryvNIsY5fninTtJnld5UPKEuPJv5eGO+uTPgpSfRe
tCWB1XStA2U6sXf9pd+kgA2EBuRIiaAfbZNFrFHW4tPdrJjttzEJtJciS1cnRvf7N+ROpQkCbaZq
avpRI7FiYLUCksLTpkxe93V/DeFy3P0njXBe42NiLNGGrzsBHMGaGpFm8IDjUbiKc6GTUsf9H3SF
8Vq0/cwW/uBrK4Y96L6pxgNw20YcEFROZKo668Quc/zUYtJbCgEO5BOqEKpY1t8fuxqQYkMJq37w
xiRZnOxTIBtkxc5HzCQ2RRAJN5lG9fznAVy+wtFKsxRi+YyfzBowjxa1H2RFCk5+8PrGKnYmwo0K
Hy5K9FMJvGJToWpTMMjwUr9T/n0W0jS3bgojuBP/3nT/6K8uMinPkpxR1QWAbqzuPEpb1O3PHfzL
XEfcj95ZppPLQ+ZoVLFJluda6rExCcx1rKfdTuHUPWUZe7w5Lh9PW8Jh6LgBzh+XO0gpctWiyQYP
daogx0G+sprU4KofJmuX+BNZrGTM1o2BcSuRT2XVDEXzbI/pVusHwXQaTCdOs7tyMFek7Q4/D8Lv
69XxZzYMg/s5N3RVMY/mVqB2UFA4LT2FTDOwobbO3/RRKS/riAIJSqj9G8Po8+3M+5SHtRI0180I
q42ysxTlizSr+a+ff9IysY5+ka2iC0fqS2WMcUxdAM1lwLLECQ5iDHDCSVCYBmNpnXbDqeX7t6YE
4UO2CIKVMBC+ToFQsYcFZNN5HaWAkJ6LYqToeRKEw/Fk7E9sFstl6mvH2IdMxVJs5gP39qPNQi+t
AE1V33l9ZAGf9NFDtNGEv41B/go6bHSYhbwNR/WGtMZ44mb0rauKLFuL/ZPBfy3L6mtX8eKoLWxA
Ks8mSx24ppYuOXCzT9XNEKa1cqKv32b9UqogA9iFdqLQ6NEBKmNoJFLyaR62fZep1D6VgjSeb04v
5IzlE/vFt61KYaPSVWqn+E98yY7ulhJlqEDhzYRKaLNdyRPE3bybuzOjbfqbBqQ7x9mQbvw4sNY/
z9VvO/Pvlpf7D8O7SPO/jmoq2V1fN3biGRMZTlUqD3VXBi4CtBfsXLZ5kQcnvuO3XYsWubCbimqz
Q+KJ9rXFSDQjcXWDbbFChF1OS/J6LlLv534dfT5jea8vZVIsQYA12nGlVEaiiPLTmaSVEuvikFlR
2twYGYWPCAF4R2yKcEzKEyfO0RSlUaxHmTFLm6Tkj+92uY4to9XWmWeWZfMrAjq8Ic9Hch1bKvH6
cwePhnFpS6e2jnAEJxsezEcPn55HiC8SspBtGynXflz6d9GMSey/t4K9GbouyC6gQo5uOv5M4rnE
lsQTOIptZiWMX2shwn8dN+YD7AluF5TusGceLW3KXgOjmBk3KopB1GaiyR/B/Zbpuqur5sRd//i5
QdCDkkMsBBVmmUyXjibgBLcrrXqqpAEFCOvMLDUiIQj2ARlatZ5q1zJQPAo38mqajctyqPPnucTo
2Kn0bopXqZLDvVQjsK0vWZ3WbxDh8/jDynEtxlo5H1YhuPthyf2pGrI7sPfNvp/VBkP3OLGv//ED
0RmL3BHfiEyScnzJqcAvUvdEZ8Qc226Rojglp+ufuGl8W02QdTjKWJcy0kscBr+uWWOyqx5X5tSz
bWoLnExrRzwMeMBYLmW70ovC6aP/2/2Xz6RgOm4v3ol4fn/rWStZqB31PPMIyVWrIUbpCg+uODHB
FcFP/+NM+92ModA1YFC87n9HsP+4qiVQDrFtxQGgGmF1w7MOLgYrxh6kr+adMljlbZUiowvCKFg3
3RgixWxGR8HSY2NWTbBFgas8/us3Xe7KXPo1YCTLRvJ1tDOr1aIsBgluU+a/jSBmrNEgixM9/7aB
ML6E77g7iuVQVZeB+aPjiA6iLKtoJa716NYKw/BqiMFF/3tf2D6WYIZGzeGSnf2zFamBKY7oPgXP
rMKu7KRuAz87/w/mCjcCFdQLq4Db6tdWkrDQpbS0U27ZPa4w46B61K1M/0lf6AmBJhqilvFrKzMe
kBW3yJQ1raSfBUCrFSYhuE3/PGRHR/LvGYm9psaXIf7D8/JrM5ybDQ5xNIOwW7pGPQ9HN5qp3mjD
dkNcLjkzI/CaPzf67ehiNnBsES7gekfXjkZwjlrcxjkzPYTGnacko7zVEiDklFdldz839X3isYFw
h+S+s1ShHoe4EsovdNUeQ49oKg8jJcdEK57TpPR+bud7l5gLBkuay7UGeero7MK3SaMgjUBsDgDy
qRx4BFRO00SqsbL1VhUfPzf3/bOphO9BFQiCkVDhj0YQDZ/RcFzTXAEHtGaXQPA/TJAlS/zXNgmu
AVuZT7v512aXdawpSy5kIfctW/cfyzjGBIWSwxRStYy14spQsJvf6NUCzu1qiBoKe1bsBVlWn4i8
Hj0GmKbLlGE2ws8j0vQ7ff1HwyAEeigmocROOfj7sDCzs8QMcGsapwm0D1JtKU2kC0qyIOPgU3mi
39+PJCI88oKsIkQic5h/7TdVHfUIKdx3Tepke0e15zBbgyyJsU7MBAHhUrV65cSU+j51aRSWk8HJ
xEtYWebAH32GL4c9O2opF59FaYUAh2rKOB5PtPJ94tIK46sq4J1VptTXVuwYMgSROhAJdT8PhzrK
ic9Bv5EKD1cV65TX7bfmuHWp4HrIYSz7mnm0rQXdqOkdyGYXGbO86bL4IRWytoXVEZ3Y2b4NH/ME
w2CTgCQJNUU++mZS03V1HfqWK7dhuLYQL+O9lAwnhu/bQlxaIcvFxOTqyuH2dfiCoKhAqwAi6Ycq
v1EBP71UXCaeFbDFC3YEZTelPcbdz+vw2yjSKifc76cpK+J4FMlI2tT84mOf+GO+yylJdppeSa4H
yMzrn5taOvDlysLgsdCZf7zaqN9fhvmPWWhE/E8z9YluqJo1NgPq2F8bXSpFkxMnQg7OedHCom3j
NsBaSPRYlP7rhZ1HxxINIrDMP8lUj6ZM2mg1uSp4NGLgqJVKkeNXB2v4oags7V8fOktbwJKJcfAv
9bhIaoLGnRUWXmJh3JW7LpGKc1WLTr0X//L5TNYzvDiFiwQH09cxBaGVZxJxRChpclKtJE2ys1VA
VFemqDQwTwUIvze3rHCKvlTOJTIvRxfqEU7AHHA6ArE2+j0cHujo+ahcmpmWrX6eLX9tagnWkP0n
fGce7SZBghI/xdDVzbCMnbxer2AfVRL+CFWnSieuEd9XOP36o7GjqalEJVCsdtIQTvfDulTzwcE2
Jjux9/+tSwTeua+QmGfZLX/9jwXAJjypk9prLk4diAfjtjZvAqqjoSZYevsfjB8aVdXkwsLL/neZ
2R+NzREIKLVj/EJYZGutTWWULJp0UCn3P9Gvb2fab7IoyQvAZ0SejkP+sz/haBXTlGJ2zXU4CwvF
cCLjwphOeEHn2Yll/JevRbQCxiQAVczVjxmTnd3XIioaDc+jFspCJgdb28wK7+cJ+NdWUFmxYRG7
+xagbRS7LAaKcd0IG/fLPE7Vs6yL4399CC9jR7SfVDwxcZ73X+fEGLZqYZsp09zE0DNpIOcrwzyd
mAx/+UKawCsehTdZUe4BX1vhHz03IP9wo2oD850vWK46AyeApGrIl1Jh3p8YvL9MdfJ4aBqJv/D0
0I8aRI9SSyQTqM+QkKK4MMhMjVKJSv5YiBLdiQP6+9GpaBRKyOiJsVojgvW1exEcMR1koXABj9tw
0UNw9Xk/2OfBUOImY9iX/SAHJwIyPOuXXnw50SzIrUi3qLvlImkfRyHbPp7VOVkILkXV3pWKXw3b
VkTtgXIegWVMqSN3zNVGehZ5kZ7LWMQR6Z9KC3LfHJvrxM7xQDKLNroJYihnTqOhSsDbUQOfXuvW
4HYiyG4TmIICwlFB0Xxr1ECQuaK2pYuQKryFBVXoqLfbYm+VSEbcABw6QkTD0AngSaN6r1Z685wh
ZcPxIgCC5HZtoa4Dc/appGk17ZfG33yelBrIvESYC3YUwB1i7KAExZV0ZttjLFZMd7hSKGd1uFRY
FHpQ7GRoih+2ZOMBmgm/3SSVHx9wLAqIHwrfDtyw0eNLSlkWWkE1pNtaGpJg1Vay8VZoBLOcriNU
7LRNUhwQT1Rog6JKwua7NlVEDHEcPFe+XCJJChr61Mix2E+GPOER7HcWkTBIqQgGprh4TEIMrxkj
v7vjsZs8d0A9U7BV5LOcAEPEm64o4wlbK457h0teBIfUalAKqUYxrZV5bN4DRSpiRHRNcmdbqZjO
cjB8j7U059dUNGG4nSGcuOtFAfehSdto35XgRNy4N+GiViistmkw4wAKxDLDYcSHwubAUJKuQGXH
4EW5wbltWFgdmhKg+q4Z6yPyNAtTWkRq0nA+N0ZWbUz8KiEipWKYnWEMEJWCChi2uEEDDbRCTQyr
wAij50kxwmeMsjD3q5tR1c+kxGIdd1RbfDTUfh245zNoU4PrsqxXY4374xwcsBVrs5WITes1hnGi
AikLzMwFzqgJN20iZEOtlrZvZjkAFMiiRHsEdgA9bmr0c1x7jJeKPLq5L/oyHJyuN6urRO0G1cls
ICgOcsTmJvBxZHRVza8WIMJUjqvZMLEIQMQzY7k49Zm16ptSnOnRHEJX4HVA5h60Es52CY25IrHE
WYOy5C1Rx/TKHvrivQtT+xFRbTy6MwHefVDW2YtSas0jeTvpPqoU7VeQLzQo+F9WDJJlAEtomj0Y
kUjjImZEvTatAJ+BEpNFJ0Y3D3vwV/aMkXSjC+XOaqdeRy9lt1dYEJemywUPbxKMPhqew6GR7gUT
6DNEr+l7YyA1smPgA8/XSkRw27PD3/WTPT1hZ94B42o67DKRugxANTQLvFhoVupKnWI9W/MyDuJ1
QS4W7F8fYpRGqHlYT7PUbGx1kpZa08TMual2QJIGTZsfsrSv9gEv5WgliVJ7n8weH1ZTGc1ka9h9
hSfkCGmh5u6m8V7wJ7BfQY1kJbTnbicTKnskUjbr67wX0nmF0vNFwvCtPaNSIt/L8H5AESHeuo4s
K9XWjd8GZ8lcQYUk8bgAxRDcJWuJWqL+bFC5UaznZk7PG7PXP1LDGm+MKp8NKGh9jeiYIUDBmrW1
7OHdm95JlRU+SKjdL9WhQbgawPQIKFrJWsNt08h6mZWxushi1qMzYe1nr8iQFvo6g/m368U4mm7Z
SJO9ioTKRiXM31byho/kCgJjHnsKgRKKHbmHMHZ6r7+BshhqqCvz+MAhZJibrpmw/hoVUFZrRVJ1
pLQwhPL1aCXxFU4SlgyaRtfvOgXrVa8UUwhhuK27i2bO4A720CISt1TNQHMT2JC4L7HoFXeANYrY
L6sU2bOqFnt6XEDfoxZQCsbmYfvcNU1zNYsyuC4w+XtRCTJ84thbsWvA5Ca6qGSpx8RJALyk0Jnc
SPPzjyiq4LTWxZyGl5VMNSz5pmm6jbOM6pO2jINfuKdkn5gqW5M3cinvt8q0yHpHaCf0u+0f1LaD
basju3TiZozvtKoxXrnAV9FadNlwQa2B8umPWX4JlhLXKmuaitehYlE7XdKINxu7mXHb8aIGtzkk
6Qum84NMKY29eAIRUvAiURXZro2i7pfwtTgBtyiNb1RGjfLaZrzPdQz/fIYuY9YaVFOvjYzCgJU/
Qs51lECCSWZJ9pBs1Czqr8PYl67JykqvkzwPF8t7+2UoMD52WvhMDzmqwo5EatSRyYAXInD+Gon9
hvpIFgS1HbnGFKvNnciz7heXqfZuGDsm28KuupXhVP8KQ8GJAIi6ZoGmSvUaGP3E1hj7nCQ6HsAc
zTlWJ9idhbnbyx1cVd7H/gM4IjuX9yjSOIc3bZtk10Ju/Qz2TiOAC45pGbtJbCdXtda0773I/bNx
bJtfAM98EIc5H475xuRFuIu+jIPNeMOfF8Zy3SiQ+noRP5epUdZrwUmUu2YArEwaa+PFTrFwxg6m
RFgoOq2E4SWk/kVJImxWRkk2VqwrCIvUO6SHxMT20wnNAenzVAw1owNSy+LNkST3CWLAEkqgBKfQ
p9gWhGLFzodoEm8uXJLMASkxv9TBkzcJgUzj2szPhUixg+pV6VCPynyGpANFcT0bAUxICzFm78yJ
Qqt21KvhWjNKpHvs7/qDb836tDWQXd7CTbdxtpLCAgof9XwzpfxQ7Bwf5LUAEdj0L0ie6UVthUWx
qabMbBCmjXbBpqtZj03jW0yDILRrYGXQdR2NGll8aKM+w5+L+whC1sru7sdkNt8b8sK1JwX4FDAs
jT26djxYv9IhVx8r1Hx7rZ/iF6Ju9aWEtcSvcSjKX1KooDAm5gJLkIp3X9lw7sfnVS75nYvqM5Ec
aEvhha9FXIFUtUMw6mNeY6/VyMCAe4aJfpeQoZW9vpZK+HTYH0FZ0wrprWtT9Q0EctF5TVLHDQM/
Wmw6qfYoU1WMb0+b+tPGSCDLujpeNhRQpsmIONjnXmlh7sGSp7dD30a/VDvRTGzlqkRaJ31RFM82
76/IkzhfCg8DZP0WWnFgI0YNQv4mhLB4XUaM/aYFp/cxWDLGw/FsSfNa6rLsiWsniiYeCOm8aVow
kZQYkbY7mH4R+duxnw2WXbXsh13RhXifC6hLzGar/hX3utytyTHCFeRYQo0bZvGElCbKpHjXE13W
PDwpbQT1BtuoSWACzMmOIGlDp9NYjvcdRlfwvFD9xxhfRPjoAQoHZyettKHNzaexyoI7MxnrwSU0
XCcBprO1EZyRv5HmB0uqK+OyJZ84n5V5Nac7M0+pOk2ijtuFG8HYT/cS5HPEmF3RhhsMlqfkOhQh
FpAxPoteIGRJ3gEkDtSdnulJ+66FXDJ7B+Uu2IOMqGCKkDPrJjcHfzttBowUqDckAWj7Kwl2VuCF
fdlH2CShUnkO5rn0xy1JpApOsSb8yd5R7JM1h1qBUu6ynWjdbcr9ptuPPd7HkKs4J2UnorSnXvHP
FvF6KoLBvscZl9K2Qe8te4snidBuBFce3x3IP8a3RRnU2b01qMkEU9uUk+DR7CwY3aCBLfkpzkE6
yKwTnD45PHWeDPw/deus0Sr8Q3PAtTJPAuqTnKTMQHQLzlHFNVSgS5jEZRm+qRwG+joyOS43QECH
5E6p+HCHbsYQeWdGTd1v4qLFl22qIrO/VwDiz1fwtgylPAtA91H+N1CTH+ECnJth/2H5PhThOCqH
fF0JKcO2fgCw/WCqTZReVgvEf4VlcafPnlHqvrzjMbwY+3a4db60JfnvjDsRzxbcwiC+hC4w6/qh
GECcrYKO4oM7KxBS52JtJqRNWBsT0IUeShjIr6CX2A2ConhqOoWl1euhkqyFP9fc9Ax9eZABDWUY
yjGgYT5fdFaWHVQ2xzb9CgAVt4vmopTzns0VgQc2dj22zfO+9YkhfNqyPaUrSGZCfQUdXlvnhZG1
/U1ppbrYtHWEieIYNFX/gJbCXI7/IUunx0lpe5D6ptn59SWuf6QjYBzHBbrsNKx58tlR0b7LiZVw
VWtJ9ROR0EP8zagTdOFXpWdFH/XzmRpLusqZpTTZ5IVSlafrKITqfbCbMMKmcojN/kqRx6J2WkPr
ns0eKcOlqEkKOKKu5e4dIYeeryy97x/HWGWLtsxBqzzNqgEXBuls35AAU/KVwBa8WLDLWriCkDfk
m64KFdx9tdbkRWFrei2v57EeIc1hsmiFq7j2q5IrHdbl5ieGaYp/MTY4C6z7aRb3YNSiwc251U/r
DmtwXNXVzBRei+uAtCfgjsRCzgQ+xbakYQvbVHGv3rV8xHwNpyCDb+/HOVBiO9WMrYl1uUBC3bZm
sZmrsUivpwbWLDz1ps3OkxjvjnNsEqkemvChxtRNGubyljwFFredhC3PXu/LuL0ftCKPDSxteb/B
BwB5sbEpUovOgi5ZqANiENK6Hery09fH5kkx5xn7AKnuzDPA1UHmAJzD/bgPhuDGtsMGH2YMnGu3
ksWQQvuoksKNysVHsSPmvSPdLADDZh3PKCJpknIFDHKC7KmOvFlLENhsOTne9F5ncDvif6GLZ2lb
LBjAKcCTL7Rjg0uGrsawTYpx6t/GKcntK+gRjf8WzUoe7mJeltYe/oiVgC8kqIGftDzlh1A0qn7R
88PnC0lTh+E8g2rA69NOa8yQudPCdtBCakS3pTwy/5uh1AzYHLqJuSmANmFyt5uD7AHrUal8meNq
/IjGQccMOPdp58aSW3auLCIqvoIALe9Mq57ZuLgDWdN9h08bnM5AFkmwjVobwrIhp9mDAkLFXI2d
7F9pZc5bPepyf9WVMboNBiz+DFhS9gqQqCXWIZgJuOQhgF+Prlv7VI6t9n+xd2bNjSPJlv4rbfdp
5oHXCC4AeW3umE1EYOEqUbv0QtNKgthXgvz18wWz7pQalVec7q7qqrLOUqUyJW4BRIS7h/vxc2bI
BnN8D/vjwXTd7Gi/D5phNTeHOVQCJcIIsZ0NYb0QwFB6H+XeANZFggHPUARp9jqEgJaDWGE1lzsL
JB27J0SHITEDRB6CAr1Uh/cDZdfrbIYPHHGTo3usmvAWiZzt0Y7guIgkXDYF7D7DcjA/7DZJ307q
pFe4he53grIHEQwX7pkQVuSj1dvaeR1YH8d85yL1mKQuFM/1PKm0bmA63lZP+OZoL47GHiq6A5mU
jmiCXTCzYh+axMofB3vb76WZbWR196Vf+HHPS3Z6n+fdTJNd76yx71B9PSiflq0bZoQsAmHD+qpE
2B1W9uG+l8tddqhfzb1hvjXWJg7hzG2OV2kZHcixdY1sYeUIIcrxsTe8L/NdNeS4DPgvayLjKEsE
FJ6hcEGqJPPrZuRypozTZd7ppjCj+N2mC/V96B/eLKsAXaspiVFo75jD4Hl4jIbz3niNfMi4QUXQ
HnZ39TUZksywB9A9XIej/nGgot7Rb+TeSKs7+FMgyoj3QInVHgDdY45O20aa+0Hekwc/KDJh9NPu
R9bEkNw2BjULedh3y6O36xikXTv5Ln1n4kIoKw6dpJa0mm2eEKLvkBgY5HukBcaD3YPhQ5MvUTvF
eW7GafyUIEjTd9K6c4Bh3aw7j/v4CNsvbECBYXjlsOqh0tPfEIXsOCRWsoDPEdqcpja4xU0xIIMd
J+mL1d8lETK66609rprovej5BWfYpHqA4auyJBwhSEgf+h0C8y1Hhlv6+PaBGMHeNFAF6pJQRzSm
f9P18/VWlOUAktLeof7YxiR4UFNAiNMd7zaDt7yvNaZD1s5Ff92AYDSJjMlejko4mUlGVrPDYGi8
dYa7qoGp26pujD3AsiY49IkvMtJ9Xlh1x0c5rKLUQNVnv0VXGb6vt7gMrITDau4/xCU5JK2FAZK4
s+seY6L4wSFBG3VcP65HgYGCHbSdEWghUM6jmh6OsGfNjv28n8KsvkHtFaZIcmcYlpIDcDROHpue
kUNTgdIwxRM/3HA+65dwlQZRZB5Vvu9gbI2GqBZF7s2oh53dD0lm5od9LmmA8k1oXg/rtwa2FBMC
3cE4wqrvOhyFhqP+JcEQ0Ww4WkODS3BYQO3d8MmDJNpE0h/htwHFQeEJZtHYBJMAwr6RQCZoZ9qQ
+PgfHahdhnI42g0fmgCZH7WOKsRKBgHMnapKDBLEWVbn22Vdr30UXjFp+4U/CqETKuH0RiYhT3vE
XUGazokVodTdwrdqSFjAj/eDPtJtjnXIq1r6GD0OmWWVQe5CC5nWRG6s90213iMdjk3teeMhtdTZ
IM9pbfM3SfEMETos0latab/KQQmrYFz2C5hQKK7taYdBCkJuybSQkRkOwuu0Gx6iZaezHQV2bzv2
n1iM4UGOcLmGMjkUuXB+76pJnUGqa49I9McYDmII8KnGpqesJI02LhIr6dGGKnqdOxVibRx3ulaM
NlLZpIXY9TOUU0ir15iieEzKomryZEsEi2zrOI96XZFtYLIXtLqHDUSexiC2OzAjlcoal6jsJOh8
5F5nHQ/GEwhWEEnxUbq1oy2JKjUebTZXe0jvr8dRhAp1laWKtwfTiFprQZvoOIdtalANDz3VrY0o
t9PeuD6oHsoRUPlkg3qtRsHR7Nr18OB/RHWGnkvTHPvbSUg738ZUnFbq5hp2lKLS4kA6bVT0reV6
xAlGAnnsvkORG3LOJ1ycpVo1zO0f0cRCMIPIUZX9Xn1VVlb/lu2BtnROlRgh8cSAXasTVkvaWslj
dKKgpsDV6doJnOgbBfcY24es1+0OGYcea2HUfVzTHeXbY+h/ad7sA7mCdA1qY9c3Gl7d7GKLmshx
RybcSCw4vPKtj8LhKFyT2iVb0rnOd5G/wbkn3Vdj7WuKWzIz28lxX4aN61P9GIleHacXTUwWYEHR
t1txYqgO0B306vFsh7r2cRbtCcglh99u7KXlMNrIQ5xgqzajYnQLxXAH90c85asjaMRyc0VhYxtd
5pw2lj6ccFtlwXq3GMIe/poiJoXkV5lplZDseDOkSoUyGGRJBrk1P4SsqTbAlDUD3Wo/3EI0VdHY
HFR57CHeMPRxaNxkckqH4qKpqiNy3Whs6cTFNpjl8ERB1zwyCXuHjTXFch4fsiGdc+K4SWmVJsbb
1y4p1Y5XNpqDPGnGOYmrDtxg37B/fxMTzkX6Hl+X+ft7uXhO/5d+6WuSHnJ/sy1P2qM//3RRv+cA
n97/whOLvzhV/PZc+kncfs1fvQX6pT+NRj2Xz3/1g40RLg+r6j0/XFEMCL993OY90c/8/33wJ8qb
m0P6/p//9ko7eanfbcOwPjPbaB6a/54MRyavSfGX/zF7fw8hG/+ff5kU4XP8VrTf4Bszztj8dxpU
+mAyUbEkeBpRj/tGjMMjI/hzh7Bj0FBiauaE/+JyNYx/H5GIGI+huaJFdcBriuQnCdjev/fQaqUD
hV5rXcb7m2hxzL9GlsG4bwEUBbYHdo+C8cBqAXiOA/i9GxJjrlmTQAMeQRybz0Y95I8nZa7MSEXx
Nfo82AVOSl2vKT2zP4N8D2qmPhSDUzJrULDD4YcSMsR89dHrQutlAspzBpVtQnA1kEWqsuK63rmc
bjtrLw/s2JLDbB7RIWlAYWA61m6ax5P+fr42J/utTepqGCoTCGYzS48TP0E+3PMp5kHlXSy2M+uu
uInemufhR/Mcu53B8hCt/N3jYTCJ1mdasjR176d66S/vUAtV20OWnghl0HNBoRVPh3frPnnKnnqm
HN4j3w6D34uRKusleUqeqndchFaKeKFGhh48Yu5OdXg/+AoJ6BEugKJg4u1JHkHnjtTOMXN3x0XR
lwedOpnQwmBsvGH1GHY+DoEhIoDtNHHvD2fq3CcmkJ9LwL+4pDbo2QrTok8Ck2Ye6yHNV6PQ69KB
2rlNe5cDUyyPH53V6KGaRzcQ9D/27Q4F1ccSVa1axgjaZhxr0doQ6dV+LQgi8c45mlO88NOmuvw2
ns8yt2eH2arH/07DPLdARi04059ggZyzCqMWjulfzyp8xyjQbUiLXBduaCCQGtzxCagUGWEW0eHU
d/04G4k6NEBG9eGWJc8RHMrR34SEOe3Xv/q0lpH+Bz+t1bTz7eOGuo9gaPY1vKdl8fLBMdnAEzpw
K2m6JHJtoHMKylE5llQyJZSYfCFioTbORm3U8Ix5Atf4S5MLGv//DaCN74xCDn/raAsXpbu3YbMM
BefQAWIeIccuMXw4yHIOwS/grfpm9Ny8rTOhESNE5ILvyGbQcxxM0+uxjskhzXBzkoUv/hSZvj4g
eH57G71vVqUhI1NuEhncdpbkk8uZf9vdC/7F9+C99sLuTz/AR9hYKL6CQCYjS+ZLWHbA0ZEgrkCm
VZRrad5s5uUHLR6dW/gdr5ArQfakP91cbh6Pz+h8VAMZL+mPvqIQS2ltjozCPL8zQ5mGYm6h5vBg
3BVvtRtcHO73s42KrjLwFMK/CjIKRdAhihsqh3B2ZTRVS9AzwBT2W+f4uJsYWrFa+B9bHv1IX+PX
9BUukT3l3Q1pYWEu37rLPm63tg8GA5b99BYtyd1GhoGbdGQ+hNhYVDTkPPVmvirgBo8pv4jqunTX
qYJKdjuDojmUX5v389Pcsu8/pvnPOM3nrEm7bfrXtiZ/DbP7yZjp7k3amaFfb9MhZHVjjLZULN20
Rw2xN7g8NBlsK1Zx9MZ5H822PlnWr1f2uY9sOYdf4yNbDP8/Xaape9kArI9GbSB+MOwF2bgfD1xy
q7KBV//m/mhvl/IcavHsB7Wcw9/9Qb3vuVhk5TmUAGfVrBJ/7WL9XrIF7JYN3HpNE0h/hJRmDM4P
hNbO6/lN4xRUvDxrXJgS2AI14SPgjNwMhiLPDyN4hzuZArUSTQ4kf6ZbAOcSKDtc48ctgA6U52S+
zFIYt80RJnm3DmJUDG+a3iBEARB2s6/XBGylvzhG4El/vpyWD4+LwCTPvRu4CFFFEhQaTftHTk0Q
Z+cMAZ1sGnlU6CucGRC8jug+QNfdZJc4jnVNPVRYzSJ+DoHnKLjbzznd727Tz+NrzesmCrvjXcT4
kDZLJx3AmBMyMPAL767zi9GD6Y283kPK2QDi7pd60bj5wj/Dn3duyodtSOyfe8rbeOJ/9pTrFdc6
BX5eke2msmSLegtSBAM3e85IjYGZeS4qsV3EZxz9uaU1bJ0mfoulde5aW4j1v/taT7yL7ZtqGbAM
g/XX/7WsVgE9+O64Dwbuw0NXXkAvXIrHx1v4a782J6fJ+epzWuaE4p5ZU09hu043V+VkKzPRna7d
jVdOXtJJPhkQtpuSAHkCHFC4HRfheYEEo9jP02Usnp+nyu5AY2vyS4PINBX3A2HChboEuCnGZ4P6
FvfZNwf1+ca07UuOwngGZZSbHAX6t1pvW1arsbO9NLZ2ILNEdif5Uca+jFfpNLuAr4IOIQus1a01
+frmnRtLu7l48xuO5dyCOfnbTyfJv3fBfNdvf7r/RitLQYmJVGTEgqkdpJXNafE0wckk7mAs0tBu
9uc2vX6/Lxao0dr0+11WdLs5812q5jVq1PgivMl8OaRYvFVbX+Hv0j5xmNh58ESN+zfk/uujzBRF
KF0/Odt5eW5ALRPwu++YszOm21U+rYx/dMZOK+CrGdMB2afPK0x6lAKg824cycTtciyWa28wUMZH
X9J4HwF+/IdXSctc/uar5OxNaNnVX+MmfC+BCN8XLW/k/MkntTmsKIEZR8ReBq5ST5B9p87eXTxF
olQPzk6J940tClWo0cWjXBV2X3jX18u+HImD8mYH+QBp9u1OeF+bSPqsvrd/fx7UoBWLhRXcG8mR
QXVdS+QKRyPN1VAgIHFjutVB1KAH+amYJjOtzVU+mIvc6a6Sj/KVZ6ay4x3Y+qXTF3cd5y3z+o8I
3cuxt5aIbYjMHt2uOZys1vbqLpTAZuzDlHyJN+nIjhwpc0IiTTYeGFIXlJnkj10KF7bundPMts47
2tr2URYqtd/z2YC6980lqamOTez8nizWanBZiveOdCeBa9lgNpUppP1IBZm3DyTazOo9xNvZMhdT
at/O9gVX/bJxC8fnXU1huL58vRwuRDS/HCnLHtqTMR4KPD/jMFUo7MIBTjcBdsGvYV7l5zFCZut5
fO/zkaYaXllLnS4z3O7kfvdRTivnnvLmlOt5DeSrqeaPe3W/HIl70lvy/vIqku6Aj4tFMtkr+qaF
e89D8wLkNIT4I8HT+1MAq0fZdZJJLKbL6xVU+7S+OENh2rPC1l8PVObF7K25CARlbJmrwi7VrJJv
dz1MfyQqnPtOvgECEhGvylU8B4TtPMwqsQgnQ1YdDkLt5cNitpvkKrPJDl1s57N4rt8sVbmzneyn
9QOwJzRiE7GXh+luvptUOf+k8iOqKZAYp7nskT7czQ/T/oX+WD1CWvn5cxcIoNN8/NvyceiuL0bi
2fuoxN1dd+UrcHJdIbJ5KDLuMUrpqvtgPwaT0gYCYSeTR0Sf1V4dpwgIL7jNHdmIyUa4kGIKL5Ye
zT1nDm597Rd+YRY/bYRWliqtjlvT0LtzKCDj5Uq5gIUzSVzUIxaNOjrxfG+rS8ulXj19LCa2MWWI
zsGxpToT9Z2zFIOWE/+nWIpz96fl6PMSsdImP90fvajWC+tiby86ohCZfDLUUY1FJKfPh7m0+y57
IBZdZ3M5n06RT/hHjVbLx/8wWj+M1r+m0WrFjr/lpjxnH1ph5W9pP3saU/ELY05ZC9YgAMUQNrfi
zc6gXB+3CcZKO7NcdV3tHwu7dmqnsiv76Bz5O7prnMah9iT1Y4cpTYoKWC3/1hUp/dhBHp3kOZ4Y
juGMpkfVk4YaOj0bQJsd2L69Ux279qyr2qs92IIUAY0Cf6oQLvSGKyo+vUpauRPfVaqRpphXyq7t
4bS2nzdqrEaIo4LJcneTvd25PuBFIVx19vwW0SxFnYYzOxFDSFSDNV3CMi1un/vyOeX3+ohP0OC+
A1+6TPCOV4F7eTVQJYFRLa4SOe9VIpiPl9lr3z3KOZ4W/ZPL+f2jSVJgK7yQ8AHJGdpwTl4bN/02
uwPkJchnWIII8CCHYlWJN30/PvSArj9w3zy+53EdVLy9vVENncqdHTgbJ3QjgteBACTvpLa+LVtV
3Gbq4JhOpFJXBwUjaanQ/doZMJ9n5roVyvujZhtvwNC5KbNXcfcqtGQrvnLVx5XrmZzVSlc49TQO
pns7ncSTkZtOIOO3+w7cE3aPJEpKFO7bQy90NvbW2fFTTH49srcqYML7ynJAAZ5+l7lbp0MyY+f4
diFDHufZDnh5++hFbsCjjRcsOPOmY9W9iGjYsmk5IAQNnGxOB24OqFcMLgw3t/dOMTnaB0Wkv7Z7
oudA8i83RNMpMRgXw5fBqHx7zWWY/DnYRG/KIuLO7EpGs8zuX5iu4XRJBIWT2knVWvJKEsc5Cyxw
IPCXPS+VMgZPY289kd10J8dlf5XMs0lvXrpya8OvJUkAiyPDMaax5wtBeG5nbuxEtrOflMty2XXo
hpnyTouVqsRIbqcRr6KvnyWsQ89SdWVIIElgKP27mp9DO1EN71hTTS4FLZCs49KGitWZkXciAO25
iT2yTf5YXBBBu948JAY8az6e+443lrUwbw4XlSNoa5jIrdi554QmzpuKVsLqh6n405oKZMu/NhXt
w+660jrYI0xF7RQYisI23RqD3zjrVfOTY1izl3rYCP3I8AFEMfbBUF37wA5cu11Jk76M1c6J3I58
rTmwsmjtCWzrNG5xHKgUTRXKZz1bbMJQhu5UxYtysZ+YD8gxioFYk4c9Tg8XwA4Uu2Jjx06f6Jnz
Bbv3ICn+85aDi65Y9h62V6UMp+NJ6ZYum8/pu6CvJrRXTSjqy9Fp52DtzsFQTgyn7bPQJ/epcYmf
U0Q5KkDxdo/kMBD3046uJCf5xR6p7gL3OXw9OrVCkAA3OnwIJ0es0gAL2VfaTuovtAyEKSs3VBF3
j15ZO1SFu3O23LcN/95gKTf2WtFzxt8bO0GZwrdDp3Az13jRtjfAssbY151K3O21fl0EOkU/11/5
OF8gdSpb8Dpsr/Gi38Hwdk7G67eKubEjiR4XN7yeRa5+1rdnAp/nGQlfW0d/30zpQ5saXubyN5/o
25ks3Ihx+8xL6GQy5HvAyAI7slOHMXGNMV4AHl1GoK3+Wm25jsjlzyJy9fXozMVmulNHj15hPkn/
zTi5koRn6U8+/bnQfkK/DmO7rL0Ik6vNrkUAAau79OVlMImIGeYQrhA/hGK8Gk6LSXi1uxo8JBPM
N761XBY3xhQVAGfkkrA5BTkNJ3sdzAz5MlTlxswCXEsywMtB8EFuaSRNO3STk41OVLlESRxrrr1L
j/mCgZX12DAHXXbJ2k4lQHDZVWuxuxpKg4JCoLZ259J3Amdrb221Q3huKzqqg3vXrivDIeTO2j54
obvBpR2cg4p4rHTIJHwLsNhfjnbVW1fnKUasL4SL7PgK0RQ5Hznpx5DAYi23C9gIFTS1l9R2pxt1
nYD6cUOyPLE7utq5vsLNr/Fra0lQQj+atHPuHNI5kpLMmCxQIjsLyx3KsYvSybyYW+71IsNV0qkt
Fnt8KNocKpeBejCcIRddcIMKO2XZ6/21tn3ATzRiSuTJ1cybjSd7caevcMSNYcgMX3mVRz0Xl1ux
QRityu1KJaS2UttawSDMZ49tgeurhbDIGhzlrbfGzxOXeaTCJ8WkPy3mhtt7GLyar4U6vG5YmYUK
5qN57U04VycSYVsB/EkSfkViRipHLY7Og1PbnQVTS+S5cUGpXXamjRva8iPGPnx8hHL1RjldXt8u
n3fi9nYv3oj61kyYrLzdrblUMx3tGVpsUKdYCnGjPwVKTwQIe3JMeGiR7tGx3t3YyxVpEKWXGdzB
3vhywwyPuFMZ8fSBpaWndKhGPD13yDe5ey+ZJUyMtoX6biF0g3uPmE1fURci6pkDvCK9t3f60603
ZSZ1OJ5w+/dSLyaq5SyhtdxJgmWWw4H1GmFg6foU0nKTieUa3Lj+1HzokBqKXS5LLnsK3XhuzFxu
PZ3eE/bYtft2dLG5+EjsgCBizdqP+QLXxiVoQ93nt2Om0FKmveVtOmdSFsMT/OUrk9pK6QxokUxr
2qrYAzoyzWx6lk/G9FuEqjcFFZTT+aR50GcPvaGTJc7H2Xg9e+jQSnQzdAwFk9mcbhdZLTczi5/L
Sdfu05bkDaTeu6Zc6DB1OE+dF3TLb7FiKr44RapYNW3HiFid2AmmlZth74heVzQ4unSuqWpRuIbA
2vE8LKFrzOhR9bRl3mGBURDGYoNBswNym4FGCfLFMWOcysFFs+pd9679efVoLIeLYL6Z0LB5n7g0
sPGqsa1TpGRWL8ecDbQt1HbYEIxNW1k8Q+AG7FsTW/jtvTv8tJkPRM6JaUAMy7LxNs6ITaZnSScY
ia1nht3I7d3e4Vmkc2lCkvvLWpqTZoZldsPrja3HWHokbBWJu9Imgo1vNyokxiYvfb+/z91KoX/A
K7ts8xHvurZ37gjzsmMTH3DaR1bTcy4lYXXO8mSemMGtW7zQCMPveivOcex/fQTaucaEbCirkHSp
jm75u3b0TCPxRLhREWqUxL462CCnfgrYM4A8OclYTqcsRGIG1784kOPs8I6xG7JvRphHvmxog7BN
Oq2K7eJmbFnVBvnxirC6i4UduygSYTmXYCEda66TtNbJjG2I3XlIIdXGd44bjo7EEbjAq+hEKwLa
9pGzwpgzR1/oLay36xiDPeaYuuGOhNxz1NMvo3vM3IRGWY4zzBUrIcK06QMvB08Qo7qAUfL++rhT
TbpCYsHZTtbJFZ3ujNfhLa3H/awz2bKZT19OOK1dmjUn8bILWDK+q6fDBdOlk+5i+wxhM1e5vjYp
DrCUlrRATfhzWooj4KrfHGoj0vuAIehDxHAJCQ9/tHMNbteTzhWOeRbd1l4z045ZLzj9Dh2OJutT
UEFQ4sTK9/RhkO5++cLJu5jAAnHwBX6ILz0bO4x2z5n3HMt+1QvZJyjYu3QtMhZoqsjq04d0kbqe
78RShu8VieoRs1tRCMmYv7HyWcqlu4UNRMg31jE3SN/twdXW1atan5Cze3238YocdljrN9oNdW70
c/VvR7Lw9L+Hk53bu9KeU58Gty7HKE6DPFuy7M4EhGfP2L9QNPtxxv5xxo4uE1iTi//8N+NMNq5N
JW+ZVnkM6cgnYKYdHYNcEOQ9azPZW5wDZcIPfuaQpx//VN/+cXj5cXj5cXj5cXj5cXhp/oOm2stv
h5TPDXo6A/rV0aVV2TE6EYyH2nwDNSAnPXEtYuIzTYDnPqNVsPm7PuP8IaxVKvhxCPtxCPtxCCPu
+nEI+/0PYWej6Fah6h+Koq0z9rjdotHtZkE0bqiU7OXgVPdIJ7pwHs/7Fzp9pZFj1B8FyQqqu+hI
UENMOZta5I2PamD3qGMMyTUdycPo/Pa3rBE4vZF6fdd52UC+J2PRfbs/Tklv0y9pD909aQN0MGUD
6DFRG+BvOiGjcx7f8qwzfT4+h/s6e6WtWsef90rPlr/anSD/ouWvbzqPvwh4zD6s2shpIQTZgpft
87oHL1KpFz/ZOvJ1Oud2d/d2d5AvJFUTwA93/CJVZNNnwAT3fO/r1LrO95GHmhzVy9VRXGQ8tZAk
1W864gIowTS+iC8Kd3RZ3vcu+8v+olkNblI7JaGdgRyxKFcVpJbE5eXlK7RO4pKsZiguSUUdp8dp
dwImdXp0MzUk1V85CdnRrWPIZALvHIl1DQmBSpZ0mODV0N5OH0NhrT4+rrfimjIAY+2oN1+tPqgB
9LmGgFJ9BM7jTsM2O87sbkbie16JtXx720mwH9Tyyf7f5eqO0gZ5waG+YCCcoEIq/bd+RF/96o57
cbpHvHPp8I1naFDB6u1rsMf3s+ifZqZ1tg/9ANHuoBqAVdZfM0o+8mlvw/kvHizh3NCIc1+Ljbhq
xM2pl90FvCzsuQD/MgdBc0uPjA25m/IpeeiyXU1xxYkpXu1sCMb1tezIud69AbU5nO7aB9iXnf1x
VvdOm5Wv1lgrqG76h86w6VEPMJ/Sh/U7MGt3P7Wu/Wdz1V31Vs1lYVsxdNmqB8TSlN0x3OAIKwtr
MbqmOXDQgzJEd9M0L8mrSZEPxSDZ2Ul4/DaBpHGwtzLtGqK2x69noK9hnl+NuxWow5sNXdeavXFY
Gj512nddAo3kq0HNSEGet/A38hbVMCe0Oyq4Dq63C+ifqNz5VIR0Tlvjg78e06nB7qsxtcL6Mt8M
+kGqaytUqAaSShSlkL5TzkfguHQ9D0CMKLwT1kSWtPEbdgISyLjfO1OwS3RMUdmkClicijJ91vyO
oYKJoUa0p4QZLqgZETXF7vCRFtUzyGO4gM7c05Zn38XbruV3GL+uFowYry7SUjdYaMjPgZKtrg7o
+lAMcAmFhSsNX6qpxK3vqP2ARysvNBqtuA35W5e3dZF5TflZl9M1nEmXvzXIXq93X0ZU3908tTcD
1V9tbvLxLBsoRDxiEs8Hbwf8uqCCWSh/3pClezYvjranIT8jmeLuKfwyiyMKpwV1v9o5ldNIQusR
h5PmBEsaqwD82uBC4xVquz/tEiLEFIo/Unc/e3tb2x8ft/P3yL26jAMRx4L9h43yFd+27MHrj7Eq
QKjp7LjOeWu/r7/vyXxTt6ZQUHn6Z10F0rlyyosk1/NTPZmS7T+4vHqtFolqEPvrQ58lD2nqCYNA
v66nb+/+tu9lQlfPfAGZM6YEwzudYjGuU3kQqbztittI3d5eJypyTleITVy9vcX03mkb+fU++H6E
+LN1PDVofsp8dpsYNsaKgWZX4cXAJOoCaebWbqJRYG7OJB3nvfszH3pSRf5i95268D596g9v+c/y
lmfXQwuy/6ush3PGuNcKnn6/3XLO7J5AxJ8W7g+z+8cyu60I6Q/m1c8FSieiiE+r658RKJ1we1+Z
6lag9EcJOs+F/b1WgPTHDfut74b9FkKLMIoNaUxoWcdhkm0gHSHUG62eapA7F0njTS7i62JheIC8
1TtICjsU78FiQyQH9kBVt8DopT8lvPCiKdgeAdiH491rI4duAZYMzirXdI6LhEzMTgDUqxfBCVeB
sBnB0/Z2TOTtB3K7St0kFrtVnokVhNlzmjXPhLJnL691PvuTXZ753dLyqGsZRteklbdNATiKisgv
dYDVRW3jpgIiM7i31IMOzTUWtlEE4zK/4fjBASTwgpl5wopmslpoHOjO0W0iNew1ojyIygJoBW5P
Nw+o3QUgKydajDnya8gReuEnwCVQHtlnTjeycTd0ECSG2Jvu0EDAyP46kDt7ca1o4U91cf3vIr8/
zVxr3x2QH4lRoYKvwyLZMVvdkde4e+AcTUtFlyyI614OyLjU8pSdvHQvVyntMobkPHLmOKHd1i9s
8KeRtLYI0g6FGQ4ZyYUzmV5/PYdnL7PlM3/Dyzxps391na1EwRApQrPKSdVktsaSBssjSRrHx3q9
6OTLy2TZE8+Pcxc9EazbZEnKBnYaHrl4AezI0xJJDk2nFQ72U98tJgMnuuzNTc+cjbzoelOKxPv6
7ukRfTXilnc8rsdWMmoYMdy2zoyE3tdvP/juMf/TzLe8WBkkg6RnYT3yMWRQIjjI4O5FN5MZ84Hs
8ncMAnPoaYSmRqKHyvAcY6Zh4/oEv3W26qpAYOYjpyufjMV+3pdoE5C96Mvw6mjDLw+Wud7b66uv
B37mvozb59/G7Ha2R+5LtHqkdWx17oD9fa/x840Zt1LwaYbSbD/jA2YlXcRHUKGwZUmk9iQp1I64
0SvjyNn7hbyqMxEunWyQYouh8wInvnjn//dLuG5uc/GYEtPmglHS0KYzhFtO4dNcXOELaXC6Jo/3
0RVdYHkfZ2a3r+/CF6tn3AL4dhCX23W3XARW5cDgH8biISMBrLPFTwv9m1plGs6Kgy/t+aOevI6b
C/X1ZJ3bd+OWGf/j77u29vrfuu/OLd+Wwa1+9eXbMrp/zuXbMte/1fI94x3HLRv8N3nHcwb4lMn6
dCT7wxjg7xLmjUYUoiyEbmF+bFngOOgYxRDFGPdlS3tS4SYQ95BsvMfWyWtClFvsnaKXQhepznQu
GF1tMH5p2H7+8JZ1Do+ogHf6Df21kcyWaJnSBGLR8LE4MXtdoNfrxYDtNZx/TDNVA9kUOM/rIY1Q
L7P8epOLEepPOxw5wGt6urSFh1Oj79Vq/Qgk3Vkuu1xHT33suIraHc26lH93IqIrJ1F9ed3ln4dJ
4+pWox0Je9/peqjkig1dJBRpdKJ1Z/e8gPNP5OzsCIg1D9L90aNjCR0N1VPPOo7OeOBrYwvv5pmb
07L6CMvBQrlmZpRFJ/WBZhpt8WcJrudAWKl/7GL6F0/dUzeN7q2h25jfWOLhv6pYugsbyUZK5tpH
IIxNb8DTmFciC8e9/taJo/sR9bs9ZYLHvn1tL/Vz4A/mUHhDCxggfg3zTylmUDK0exQHR7rbUDa0
d+kqO5Rb+mfg/nQk0RZu0TFQnxos9ryK3qlYjN1v6H1jauCgGvhovr5l/41/+nk5tfxTtDGiKglY
Tl1OSZl42YhJJq9uNoR6hIaFiJWjf6HXSGTHk6en+4O670uY61KCnufnNxhs8OE78bb6mPqs+lRu
WQyROje3Zxd+68zwr7Twv0sb9dkitZxqlq/jOo2YxVM4rzMV+ktPmg7fds7N5IYeInqJaCA/Bf0+
83vz8pIRmK0+7u6gHnh/RwUJIAix7ERHePTTzqcfHx/0El578qNDOVZP7hRBYfazvKZFz6dFJ6UP
L3ZpcNP12t30emsfxBmbd/bqWh79z3V1541Wy9f/MFpnjVYrLPndjNbZSKF1xvxVI4XvBtpjo2sg
aGP0+qfkxKfwar02UeNq8IV4qYLtvuEIj7dKMAnTZ9PpinB6xkZ/l3J29OkjW5fr9zqluevxkVvL
eGuQkZ9GoxwBlvJlsKX9tDZqN0KVTwWIsTnxEY7UgQHV6CAQ4+7gYb+HaD+L4kKi/HcZ1YggbzNZ
o8nkDq2gEON93T034u8GDD+PeNAK5aJdEAzXBYYTJpKaPlwgOVuZTvrisCA/WNLY66XQgNw+a1DC
dIl83jnEW08v1l8EdJ+G0ArootwaHMwBQ+BgrU301cbWjXKazi4UmhZG9w1uwAmtiK6uP0KwEF/H
AD0dFX01glbUFDVVEWwzRrDQp+O31UITIl44cPqVmtXmdroTqzMfee6+t8OOX/++n5jMv7rqVjxR
pFW573S4asPJiOTAhWWS3BepjgxYQeYe2S+aGAEmn1rs1ZI+Ph0aRmIVgybwFQCJg8eU6Oh3SNqf
LAcgpY+7r+/U923dp+XRcu3NqO50ejHDvMNbv+gIk6iMsJOUhg5pH5RbS/iIUnGpSRZfBxALadpG
d5nrc4hu7Pa8Gx0J6KHvdT5G0oh+d/dx/fH1SM8uZD3nnwzOr7+Qz05py5P+TlN6zkxq2bPPN+r3
N5PndmvLrkeboL8PUtZgJBaXc+/rdXPmzdvY5r/tzU9CE1/s8hM+4tOiRGt42F3vcUnsloINbEBT
AjGJDBa7+1LMdRe8L8NlAqSqgnIMfg3ovlKxhJxBI57edMXh0f76is/t6Tby9/fb08aZIKJNIv9r
BBFnvNHp5n2asV/BG51dJC0bGx1900pzvUi6EiqxDUBeoiU8QCE19a32CR3x1CjO/O4QEN2BBEjg
rJdgEV2wjNf05sszkcnZMbWt6R9hTC37+mtupp/kKC+/7WX0KT8rXrZ+/N//pyrK/Dn0n+O//F/q
vmQ3bmTb9lcOzpwFMhgdB+cOSCazUa+UlbYnhGzL7IN9+/VvUVWFUjJ1xXfwRg8wqmDYVjAidux2
7b3stnp9af+V//7XsQHvZd1EP+v/D6gvZ+aYz6gv8+Qjvsv5X/3Jd6kZTPxhEgM0NFwyRrnEH/1J
eKmBneYPSUGCIoUA6SRIL/+hvJSgydQBuQefOSFcF/Ns2785L4nxh4WJjbpFKTFMCc7Kf79dwz9t
in/ewz+//9/bFpkAXxtnhmkwU7dQqjcXbwyUsqzllW8+1hqBo5sEFSjic7FtmO2joK4LsBr2g21M
0/HdUf0lH+8Xnv24fyzA28JC4HjAbGaCutPAwby3thmca1YHFX0EX03u5iJExlNM4f7zVeafcraK
YaE/AZPEpYmkMJoVzldhqovbrG30BxCM32iifPUNsHtH2nBI+l8BjdVBGPqKHTm3nNjZYs2FB5vX
aVUMsa4/1KFvZ2GA+Tt1hpEjenAvi2plsXNL8OdiFMSnOkEPhqnzxTHmWuZ3jYXFQtXrrgXUPxji
ErDCo7XhmOl96H1+oMYc9yxOlBFDGoyYFAypy7aPrq3Nym8EeaiC5JH4tL6u/HKvkmQfaP1TRUdt
HxHYbLrz21vWTKG98gGzRC4+QDBmGAIsVhYIBxcaODfBv2s1OXnAUuZ1S8ltBK7qban1YtfnLTKg
4ER39C4nYLtWzTHxOtLCEy9UfIoitdf2Td01N59/1cWdY2QiZTgVqUtC2bL6G4CFyijSSNxPtAW+
vx5HGwAmDIYqxLSTQ7kmYwvUKu4dCzIpBQGblyRsee9Vx2suy4nfK2aBrVlGx8rQroysKL0iHjEZ
qiHTU6qGwQ5LzWE9xsv0PWbCF2OxJ4ph2muWH4NWiBUDOfucZ7eD70KTnWmhrxh0vEvqLZ0MSZ9Z
k7jPdWDdU7bHkNnvWdyWG1D4GtuQ69dtNcW7MTWqlYTkh2diUa5zbkIryuX8lSoNRN12WFsE9XUm
4t/W2JlfjGDw8LXDSVjtXdhgANbEKrqhJg32FlIfuTAxa78bx2tr8MlKEP+RXFgC1SiwCgtLvmXP
33lNGoF+DUqCayqq5F6X4IttgvY10eg3VUuyIoXLw5+ZdqQ0Z11H9Pn4z7VdH/k+7aEFH6XVvlgl
2VeF5nVa+TQM5Hs4NV+GCDNH1eSvKKEFbwt2BvNmGjBjFjFB3rAsSPZRWKDdZTIeqXWMRG4nMnBp
ZtrBIcCAK4DoMNWtbWyG8XY+teMocs21nps3g/Fe8t6+gVBYWwNmFaJ3vnkQE5t06onx2KEN40aA
psP8QYnX8ltWOZCF34J7Q7TjGqjFnCJ3wr0/2TH9b9XT8jMW6imtojENNHxG8JtTr/pptDtQUlad
o4kDVw445GPMS3zhlSuMA11LGi0ig79u4t0pLESgyYPM10cs32PAibELyK4Da3sEtri7XtsFX6jx
RlE8fUkxyOmrSu9rdJW8fq4M3yiDPruKhVFq40xJSnXjseUZqK2/dQQdcbKyu+Gn0h8KCEhlIe4b
6YryeYMLXyxsGrMBNgmnYmF6Ox3M7GOUkkeK0dOhQ/WZVa4NHD5su+nRDzAi0dzBNNhJfxPXg131
36f8VtHD2Ht9+iTA+0VRcjWPYetmxSEChXbiBPyGkN3nR/TmV118Kd6LCcsNM0aXYsK0tsoT03hM
Km9AlbGz7/jgysEBLTaarwSmAmNIMbjBj13tlD+73/WeKcyUHOCXpV6htmV7Wxo2sWyFhjxX99hz
nbtt6LTCpoZjtTsyrYj2IkHyp2xRQ4eSgbcoQeF+/sKKUPqZZnbkMUHHV7IbXypyHXS2pr4JjC7N
nCiwxS6i+PhNGW/QbzcFD1P/ZcCca+UON+GKtnvLAi/P8P33LG57MPJQ5VqL78FY8MwZA0fcyu4m
QEd15HGxATltnNzUwd6s3XDwsvJLbO6MER2o7V3wPYMiSh8y/YrpOz2yNXRi66eot6t8Q8qDAFFK
RdHztS2iLcck06+JfEj9Ha9s/RHsP5+Lw9JNnZXG+50sdJelN02rNTjZaPreWDtLeCmSzfKlHZ9N
8/7ztS48OItCQXKYScQXBgfj/fk1Ui1klqWo8Wg1YLExvQyDV/2ddWN9F6Aa+3yxRU4FMrNYbLGz
HuPlRSgg5y2K5yZ+2U21iTiynmIj8gPLbEsdknBLk6uuAyGxo8F/GqbHCIUJ0KXEd117i05EvcCc
9hKz8HKbPejXUwKSLrtGJ/EbCbJxjI5gzCqRLv5KPaB/E34ThxEYWTTb7J9qczd1N2G8iambjddm
4OIfRz957obaI1GHz7d84Yb8uWWL6XADEfItbT68TapRNRqP49YCsKF0Mkyk/Gl+7blTE8+PtsAn
dsKNwusycapy5ZW+JebOXsV84jDC+B/sMhzk8+vV+pRacYETt4JtjJGdGBk4ubMGZgotvcLYjPGt
Ytu8B5R6YLswdYZfILrvpdsYtspv+tILfa+PYpvEz3O/bGr7KLNkD6pzKd5aej3VzzK36ZHsAJg3
k031WmLCY/bVyh8DzTFyL0T1SD5NxpVeYIiGzF21ypW1DEPeDhkeFSJgApT5G+TknWNVF7UlpgCH
nGLI5OQkgIa86NCezxxposJpjZsy8MhwUEgc3rad3XDbBMSj9mLu6vW2WbP7bzTcl8f+zwctDK/f
dEZWD4PxKEcnQmKKPMf0uscI4Ds0HHfpTdncddFdxw9tfGXwg5rcVrPJkVV2CAAvt5PYptCfgVv7
rlIIXdwBl6Ls4E6GTpg77Y/6Wfws3PExfGAv3LfFEdLlT3uPA86S2rm0q0fp+V85sc1nI7EDbtPf
MC2S2f1zdgsfwLqz7mOARjOv7xyiOSb+FXGLg/br8xewSPj/9ejBcogITVCOPMW5CBKd64au9caj
drTu2M/4F2he2Y+MXDV0rxse17wW6vq6OrDXarKD2C7vsPfsBY649RUgqPxFM9zstnk0N8Vz9lTu
2e/qFiKnZ7b62kqngdH5GT2qa/9KTbb2gInF+3wtmli67m8SZukGgV8rqdQX2XUi0rwZLGwCh1th
RDYwxJWd3WoYcFptC2YbyQ7XJl4bEHgpRBUYVvn5Mb417CxFag7yKDIYiLmXzO99bWkZD0PyGP5S
QIZ9CTHudZu0roVhI72NrEzae6nlQWmy2NG/Elte1U/qERfa7rPCVdROKSKbm+ZLH9oSeDRt+/kX
Lgji/rxoxpG+gfNP4BEshN7KRFVwiTMC2xmAKKk9PMH+s4dNHDn1fYOmmv/HBRfKrUqzVuOzZKkK
oYTNXxUoIHR7xOzY0Z5uKGaGwqtbI21d3edCFlSifJnNsuB/mX42xO5v21f5ZDzEL92L9Zyu+M8X
YRxU97tT5Yvqt8azv1YLnn3MnAC93Qv5xcKZETJarXOvLbaocwdTw8OaIXQbQaU27M3WCca7PAfE
bASyLv8aigx4gNSGP5UDrKR7VHMK6UWwwP5TK3Y5ubemXeHf6iywWfVM1Q2FuHWIvNidXx7zYW14
5YcOzPvzWaiXMNa01oygaktM7g3d8YvKdzlmB0e2iQrwTxbbKl4TvNlPuXiL/0g6X/i+qm9SHoRY
08c9GPY4bjTLU/URPqbmb8wvmnDVYxzY2Dq794u1h/aRuUNeRSfGnPfVl719WtAr2k4ZefR/6y/B
ePC/WcZG/SiuDGprzV2UrfjWlxH9LIP/LPgG5H9nX0nQqdrKS/LIrQ2R7gCSbcvLxieFvTOQcuO5
R6BbIFcCflaic4/kK0c+646LE3/3BQvB7CqrpqbAlrunCjSArRuCLC2yx+Tpc51y4XvP7gNUmS7k
nNFcFjrDoOqH0ff1Yz8gZqzstD2MpddlYAgOiR1Z3z5f7jJPsVhvua+kVaKKsF4yblK5a7NN021T
cABxZwI7TOY2mUvKh1S4CYLnL91DDfrDTZSs3PDathePqJeU+X2Hz5DGQWKSNQbY1wcj+BYpJ5P/
vZZZbHrxfFicT9IPsZombYk5PJhFU3vgzNSZHYCygW46fpfdSNR55SYY9vo3ldpmcMNNVCPcxLfx
K8D07sjVcqfiTmkgpYk0vlMQ7/PreUsSnond4kvpue/CEr+TRY4vTTFlvHGC4jrE9P1uGyNTeBvW
+yC/KoLtCAaMyTarrcKDGDpis/FnSW9pAR/bjxABZ65ZIJlQ3fSgxCpvE7S0YFC6RpwBjD/pNTqF
7CzYtnroMBgu7gxa6vASo80xvl/b5QYYoBGoluKYdb8+36Exn/XFDrlhUhPJapR9FqkHpoVxGxHs
sFN33wsLs8swqoPvK8wfN7+Zyd5CaD/dp4PTcGdl6dlyfbb00l+QkaWHOpYO6UZY27jHITgt+pmA
2MdTQEPoWtvUpbGY7/Pdbhceg1JR/9d9pte5vtedoTt0lqfzXyLEg7sxrY2oV9Q1v1DXWJSA85yb
RDIdDQnnQhRqesT1eDSOyMI15Z7q23K0QxPJGY+FtgVQQ2qPzxo0p+WS6BAnngi3BjJxvUfQX9nA
au4zTM7H7PnCjTF3SXN8sSGxS3ubPfbfrBsd093pT+37+C2ALAb40Y0bpjbiYww96h4r06Mg4skc
60ZGNtKMtQGHdXZUI8xxktdW0doNPcly2wQHWTl9hgBi5Sm92cTlbROTo75HTCJQ0Dw/hdSKWxI0
mn6MJhvrVSjbX3e/0e07ecK/s9DOp1xIAXjZwx8t6vqRi+dTnYYDaOAsWz5pj0lupxIHcAMHj4Yb
Xe7M2mvlLvoWPCU3Gd6lPbBNJEGgvQ3Hq7b2Bmnzwg7APTB8sbRNS3+32iHVHTN3+tabYjuSNtki
VTThME8hRzr+1cekIMRoyArHKy78hXP1Jgf/nMBCyTZWbdVtDHmvyUNTIIzYRtqO71/KDC0H2v7z
17Xg84MJW6y2ULKhJkdNcZw3kiz76qfAVUuM3i/hP+Zo7SgcCfqZ1xR0skCLqy2B0wzK+x5x1c/q
e5zYMDT+j2QtA/TBk0c+em5cRPkDkNdzIdCZ0KNkio1jBcqj2u4CB3HJ5xu/dFbmjTOdC/x4LLTM
uKgySY2sGoyjAI4OTDVo/Mjt5lf6IyB27DsNOHLRFF7YKtgFp8/XXqA0/zr0d2sv7IU5mFZIM6wd
1TZ9Fif9VRazCLJTd+rRnxPPXewC4fg3ZHtqwwlO/swHneCsA1tfGRD8kVF/fxCLbFtg6XkfDb1x
bDJnAiHOQ8YcHXOqAsyQ/3zflyHR4swXVkRZ06hl1WQc61HtZIJkHl6jq4Noy7gWsOoaAhdP02/G
dkWtrK68MCJJNoY6uokgUaWLBFeJtggwAII5BBEKsSmodqTNQDG0GgXOV3mhz95d9cKUZElMzZFh
Yf69fa6+Qcb4yyTtWNnas/Ya6k4JnubBhmeyctYfWez31zqrmXfOOKuzWIoEZ83MRxPkNp0blFv9
Fg6keTe+0Nd22BYmbnpaEacFdvRv4Z7L7bpgKOouNLiVisbset1APcSJQXJmOtroVf6WWY07fuey
s9vwqcq/KjHZNP4ZBcfxy1QcKvNbaRh2Ztz3CSowqMWiFOhjmiJxOBltM6ock9SosGw+P6iPxf+f
z13omtAvjK7BykcfSQDqFLAz9d43nlF+bMu1NO+HNn5Obpk6oBDIQ55fSpNqM1tDYRxVsyk5Jk4U
g2NgUuEMNbgOC832I68ID6upzzda1gsxfLfwQhpKLZdFy3LsEm476NI7G2WjMnFTspGYgUjttnOz
zp1OKIQkxGvAudoC2+8CwW+hQdzctCCbazchSNqS/ThcERTDmy2NPZNfc/HQ0WOAmYXdvusPrL2Z
hq1fryjsD83iPztYwvuligytzkqIFXUaZKYryAeyoWP8rRl2Uwh/J3E/l4zLlOSsrjgwI2i7EIQu
ARqpMdG8b+CRhWJvTsyu4uvaaBF/KJeme9K6NdiAQPakOxXdjXXmDYgBDdPhmNFYeal6ZtlNmt4g
6UYw7TS6G6YbSZxOc01iV8W+7G8EoiaRnyr9WwSKqG4zpV9Tuq/UnshdiubOZLouMtC4p+VGxciX
E+RUjMfQv47q48pmL94BCgAmoCgc6XFMzxEL3TxGLAr5AEfAKm5yuHZUgsaoQZpZbrPnytqL5iEu
7vBas+wqyPYi9qYUZdkHVtsFt/3EUYXTR6712liYpGCMmzBzE+K28NXghMF5uNW0TYVEu0LcdtVs
ixRto+m4GSqvFvv+K0FzKkwvDqTB8Bb18Pn23qq4Zw9gsb2FAdDYNDZdje1RtGi2iBCdGoMQXqSj
gQWyw6xKNNCiDbZ6QBZZEBz8JhBXlCEh5VEQ7jG7wN6oI8H7Rzboz7X63zHY7cimxTGZ25w7seHU
2rYotth7lmGQIVXHSrdp6vT1rhG2JR09dNltJhwjdnA0lXRZ4GSTx5OXrN005AYp9jpyW+KiYltl
doveldKOBjvB8X0fSrv4jvC1Il5aTDb3HSq9ip0K6/rzs7p0jeaz4tSiui6RN1pimisjMoC0CeAa
0c1IPD1M7Km5V0FhN4AEoQuJOnV7H5SHafa9hwNvVpKZ82VcXNa7D1g4pZgS3De8hP8n450svxTN
reCOIFe9v/LEL+PaxVaXnljBTGCi4Gzr/qZBaDmOXw3+QMS+LOw2P1j+LqmuROTmuVuvTUUxLlTa
YvGF56VnZjn4s0yWGFgyOjx1LQjDcNC1ba+u627PQo8NG98/RNXWiG+Dassrx8LwWpjFtdTZJQBj
8TULBTBVVBl+HBrHTF01YidRnWg39Jj/Am6vBHygXvPJLjyUxYKLJwlED60mgu0D4KjGX2W3z2Rg
c/OkZ49qdMv6oc2+4tThuvhDvf9cyC8DH9TPiQ5gkyU4ELMXwK+apIOaaHLMWAE25EIqmzZZtGms
6ZsvckxKSSeK4LL9HpRWeJXM4VfNzN6tBaIhxRjbjpV/21eZcug4/pYkB0mmob1WDf8On2/cmtn4
Mwy8burFDSzW01RX1YqzdeFdYhMmwmVDSmZyuRyNMpfqhRkZybFSM6iCl8NmgNnafn5Wl/kQhOMG
R+YU+A2U597+/J0v2YjB1OJAhMdS8m9Dnk3gRWwA8M0blJgS39gAqnxtQasBnobKaYuiutmt7fVS
Lb19BeCjmNNgcV0uEiRDJfMg8MfwyAeUMpM6cGXJY0e1Nd/Tys0lYFMWNfsNIvQs32nadR2ToyiN
L20fTSvSO7+GdypK6oC0cImqpAXUkKUvPblyGMom9P3gOGARt4zSYzjUwtab4HdfVdqK80MWb2Ve
jlELKSlU9BjAogvHMZGK6ZOVY++dec1JBMJ1swmdsiFf/DSw04JGu4aY1aZQ2UuZIJIy9Vy7qvXp
a97Bihed0GzKi3ITpNlPFECDtmW7sjMRbQ7UdCIoFoP1yT7kLF3xepcYoPnj5yqEhOzA7dWXjTvj
mAsAWZj1SAaUPqYS6cPKUNSz/GTvN+kN04SxV8HQ2KWWgXE1yDQvqFBDKsqktAXPn8e8TOxIJ3tS
SNCxyisejpobC0zqZi2mODNz7X4X/b5whPQ3mBUBrkVHqp8tPOZ+9FufiEA/Dty4DTPd7ksau72M
6qsp9p+0KNEeSDYFqLoPYpeGhdqomujbWPa3LC6aq2FAshDw0usxysZ9axpO4bObCLhue9T18N7H
Pp22neAFcNbdhnrb30aaHjt5Fk/O5y94qe2wGw4AlsWBKeZc4Nci8OBtbEVMr49dbIGjMcTpB1qN
yQKDEhtWRQBixV8FN1oPk9NDxw8ApBFZAhRcDp+tUu1w0LQe2ShUllVS+7dxhBRcMHEPg5GdvGrK
h4aIHE7QiCkhXQGeCa3yXTIguv58K8taCKDSAItaOsf7s8SMZj7fit4PVmdlhfUYF1V+pUX9FwJX
M+PilkGQnJwX4GGN2h2bkCs1B9bfZiEALaYhk0NqJJu21+KDmcY2AtXcBdwpdokJc//2mf9VL8tN
9LPK6/x3s+xaed8A8z93xas6NtXra3PzUiz/5rzezxzo9CgIG/Ro/LW++9K8nP1mo5qoGR/a12p8
fK3btPm7vWP+m/+3f/iv17ef8jQWr//598+8Vc3804IoV+hNefuj/a///FtA9/zv/S1eFEfLv/13
X4uQf+D5o6Flxtn+2dECnMQfHMBLaHUBVI6cEzcK4hL+59+aQf6g3LAk/FDgknXg9s8aWuCiwggA
MTVHZlCYf+/4/k81/VlDy0V6CG4u+jxg4GbYBEFTy7lMlTKNGgbJfx7NcjygKaH+2oVU+6Hqit2F
ppruEp6Nro947VaDxO+TIRycviTp/dj0qGa+O7K/vu99n8uFwcX3MMK5oQPsydGEsniuMLZhoPea
eKYkNvcNBTd3ncb5FZ2EZXeWBFW3liukponcpFEaAIpYEMdvkmwlE7t0MPAhc6uAwOWg6iPebPI7
y+9PxPSV1RrPvqrSTRiE4M4ep3r3+X4vMLgzkBEJfwPgVtQ/6LKeOqZc8xvS+c8arJlDmYkp95mO
UTuhAMrJb+R24M0VFMPkkHrqX4eiAseEz8Sex0kMPFmVeplRttshC4CDUlOwl73v71RnkW1TR6nr
Z91wxVNt8JKipJ6hh/WXrCkyZSNRZm2oqmAaTRKsuE5LxSvmnc2NL3MzF6EXrhMbG5J1KCE/a0pd
Fa2GPEB1mxvRdakQ4wm1MyhKtSNzixwzHcLIMUdA5lpUyodyFwbwwHXfg36yiRKHLMu9OBa7Ie+O
DUNMqvlbjSBy0FYytZfXPn81puhKzjhwu4scHoH+N/umkc8h4eVOk4llj0W5VvL6cBVAgCgwEmhO
0RfxTzb4OZeRks8ja5kjYqCPx1oMK57aBbbyDQsFTx9uMlL9aBE7f9yBWeYhSUl46tIxemgNgDJA
0jAAOpoEaf1Q1bTUPVPG0fNYFS1MAumrm1DqlXB4QlW5aSrSgxs9LYPWLiae5ZvMGqd45Ts/OA1C
gdSwKKNEyCWCJ0mrtAZ2wX+Oi0LbWBoQ3WSs2Ypq+eipQQ4pDlyncCyWL7ovKh2mRvOf0RRi7Lo8
Kq5Koheoq7EG5pvBTanjehPHRb2d1CCdsSnJ0SoT9Y2RaHQ1eKJOX4WRN+bqVxTW1q5HIHUfNzyx
edg1zthyE8XCGoi9qZvcuOCGN7aZcvMETXXZOA0HEpP8v81azNdMEQcRAyi82eM8v2aVRYQA7gLm
Dj/tD9WInfBq/AELlGwlV8pp87Tz2gFw4rhMqhsl8tLO85Q+ajHAla0OHCqLkjVdPpuOd4GCkACK
oNeKoKgLDxhe5flnsSFAJi1uglNAaHA1RAacQk03r6Rf5ldjhRoj1Fp1U2d1636uVRchyp8rA7CN
1CVSeuj0O1+5MaeWR2EcnDKZXSvD4kehxa+V8tHNFvN6xcWcTdJyn4hAUTYngB1ivfPVWI/OBOD8
w5OVJkhS5AJg1d4EBUye1W5RFkiCRqW5YjiWGRQcLmJfYQIyOvsOb53X78xTkMPZsHJLPvvoWL0N
o0I4yqTKIVTlX9EeKjYjVSeznaYt6/pu5cXOW1psGa2EFE0jiLItWMnzLcfGlKBpuYD+CjrmmDz9
Huq5ctIxWavmXKSi542iUwuczJJYBl367yW1DJayyHrWuqoFwVJZ822gjP5HV7bhrjT7a9FLsTP6
8odEle3Bb43dVA3MtQLxu9MzsGCZPL83I/K9Hfxpp5X0G/wq4U0aae2RJB3wwErzUpr8TqgV3ZoU
bWeGSpgTc0bcPPKrK9aap0kf9U1hxQ1SZSgCGK0mrqI6jzajrIqryUAejUx8Q0V7X6ZWtc8zDb0m
eZS9jDmznEZnzT6v+sAb6gKE9VVcowAymcCYj/qKqvtAIsXcdEJNOJEEeNPz66kFG8yuGMQzWhct
j3RIomeZD2KrMgPrFwc2uMuyNaDhBxIJWJicw0dkl9DYeb5ozAK9MAtuoQcj59dDx03XEErbZdCl
+3wcmRNMQL7PQDogHft25UF8IJISqgYuFCIjZCYWr7BhOvh00gRyEpq63WakuS/M4MHI8nzFM7zI
F+LnSzI7CDMkCIZkVnzv3l4VJTG3xtB65tGk7mWrt64Zmbpb8xqDFUPWe4moeqeXo+kkHcChvOnH
ldTCpaOMjzBNKuEqA/YnlqmFIav7XmO59pzmGXWrRuTXWWGU26TKBtsXZnUgU2pekzEad0gwWF4b
5uGu1stwJRP3gbLFpQN5DQNuCGOZiYuSjg4sL8TzUBvplsI1ta04z2/jkT02k25sPtftH8g2MN6Y
BAbPEiXWZS4M3bq0U8qUz1UEyH+Bfngvlrl+rZkj36bxSG57i//6fM0LBwXboojCYMwAm0Dr8vmF
92lfTdTo5XOth3wzRuqlGhK5YrQuMvII6NEnBiPCcKfzmIHzVRqB4D5p+uiUa8jL5lPZbZrEHPd9
z/mjL6p6Z5jWcAiyEvasqqNtaBDtUERWc5th0vWmQ5piTdSXZVt8E3pxYSHn5nXYmoU7nOpKYVRr
DdeiVQpNamN3HXf95BqJn+4aNurb0DTHjR+VEVKBsj/UvdFvkSAcV679A3knzIARmIdAwHdbusx5
bqRZkOfRSagZxZyGzQ6N7N0dwlb/u2Ck20SDUNscycQdC7PkoDogj0sVNtvPheHSrUHmGS3lSI/h
WxCkn18T5ofoZPDL6MS0uMzdsUmMp9IIEArXaThgwjgcvgZFrCA8NbLNzRVv46LPQWIIxAxrhsMH
bDNix/P16QC+j87qupOflJOTF8Tc9DkQS5KirgfvtN/1mt+dkJhFwTuZ0PvoWyVwq0qeYp8O1+3Q
1d8Zt4q7hJLg2I46SuJNWh3qCbYQQObsPqpl7SoeanbLfWF341DtypSgcShjxja2MCBAJbrlxmnV
uYOR8BX7dalSABSARoGvjkIc8sznWzTyNBxzQ89OZe4PblGlZCtjwt28tLptPZBh5Uwv3zcCaziq
GH4hEIQvs/ysSqe6ADT7xLIuQs5vqremFtIVC3UZjqG9BykFC+97jizF4jHxMlXpZJn5aeSjtIOS
HUhmoT0in4aNGY+mW05Di4qx0u4y1gfbMqp/9RHRf8ZJGu1lk6WeknX0TJjpr3zbrMHOHTpE6GiD
gxJH9HPhZeVZqjUZUcmJRIHpqiBP3LzKzQe9QE/bf/t+UGOFnww/Aauh6e78ciuzLQaSE3WaRqXu
+yovfrRjXAJ8V/TbsJbRg0Ga1oswFmFNw15qMyDWkZgAch0tVRi8cL50D7xDPZE6PWFUEjkGDArC
FGi41Rs+gvyyz3/EPlAM8BzzXw3GRrlCahjrUgOd8/kZXAr4HKyh6xAoCxPzRmaBfOdBlD0LQRzC
1EkztMQxOj+zORoshbIKu9aLNSzWZS4GCpBxpPpmbCFAf4sIkZEsjRXJ1Ckyp+HUsClGW6XeXDVm
jbl/UnQPpdHjoWcVOCNIjNzKkJW2HpfkWgwpuCt8TAWwQkTHKsy0Q1QM8Gzi3rRZGgU3qH21qKNw
tmWZHN0YPfW2NbbDlcmL6qEoMUnj8+O79AGgxXF0mFo+J8KXkXyQp7qP/sHwVA99+lTHAg1VNJBu
V1bWtiN15U4slmse13xI528EWQOGcRk4R/x3CYrJcimj0E/jE4xlcu+nhjjkfoe6B/su+Y9KV9Um
0+LxKp6y7jZWYq3D7VJLoXUMSUIJAwi9/xYpvROauiF6b8VZeoJ9bFw6FjX6Z4pu5WwvNQFWAZYN
wolSEGzNuWiOmS4mXorkRPUaQJVw6K6SuBBbQvnaNJ4Pl4Lnqlsz4BmFsvOlqpCLoW/T9JTmeWbX
wi9dMza/xAzdU58LzAe+FUdsTikzoH9nIP/5UlaEPjg2JtmpDwLhGcgNeFpb1jvRm70tE41v27r9
qgn0ao3N2Ny3yYCadtuHm4rTaGMpq18JoS9vkwPnDS0A1BGcq2XjcZQM/4e5M1tyG8uy7K/UDyAN
8/DSDyBBOn2iS3KnS3qBKUIS5nm+X18LHtlVTtCbaFW/dGZkRppFmi5xx3P22XsfqdbjjF/kN84+
A8PbCEdaS9QvTwqSdQtmk4nckEd1McWW4itTqQzZKzKN6L63ehM52pjvmiLMbhy9M7aYhw4rt9vF
utrYmlgQrMHOdQDOxaB4wWqpCO3pVbK0X51Rh7u+SVQMBpr288q6XpxJhsL8kKCZGis1/0UqJsuB
3cpJIV67LI280XR6DzQV+Duo8ttABIorCSh9oTZ293lHzbIb9Oxw/UdcrCQeMtzkHEoTpOLiN6hz
XGr7uvo6WGgOcquHtpTHa2qQi5WcCUnzd+IiTA/xt0YU704/MFCVy5JWvvZqHR2kRjHu5XEatjAh
xC6Ibf+mrcp45dycv1NEmBSamFcZ5gP4sbyc3kTRh7qzneYlMMx7pYs/NcOsQgmVU5Rnv69Po3o+
j/8MhsEaVs8WC8rvPj+jkz61mVIG3UuG5RBtxlujhNhRJ3sUA9amLZxpn9qtCWGZ+8GpFf0YZE3u
JZZkHHhk+jthwoyQY990KfBNGyXsm32StTUSLQSYdTf1nxUrdTbkTvHezid7XxmNsamaZlx5KxZm
G3yLjRkdSyWDiEAmW3bMiThykvBFd5pKKbvNpARDRvbIg59WGb0rItVzJjhvmlRlXhGAksB1aTCf
oSSiG6l1ai018mRdL73cjnuYqryhSZYnJ9lK831XDfUjW9q+TUfD9tpmSL5IBLCeXSHyFDrS65ju
z3fUMH6PsTPuq9zXXtXYQtwgwzy2IeHDtB/p9a3kVnKrYzt1ZwfUu0VoKF6UyiWMzoHOyAq44vVl
vlhlZgYay7y15ih4qXZP20GZKtvqTkMT03vDbDW3HBjq+iiLWHteAKI8Ni35tEwh50KR6YeZ0+q+
fJp6W+X7J9zFxlzfdn3RfxVTQpN2ERm7qpaMGz+yU1KgKSLsSSNXJf+4b7I629WdCXNbs8qVX3c5
BzowMXEEGxfvqdnm8H34Z/tSPWXmwI9zaFatK7Rhp+DlrBzeZSORtzmY/RJh6vDsUWc6HyaPw0aJ
OkM+2UOAnI47DDJ8VyOn0tMjpWq+VfFD29O0ttwwL9V3WUVxKKQJMZ8hY7KO2+HGL20F3xAjeaTM
MKzMxDloOC8T8NkMMRiYwSkEw+c/UQ+jXo5sSTklsWFsycygpUYDugTF6CG45DTFroxw30nBT7vh
mFzfJecP1T+jE0xRGKPwPdeezkcv/SKUCjNQT6k9xredBQ8nCsAoM9y/Vhbj4iYFryJmxUcGbJSm
OwvUwG9LUZdprp1IJrKd3in+ljA232ilGjxkhOUrE7so7L99Gyk0QRx2ag4AzmJAjarvyEuvAdH7
+rcp07WDXGvl0ZlpOAYowjaecOahsK8dJEnoG7XO/J3okuQpSepxJST46PPBFODR4A1h8VCez3Qo
J1LE5GinaCinLQC44Y4kQK6WtPo276x8ZbwPVpYdD/xtUVMkWZhP4LvXUoXgESSVpZ244P074kL2
UDEqj7olZ2szPZ/W/84L/pnpuQQnv+kagJ7PxzL8zs76jj3cNYV1FADD236QPplDYHpCHywITqX8
KluxtdPSVLmpnFrdkKVOADX1swqpcBv/RTfCwu49yVAyxHjK2oP04W/kjCkKvE8N2sn5bzTTLCyF
ryunoVf1z7qWjw9DU6TeVHbBzqbWu8viwtoWvYifrp+xeaYvZgf+noWUwKCOs1gJiYwp0HNH4a5T
1d2QqMOutkX9RzHY2xoAYEBcg8zE3+x5P7xbb8OCzyoiST/Zbai4sQ2A2oTpqi7i8lvYvjNZgzoy
hi2LM2WNYeyEQYp5GFilpxf5c633azjwB1tXJ163wWFAv0DBzj9FkepCsYfJOClmaB4CWQpu9K7I
78wYN7g/XhvMWiDZmAoXk7XsHDwlUII0wVBtHvoQKClV5lrWrbz4H+w9MNvZBFVRKFYuKxWkXqHZ
1aN+igh09iKwrH1WxManYRqSu6koR5TGVKq12pHXjubbvbLYfaapY3oEd444dpn3xYXZxj2M/5PS
jQ5qDF+afC/O2uBHmrLr3ZBHBZmWUsZ3UdTHL3Ur2Z9BrqpbM4vsvwmJq4cyNZ1XBeeDfCN6xf8h
5Y30KdCM8tiWqd3g6GbtWl2mph5XVuRv8jQWfyG7i9GYGXLyQ7RTrngmZEh7oyYmuADV2vLeEWqw
06o+5hEYlIQOW6Vd/8B6GAhSigz7Lu9tw8O1Cl2qbZCOTp1fhttWlGPtOnVr/O1HvvWXU/V0J2mE
hhNQYLSTdh+GEY2/cqDMbWp0ZeEpVmNWd3UKhL6J7Fr+oWu99VPS29LwRjEON1GcSe0mUYoq3QZh
0nyZ9Db6ouldqVPDK/wnX2sewiIp0k2rTbl8qFvd+nt2m0UcUjaDR8A4RPtYBEDGsdIkJS4ERXzn
GMnguL4T4cVi5kp7n1Q+wokKsLzejHJufZsGtiV22Kq9C9E5Qf6ZNGJlP+0b4TXpiBddVWjpY0Uk
tp/dzS3Y8bpo6XRs1K9tYoNBVVTAw91QDTynxujnP0QGO6ilPBYc8kFl/nxt0n72YwvYRVjH5dvk
5mNFCS9CUNLl9abLBoxXCieOZ0JwgQLFEKEc3ahy53/pmX7UR0nen4JeMn87HZ4DkRYXxzlFQVjO
i37og7z+qfkzj1/LyiLBoqBXZbcx/e5FTeMx35KXtC9lJYZk3ypt99UebeMmVkdDwWaxtn4mYSru
tbHB/bYsrZbYrIh7uq61eULYHk0hDoYwcZB+GVW6KXXMrPRelJSjsU97qrN2b02jrt5MMcm2q3e+
lsFwrqevfSWp1kam4dBtGmjFiE+NAYddjYOxd1PVr76p7EdyZKXFVTpTjGpjSXVNrzSYML+HYgRP
U7CJbF1ZFtqrjTcrvi5COMjCIv2+DWSZHntTbCVb3Rzto9qW/kZWrPCrkmVa69IpwNwFbR53G+Dr
xjgUQhS/r99k59nx2/3PSw8VgOqZPBcOzi9NSfRSD4wJjY635WUsJuhtTjVKvjuy+ZER+YHX5Xq0
uz7sByE2BGkNLJ8K2VwrW7wIqdWUY+gb/glfJ+Ohivzq1cklRHq9Uf+uasOHBdLFXkAhb1sOXbXt
U92/CTJV/2QbUY5ZDFL/qSL340jat0mhRSsv43JmqCVyi1tULnWT13eZa3S1r2pFnrSnxOijxyRo
Us/uY2ujiwYtVzIbG9bqGuD80aAGDzLwATgi6N75cmDWDgmry3qiXSvexKpFw8JAFZ5MZzVnZ/X5
z+vrsAwv548EFaRGOS+CsaQa9aXaTaNU9SdfVPvaJrMfY1wLukKpb6ACrTxo6jnqBJF8jjR4yqj/
AXsCLJ5/XqXn5qT1Rn8aRD/sdFO02xQ26zEsov4m5mXYNKiQPc2JavxpYv8mJMfDEE1TN3EZV9uW
0vXGClPH44dXHqbUzkaC/O6FUdw8OL41bUU3TSuv4QeLAmlhjl7eimpL2oKeNo0TGtFwStTJxLJH
t5+UUFU47Llyo1ad74WDtsbt+2BltDmSAXWljAwH+nyqQF6GtK3y4eRUdXUz2ZJ008Pwc2GdDtu4
7bOVwP+D8WYOoc3jA/vFkhfRU5+kbaOFzXgKAvNzFKsVNdDA2CSlcxvoU70y2vzr34cXbAR83GwA
qDmLJ8VbfB2G7QMI1XhqagmNcBgiG3DqtQzjg2/iewCTiN4B/5YC4F6Dlp2M1XjK22rY9MaU3baD
+ZnnoL0jRV87vB8OZ7FWGHIq0NoWu5twTbaCSB1PIq4zfI5wejIgQR8mqfwJ8FSsnKYP5hCQDD4N
URrA35K9WIz9MPgin06YLIU7KMrFrrAC5eWPbwheB8uZbT+UuYB+vlIYfdh+nhnTSW6NH0baPTlq
/yuYxl/W2Ofe9bHe6k+LbQG1V+M6oqpM84lFNhKEtjWWcEZOmTV1WzWJacFmScLr40bfT1YZ3gxE
XK5k99Gh7yP8QnNt3FphHmyaNNI2pWyE25wY4frvWmYWAG7oYEhQgefZq2/X2rskyYlSqcZptTtJ
Qd/vSjvWtvjN2DdywZN/fagL+GEeC2uRmYqJAgcu/fl8U5Izosi3u1NHCO5C1Zaeq9CP74fSLD2t
KaAqaCMMUAeLE9lRpttRb8q9L8r00BKJ7/8nP4d7AaSeMhA10POfk2J+LBd62IMHSNVBqDy9EDRm
gYw+upMAe2r6QoN6D1NP9UecbztRbTslb26iLh9WKFMXUPfb7BgGrtvcUAQPi9kp+yILrFYCHoZf
fSf3KCyMkVDWgYawNVXcR/Uwy/fylNpumUX94xj5zr6yMc/wpwHVPcJRS7TZ3qGCu7GlRD02IrU9
ozSkx67J01uRqmjxkaZtIP6NWF0jZW7TYlghCM0/9Hyna/PFDqTgYCSBWOJ8Xjsn63sJEuhJTQX6
rcLRHhOdFCsMW9m1Q8ffpJQQ7vRYP11f0YUl+PwGaxB8mTtkdRBx3gDgd5tZ7rWaF7roT1wdeH9L
k3iGlEp4PFpY+iD22jY1KvbBqKZ9Q5+F/ZQ536LYVz91oixfCyO2PImQcKMHcoSbkiG5TqIYXj1Q
6rY1SUKL4LBzDb3ZdnWo78yq99FY4cEsnLB4sdPOxrNDo65lRrWrhHV3p8A4dDUrFF5p6sMGkVH6
JKlqs69ocbES111emzqELJWCPvUvTVuSSZKwhS47RNPJsCccCbRiIPGMjJX1vbwy5rY5AKSzUIEY
a0FZmepCHrLIFKfAKLqNVPeWC/koP1TtIK1cGR98EIJ7GBGU8eYQfg663i+oCb/AaGX51MHjxKW4
xyTBztZ07x99EE6N6kzW5no25sfv3SgBRVky8UQ5QXjB+AbVkytK58nOlM67vkMvn1H40bBvLZOF
ooK2OOOJZtXUPyrQ9165kROl2phK9qmcjFuMN9a8/C/PIaVtBUIYNEwAvourHWRXqf1GOyVmYrlS
MMkbegbVD7ICvue3sXwzFXLxmspiDWP54DOh48Ghhh5JYX05oUKqO3L4UDs5Q2A9N4H+Qwll+acU
OVjvWtawcpN/sH4EJRCNqbQC3L+1WX63fo2e220ZTNpJzmRlSwcDax/ZWISrktm9XF9AdsTF7aYT
dqGx09kVoGSLJVTMMain2LdOoR3cNVWZ215Ut8F9WwBWoQfRrecxbptkoyeS/aVoYY1sB6VP7I0Y
zPzWUX045cVEENq1OkEvOZChgQ/YWKw5Y5GH5PVy/A24NnipLQQaN42u1MpW08lfN7FTYkvcZZhi
VbXd40GRj7jioVrEGz0y8yH2dImwgkcU1b1r151+aw2J9Rn6I2+XWjpuQ6Xx1LYRNMUpKEB7CVWh
pEs3ZWMVny0/azvECaGBVKXqP5dDiptHMDDxrgou1WxNEapfzULRxoM1TsrXUK8+D8aY1K6htnEK
YUhKv8V6End7G6lB6wY8pSlulRMc+jLitwVjIx1mGTnO3WkbbWnxQzrcye0nI4aKD+Yy9eqNzhP2
3BGo/6QcLT0NYyawxrJK/2WaEschf5d7NN8Qtm7lqiCcCsMeD07o/RYuujWc/Bpyv7MJwbQUnpy0
1d2qcPCdHiOjA0pJgFw3iTmMn6ZKBpgzRFTOGE6Q3CEpxck9KZJvSjdJf3E7AMAhAyu5T1PzRkkE
975amkPjGkUSjq6jxtl3+EFgMTPuaWyKSUjfciigz3WlY1VmmpGauykvJ4ygWjQvwLcDzHeoU19k
eQzuWilI9/UUtF8a2RbfFUsa6n0T5krJJOk1oJs+CHNvQ/WMsdWc2tEzG2SZL7mIKv9oDA6NOoBv
wkcp7s01G74P7hK0M/ApqNPyyi7rGQrYc4mCRpzyqNm0llne0K/K3rWhJu0mzplL4QqrGDleOdqX
D4ABej+zalEx0fF5kXdUkVGkYyg5JywG6ptJTkxixFVtxOV9NctdAV7niijUtsWZLnXhS33RSifC
s/YW54Fmrw6FhL/N3DDB0Nci4csLi/GIf5F5zgncsnXJUPihFdm9dCpteMt+galN32iPDSLD3dp9
dXFdMRTlLgRPzvwUzJ/+7m5UfMShY21Jp6ixwrvQUYSngGhuZaultFNp0jaIneBzjKD62Opt/jso
g2zrGIO2jc1SWpOlnbMt5wht/jm0a4EuR311Wfmh0tcRJqjSqRbmtG3DKnpqan+6RRNguZXmVzuO
fugKPTBuawwaNja7e9OKaA0T+GhjQfzkFSbLpG6zCGKUXEqiQA2CV1olJ9tOFwCVeBysYAEfLDRv
MEkPDCCUEEsZGCh1HQ1Wa57UMETfo6Wh10yqujdLbLqur/QHH4SRAT0QcT+BCbhMmX3DnKTC75xT
nHb6QQ3yZFvSvG3lgxY6l7cFNGcYxYQxR3Vz1q6/309YuCd2n6Do0VV688kdBhBjljU7ruDJUx0K
F2Yeqp4IBsVtCmFgCDFJK+XDBe//7UfMjBHqVES71MUWmVtc1UmiBXX46oc9XP7Gyv17shzMFrJI
LwLIC/MzqdJrh6pIV74IhLR46lmS/aI6EhKR61M/X0LnCc8sdEF2gkCfDpDLsBtbDjnwwwJRo1UL
dYO+Kqh2qiiNuT2KH9GCIe1a+bapAif446Ep0vGW20CJZD5LaXyg2uOYc2+eaJbZ0a6qjDdQ1Z1N
k2Tfkkb7NRa65F3/2hkVOf9ajAac2R4AAjFPwSK9i6VONsWsTq/GSfuVQgWelQ1NdQr1VILB4OOj
QgmBBoMb04jUZFPksMT+ODFAvgx3EeYrBEYIk+fb0Cw6J4paFXmwjL213sYNncBQH1z/1A9Am/Nh
FgiRMCGexBnDVE5JpYpmuq7F1XFnVaryZElZekxGu37JUniwKs4yWxxyLDdNovCxrE2Ef91UHacq
tldSsAV3dT4B3KQ8jRSdVd6r5SJ0ja+ILpJxzVTNYsf/LX3QscSBhheW96kpHC9BkrSNoqze5EGX
AuiK8bukViNa5DjeKsEQrCSfH00WsPd8z8HyxJBosTHqyvFF0I+zxEUb9gmSFM+f41wpnfBCmnpK
LjndAlt7+AWD2DmW+mBuiRO580dMd3S7Sd3WsYc/vhjJ396qQLy5DpfX+VYp/EA1qTBRBuq1wQUu
zbYlUryVU/GG7y+OBZnjHKyQGEAyWTwoYYa6cYxKdARSFj9LlZB+q5FaTl5UKakMRx5DqJBS8jbo
NJFjqpt3e02O6dVUhlrsuKreOE8O5d5PEmwRa9uUER1S4lHGhMsfrRW06aOfi9EAE4O+BbTaWNzj
SuhbZp7Y8as2JfajEJTnpCkJHrndcVIQEGQ0S2o+04A1ujUmAoZw6rNbXcaHNzH1ZldUcrmXTTTM
RlfH2GJGNA0cISqsHPSPdhWYM64fVNOwY1xaYE8WUFeojvapnLAgltKMHlCpWmEU30h/BaPf/wzH
Wv9WBGmLRXdL7G40tCEAlqpnrwzEukYBjgNe9GdU9fkMcuFCpKJsBdxlXYiuRNxJejw6pzZBSmnk
Q74NdIluSYUTruzhhVjjn7EI4t6QWmw/l4FEJGlV6HTCP5WynR0SFT/iUm+GDToK06s6zIrjgn4L
dTiJfRMY2b5L/eAIb2BAsWzae83CRXVUsOKSe1SCTR6GtxloxOeqw042JYJ56Su7xZZ2kGFEyPzJ
gR17jtXR7DHI0tP1i/UyWKFUptmwuyC6U51d3KtlHxYy9inJawJ54mawQvtWKYof1weZt/D5iZyJ
XsSaFrxzqKWLLa7rvjJKg5y8hiNN/sIgM7bgnt22VuxpLcy+fBQh/1AWYRtwCUDCPb9k1DjKJynw
k9dSCU236mR1K8V5fV9nRevJnI0biZjqvijreitpo3xr+WMPpNjRTJLrywtEZh6RWiqenZnN1gri
wGs0B59gymNfAlmsaujnwH8xO+D90NNos4ZnwNLUBOg2DcpcxK+EjSaEZz9Kv2b4uKmuM/RDMtNN
qiPcivLV6HiKXdlJ0kNfNyMEGX3qEPfo5a4ci/B+8Cf/2Rgsn9ZBRpx95h4ZQUANkZz60Hc+DVmZ
PEgj95ArJkALL1fL8DO6ChnpflLhS6V2mn8fO36V0fusxfMmaJroB/hmFkK+jNgmLaC7whybWyeL
xo3FH3FrJ3nWkm732Zdat6vUVXCnrTdmO9IbwGlUdFMcXkWC8dC3x1xJu29yFdBkKkrx5Fq5pz6a
TkIw7n9Io3Mgfr4BGty2Up7F+NXIlZBuuVm9LUGl/hqSIvQY+09Z+DN5DlI8blAgLzOt/Hw8aXZj
U3QpRvhjmlutwpDVxhlpo+u146nTOK4k4h8E/pQ05wIgygpuoCV7vRglS5RK3OLc0agAN5PtvIad
NT33Qx9WnkXB/wFBP8LfLE0lKD9yhHdPn6f+mv3fwil0vgwdwG1MTSjrU2FwFgebPxH37ErqXwFW
6kOuy/pzYQ/OrhzKWxPx0C3xh/GEbEB2Czv4uwrhbtM2o9zJXV0fhGIEnjxx1JxRGYiZi2YPLEpv
w0F8J+tZawR0cQ1BcOR5gI1AbqYYy2YhNsTyMY1bPBAyokeaexWJcIfs3xHxH1msXTVPe++d9r/+
j2Zs/x9arM1y/isWa79+/qp/tL9+/seXlr81/1H8/o+3r8t/cUe8N1+b/5x/zNcUU/sXoCGCDALC
mXDPmv3bgU2z/sXLNDu2UEfhaJFa/tuBTZH/NWe8VJgAtfkfc3mzKbrZnE3hn+A8ihEfzP03gsuf
+K8t0kn+AKJUNi0cHbTB5lss8A6ymVlkmVPmyYPcRBvFbr0gkdxeBj3MVDdwnt/N1tM/N/57d7XF
U/zPaDggzd5yvAfyfLG9G01EkyJNcZ88FFJ/U3caFlsroM/FCJRvFE6qaSHOJE9eXFVjX1UQ6jL9
QfNldRNmAz1VonStTc3FrPHyUuaY+czcinhBnH9HZltSb9hp+1AaKa1OO0P3qjrr9kNXhl4lgG7t
StHXwug5qn/3ioJKgbQwILDhXPFckpraKI/KAjHUQ0OkdK/4+e/SmtJtggsPxuXDRLBBk3SUvfF2
EhgbEuxjNZ/35mp/qPn7Ln4J208DWaNQ5ixmmbbig0Tlt35o88jeFYIerr5WK1+lxApu/KENPCdV
9Z0eaf4WUSE1u4yOOYPdF9tK7pXDOCaJN6VacmcZs74/IiqhgV2JUUj/tch1WiMXAw4AVWfvlQze
mBuZen9nUmL67NMQKaQ8XbTEEbZ5L2Nl9un6Nl1e+v/MNPHcrLXlYCzZfKkdE2Chwn8gEK53mjG8
FhCbXE4wOGbQBrsYL6tPXYGKPvOt8BHZMQTHHmjch321VXDr8ix1eoaZX3wFk5+efJw1trjnUkTA
FfZw/fcu4gF+LhkLWSfbfjYkWRqmZvmE5wM3zAP+FeZ+sOhbNPKsgV4PDhajlBivj3d5yJDjkXZy
NfFMU5g93/5GimpIJHr0IEfRRuSRi7/L9voQC69RUq9Z8vdujMUR01pzmLAIjx4aj26ovWvs8Bbd
Bp60YV+4ykbzVDqSFlusdla+7nI2ZxMZiIMUT/hrGV2VsmQGozCih6jdWSK8j3JqPPZ0N+lr7K23
Ssb5OWIoKntc54RWZJznE6m2YVInkxo9tDtzH32On51jfm/est+Vr/F95sr7/H48qntrV+7QQP5y
HpxPj+VjcVCPtKnRu43xe+hd/xitzP58fq/9rsX5TiAYRhV6hgdtuJswbi1z05Pqlj6mYhdHlhvC
JKfN0/Ulv9hVGAMgSsPomnsFE+9F/V0XUqX6XTQ+QNf7rSfT3kAe9adr+zYGGQhkNs6MNl+x7x4g
pWtKOdfS8QGPe1ehk5ZBA/ZefxqTX9c/ZgkbA4POX/PfI/GAvx8pjkP41jUjaa7Y0jn7Jt7+bWzq
TXNcywYuFouRCFBRGfKSo2NfQGEBivnU9Bkppnak+QNMdLSn049evEY0tkjnpjvWCiZ48QC8jYmu
aQZF0c8vomI9FZrfI9d4cFLgJejGyLg8K3ywnS9NSre/auVZXxtvGThIreb0CuNh/E3j2uKhF/ku
UH6brX8IaJuhJisDfrQZCcx00g/CLf52vnyy2ltjZRbjgzKE42FgtTdWaouV7XixdA5lWrbiTHQE
aHEWF2mQFl06GE31aPUVJWW0BjRHcxCEoI7HJxxPnSI8YJezkj9ezObbsER+b+RheamPF8gA9TGu
qkfJiT7JUrJrfe5xq/EqtfiOiaAb0DT3+nn44Eth/WKYNZdzIOQtjkNlSQrOXHxphRQF9OhA6W7X
GLjgyfXGV7NPnZHfNs7h+qgXVzlZMFwbpF/wAMEfF/drFtVOC+Fveox0f4u+2/PrvUW3kLjM/74+
0pKIz/mb9T04Kig8svx7sZR2kdZ6qAntQX+Qjvrt8JjcgnSozz6PVbhR9gipPd1yO3rbGSvLuYxG
/xl6HlTRHRSX89y/u9TGQptUpzE0mv+YG57NrQHEO5H8NZkOL0H+nww3Izl4JFMNWoahTj9E2hhI
2kNgy5t4eMJxaJ8O0x21p0StyJL+K7/6v8gY3r7t3WCLFTQjzPai8m2wO1v6rvif//TPn7V08784
5LB5FsumWmWrRTIuvtXgd15XCBN3RTTI10dZpOVsDqrhBOz8B4/rC93ezKmJ1KwIHnMMpHZ51Xwv
0iS9iadI210faXlvMRKjEICTPHKvWItHtIAJkIlQRI9ojaKHELbStg+1NUBvea649eEVa/iGqLPC
4g3wf7fjAmWa+YpTfgwlDdO70NaeRV8qf0UhHewrOf1+/aOW9xXDzSacGO6xu7HImj/63XB63ceh
wNLyCAAOiyU8Dpnmgqpsp0b9MpQKLbRWjvMHH0ia+rZc5OVEaOcjllUoqrjqm6OmpfQmVIaDEQiZ
9qfWXdVbK3vwYnfwecSZVHM1bJ/A184Ha4qCDgx+3RxbrmNdGyY31nGcdoy769N4sTd4bKByGZAC
+Yun+3wcPykhaGpNc+zS4i7q7jLZ2f+/jbA4TVjRxQl9dZpjZUFBk492nqxcPh/M1ax1YBurwFvM
1vk3lEVvqX3QNkeL4E2Sb9XmIEVr9gjLiucMsLwfZWnekCmN8J2EUfSX8mjJrnhNio3UuM6nCC80
N/1FO6Rircx8cY0vBl3EpvhcTQUIfnOEzYv6TlI8n0oYTLe19+KD48TZxVoJ/in/tXwVG0eqGnve
bwXtas2xeNJ9aaCJW+gOWEhJrVK5Q//z+s5Yvv/zjFIGc7iuiTrUt8rbuyMcBkqKzZCoj/a0Ueks
8qjFNw3OGwEtCTfNatPJj4aDIoH5BuwUyBuLcMMUPrQ9w6hZQOOmfAqE6+y0O3GXPAR7sU8O2q1z
K75LPwfo7b+K1+vf+tE5ez/44vLQ6wzpRc/gMlJPrXjCjHV7fYSPVhB+HESM2ZLYucCf/GLo+4wR
eE+2oYEHDRasWmBE3Bzi0Z/y70UerVzCHxwKY76ikAtgLQP8tdifAHq22mvScBwVZZuK/gnSFV35
mq1CV7JeHYAO9V2dfB/lxDMLxx0GA13J4fqXX55/AzQeVAarI1yllnIu9CP9RD92cVSUfGPR56Qd
D4azslk/+lReHKSDkMYwuryIVmt7jJj66aioLj0bHWWja676t/11fBzc6q/+VL/ka5WGyyeHL3s3
5mLXNEqCSc4Q8GWocGr8EDLksznAh/F0fQpn7PgsuwdqRoACvEKkyuZZ1g8rEYFoloo4Zlw0NOCq
3Mzeqj+t7z3dtbJtc6+9iDUDtMszcT7mvK7vzr+PAUqQyJOgpQes6fG1bNfsn9/y3PegxfKzFs+b
plC7TyGmHDWgIu2uehhdyes35It30kHaRofRjfbT4EaFGx3qffY73DvPdr5yNNc+dPEENk0ZkCSM
4uiE0a063kBfXUlN3wLsiw+dIZKZkIYqYnEQhWolHTptcZxuZXTh++IU/uzrQ1hAwXaHffrF/vKo
eNIn+W+/c6VP0qf4sT4lz9XW8WgXedethBUXUMfbxCNEhQkIpfXC+VqAwlqVkcnH5ATqADRXerNh
zxdNcq1vayndh2eTdmv/NdpimZMSZ21MVBjtd//T0A5GtXca6H+uHvCGudAvppsi2vkricjS0ImY
gB38btzFwmqhrXfawLjZ7+izsQt3+jY5mE/WXfglug/vROXKr+PKUb285+cxHTQchL7oyhfRDuzy
cAokxpR/69Z90t9kh1T7wmOtrQy0pOi8fR1ccTid7KpZw3F+PrvKKHi1zOk4fm130Q/rWfzt3BWf
k8CN7uSXqd4iccATzYQV/3XNOf2jIzOLuCjZAINg/no+tiH5jhNN/nQUqumO0kYVa1HjBaA/L977
IRaLZ+lpaUFZm47yrbHFMng3/S7v83t139zmh/ig75ObSve0xzw+RLSfXAla1z5wEeBPQ5ipWR2K
YypSyS1HaVd16Zo/34eD4J87B8egHsuWCHaKT2lOh4KjpHMc6OTcVCtxzUdv7+w3/b9HWHyGlGHk
UKbcO019ElFyl07WTZXJN9efpw/eQZAivHiIbkAZl47fUdThVzJf453z6Ey7bnitcw9hwvVR5gVf
3KEzgZlnkHQIvvpivwu7iot48sVjEOiPU7Dr4hecuj9N4t6RdO/6WJfB6BwtwdyiVoj/1DLvskU8
KbGTG49q7OC1G76MzkGO7hzfp0BJ6+s234p+DXL44J6EIwR/YfZU1ihlLVarmpK2jquuw7pEuSmF
OEz0nPBt6XcnHSar9bLW9NI83/X1X71qb/GwIdNZs/+8XExKaFB36QIBG/VCJGmGGiTDRB4fkeJO
d+pk7cD+q01UNc+NLa2VLS4jm7knAYWUuTPBXA5bvIwl1jHSMKrB0ScVdcdW9wo8WNo0P9ipvw/B
qyY/xmQuPNjB577uaKexRpK+OCRUdOBlQnfkOUR+vMg8/D6mHBrozmNU2ZxBvaRyYlTBTk+CaKUg
/OFQsGRs2PGQ9ZZGTVpejUNEsP7oG8Lw0hRnTLnx6XBfNMmfbmEy7TeRJ83gSBuXNYZ0bOXoP5n7
kiY5mWzLv/Ks95SBM5v16wUQQ04RkaNSucE0pADHGRwHHPj1fUhVlzI84gWmqk0vPtMnS1M6Pl2/
w7nndIk+7uUETXJUgob0PRuewXJ8qxc9NCX3abtQYji5NfOQc5w/Y4BQIVNMtsVN0gBIMO4FB9uO
XW4H34gyyzwggxKOpL0axbSZ5JJ0z3wtjgzDnPWfexnnzBaa9ZX9gyiTywZfNvuecBKOWt/f+Cye
VkOakoBSfQfqDOOqd8ZqfdlKnDm8GBlpB7QYzEJUKjgCFS/AIBkXGDnfVJm7taFTphkIyxM7/Y7C
ziqh+roHw6hNNn3sGYEDmPPljzgze6wpng8f5wZED4pZZKIZxtTlzT6fNB3kPIWVr5jwa8A5ffET
QpdQpGxr49AbzVJWQtEqxRmGmNDc/QoaXbARI8pU3IA+1bucdc2+sbUsDXxHY5vKzf297VblnQHs
6I3rpxOUm8YirAEEDmQ7oVfRN5C0cH2IAo4pAIaAD08NhE+gQWBBehLktFlFk3BCg95V3jhD4NYF
31xetpO3d/702cSB35zMafHjTwd7xJQ2LG72mfS7FfBWWTRojr9wI1RY3McKIXGHsBdFBoyirJDF
62kofWSIKPXhJrVGvXLs7jXPqXHTe5CAt6bpPilZE0pqeivqNfwva7TzHoFnGDBaYJnwh+KqTVkJ
XtNYF3unr7urqWHlepAeW1jO06uPhOh8CdBaPicq1Xn6gCx4oPzaC+FYK3QoFt9kXPqhM47yMWd5
B+6aLtt6PZO7ilvs4fJunrsEuIeAPMLszEWB491sLMnbDsjYvaSWtXFKjva0qjc3NYpxRi3p2umB
I9UsbQwvDzz/YsX2wJzPXSYYGrutHCNPi8HllEtnl7eo4HS+yTdEyC6Mce5Djermtsn9H385Jnon
wHwCbCoeTAf373iyBapaRuomJm7dd027y2QcojkyMtiLTP6Olxs3XBlLmd8gy0Lr6pjsfaje5p51
40/ipnKXivwny/gxzFxpBE0SeMuVQ1pNiWd00BbZW3bgvCfINo6Bcdd9ubxwJ6+vMopySsD03bY6
hdfU82FbVW6Y9ddpMi0E1ydnEaP4sIjAh4A2BSnU4+1BbJTH+gR6DdmsnWk7mtdDg5u/MqpDu6RC
cuKsIWkJjDxCTjT8WHj9jsfS2pHpzB0wo1c0PthsBRIj8+ryqp1c7XkMcJWjIAsEIyCRx2MY4OMT
LRZun1r+GMQif86hke0BUzJZIoyNCpR1I7kqmyS6PPDp83o8sgovQXKoMyaf64iP0AfTVdkWflKo
TT+aInuodBeMDyIijrZqgczt9Ah9KAuk3PP6HV3v+QsAkQbiZyZrVT0avO5engy1sfddtna1ZJX6
X0Y00XfFfZuYCy/5qf8/jzZb6ZkcBU25ym42cE6hKMONPRuMSLrOpqZsJVISyZa+WMNrzMhrWj3a
aAyXWh5MHQiWKrbg1Jw7UnDgQKiBspPxoSP8Oe1XFkaVU3B87SEJHQnxZhZZ4Iqfulgi7zh3roDT
gAcFg4VmTcVtm3Lfo03TGHvzkUJqsnnj2U31k8UP3NoD4nP5LJ2bFaCyBuIZvMIoTR4f4kw3RpHn
hrkHQ+aDO+k3IG+8a5vitcndhftyxsqA4O3PUMouDjQbMn8gJmo15AHkIeuuHaBvvkSDfe5ozkEL
QMrwZLCGxzPiBbgbIKoIywwyhRBd2q9xD9qC1upezFxuOYTmFtbwNCWD2BReno7lm1vG1fgU+r8d
aFB4u9fBS/rKRqMN+gbygCZJxzApiuYK5vCd6bm7cnOrWskSavNpfwuKoSqIdTxVcVZEU5XxuxFq
D3d1Ln6AYDTbZLbov1ze8NPkH8jVAO7Q8ah8wBKVHQeNKDHilrV4JSG6bnnlV+639apqoT6ZoOc9
tOCK3vRo+A1SvdVXzK371cinDmw1YNnoQGwXFB0otyrmk/Xljzvdu5kHEM8EaKrgNThKyb/B8yDr
gsFb6j20Y7T0loIuKOrtYVqZjga5U1ovhIMfANhjU4Zs2qxzCKAmIO1qn4GfEujEzXhX9OO4b4nX
pT9l3rLHUYIpPUAmXr4NhelX4TQVxdeqy0wnaKmWIy2M+s3jwL1s52lWKYIKaNImGEHN9Zwzqr3V
XDcKhD0ucMHa6GdvZmZMdSBxSPwgiQm5p2mrAxqZkula0ta+t2qiibCBoLAHagyWUvB55fGTB04U
/OKBTGBldWyxK7Ua6UzDyPKvyJ6PNMg9zX2zKJH3uTHmoKeqO/l9FA4qu31BiycdaW3gdZnTvwA8
UnyXsmv6oORFsh8kyhkLN0K1KijJAlCBB3gW5Ea/gOId6XUigBxx+B6mO0qG1UjA5ZS2IfTsLh8Y
1aaoAymXXWq6FCbHQJ2ng4ANrWFs78fDwnTmz/18RNRRlCtTIs9T9SVGsXVgaMFtUYlq4U1XVwwJ
AuTu8MahQQkUo2qqEKQtRlsatN+zgu6SFCS4mU9BTQztkyJHdu3ysqkTQqkVSEfcMigTgMRNZSOg
JSBsNev7fZYiszPqtQiFB7z/5VFOHjKkV5FgQXyFPkKQtyjL1jvO0BtaBpBG2q8aIdOgb92HlkuQ
EprB2E8oR3plCAqpvzwViLMwMCjwwdU6t78qgYAnnaGteIHg0nKCqikDl2dB7y1MTz17H6MADID0
BpYTz+fxQ4N4DiA2s0SSQ+sj0u09IwsqIHguL+LpVmEun0ZRTjjNYnTnORXCVMpAtOfHX1B7WBJQ
UruFUR7GKHOIiJEQQqk55M6epJ56FHFiG0eMunteTUHbvqOOG+ZTDW0Ra1v7ErZrSvFijYFpDgN+
Ire1tnQVTo8NfB9Uj1F+w3ehXHS8rmPBIC9gxelh0FhY+g6YfOtoygGRIm0Y29aat/foUly4EidP
D5pfIJcLimwg9cHnSI5HtSDpMaJ0lB0gQG7762y4tsG4ZF0VX/52P/G0IfUwo8LnBK+yn1bRCIOU
WnZgRqutdQjBB4VNllJ/J/kVRFgIf2a9KuRwZ4Dj8XQSh7kZQ8vhHt2wQ2DlxADKR47rfm5JleAQ
xrtlIb0jvokREUtW1UvAOvXg4gs+Ch/w+HRkwFSh11JmHDqnRrvvAb0Gr1Mhwb9dVAtO5dIoio2B
5B/wzZXe7gcffdsFAP4uOnIWzsa5QWxrJvsEUSIccuVsDBKtmQNyuHszcfBs5npZP2tQqV5fPhrq
GzCvGB5LUBCCVBgt+8owLpwerwJrMS6hW67Rot5APUVrInTxZ2suOF8wYCfTgosFkjS4PCDEmKs6
x2fErC1ql6bB94nTwzT/4vbz5QnNZ1l5NzEA0Mo4CDPdjHKT4Zs7ld6jH5q5SeBn8GNQIkpf/rNB
lJM+NCVOAIjW9xla9Sn/IqdH7i7RKZxfqj8zUbYGCuYNqC3hARjVG5jdgmwag8vTUK0efIyjtVLe
rIKnDujPTb4HnetwVYjAwkWlqFIHcbv6S9F5JGKU0eb5fsKwQArWYwBZ8X1hPs16CZW8QQJj4dqo
JlUdRDF1Rg19Azpvf/0D85muuAUGeUToC8Ms7Y1iAmbBmBYtSSCM6b+bABxmSyHC0jGe5/lpscwM
/auQ9uN7aFYGWnFw7SfD+3V5+5fGUO4iWr+LjDKMkYzAA3vfzOLF7hYy3ktjzEfw0zyyypncqccR
owVazQxAsyAXuViOXtgOFXAqJ0FF7WMmvZehrT4NuLVEGn9iKI9PrwrfYwKTqDnhe9egW+5KtCXs
JQEXcv398q6cPcF4PWeZV/SHqlBPvQVRlt3g2iO0WHmo1djyzR3Nles/xH9JD/v7Sn4aS7ktXob2
y7KaQ5nGDzv31uifnSKNLk/o7BH4NIhyVxpNz5gksx0DByYzt7qnhca/E/6hN+DPsikXppW534iP
UUga1iDEFhoJMHTYlX9/pAGgRHkDiUgUy01lPo5GGl9oOoy/U4cW9B8QLwcQZLq8amdsM5JJQBMh
oJ2ZgpV3jHeCxnUj+N70UTFGcA0iaUjbBdJEVTX0lsLNM5uE4eCRAxOHpMRJCQ58fqjHSxxv/hVs
VUFu5tBoWV+e00lS9SOo/TSKet4GmzEkg/gesolz5LKrD/k9HQMdssl9wH9Md+k9WQo8z04NnEGz
J4WKhtqNnLcZ0UjaYb98FsWxfHe6PrJYuZCePjvMp/yD8ly7HjLkqETA8aDfBmC9mLbLu5+XF/CM
ETrKcSgPNrGMvLU1jEFjBsnk+8Z4Fi3Yrwu24Bmc36lPs1GuE3SlZd8KmDsJYgOCcl4wecNdI8lr
xZLIrDxU8boNCtIPNrRnmE+ve9fc9CRZeGiXZqy8UW6VI60qZwtFWyiHkshs0b2uk423qLJ9EpB+
nM5Pc1beKsPLKwMtKnwvUhADRmUctE/iwd3mzzELzSJCHawqwmod/yXB5WyGP2+rqkydGxrLwb4M
C0lZ1LI46Mf7ywfnNDZThlA91g4iJchb8D3IDvzXbgqM7zkP8hY9Z5GfrAt74QAt7JuqEp8YRjX6
gELszcGO8vGOZDngpeW61f4ty/Vn11ToZWbnsJ4ZRsoIX1nZNc/7tZG/XF6/hcvtzw7IJzemKLqk
ER87BElLu7uBRMmVvqS1cublPzoGinWMNUGsysQe6YXcGH0TTE6yIp0MtHzXGMnm8pTOPjCf1m3e
wU9TMuom0+x53XpQmw95DAzwpp6qyLeeoV4FFYUYsKGlmGbpWChmpZ/+36DAscOs7FP57A1fJrHQ
bKGWfX9fKNTMZuahuR57PDfI45Zl18I9b8tqndt6gFR04ADk7PpQxm2rXTd9ubya50eE4B/iaPyn
nvcKdTpesAnvZ+1HMaW3dTmGZQmWSdt7AAV2yNslsNEJcPz3LP+MqbwGbZL50kkRS5eWFkrzFdzB
kWf2IC/P1lUF4gVyZfgQ67g2F5tYT/YR3Z5AJoIqF5UnpJaUxy6tXIcJotm7tv5qMigioSsX5H0R
sPWrv1xYZSRlkr5PPUsWibNr9EPM9StTYIIUoWqbPbdQ20B5YX15RJU2Hrb4eHLKZTdHRzpGjCGt
TUSuxQuZQtTMBrCoiABAksDdJqsiREXmxb4enQcPbUM3WbRUzzip8H18BgA8aKGBcBDYw44PMdfK
ifUTPiN7Ed/kryZqrsRD85jcuw/1in3rrrrH6oDBUUKLFsvfZzf40+DKezEOcoodgsGdO4mUOfhD
jMCkIdRK+hsRFYdhw56rMhjel+hDTk/1vPoz9naWASVAMB1POzcL04PQlbMbmqjvAz+NxjZqtFXW
ruI2sCNy5ywcsRO7q4yovPs6GyFaWGFEPvr3pHwyJkjRJ33UxC8TZFcun66Tl+R4MLXcqPtlylMx
n2d0gYHn0nN5NPj6gnFfGkXZPqZNZdzkmFIlIC4PLk6U7irjx+WpnNg8ZSqKEZBAJpuFMx/QtNgQ
cAh3pb81m2EFMcPI4U0ALb8FDN/ZYwnEOQ4GSF9QOz0+HB6fGtTFYnvHvDgo2BDaeaSx63Spyev8
+v0ZRzEBGWOknybP3mUJ2p7MXa1vCF8IGJbmMn/DpwdYVmwyROXDhlZPrOgikLgGHhqsSnvBoJ06
th8b9Wc285d8GmmKdbMSqJftIPyg3/s/2sdSD7JbcsW+dz8kBCYDrwi6Ja92aQ2Vtx46E4PeoA6+
K8UqbWQAIQbIfDxfPoNLgyjWwuRGQkEnbu8szV95WbamxbugZHV5lP/BKP1ZQcVEaDpgOJADsXei
XPXWXqtD/5v3E5GP80XToy5bO/XCDb58OoiuWP9KAMGNUMDe8Wpj+jcM2ixoOAAd4eWZLQ2jGIpp
rK2UJdgkO6lD8FQCBfxaDhHxlxh4T9zNozN4UuvS0YZFzREbBfbLLAlgj+bG8A04S3QtTKvwP5uW
YidaXdOr3MPqtdaP2LGua/4d0X8oGzO6PNBpoAwUkwd/D6y16Bs66cwurNIthRjs3YD+PdqHxcMA
jrIg++n3kRM8ss1SJ91seo4KHPOAc/8++kFQ6FbbvawRMPIGteGdb0IQBiTBuLuX53TmTmGEuU6I
FxiUi8ph94EVh34WRtBTHiNjx8R6rEDK5+b20tO7MJTq42iF01spmox2hUPDkq8oaUIz+/UfzUfF
OXiQ68k4MCw7nVRBDjVcR9Rh4S6d8KW5KM8hocA1mT3m4roytFB40LNvVb/UIHP+wAHogpLu3Gio
prMcfypAjK7bO+Ox2M3M/mCKQDRvRTbUl+ug4QGUfkGV8++s4Z9RFTtbTaNegQvZ3lUzNOmptV+d
JRq+c343zt2fMZRzNzdATS50KHZAqt3a0EBelY/uLo2aR7b2IhH1v+g3e2OGxZp819vA/1p9r7b/
0TRVlKsVA15h8NHejUaH+NSPEJqy6vnyIOdv8L/mqYqyVQaP8zLGPKX2MqbQF//6d7/fxtX1EIMC
8jzT+6tk2pC4iNss4d1B0IlFaBZ81wZ9qc/wpN9kNg4z7hBccIAhnkBRPAAGDSaM/pBrpT5E3hBr
b57X9K/5OHVfLVJyCj3prvlCWYF0aJdaGQKHuOijvEuGl0wagJaPjMg3w6ntIQQEI2FBjW7WL2ad
QThpQLJ6DAoQbJVBoYlWQ7c9bxd8WNX3n2cBpC9xcZ0A/FDJPPzOrNsEelOHFAqIT33J+4A2vEAm
003DEsLgM43nwl1S/eaPMUEcgvdi1tVRn3aTdUXFfbM9wJb374akMgQCNgtKCdJJG9pNX3O9fx5M
++ryuTgz15mIetZXgNANiDmP3UDqGy2q/bo8gBDoXqZZuU4LCnBzh5oCKMzSDSnc978fEiuLUwh2
RkR0insxMmAq5WTLQ+yBdTSN+3cNlwr6Tk+tOd3FHev/8uHH2s5b+a8BFSNMbRDxctOVB9RP0pVk
2pNfODIgI9qxhIj/MhzBaJgUOE5nrSQdhEfHK2p4tUMTfZAHP05JmI8NfXBi+VIxN/4pmn6Jt0R1
1ubhwHEEhDbGA4pCMcJ4YIjDklIebBfMQObYtVECIriwqPI40iruLfigJ24v2ugApQNSFag2lIdU
uFli26JONc88MPdXZiYPNjg889ra5jp8t5hEg+3dEFncUV7fWtATunx4Tu4JUHQofIFFBBgVcD/P
D+6nsMVvPFuj6LQ7mCN9GyyRXI160oaybF/82oRUaJ26Aa2XWJhOWh0w66Nx5234NK6MHcnGwcSs
qfFlGK11aps3UiPoSa2DqWoDAThuI+IrKg3AYAcTzTjlgo1Q3wjof4H2ATgWiCeBQ1XFyTTM07Vs
cp2DneteVJl2GUgxLpXGzo6CQ4OUpQX39WMlPs3UwO42c5vaAWpAfFMWJsRncvRwXN7HE3K/mVgX
VT90g4J324aW5vGCul5ldlWnZffDAJVHUngeDWMZ63vo4JVVwIvS+VZSgeYGllVQ6GOshdxf7Zb1
UwKWzHvIRA4bOrZXiajy9ZTo/HqiGv39FPwVK/v/yLV+xMh+kbv9/0dWdljBf7EGRt/ab//1XkIk
btx9K97/+3+tm/fyR/pfBwQZpzzs+Je/edg1qH/8AypeMx3ULAv3Yct/E7EjFLD+MVcSEAbp0P77
QN3+k4ldc/8BhiwQHaJlyUVaDyJU/6Ji14j7j1kVHb1MiDLwJ3J9/+d/Y6WT92r+mqQqhfL3z+zo
Hw1AfyKjGe2LcAiw2I/zDLiG4j+2dDDaDIDDO5l18ZrDQblpJQVItsf1zBvZ33VDK1eGAeVYkG1N
111ZlSui5yySjccDatdDhGgHlDdWqq81x8qCbmLFNXd0Hgxp1j1lhaNFtJxemqF75mP2TdKhe4JS
ibXRbYR9moZ2hU+b8c9pfp6WUrrDtGAH8F6jkdKZJbzUfkoJKbIKd2G4Y/XkXYEBUX+rkbIBSZa2
+fhQHfFGIrL0YDnZiFC3WupsU4iW8Qn4AgsKLTBFiHNBl318gZ3M8alZG/rdlPbrV4+P5QHd87Ta
9rm2Kr1mWBtDrKfQ1CHJqxHTtA57L26/6JNR3VNZVkB7OaMlg7byp22RA0YdgHK0fO2g4/wDJD3F
npp5dy1N4ULMU7fp1WBK4DfSiV6h+cC6bRpeVQGroBUStB0dRMAFAwcxYT6kl1qNujDCS8kRJXH2
MW9YYbTZge14pl9T3JeGp91o8Ga4K2zffGBJyyeIivlaF1SW4L+MLAXlSs+YXMP0AXY0yNi6Hmy0
8xPuBwZwScCgjQX9CrVNs194IpRIcP463CdcRzA7QuoA3PbHu0LzjPpMGuSOgr3lW8lSxtAdlkOI
ho/WVzQe2eMqb8xkT5N6uGY9iOtCi6AAi/gX2u0aAmMYX5nHC9CV41dl/i4Xcm84JehUhJOrBlEi
E76TN0LeNRl9a+fiV+8t42PnBNjRbYc9QWcc5v9bChSW6vMr3cd2gk53Pt3pCD/CppFwhiDpFOh2
+phz3l7DrZjejZRoq3TSgTYtmNasi7otngpWJVnoQL7GwVr0NJj0Me4j8OCBibkwtY3ZTj081JKj
hcR36c4BG2hkGmMLkubSuy+gnVWGIFj8NtoVKDCGdARsUhiZ9WgNXvHmFs1bZqN2s0ozENejT3PW
vSubSELhOw8Ar6ckEq7EwLnDf+Lg5RGeYbbkQJ05vzAbML1ogYPbjxrS8Ro1kyQVTQf9Du9v+0ry
0Zo1s0u7wceaWqhVmVjHKKBZgtZO6E6d++ikvADxBqS8/Eg+laHZUPZzwaLNB/N468B6j9OBnn+E
p+gLO/4sIUSby9of78oa5MxaPJG7fHSKKCZmd1VIfQo1TcqrqerlyzRVEJ2jtrsdWV68LnzJbLiU
L5mbRMBvBEQyYFaKi2lAvJSWtaZD86hCFTNmdgIWABObRIUFAWx4emuaVBTiHpU+viGaa0hQCSxg
PthVvcod3KWgGwcnuvxlx64+Cm842nD/wCgFoCfw0orFbU3WQiUt7u/dvPxWEyyTZ6d5CBZzeJsD
WYgM1Rs7s8sgd4l0kj/3AqmetjbY0GWTjn4vBpN/tQaWrgvalNvLczp5yRCww0UAwQMCCniBKshM
04iddzwx7kcd5JW9YNpK8ALkXzF83LFHVVcvzLfajfNAgNPqjRayXApp5h39vOP4htkZAVTKs9HX
q8ZQkw+/Q5TdeN8N/rBxRVmvpaWLlUtwClPX2/W+e+cJh25ddMuhLaOP71wv3xX4vUEV+wAS6GY/
hbEVL5EqKYHHvOlw9T9EjbEdoIpS4juUte2OsJjd+6UhIY5lwegUc9F5BFhuolwPnZxXqzpt7YdM
NEWYGJ29yhlIa3q4xwtHcHaXjlcKX4Pz4MFtA9mn2tRqJeUwFLrJ7o3CYBs7AVkeGv+MyIt2SJk4
j3Zhof4GoZilLVLNw8cyfBpYib+QOupMQnV2jyaIJjBroa8G3YSKelHy55iD4Dcr0fM0ulxfdXXW
hJlZrj1IIy+d15NLCLpOnFMQXcE5BaGNYh2G3LCGctDSe7du0IIErziqh7Ldxp1Z3Ze0rKIkBYK9
1OIyLLuvld1+FajeDY3TPksxuQeKzs07ZxqmtUzZUjbg9DrNbKLzYUYRALQiH9H7p+it05BDil2a
3ZtJl0ZD7Db30py29uAkNwaVMPKN3u0obf0bgPVQwYde9MIZmU/k0RnBJ6AbDUkJF148PG/8/NMn
eFlJU7OSoMG3YpTPbf3BSsZqhfg6vhKtYQRVF6c7j7v14bItObc1AKAg+zLTYyHoOB4Y3fl2Ukwx
Bua2WJsdjkda5FkItZx0jSQJWzgLRH0pyDxTsGfjvQclLjAvxwOOjBat1VB6b/sMIIiYyivuxHaQ
8MK5ylo+BrVoyKroWBLMvYBhM3nZRurlFHQa164HXb5xSrv12PByZfeyDC1kQCOdVlYk63h8E2nh
RPbQvjhNbawTx0wWCK/OrhncReSQZh1eW/WYMrQCN1mX3ZOuy1Zabk5RxugrhUpuYBSWFV7eonlF
Ts6GA2JuJKzm90xZMW/Q406bGL3nqfuETo9+Uxdeivaz9HtF/dvKN5eggEqfOQwoeC11HbzjCJR8
NLQqEaCdZxNLddCAU7tBGiEmr/qcp5HooQCgGiwNmduCY7d68L2db1e7TGbtbdV2mwYpvhUJhIaV
v7wKp4uOXk3EBDqQaHPX5vzzTzekTNw+1SrYEEMMXmhV7gsh/f3UpkY0xdWSJI6Savm9Ah6y/ugD
RbgC5vzj4UAjn7fd2Gb3pTbZLGzAwQMuJzshetAMU/PTKo0DksTrSZsBmYygUTVDhk+EukinTZ9p
KKwQe9sno/2M+in7huW2l4h6Pr7i+GjMPPRoepzZA8FzrHg3cLwLnsmJAuxdmPt+MKbntpfpVeqz
joclUuBFYLGKmUGH4h1FXJXlq8rFXYsMh5qP0u67neEz9sNDnQOpMQOaP7lwOisiojTvSmD/bhNH
G+9LZpPXyzv6wX6tfD2Q/x42E3kNlFeULXW9uIKvXyb3rBynIOYeXzFUD7alP5Ew6wwzgitPwqLL
SJTk+SYepXkzinF8dWLD346SWCBQybcNH1Cs62ga6UaLpgVUUZzUdQPi5fKaaBKwTK0NhTCmMIM9
9Yc4jqzG8YOqt60Qoe87csHatd08eNAHfgRJcB1ZVj5EnGmPQ96SXVo2Q2jmQ72VvPDWvHRYOLY+
uSJQOdx4HSKQhbU5ufNoIoBqD+iQ0Ner27Oj+em0Q05UT9xh0g5jnXQBKUQdlfaULSBnPp4VdQcQ
0KDqhIZyeMhK5OsnwqiMoUjuhcvHyLJr94qUFbTc8BZFDdqMgjrn7UpoxvQI3icTZJ5Zt0e/6VMa
l9MdWgera+YzoKCt+htxi+cuh4wz3tknZxy+xrJIV1NSrHTB5YaTNt7EBMkdq8eWQKiOLzyi86Io
s4HZmmNlCJK6ploP9PRubHCitIMpoB44NYQd/Cn9Z3rzKF12MY8EEwayEKTS0fSPmpdqHGOtRpZJ
d4pDluFixb0LpzYZEB2b5d4SLXoKUncNorA68gr9zm7sYuH9UVhyZ+OEL8AEIbQEqAQ83OPTobcA
Ow6jXRwgAvGU1RvUyrV4DNzv1ILuX+uuhJvfGNPKR9NwMw63Jvc3cuju6vRXQrJwoP5CpkLBWP7z
i1D/A2nYLP6ikgZOHAKlKOAUhylpza2J8m9gjBlZT9QCWgSitTfojtWfes4LGB1RbsrWmUI9hhKf
7rXjyhzyPpLVRH9qqC5dj4UG4aHEBjMmcElwuHLvr8/K/JggeEE3C3DGquUEtMDiRm4Vhx7QydUo
oSud+YB1Xb7GJ0ESNgqpXOS9MAzoFGa379M1ZjpYWKAPWxy8tBebvJNJyAxTRPHYeQtDnb6P0MCb
3Wu0H5j4X+VMpH3m6JX06WHKiiQiI2DSSQzu9swlNMxNfWnHz0ztz3jATisPJLEobXonyw+UeVeZ
18MGmO2NyP1tahmr2kzvSq++ZmYdApwSZNqW9+VGmmPg9fw6GdaXF/okxiJIpM+vCNLp0DtT26+T
om1BGdmwQ51Dkrm2kVWyKKQeqz7dEieHj5h5bQA33w6pNsSry6OfOf7gQYSZRtCPbB2i4eN9thto
/nJ7oIfMsqaN4zbNYzxy98415XUKxjzQ9BHzTlpaBzSG0QHdOcpdUWrJbdkLYNE0yDxfj3ljbBNd
+EEZg7Fdq8fkzm9pdtsa8dPlDz4NN0B4BK4IEImgNw41g+PvrWonNk0k0Q5iQssqdhAw7J7aUQk6
tjBh5bQWrravvGqprfhMrIXUBVRNZrYe5A7M2YZ/uhEuKyXOBwgikMAb1xKcZ71nTc99T37qXjJ9
aQ1IWJuNbobUz2KoHtjFgjt9enDxBfNJmaXsfRREj7+A8AGtDv2UHnwhHsq6IQf0O4LZpyzLhVU+
SSyDDAYPK6I6zHbunlDu5Eip5HVXYaih2lIXNA2al5t3nVaJG7cQuxoMGbu076IaRI5gJIySBuA6
JOx33Qgmv7/ec0MHMQEiCQOx1wdq6NPKE+k6U2eO2cGEFCoa03Ox85zcvife9Jo1Yts4ZfGoF4wu
9JDMO3r8KsOJ+Q1Eh4sHSPrxeoO/gHOXCHowYtveaA46HHzS+9Hl2Z2aP+zmnF5AVgy4nY+I5tPs
APOMp9ws0wNthv7Kp4kMkeerV5NjPQpjXNA+OHOGYNktFNOR70SCaf75p9Es7uQSLTH0oHH/iZVN
vh4n5C+RSJBXl+d1GvwhTPZQwwaCEDw1ag2gIVwOAoxUh14aP6sW/ctGTJoXMPT+YGOr/wSyaEkj
49zkMCjoNQ1QDIE743hyFc8KIilYTgxqareOKV4SkOBumaO/X57bmT1DRh0FTdBLIIBRu4vSaugn
gbd5zzPSr2vWOlsnQycEkfXNCLjSwgU4Ey3NyWmcDbgoMypAuY5GzWLkmoixn9LSvbOJ0ay9NJt2
qC4h4WFn6Iuk/TbN3ekWVTLvmqNW9Op3ddRk3L1q0phsm8SeUMto3ORH17bDpquHX2Y65A9Aboiw
mPJsARlzZv9hquZDBhfCx64cbwZJwUDroJtt3zSuFdV9Te+1yrptXTibZaMJ9DyAPvLyvpxdKEAN
UKRGuhLpU+XKjnFWl23Hyd7Oyw2wIteteMq7X6ZG3uFQbdsUlMxjHFhFAbVhvw1oAjrF6tqKN6Is
gtzun71J82FjnNCKjS2V3YJNOV0VRI3IiMwIHhc95MqqFDH4kECElRxIpR+6zn8QUjd3nHi3lt4U
D7Lk6YJ7dWrF5jgV12EOLpBTVc5OXQvowvI4OSCRRoPKLz0wnRvd5vLKK0Ch2Y8+GkZNO5Tw+GXl
uMnB4WvStFHus+ve9mmIauGrw6bXyWs3RaLdNtbwHXIdS+WSxQ9QVtYes8TMej854HSsNQmAjp35
eoCgcN3VZN37+Z3G/Ncivo7RVFn405JIxalRgFuC0w7WBtguUIEdH3gZ89zqzQrWh5vgrAIFZDF2
v4wEYtyF+HJ5uT+SjcdvE1YcKR5k8lCzOSmgsdakWUb05GBy+qAbcMJYDW7xsSwIeizMam2NtPmF
yCW5mZPRXw2dezet5ZRbS8AU5xABBNef5d+KMdF/0bZ2IF3ENIcGtcffaxEjx95N/AX5BSnAI5hs
NPf/cnZevW0r3Rr+RQTYyy3VZdmUnZ4bIpUc9t5+/Xno7yaiDBP7AAGCjWxgRHJmzSpviVEU1PUh
fZCcMIy3PhqNW1QGo50IVATjhmR8jOzQ2avGGD+pdlLs/S41f2pSmWyaYvS/oinmX2w+0kqoeevb
c6KwamCQh4D4Ml3xtbJ14kKIawv86Gym0x+AY+XZV6W91qnt2bA6GvCToLNlBfmOwbHyqdCKlQ7x
fW7KNJOymhIbxxnsRG83QCPrNHwrJbwabEMUxOO/zlSKQ1f18YUqp9wqTfs7TRr57/ub4Y11SSDA
3lizoyRX3+26KjqVQVZ3wTXAqdWNSPSf8xZ/Bn9UrzJJ3GlAi/uYRY21oq38RreVMZ4uswNNUgpm
qLcr51LbliUzhausMroDRfi38dNom2pqUmzKADJOkfT+2Smkz/LQOM+jOqoHwM8AEpow3Bm1AIdT
6F5kW8/vv5M3Mlj6isRXWqEozKIFdfvThIQCMj0ix4sc9UdBL2RTfFEZw4Nax905HuIPZhNfWpNq
s1fTc2vFf2rUVB/HOFij6b4RgeeOC61ODMPAZM/f75+cK4c3XplYyuJLGA8/nHyKXdma4pVdcJ/8
MDfkaiH5ofetLGdBeSJo+mIl5aV563VJOFzqyKkOfVeZYuVKeeMSwzqSapUWLoFuCXpVs0kTptr7
Xkq7bRc7XbQPyiBzS8vstqWWd5ukUNckCd/oHXHAeXuzyRv2DssvmpWqMCtIWJDj0eZz9Uo3NnWO
cF6ui28gby037czwkLQj4TfKVH8Lg/VZm+zw6OhliTxpZTmbuimksyJb+DAVtvy3bvXPKztvjvOL
0AxEjt4MJxEZPHlx4U69VHaTnNpe0JvpMVdLE1zwFG2aSm2/EEB+ZIpWXIZmlM/8Kvtklzg4R234
a+V3zOvc/o7ZgEJnGELuyChgvq/+2XZODIOnKf3i2k5Z8cVEeOVEARmRilX9dmS2uzUp1o6q6X+S
9LHfdeTx224cNoU0ZNu0GHfqEBmXXkLptZkSsR8KHNKycZAekiRc09Oaf83Nr6X7QLYIPhQJZRt9
0Ntfqxh0zXOCyVUuh3YjDxWd/yb65EyTsxkm5z9vYZZD2Z44TTJGYr14OTGlAvhTLaCEbiPgglO6
HyS73NpVluzNMKu3XLrJSry8CwTzosCYCQJg/61lhlCxhS3kGYNrTydmQ286wQwkHVeuodex/OJV
zqdybhQge48dy+2rpG5FAE8uHC+uowNtEtramYs8gdu2J0egEBBo2zQ49O2fpHvIpdMQy17XfVLz
nDlL8SAN8TZAimcQ/SEvo71RfMLL1dVFx9/6yo+9AyiRunCmyXoJXiZYoEVDp8qwFSvTXPIaBgc7
K+3QA6+iw1wHfQSvFh8T0UrbsXJerLE2zl2KBHKW+Myu5EHOaPXL1lEAID+tnJ67GIctEJ+Lr0W9
jKD34ndRkcf9MI7BtWWavg8qXxwDiqQTmH6kk834qBdMgykZgidbjqIDJir9Vu/D9tCAVwrcxrZb
lHR5ac0o/gRMI5+BXU2H93/m3anRud9m/QcatXPDZt5x/5xxPSiqRgkV9WVkNL9Ps58BKqXalAGj
7tPt+2vdX6kz6Zpl+Fhk8zSIFovFU0y2SB1XSLbpVbnuWWLAzjPqSBuDwjqHZq0+zPmuntvRA8IU
MrRi+afWCgSpmTfu3/9B99UeupVcdDg3KSrQ1CUEwJ5ahxREda6tXjuHoa0npALkgCYl2KGXFhWM
x6pzvuGvrh56mEk7Ky9VaQvrkW9YDukB5VUfcdey/miDCPpVlBLdYLhTVbnT2sB3R8f+CzoYZfX3
f/ndZ+OH00JkBkMWr9yVqXqMnZgi+/p1CvvdNAhrI6n5MwM6rgsGQP99MSCS9LJIQuYFbz8bcCzo
TZWhX9M4Hi+mkWUbP2Pa2GBgcURnQV1Z7y7K8XA0X3Tswzil7JXb9ZqMDZj2LQ+HIZxbqGhuWZ28
FuXeXIVdiLc4OxF83O0qaWoWpV2Z+hU1s2HTFSUAHEcrVxoKr12qm1hKBECKgmtUxl+RztLtMuCS
I1QSB+uaKmp3kaWm/ZTHQb9t6954sbVMnnWhqDAia5KgF8X9pgHbaO16CWTMrlVaBdF13eyuOclJ
4E7h6P+1mtH6ao+1/6FvK5TWgkw2G3dOWDdJSPuGKk7uM7cbKnunWpjeW3EafwJYDcZHDHVduQMl
/XEMBoNWoYqttjzmMT60jpGeIqx33UDivzdAJosfTtgdC5k27sbxK7i1U6CGhVuaaGRvoi5RtwxI
fC5AsI4xVmtWrkjNrogHZe/rCSDzIhBD4HZWAr+IaytYOcN3J4GbCtYdgEDKcrxPF7kxVcsUtoUj
X3WRiV0N4Bahu1rnVyUx0LdVk+BX6vLNBwXAjkMYLM65D4NA7O0HbVIj7poEe1mlk8+29U3ptO9N
a19EmIAHrtwgOpf29zwcX/okdhUA1WWUHDW0X3xnQ8N0p2rNUcVTSLL+1O3fRP/DUJhZscpcWLhF
mewbpsrCl7aJ+qwxo0A34KFgkJTRtEulT3Y3NsjpK88ILu5zJdvJibRt+pX5+F0xMD/lLJ0CJpzG
4ZII0ZK893Jf4AE5dlT6alVfhqBMfoup+/h+dHlzJTgJ/xuMMNq9fZ99oIWdHeqT10XW+IUh9wM7
OztNTZPs3l/pvtrkoWgoz6ZScBHuuEogAhXfdMrJy40B9KP+q06SZ9sECJh39VF0uebqY/NXVDgV
GrWbRMm151KOw35b2DTw5XIl0t1jbeZfxKVIHokOEiXR7cPHqirkUcaXNKytZhO3qn7K1S50rUb3
Axe4XLGr1ME8pIliX6IuZVZjnusUeoA2SNnWUuiWdGZhP1laoW7zPqlWBu53URJ2ogIrkdSa30hc
vv2BuUzxZ+WW4kmTE50MuyQDjOvryoeZH/P2TIHC4yDzZZiTwEG8XaXrnQa2g4qjMHXfXlH7Pubq
TIxTTy7qNqFvf2tz56rljno0EzFs/EkGIwcT5GCKEFpoU7TWYxf6v/twRkQJEfIpYyV2O0lPV7bR
KwJl8WuZHEI14koEjmwv0pg40gtFD6XWs0xuwc6JxMHShbFP0RksqTzq5OwY0vgoMMRwC72WD1Tw
6MJniEj7gVZdE5SaDqlWmUQpsHTKkKFlUVW4cChVO27CAkmLSWnTTceA3cWIMDh0rSVZrhZkPFKu
0zaTE8Rw9Tw9ONq0d7K0/hWrNQbMQEH8U2n4wTZrxuaQOUnG3LWHdzNaYk8bQT2xz/td2ETVdhhV
cWb4+CcdRXvoCq35IMbe3uP+92yPisNGLBTxvR9kx2uKPN8z0B92fmc8cWtfai1yDq2EQvr72+GV
Rbx4wbA/kFN4LT7J0G63QxFXQo61ZvDMXOV6c4wmeA6wE+0DfwJhX8pb3EM+10rkPzF9tzyh61ib
yqa4VlNpe1pB1dmmljiU4VAfJlxQHpo2hDtRB8NTAb7kYfRj6w+OItqWhr/s4qpbHx26rysb+66C
xhdmTv75A/KHdsftg3TmEBtjGPaY1vTKLsSaZcv27Q5Vpsh/2F2/ykYgBdmMXbOPh0pZQyrM52b5
IgHlo8WKtdwsznq7floy46ixB/XUKLI+K1IN7tka7PPQk5GSgIwHJRLlp9YI6u+1RJXSophVK37v
Bq295g37Olpf/BoYUECuECSfgbeLYDcGmtq1RWN50OWik2yW4FztybAu5jC+THYrd/y6Bhm0qNNo
tUf1jxTO5y+lTcYXBg71R63zTTclOXyMKtl5LkGyP4xaZj1JdZrOfmbxHipW6tqFnMIQN6N9M0Xd
zhwCShtnhBxa1CFT9VSvjJMqGvM7APDwQ1YUhbOyh+/SkhmtCQqd7Jxe2t3oN9cCWp6V3XoaKoko
CtWRB+YmOoAAVjZV2VcrnYH7MthBLJzL2gFjDO5maYXRg60vcGiwPQURyL1VZNN3CojgUTgFTiZx
JW+jSmn37P7uoA9TiYq23v1uQyv/AQqv2hFR1Y2KYdLKi7i7QGggKAj8cdvSU7yrVMZOi/QMOyuv
QL4Qsl9ungq1X5M0ma+hm63F1GQutpkVU6boS0yTpmSRrIrJ8Ry1eexyVfrcqP0Z0qDy8/3Y9PZC
VIo0EEFSLAepURoaSRdiLIp8e/aIJmS+sfywPhS1Gq2U5vfV6WyuQ/eFaftrk3x+tf/U5ti3aKOt
JrYndWP6O8si7ZkaVP5mVnjEONEUXpJRfNUkxBOHMp8TxNT5EMij4SLwUn+XJCkCmVuYxzEdU64W
Kfpq5lJ37CnCO1ejpYgohuH8ef8N3d3lr0xcRtuqw8YnAN7+6rFNbLw6G9vDbgJ1P1mpXVNgKQYC
t+svsT06j5KRjZ+mMl5z7rlrubD0DNmeKUyweJfSbl1uhBR6+NXa7RTt5P7FGix526PzVjVm6Maj
v9Z9euthLY763OQB278MaZURCC2OJdvjdMbbqZPMbVdkwROfFYtDaHDhxWa21LhmOKx1mO5LSx6X
HjrUe1A2Mr/i9k0PVeSEcV7bXiNG5YOcIZCmhQg6TJWdP8Zdq+xF7Tv70a6Q/g5se9oaiZJvMq0O
MIopSRuCsrv0RsWorhzl75CHoMkIc0JUZWpTysgy5NVNUA/buJEvk4GdlxGFHd6k3FqhP+LyYYQo
Ok0wJo9NE1qvjIRgxyZo3D4ck31XV6MnYZQZ0MzBrimSmg67IQzlu1TS3QKTgskFJSmOlSzEOZym
YmNM0HR12z/5WVmcoqBrHiP8xDZ52euaS4NDbFJ7GDdmK2sf39+8yv0HhXw+I4Wo+uGjLD0b8W1T
RNLGuP1JmoFvUAdpEEumR5FOmD8ZjRpvGl7tAzn9p7JJlE3UmGKL+Ex3Ilf8IBo12oVK1kEYbcEJ
+GlfP1q+Lnayoq6BFe5jEb8VjALYRxprylLGSenMVqpFwvQLEZ0fvp3ttAnydDCJl/ffyv1lxhAC
hZ7Z3oWUd6lwM0yiAPfTaJ4yXUlWAan2lnVs1OLjaCorKdP9fcECM3CUOxOw2jLAWvmQh1pi4OzY
h92TUjfGJu0Gafufn4jLmY9EKx0IzhLoYw6qzhRB0rxyVMm/uhbDwDT8Ger4C1g+yIP3l3vjocCy
M9onlIPAWUr7lkra4lvEnHKSeuacVuszUvP7duU73UMMadLyXEh64UcIOmSRb4551bcm9YEnB8F3
ow0B0I8+xL9abiJXNosHMQ7RfhqSaodWhv6shvGH95/0Nc+4vYmZ6c0wETJ4cE1LC1t86qdeKSfN
a6Y43mlp0h+nTNjXxvCfgVOM32DkcSUYVZ58Vgqz3Jh07QcHinUbjdpjpYZfhDH2jzAY2ody7Ie9
1Mj2QUNZfe8Ufn0NlDxww0nvTn7S07jr6ocx0d0mqCBE12qxsbv0IYqh5iQAtvOdBY7GraAKb6tA
hOcoU/K13GsOtItnRvyEOQT3NNXyskiuwrGsHKfVPZG2qNxb1nBJclIsLU5UL7Ds8kslOVc6UkQ8
JgXAGhSr+/b+i78rNcgG4O+RalFEQ05dtDONEBmfKtU0z4acdGoNA9Nq6JUPeWq3W+TefjRGk+1B
K3tmOWorqcobkQjXrnnuRh0PcGWR2eeKGoneKjQvCY2L2jVq4uYZhs96BST5/ed84yhReTsmGC3m
X4A5by89xRIjDvO57eX9KH4GTva9xLZ+ZRe/dZD4jOSRs3IQm3iOiP+kXpJZyJKERYGHkjMEm6SX
QDhy+82ahoyQ6uhiSV2OHlRmHYzU/1PG8Hbef9A3biKaQvApEIci1TQWtVscSZrdaqnjIet/UfXx
SR3T9Nmka70Zyzy9OBFXYorJ6fvLvvF+ITHM/R7y6VmJ5fbJp6YWOt1Gx8vTWNkXTqDsggJH0f/H
KlhZEOvZrGCEb1dJlbQLq9Z3PAni6TUR8kVThuT5/UXeqImgh3G+Zx78PC9ZvEKjDZy6HUzbKxLt
ypQQ71EIPGctLIpLYerli5br46NudZ+jYJCfjTA19n5t1ftEz/pTbAXNuTWalQvu/qCqtFRn2xdc
0/Bmmc/SP1urVEZmRuCyMJgbv0td3TxEJfRB38m7aBPJDapcZg87PCIEnSVft1fuovt9xe3qsLwG
e573v9jalS0HSqxQVehYNJ77rM+3dVMKV4ufyxqV7Czb0rRcgzbdp+ZwBEis5nkLagTLmykJhWyP
pWJ51pR/TeIOuBnCEXkfvTC6/aFJXbcSku6Z8HTpZ76tyiPOc4HFx4+7WAnqSpo8crP2MFaGOBTO
hD7U6FePihnsLbtSHvRI5Fu4CunOxnpl24Nj2DC4X/OwuseezMAEMnUoKrMg6rIqkqWip0AlPLdF
ZuxwraeXa4so/R4zWXmos7HwmsxWfstOgAMv4JJxirfOMAA1gkCufdZltGxUf0p3pS6H10LTaCVp
3Ov/+WCqkNX5fSQqBL4lwTcSaSWXKjmlogvzajrZY9K24coReG3g3V6YKokkAXy+tMA/L74NoOM2
UpiWeUGeYqcahtilRKIZ9unYPIRxmm2NZhp3WSure0drP9QTHkmF7jt/VyLEG9uS6xLnZjbmnA5q
t4fRlxDAUwtJ8fpRiU9BNOWnQjcogGghRSjHS4X+3Q9HdHizNj4ktTVehVaeWuiD3+qgsB+dAsUY
ar6KsmbEmPgUqGl6dtq1qvo+apBaIGdPYwco/L1kKwPfWooU05tUafoT1AgV5Z2CwYzujpp1DIfo
U6LU0/ccjamVLfHaPLn9Wqw9K/mi6sHAeYmskdpJi3pnMD2cFFx6Ipem1Ao3dpCuks7T9KtKf5fd
8CuPbBeA2ikz27NNQ8LNJvI86Cz4xQzRo9XUbmc/RCaiAhjw1AZCjs6aPuV9IsLeRWwBCC1iV/RN
br9nGOZgA4NQfwpt/W/WieIpTYJi6+hdeHp/69zXRHP1AAN+TnfgXS7yEDmIaiktenTdFeT9SiwH
9n1i5bsawMVuLtxX0oH74RVrISEF9oYs04E5cPtohtwwEGkS7anqEeuw5VQ/SImA0ysS85eaOcbZ
LLPQ7ed834hnUwc/3NES0T8mZijhEB5Z+6orxSaPzLWk4U7di14PRHF6EWyQGTK0uNQkons+ao3p
Bf4ToICiwpl9DH+F+lcpVbYCgaMuNh+6LLvgNj5sEL5xY/VnY0zPZlA/1NLRtNEW+ihJHwKpGFxH
fqrUR2E/mx2I2zChENe2lcNsHLmlARTuUB+b/NBJ1tpmfyPz40nIovG6VUkZlgqnFPdTZvKHBlv4
Oaxmc4CpwjwtaovnwLfjbY1Wx9fWVOoNClDFoS6kFYbNfUyiksB/lIHBa6242FmobalOEJmqZ/ZC
uRSJ9IyP+67t9UelK0H7if7T+1v5tTZYHnB2FcBnwH7oCyxSgkBpzCocAqphIz3rRrXrGFSEeLHE
db2L2xcbtL8uAUmXxX4as00bAo0081Na5p8D2dyU08tgFxvZOIf+Jdd9N5IKbxx2TRxu7EY9Jhru
QNioZ83L+7/8jYuEdwVvijCigpVc2l6Vcm5lYaypHmX18BSiYvoSdEOEhU6tbLjLuOCtLtgZuiQf
6lo3dr5QxbaeAKK//0v0NwI0DR6OAQeU2nd5pQ2qyLBvS3V02yZwB/pDhEdhkarXWPQ7J35Roue0
jba2FB5LZCg5RCAFxp1klDt6Rlcn3KuhdO2Kz4N0BjlpVJ8j6VAZaMPZv4T8ZKBfV1zxGPloBuWx
dLJjb6mfRXYyZYn/JfCsqN5F8lNb0Z3LGKwEIUCIJv7lq8ahVKdnOPUfkgxHDaNhDjJJ1uesdR5n
5QBKlzUO/6so72JHUQe/arrQYYFsfBuszHwuVotO9iq0mXSJsD/5rhl/kYZ+05L6COs6Rh9p+NUM
G3GS0AQeUpdw+DtpXwZ8nYLOo5s29OG+CGDNw6TOM/nU2tp3tPBM18qSZ/QcvAk3sOZTjqyQbBzf
/6BvFA+IS8CMoMQktGlL90R0Y1Bvq9rJ00NjuoSSiuQB1eI1Lfx0LyY1OUR13j+2uR8dZKnyAaPH
6ejCp263kiEnD1aXtKcw6Ow1ssJ9iQaAgUySSItwnblUvO+7WBsLEMHe0IhzhHufK8zeOCp2YruT
Zkk0d9PmO4nouCeJ63412ST2xhTJruPkH3M/Hb52Vb0SRN4KnAx94daCYmBw8XpA/qlr+kH19SiB
0kYupJxrXf1GehsicJs7z10aioNpYsGjVSoYNTrNZyvU1uQM729/Wh9IB85MZF6Nubj9O8mJjFwD
3xFo8VFBJgCMAIythykM1xKNe97z3GahqUdNg7TxHWPE8JHt6xp/9Gp77M6obV0mvUzOBrS1xyBG
ia7socng8hx+CwDTNqCAUjZsF04P3MLpNosSbsVCE+2j06nKD0cKrKNaBeazPE7WoyZ8eeVeuR+r
00pgS4NdIsyriObdHspWiYVdls7gtXJ6hlYxeKJh8O2Gsko/UBhuQoR2zcHSn2t5DB9kweDcd/CU
b7o4OCNEKFzVDsenukoHT0kj+6k3LPSzrOaCU1C5o4I6BEGNfkFWxte2kX4GJsIsK6H2rcxLB46I
nBhJHoCR28dI20kHxNZqT1GVbhFJ8LfAeLxu0tqNU+gri92fNbIu6mTmWECerGViA3TPDo2y1J4G
qVU2paRZ27Ku/rwfa+73LawfxsXEFKoeLrTbJ4qjMSqAoiaer4eZV9r1yygc43GKi/9c+88LMSKl
r4Xyvrzo08F89ztdrRPPCqTs6JTd7ypxzlEvok2vxJeM3N+t4vQ/yzgBVzcYBkJeASrL7rt9vi73
YyeS09wTlhN81ibjmzqGH/UiBszi2O0xDnN///4rvf9u85LwALTZVeWOS+fDyrbSqck9KbDNC7I/
6qUx1sBR95najACkfqXagC9qqbfPJfdal6LyQa4D9GMXNaNNzzWPdpaZqu6gqoMrJV28cozvE41Z
Bh+FHOhqFINLwKNlZ4GPrHfhZaPRH7iCpZe60NunKrJ/OJV+YTyu0IPWxkvu0+JYOQ/33AC+5b/L
zz/vnzAvrEiaorguvEmu3C599pNHCVRW32ET2ONAJRsfMWg46sDd8/Znbnc009AOqrIPJfarhfGp
JHePm8NUXjrcqmirf7eL6uoEAvMv5SV01uQa39oJ1FuouTG0h0A1//s/P9iRs6ywR4FDfY9Uc+M7
6s528jVPtre2AhMX6h+uQILr4mTJMhRpI5QLZHDi4JSIkJcTZ59HO83cMWqrqzXpa3nAG2siXQR7
nHBu83CLT6GWo1lPppF683jfBP2qG/WLIaVboY27qPQ3FSLKbfcTcYmnqPiQOvZL3kkbLu8zivtX
XQsPWb92Ju6jM7iEGW3E1gTIt+zsDlM+tkWsZF6U918a08rpiMjmadJTVDXKYrUsvn8JIPCIzqRD
zGAIbLeft1CrUvDMrZd0evYlTpJgX5X29FmMKpArVcBNT/Sof4pr1T81uvOScaA/ZaIkG7LQGax8
MGauYwbaS9pk4hQV1vQjdYzw4/sB6Y1SZQbQE3jJjxBPMhfBIhcGQLCqQEuc5OVYW6p/aXrNrDe6
GX8dnObqZ/W+ymnxuYpkZp/KCQfynHpj5Q64/0AUttycZLRg0uhF3r6wyFaCPqlBL8oV4qSa1Ev7
tnbKQ14YTAuVfE2p7b7fzHokHXOoZEa9HEyBOCyjHEqWJzoc29W0LHZGY0ePaaXvG3tQLnmPrkAr
hmi78sbnfOa2CAGDwkAUDN48QdEXZ1K1Jk2yO6v1YiEbO5HV6qEbDens1zA80qaXnsNggDJUNEik
Qen9JvhXMBLC8Ca/qLd96qzJ5byxW6kPAUIBimITLM1MYqwN5ZShjZc2qnkkk/XPhlFmW6Z0+TfA
ts6uS4Zv77+H+wDIXQEmZm48G0hmLW7fZgz6MhdDRyOcktRWYmszKWievb/KfQ4DUumVJILcKfPH
+d//CbNRidFGlVSlh1hGDX4wrQ+2UsjPU+iIlXnrWw8084dg5wIQ4BvfLlU0STnatl94gyBv8MG0
0BOqppV79nUkcbt9Zuov8AqCK+9tqWAFH5RyJpP9p6hmCm2OSXYigbpkqWFuVCxidkVu/CxGfXjo
0JH74zRQ2jWLCjupYpgbTBF2UpLWG9OYfgxkRvte9YULhV5DSyBBDrow090odfqv//ol2FeUJRCG
wX7SM7x9PZXZWCMACv8JN3n6NDG8vdzM6kNf0b59f6k3ij6SkDmhlPn2hPzFp6hT1HyBw5QeVI8f
DVXei6g6f9fHAYbgwnbchMh91GSJ4b09zVqMTb2y8eYl/v1MGg52pF4mXTuHpsLycZuhtarMaJon
+p3SvrdFsBPOaH/u7EQc+zgXx86oa68LtUve4VO49gqWR1pDyWmOMOgbc7b0JQpLjMIShd1bTy2S
zw+9rZYnUQb7wZ+l3uRol0Wc6lDTJ2rz+JtoTf8kddD/GuqNl0LqMP1JynA/hurXwc/6Yy6Udvf+
Z7r7ibwaCj/a4WxjLuX5QP1zNp0ggDMy6uLaOeXvsO8Nei52dZKNOPe0CsCsJrL26/tr3s3fZucw
GqnkqCSc/LVYNMgQPYdTHl1TTQ8+9IEDv8iIUJBJGHnaA9xr5FTDo6SpzWaopeyCVnm6ic2pMNzQ
KNYKguW19/pz8MD8X3ZCtXX7DlqgBEDybHHtJednpDZfU804YAGLZ1aZdyt7cn62mz05P/s/iy2O
IDWzoF1viaveCvvBjxus0TO0ct9/xfePBHFxHuWS3JKU392sSheo49CJq9o46Uc78alB+MqbCo+c
o0JFubLVlyGeNocCcJE0hpOGMs8ixKv0c4Sf8VR9YPycDD0+GXFTbMJRWrsm31xpnt9QonJzLSN8
rkvUb+0grrh02Iabod3lJkOnTS7FY7R5/zXeBfrX5yLrBdU7Xyny4rn6GCYnIR72gNJsCi3aa/Y8
vRJICPbDMG0mv30pYlBHtMNh4lg7IxiPcjrtizR+HKcRfgVNcXyHNiQ2LrIq+0ALLqjJnEUQryT9
y2xq/q0z4VyfAXnc54vfioye5UemI65hMaoQQDL7ZWrUbFd06FDksui3+Wj4O70Y1urOt74Jgy4D
KUeqWeaAtwcoi+2qwl5OXEVq6K7SRtqDSHzfDWQ9+4+ko/khmQzPzwkShSv+dilpMkejEshwhcJK
sZMdzI3k9P3Kd78/pPMpBZLHNiNLXI41/TCWmqgLomsBr5FhQUwaBpNw//7ueuuQcjVQnrG1EDCZ
//2f2GsicghFsRdX3/GfksDvvIqe7LmU+uFJoKN2+v8sN/N0UbrAQWVxIQPcwV2k4IxC80CI1PxL
ilnuHMn+qSbqsHt/sft7hTdIf5w5mQFadtn/QG5VLaJBJswNneEOUfinlEukutqoPySpfY3U+tf7
K95vQg2pBV7ka4cZ1Ovt2+wmtQhbvWcMrpvgipOh2iP92bqdVvYr0fWu00GChj2OTrODADvDrG/X
ijsDQlWmGkA2tL1a+/uBLuh2sGvoyH1zlvpG2tqh/dPIP6iBehzEY6Jf8+FTmF7rCsihflbAMKsh
7dBk2gtpUDeVlX1SZl640jd7O9FQkspXfvZdncnPpr9Hr3KW6QPgM2/7fzZcXwhzcCgvvRhHGjdK
tX6LTjm5axjZ27g0ii8RioGu2TTmkyJ33blTUHmJLKdZ2flvfCuKHGi5lB4GqcDiWxlVU5lRjDg3
PmLKwzyaPw6SgNMKeHvloednur1vrdlBAJgCwYkyZDFuQsbfKJ1UGrwsDFBsQjVwP8hV9uX9zXd/
lG9XWTxQHhSFWfnBSBvTBpuuqRg42Moh1hhq+cGae/frxHD5ULPfGdR03PtApd9+SEVCeMeu6tEL
MmUv1f7Hwlb9TVxDKgzxBDiX/TcpCi6tcsmiq9mfo/JFRJ/HyDP8izr8CmzPiK7q7Hw6btqy2xTm
FZiclxQ/6vhnXZ3T/nfQBFj/IsCzV9Xf9vRzapGyx2MAH3Tbdlv/W4+8+OicHRs9lwbx769NcQ2G
i3B+9o6GSUEF4/qIj97GUT5oxrM0fZTlHZWt1D83Dnph0cEo/zrdqVc+I5vf0Y7EfMO1wr+Ss8mN
FM+RoznrDP3Mgi+9FLtZ9It5ehxCYal/WOJPlv1NYcjbvk6acR7rs6J+KZwnuwUBpW4zpIQl8NtW
csL2ZCXbuattZsNKgKaoGNOXp32wfP+2IYaQWgr0YMuIsnWUz8jwG78aZwgeSjUMkIdPlRN0Cf2S
A+tz0d211gxdXtPkxS6grJjRgmTuKHzPp+yf45zGgw2Zy++9psI5UsjnqDiORvMDCwkaRWHyhyFg
sp0S45eCJaKs/IhGOn2Z2wLEKfGs086dmC5J/dUefk/KH0c5JjZ8Dump1X9IICvyqXiM84eh2Ue5
9UXP1Wcj/WENTI9RxtjQtluJCvcJDBBhalOGHVy5d1RfQw5DqzcTzVMF/Gst/CjROd0ISDp7PTOy
BzT7Xc0pjZVl78a52uuYDjzo7MIGyGGRkitlhsSZMYxeq/ORIqsuD8OE+GVi+M1Bj0DkoT3cKV+F
5h+aNEs+xK1mPIo8Ka5x3umPTdv6GxNo7H++sGnL4MuH3iiY5jtgZB7HRpjgAOvVCNLmiFfv9S6z
N/TM3HIGor0fwu4DJSYvxBLafpozI0BvdxNG74E8ipzVkLzdj0WbQYAd1sAQd8NRXja3NKF/ltBE
8HhxdCzouapSqNDaU+nkE5Gb0/9Rdma7dSPZmn6VRN6zDuehcaqA5rAHTVuyZFv2DSE7lZznmU/f
H1XVfby5BbGNRKLgUlpBBiNWrFjrH4AyY8r52GcZa7APaaVpeA8JgRMHoDNn6Ufs5z/1olTsvG4e
0Rrd10nq9COce2XeNFq/DOULs45TnboFF6f1bTCK+XE7IW9QltqAxJciPGmWEDk+XkaPtFiUvz+e
98uzkF/I1CNlChIZWPf5vCO8UemUxsWTLMDMbq2w2fVBMXqKvpU7v7O/YOlzUGk0Ehd6y/lIc6bO
oRAAWzCQO3ODCFgjtN/O9sP5Jgj3FNX8n4PWff74/S7wrcsXJ+cARQTYGgDYMuG/hCklK8AWhel8
GmCHf8kAKV7T+ioQ3JemU05B+xTm1YDpDXd8VRB+Fq2AdlU0lU6rBEApuOftexipRx0GvC2mdY9d
1JB8//gxLxNWk/OUSEAtZMH1r/KECHePeGp0tDsUv4DY1UgPedXod6U6R84QabGn9N1W9/Odb08R
BAQyuGtuM2ttyRwpt9ofJL4IN+Z5lEyq3fhBAAXoN1bZBUaQrwDTHAQk1BuuT2shx0mYgGmZFpgV
OdZdqRex5a3nz2mZzCAurVZ9nRo0uqwyfaADYOv4Un4rLW3cq+gqfqvH5EkJ+nrXt4ry2xkavBSd
uxyPR7ViTSGTMXAPm7GsT7Q2ArSRNMEuxzLbCG/vLcOl0/d2tizfebUM06oEOKNV9SlqZlBFaThd
mwj42RLUwdtWEdRdPFaeKLfRjkREdyNjQAo8r09oRSgeoKx8V3TiN2hns5MuDixTMo5bD3kZhBcF
LNoAcCzYoWssuNHKSHNrdXkKoYF9VrWhvJvN+DkbI+tZq8PkNtaNF8nK2k+C0at3jRF1ADyb/gFx
6q9xVNOjqMR062i4UOfCvB40BaQPnAwXF4XV2WC2HdBwvStObfccoUN2Jft1faWm2vCc5yB58sCC
m+lP2s2MR9B9iymMJ2Zl+NyJw9WQbTlPvjdLLBe4eeD74JStHqdrMb/pGjqqaRCWT1FThLs+T2bv
44jw3ijcXan7QMWAOyyfx60ODHdbAbM/GWYW3nRzhOqvPm1ZbizL7jyJAxm2cLNo1C4yL6u4k6ag
HMSqqCDicx+CTFl5lanNri6EgOzH+DcbJMuXZCxq0SSOCkDW85caNLOcx1IuTriLtddiJ5IADsZG
H/EyrBFnaPKStyxWLOutJrdiwM1bLxHpCAKI5c1DMUrpTwsFxo8/0XsLk7LT0sJivyyyZ+evI0tz
aKSC1Zw4yBDx6CT/IBvxXo+baV+gCfFXWcuHqG2n7/04RQ4w187pZCVBKVp5io18S5/sAi/L/C4x
FpIw8wyPYZXelC0YjBgD11MTDodO1WwzLpHpwtTXh8ycJaJTZIPyGLJj3MISPbEdLHcWu+4rvosL
81O1Cpr1xWBbIbo1Fuq7N/xd006ytvfiAUFczkat/25mcWcjLTk99a0lHpsCp0IxbevZDpUI+Fya
KT8+nuwlPThbqXRzSE8WODc9Uz7u+VyX3Tij9jmJJ7EBvqKGc4QUYGFddRI6IVlmRsceNOZTIZXR
MRKFeaMmd/mtiYvIpdEoVxfi27ooZ6Zhbc1xKp3SMUuefNM6lPE8HvxU2YG0BO3eN/4eua/veRkn
jlb0umtg5yDP2OVN85BvNAEvFjmPszCWaLNjRXDhYhNIektzKZNONO/Tq1QOwpsJ+t9Llflb982L
SLQMRb8R0h3rC/mb85n3u7CdNKuQqC4U872gGY0zyvTIP/6+F+kho5i4tFKTgSkBk+R8FKgFaYi8
vXhayMFOKrfZQSmkAb2xaTyxterHStN6r0JwfePYu+AIcORR1OUGS10NmsC6dA1YvOpNq21OWCdj
K5clzbOAS4g7ZoN8XbXSdDBC7WsuAkSMiwDsJFZ/p6kLzcfJwFKWZnKPdUjgP6aIjR/KHl/doq6+
g1m/55Yu2lJitVeTNWYnIWw4xynL/K2mC98EgUT5UCKbtVNGXFmHUtiVICTcNNeEb7RN5N2EZevG
Ur7INXldqrCQVfmXZskqEU+LyOpxl6bzWNXIolK/co0Zv894kjAKUKwOXSsj2W983iW0n+9fRl1a
NEAJcQW6cNM0ZjPJerU5ofK3B9VhNF80KoBC2QOR9jpy60pNHLnYZ/UTujj2MFy1kDGE/DmIwYZn
D0HTuEuYLVWVWueDPyAYIZeL/tlBiPGysl7KQd4lbeymxV0bCjgg7JBvDju6H1J2KH0FK0uEdqLW
MdXEC2SmP0T38BbOeZBojtAWbtgPu9iIdzDxDkY6ePBwXdTwMuAJYY3kZx4eRjX3mjh1l0QxRRQx
5a/5GNWOh1YNAHwCVwFfbHqKVu9yE+Np/jcYROyWzZ2aRq4vHEFv71NDcpLgh8jTjOq+k+V940/7
jBoJAlJ1H8YcjFDjP/4Il9dfChz0xwzulUvdeN2SzvVGpFdViye/m+1SmHs7wWQQ7TbrRlCm4DQx
W/sRNJMr62kN96WZEaBMqqtJN/4WlKo4plpuuD4tCgdj6MATYBy4TW0qt1zftkSFLzQvQJMj+0Wp
izVD6F8bbViJ6UtCKlNi0trikJdRdYNKq0TRcBCu1TmQ7kIxjewQSLc0mKon1q3vNakiXeMx/Q2I
wyk3aJEvYjKVMyfxsPMVK79Xsnnr5L2MkWAMaPFT5qXrQB/yPHrps9oqzQRWqqRa4E7ZGOwm2age
Pv5+742ykBZo1pB40ro+H8UqRa2HGNhB9TOxEisQwtVFFNo+HuWdo45sBsQa0khLSWydFNZdHvqi
0nT32CAZV3TCvsl4Idh1Jr+OInw+Rc3wfez31OWcpG4QsDHi2bKzIImumV/J3XieZfLOQwdwMNrk
XNJA6SLdcP7aRVZrdSAk5X1t5YqjFMlwMnNUu/Mo0HZRFb7gUdx7AwA/Jy9IvTCwN5woaR8/fo7L
2V9gHMwHItfQz9fTokXBGOP7kt/PlvFiqTGOaoFYbByDF4OoQOFxv0DGiR7zRZMkt5oAs49YOM2I
bt7AR6T614zFRjS+SKaWUZA1ZPFDUOICcD6jccQyVaRJOAlqMXtt2pdepxf9wSrBQZhmGO+6aNCP
wmQae/CBwkaG/qaFcPZF8SwDGLrIk1Oeoe55Pr4iz7kSa4N2pw0RYuzYs9rSiFtNVYSByxVPhaFF
ndC2Iir45oR6WpT9NVm9YkdJeq80SJU1cjI5COJ8jfseIFEg9Ngr1oZ8P1qxcTBpO18nTT/YE4bv
3scL4eIA5fYHpwthLzxnFh3g86cvxixr21ZLTklWSS7Vpxw+VUzBaGj3tRQd9agTt/bkxfGJ4Axn
9aIlyyfjy52PWatjzTTS4slwUXJa7EzuhxjpEGMs1J9GpETHsaA2Lc2zdosfBj6Xvl4emzky9xPy
js7HM3CRfVKbZBMsmqWojVHbOX8aC419v4zmEq6FiduKFilfKwSF/xYmQd3Y/ZcbgsaZjI0ujTqw
kutdF46a6icCcIVKyJMdZQfgSsgoboxykX0ya6B0YaEsX5W2yvkLdfAbJmoX8ck3unwXh/igJsiX
7ZA5D75U2RB9TQo/3NW0vTZGvmyLIgiGcSiuW/Acl1vk+dDJOPhqp7flqRtazR1DsbvFgSHGfzDe
FeqY7AJ4nXadhsXRwOOgR6zRiXO1//HxJ70MCYu4EQcuABqK8Gu0mG8MKr2aJjtpGjgRJEXafasZ
jhRPw0MZTxMy6DR4CnVAYtlv5I1ZuNxSXKqQyAc8+SbyscpJBxmXiFkcshPUmtDOIUzt1U7rXXbg
p7hPTC+X4i1PtcuaHOAH4o8pcquhxrKuSCOHOiPyZcp3HFyqR4JaemR6Zea2iRp8CwQxO4TiDMG/
QPLUpuwT2sXYIcce6MltXiayU7RzSfNREb9rZcemT8pEuVZS0frd/bYwq5HEgF1NwxVY+fkaiee8
N8txFO9UQf5Ml7yn4qSi3eP3G8fPxXcAn8ElCHgLZVo43ctu/KVaLmTgJcqCgWbhZGTZNwPbybxA
eqKuky9+5m/1kpffd3YQLOPReVgKUG+1x/Px5lrNa1r94h3U09YOjTFy9CBNN97qIlwtoyAZzV2H
8jPV1/NR8iT1EYsbxDtByNDBxhvuKBOxbcrs80aF6zJ5YiwVKssbl41AsgqN5RhJWTY34l2oy4/K
AqzF3CVxVBBRr2o39vu+EW/9Un6M9MaWwdlXdlIH1j7I6Jbmo/nXx9v6TaV6PcMqOAdSCpoLpI7n
7650Zh2NViXemUE5ubke+h5SIPGVVCidnYq+tY/FMDnMvhj/Xeo4Y9pwksPvljwrKLe3meVhqNXs
68BobazH851Pq2Kvm2l1QGnyr1FPwwPwSWEvJtqrnySlW9XyRJgSlGttSLK7aC7Cl0r3p+ca7fZD
WsjadRep+qnKW8khnmO/qvbVDQeZ9STl3aa7zhK7z2eAJibgHPINGGz4x5/PgGEUcdzJJexCqdNd
fYA6PvTSQxLLjlUMGqxk/u9mqNHtU8zAqWqh2kgYLnvllBXwaiLrAhm0lFvPH8HXjVgOcrggci5c
KZpw0ylB41W1MV5naPVdNWH6Msx9fJ2LaAhiMFnCO4gVvDaSLLpJUyZUCWZpjzNt/7fepqrrNzUG
zSn0+7gMDjVJzj7myPYqsh9vkEbxpjGz8qqKlNYRBaT3nXmCUTlPin6b+5Fqm0Um3EiKVOG3mBPr
DTSbovz+49X3TohFGIQ6+aLng2j7Op5Uo1DGXZXAsJkUYaeiRO/rSoPQRiRVhMuo7W4ywardOpkP
6TA/tlXqpgrWt2LfaMcspgdLEtj6j/Q/LZeixqkzB2Ujul4GPR4SDgjXKnIMDoLzr2MG4KhqsxHA
iqvVVTOFSCamMJdiE4xKVMej3fSKuHHiXUY+KrU0nSh5WRx8a+W9GCuicuFjnKogmB/RDKtvxTDe
avEta/ts7S/kIwVM5qIHggDa6lxFv7niJRBQEFn/8qQOXjEOidcOcQWgdNOD4DL6UVSgeUQaRX0f
SMPy1r+cH6ZOpNXSSTrFSYm+d9no1ES6sXkuBlXwKr/GmUCJ7qZGko+xEmpOUqAbLwtj48pxOj4C
e9tK7S6+7vJIiHmRWxDYaKicP1LeoAFiTCjpID/3zL+Zk2Zl9jMrgKkEqhh9nvwtIfaLb/s2JIh2
xHu457zp5/4yCxhEj/pU+NJpirTAaZE9deOxGH63BIwKEj3LReSVJhFF8fMXE0VkqxMaoie1loKd
Oafmc4d0+yETCuXx4318kRySmTEMnSgmEKbYaofE5RAjO4yMnlgn3V2UXHdWjRGgZQmpg7iQIjq0
2D0ZtfcrSMIbg18iZDD5ehOPpBpEu2WNiZgT/Mwivc1OA/J3e6QX/UOiGTUFCUmCuIm9legNlfgk
mmHp9U0q4VJQ9F5GUdwuB813gkCfNkL6Zdq+PBSwY+ZloRSuOetm0gsc7GF2ihS1OVLUFt2iKKx9
EtSandA0Ovai/CnURicRY1SbouTgy+lWWfUSC8ZjUB1Z5G24RnCROF8ECpBKDH6G9JRX0u0kRsEt
WpuKR5YNkEmqCjeF0+FanZi4Y465d5rkG8nV5f4iq+DqwOWBasKFTUY2BwlHSw9HvFMfVVUIjm2M
apYQlq2LlpeXKtXWln7nrcFpAZCGoyNikqMuCd8vGyxFrrNtsiI9TWVeI8NaWt/rUMCNrk0oXQ6m
CLyDykFMxYxF2lReM1oUCT7eFJe7/PwhVnlFRo0oqesuPQlJJOwqXYi9tIiDz789CuR+ejw0aCHh
r+FhWWtJQpLF4UkeQjB2oiS4Qw6J6eNR3tio5wcFZRhahtC2EQGk5no+o9EkqlU75eEpsAaXw9zO
ki+pErlwlXaj9mzJ97F21Spf1CF3jFi1AdHaVtq5k4DVcHdn+BN6zBE+haLdRi/ynNwp+ZWmvnaB
imH8oxx+9kdcJRKgl93gmA1Qkyo9kJnvzHz4DBHqxgz6L2X9vcAjzavLH6gd//73ggDIGQiIgINg
zUqG9NMFXSQHJzxVrs1MkPGKaDYznotiJSAFExAhUoILSWCdb6MxO5KhVOEpQbj+UGqT4fgw9A6T
VexCwQg8LDpqZzBjyzHA0h3yVJZsAA7Nxhd9Z3UurC/wzWBnucytTocGUQ+rQ1/kNPSxQnMDs0Fx
qZB+vG4uNz/cMtbNEgGQq11HwbKz+iAy8uCUz/XTIM7WY9UY7ZNAoMIFJTK44rCAP/32oKTTwEHI
6wFvrRP6sAFEFZpIC81ikx5njCKuAZbjv+KPuzQRepdMdMvp9PJFuRIzkVxVsdOG3H6+Pxp1DOkK
tzmqKuADNT3Wvojm3LpmPkouyyi4jqos3X/8om82HOe7klEBJwE0AY+DSsX5qFZGH62a6vzUWqe5
8B0pxN9QS1Ecy+wChsE87Do42vnTCAZXHJ5Sgduc6vnDsfQPJbUqPblruyPCLbZhPvTRd7WyHH2a
Dsl0kBTcaaB/wc3Kip0yhHasPErZrRLeGRZl4EBrHvRZ2k0imPUmReOxsSOOVSvKdn6b7RukMnup
dVvkMo0meckAPntTCmbWrAEshi1uQUM9HD6ekuWm9OuMUJKgQofbrLEgbwBIns+IMbO3xSEaPuUc
DodKxBetwgzyIBSiQm8ODYXW6A0v69StEPmWtZ0NjdYtQisk7YufA6WE86FNKwtnDqX0E0KZst0i
QPvYpdp9LbfBEf8WWmgBc+2bme8pMdtb7wb1ELcgyTN9Qi6rz2RcefXoCv0f1SEITbuKkGlg3vo4
Z9hujf6Xjyfrot+HtAQ3f3ORHWQVXVg9jmOQhGqtCw9cvQ+IqJRXhSFEpzJMG08otfogdI2bamLp
CgMJzDSKpuergnQfm5F1GFscjjtK6vokYzfeS8rjZPa12xZBcp/Jsbyx3C8SvQWxAyEfcxIiKM2P
1SYrBKvqjL5WHnwp4KIgq80OIkHxDML8u+B3qJAhYuCIsl/cBrOp2ZVudU4S9Z1rNkayw1Kpd3AP
j3/zCAa2R2dvucYuDA4qxecfPilmobCKUX7wiyD0Yl1o3C4I/Y3K0Tpgv40CRQZ7Mzj4dGnPRxnL
NMyHebHSmKJyh/0e266q2uPHS+JNheXXVQzAD+AV0G4QfqT063Ohz6RUalNBe4glq9rptTo5JUqv
8KHFF5QBroZESbzETJ/0RaNjajov7+PSm0ZEfy2zrb0iG5ODlVvSFWIrX2tcfOwufAzDKEQq2fwc
a+Lo9kpeXFFn14kO3IBQVqkcOZBCL1eN6sbyM+0QhmXuSLOQ7CjOao4qZgbKnS2qb/hUO3mlqk9m
oqeOmhgV+nFmunFyXWxnJoJZoKNAcCUPfVuMv+SQUTnMVotN4AO5jqft0Ht3Jqc/Rh5l/uvRKW5D
F4rfqfzevkaP/sYRtiyZ1VdY0PUAd5ZyJLfE84+N0HIrh3UrPwD4PMDiVGvD1dW9xHXh4+99QRZ7
e01QFwhSQUQH6X0+EtaLZsbulx/KG3Ov75O7cVcepR1MazvwJFvcZY6yL7/0nvGg7Y0r0c33gRva
wu7j51ifn+vHkM8fY9S7LurFSn5AJdjWkIJLte9Kua9lHfjmxhpf7yRyZXAtS+5FZoKUyOqVVWWp
poSorY1Srt0aZvClyS1r4/b9/iBgpynrcTCvPS5IqKraTzPA0xFuikUURx4GctHGqywH/Nk6QZcE
CAS9/kW6juPnfNq0IUTKdS7zk94FuDfDtUYOuggWZr7vIpbxndZAdl+BmXOEZN5aPJfvuGAJ/13N
oay9ZuxRHJ7goTJ6JSY67MmpWG5YWy6uq1EAey0oA/x3l/Y6JTzl/B2zlMpPhvDEiQpu1tkzsOND
yoX64eMVuAZH/nscauBogFALY8+fj4PGiM9uULPTKMbjMczHgU5t4RRFYnCcSy3mom1ZO7Wv1a6Z
oOkKGH5+ajTR30s9nnRt1hc2K6HwJKXur6dwCu05gfpd1Z2+D8rx2IWHpI9+DHj9Oa1UX5tl8ggt
PN4Xcvlz0v1ko4++Sob+/Ub0hehhLQjotXzCBGvcb3MlO1VW8DCplHtrvpMGEdRGxSey1QCNylIS
zd/bzG/jqnSIiOBkVLRnz2dyAghpoGFOQaaRtM9plkZXZceVrlWzwE4r42tTbtlBv7NIQKSAUKag
xuuuEQuJykEyVFF6ag01PPjTbDqpAjXqbY3818/xfwWvxf2/d1bzr//mzz+LcqJ5G7arP/7rVL7m
j239+trevpT/vfzV//ef/uv8j/zN//xm96V9OfuDl8MdnR6613r69NpgKvQ2Js+w/Jf/vz/84/Xt
tzxN5es///xZdHm7/Db0xvI///Oj41///HMx9fivX3/9f35295Lx13b1a/4z/OOx6Nrwtc7/eMn/
+uN/Y6pR/2yjn3/c8Mdm/cteX5r2n38axj/oGpHqkj8y84Ca/vxjeF1+olj/WGqAS3RdiNxvTcK8
qNvwn39yr/sHtQq2MX+PwPtmKNMsY/Mz1foHmAG4ZHTyacX9+X+f+eyz/M9n+iPvsvsiytuGh2GB
/U9YXHTFODQXVhokLuLTGhEU4xbTFnMQOooWNk+JYiS4ukj6Sy+q/i5VeqB9mK57v0zcfx7i10Hf
0HFno9K4oczFkc3wRJFVHkiR2k+5YsROmnRu1d1J2k1q/Kitmzn+pMa509cPjfypamMvW+x2rdSV
4qcqf1SjxO2Hb5022IUhHrP6Bx2eHTbFdtIfEP9KjfGY0XTQuwfIFLveR/RQDZwovpGtp0qi+d0k
NomwbcEyUJvRmbp834eSXYqkRuVexr+3pR768euu0HdM8up1V2ePUmPdhgJG7BiP5m10V9mdndmz
K+wKpz6VnvKQfqlTW3Jk29o49c7j2uXIq5vWgAm06IPjoVnUdTZw2ZNfPwdS7FV59Hc3ake1+Xvj
ZZdv99G3XQ7iX7LBQtNB9SgMCWjG21XernVpzNrpTtv7h+KIu+Pu8eMhL9bw+fSuqYhTUQy0ERgx
JOdMT7Oj7oaNK8W7Q5C0L3wLCgjr+5TU9bPUyhRCR+PnbJKgaPdBhXZb8SWLv338NitI13++2S9j
rVZLqtVG1S9F1+Aup/Hzl7mvPteH8brYw9K5C16DK/mkciRd5w/hPmht5WmM7eHrx0+xqsq/PcVi
OgZdiMrIkpudf0Y1bbo6jtPEaVD0lVzEljijDbufvFK3w8COJFvewku+s3TOxlyt1kyqdRH7Ncbk
5tRjV5u3+AsEI52mIpl3G294ORopBjUvjSItmdnalZryk5AJ6OE6RiGoTiCn40NgwVFOplB380JR
Dlza2l0+l9mtisWmC/zCfMEHqjs0lVJh2N10J67h8kmIzOR1SnT191Yd4ZFUhNYfwRItXxRqz7+B
pAkS8S9CQlMLl2a2SP/BivxrRZgA8/kCGGh6JBsh4zw/QM5xcTkEJAyniH+AsJwPKkqZlUpypiMB
rzV2Zgb1jrwnOnw8+0sU+CVKgFvnnSipUqVYTsZ1JSCdKKZGZjOBjMaWA7S63lH+1nPtqRYhhI3F
ZFzTlQLzn9S6EVFx1bdujqsWK+fekiTTpyb3AnGMccv5m0olMEg5hi4v0xbzNCm1KAWSMqtIO2Hi
lRVYtpffQ73Onaiy6us4pJyQRNLkWELrX/UdNcGPZ2UVZt4QpAhpkAfSYQWgu5r7ubDaPMB0ZNcq
+gxuba6u47KqjmptvioQGQ+gWOONw3il4rXULxhPXK5FUJ74ZzUNhVLErZCHDDqN2WOZdeIu6qzk
syHHySFUlDrDn2GaXRVvBHJiLNxGOwJ6MDkmJEHVRnR6i+G8akstzwQ+mbXIlRAgm7SWGO1lMSyG
aq52IRJJCPdMybVv9AoVytrfib75VzJQRCm4dEgB1i2tVekbl5zLaQHQRp/fhMiKoTFVyvPVoc1+
Bf+rQhaQJRI6tGskVkXaiwXoqiL8lOuxPAD5UNNpT4onPvthXb0YaCDrmHUPM1FyrPwfHy+QFf2X
iXlj40EAQaSLf9bXWDUYGqGv5B7/bgXJQoq486cYCPchB3H4ydDaqLJFtS8ppQfT+BMjAM10U0OZ
EAyu6/jezLJMsgfZELDNq+b5cyQrQeRuPOUqtC7HJOqN5qJhRe0AKYLzuUOprjUGI9cPxAD/Bi/C
7FkaEt9GRBGdp36SdomCQ6BpBJQwoNkdaUXjq2K2loOoa+eoeGI5c6uhDlUmoATbbuO+d/F1lyek
dgd9gyQa5PTqqpxMSmN0dAwOuT8Zqa3muuRJFSQNqS5lm9bTcFVIvoJUHzR1LHkzLw5MyQlVKHyA
IIaNw2jZ2L+Ew7cJ4+PCNaQ0jmTVarGVldK2YOD1Q0xZj+MvzLzELwf2lrSlZvjOUAsuleDOFZDy
6KqmI7ZaF2UtSvRwEl/Fms7LoNTU+SkubOW9yySevxV8W2qOcCgRWLmQ15SaqhorLfEPUx3/nKwo
RnZDCmkqYXEfpbn6RAm3eumUprD1NqlxBa9rBy1Z0xlGfEUMRE03dvWqVrmIZtHwgPe4IDCw6dFX
EXZQCGJw0PyD37bxX2OqqA9Wpx3FIBWcGO+NPUG+uE7D1trlQi1/liakp4Z4bnfjEKFF7wvddaP3
OkyN3my9emjzq2Rusn0LNu5TxXHsSf1cHz/eUJffjKcGBcRlj3uTuG4OphxfJnqk/qHrjfkmihB/
GbtKPKS+OG3t3eX7rz4aNRBkHRe7RxABS37wS/6uJYGlj5FmHYpS7Z7MOg6gfi1ucQtGX7M7q8V3
1Mya1xCp1J0cS8mhmCis7eo81ra0n9fJ8PK9luCJgdciqkzcO3+aAUFby+hl/9B2dQW4y08e1JF+
WhmOSuKmoM1xlNew+HJaGD1/5WwtmGlqqXqzKeKSjjs87iFaqZnHfhBQhImrcETQUElxku/bXrnp
+jp+ybRYKw5GRgMH2pzEFbCGlLpxul+casvLwD0AH0d9ceEdnb9Miz4GAsm8jA8vcJd1S0d78NsD
wL7O07I032WlEXsNvTkPBnDqBrLR7X97KXHhBqYHEQiMwnoD6E0MPLthA1ij0e+iMp33fp/q15mc
bKEBl/R0tZIW+R+KW0ugRYvm/HVjsdfRJReFQ5j6mtspfehSasDDZhpNd0RLBLVF/Dvawiidj19y
CZcXIyMhx8CAJgERn4+cgoSY4qQSDvmUNwdBjF4KfHocfEOI8kmZu0KWi15WwRXAqLrYiHvv7NYl
e0OlgvIoHiWrNRvVZZqYcxwcyyLQbvxuEu9z1p4tQAPZeNF1wsiKOhtqFc7GNsxEEyXeI1vWpImL
CUon6uluIqtze83v3EJKk40Q8e77QbNY2HlvHlbns5spPcdHhwZ+G5i91zbCV4OtjynYUG6M9O7r
Ae7EmQN1Lq6h5yP1oSy3ZiHxetxKXPgrNtC66Jsx9/6VkvnqoybO3z9eOpcvR+gDcIShEahDZS3l
go58OgVM6TFJrXJnpFa9a8Qu2A1iZm3cgS73xzIUexA/AXjTazq4oNDUV1rWSRPHRWaLesF1P5qR
/Rg0JffMGgurzIQPWAAj//gtLycWWcfFY3fBUWuMfT6x45zGFuE8OCqhmR8FE4hQKvfjXW0smWNU
+q44ztlW0nV5tLAhEKda0nrguhfFxthMJWkyg2MRwsFgRBns01zj92RX85AdoX5T2DDLoO6PCOFJ
V+lkCRW1vzz4VozhVgVgRVdfkgGKrnihkeeDuQPacz4LhOgxnxPLOlQmIo2D2kBTqUk/9bBCs58I
4jR5rbkyTd6j1cTTVRJyN9MDAS9XQ6wAIqT+Q5YgBtGGUgHpvOmuqniYnjMjRjYvFxsvGxX9OvLj
8h67++5o5ElyTPNphFodt0eE27N7afSV23ZS0itRicCQDH0FsIE2bWS2xkYicfndCYcwf5YrFS0A
bRWaBjUqaqAXIBK60K3lu7mmYaM959Vd1G8xed8Za0lWSGq5B9A+XIX/EVJrndX0JKPICG+rznqm
1SFeo4mOKEaZPjXzJp/wnRMWfBaAaSyidHKldcUkQu1gDgCU4POJZoikBAe9DUecwzHFRp2jOaCt
i2K5ZSWu2SrGjV9M/sYUX959eAQiPxc16D/kUOeLqogwQZllwJuJiXu0pFsvQlcFrj7NsqcPyZa0
8WW8QrqCyaUHDkAaLM/5cHkOAbTED/No5lN3JQlRdTuPcn+TTlO7IUx8eaou3QKdlh+5s2WspbXQ
F++mIczD42jqV0Hh12jsZYarqnD1G2aT/N33HwEV6W6lDvHGFWldkWS3LmUpwhYAHO5s2mpiIT4p
Qj8LEccqJIx8isxjFSihV1hK7bDe50MzZcKPpk8lz8Rk45QXwleEeA1r43y/XNhgVwjc3NcgUyPr
dz7lZhpr2YjnwTFH+UBPq9GVMmH+1qWDcluHitg78bTle7ZszPOMZhkTPQ8dGCLliOXb/JKV+3U8
YARjQIlV0sjzpTi8JWUdNtbu5WJC5leifwwui+7gGm7foWEk5BUKMEOOlEQqV/JBqdH0h1HYbtQ2
31lMywwuTBFsyIkQ5y9k1cqgDkYaH9OiQaDW155SUU+uEYARDxLXKEfti/QmLkU0r3MsvD8+/y43
KS9KbihzFaTe+Xbt+GU6S6noEt8s4yOU8NQb/arYVb5W2WOhHOfeaDZ2zqpjvpw0jMcKhTWlMuY6
LqltO6DygBR0LCqhO+jG6PXqFHiTHwaHODeFO7+LmisxqOMdp1XiSGYbHsIWy+Gqq7FAFDuEfrso
+iF29QSZqTAOU6v5LimtD0pRi6+luVedDpIQ/3Ec7GnRj7f+LOBXRf31RevbB0Vv2s8fz+M7AZcX
I87Sp3yTiVrthSCRwqbLm/hI2zO2OxO/CxPXIjv08wDF4fq6ChvxahhbkGUjPxzBR28kie9OLt4Q
nGvcFBE2W2X7jTB0ElCv5Dj6UuWNVLfdUh4V0y4a6Qsw1PgkVHCSqccV6gHETHsj55r5LEn9tBd7
MzzIRfWtG7LZa0KkmxpdH+BOatrBFBSwiCruwgb59VUucdnsK40GpCCoOYnK8KLwezNDyfdIDm65
+b0XZ8BAk+MTbUi3V6G9ysooDrF9RlpXjXdtKeXeXE0hliOB4qJWjQ9JmU8vH3/R90IA8BiiGhxH
+PHLz3/ZGaoUCz1WG/Gx0jvNFouxoMw7KK5Va8XG5eWdTUj1fSHkUuX9P9ydR3PcSLbvv0rH26MD
3iwfUJZeVRRJaYMQZYCE9+7Tvx+onhkWyMuK7re5905E96I1qgQyDzJPnvM3FnDF06FEULdK1FTE
jpQryBPJwWUbgJFVtWHYojFyDqj2zh6K9AUfH4euzme/rErm1aymQ6wqtWKuNL1C8AQhwTPh+Dar
1xmCMwoREyrIy61FmjAbkoIp2vu92e0oiYQewN7eqxPu242cOTeS2ucrvhv/TH797vvNJDhCxqSn
v5jPJoi6IlLtaF8rNtR3RcofcOas7j4OkPdWjV7Ui8bsvJct0roRoVOKGxJb2eAo6zyQ/etx7KSd
ZEnxJ9Ovz8kjvz8eMAFuK5RPjMUOg4pJWvUt89mJaA0iJ9+oQLg8GmNQL5tzLcj3Vo8kg4YnKdVs
wHcakzGQz8CxGM2qlfQShYB4BVV32g3x5FXKeG2Ww1MgBfn6H0wqXTC+cvpSb7CkDv2eys+MaB8W
KvzTyCo3gZK0buCP0rUlZOPTPxgPDtg8HEZVy/ZbU2a6k3Yh9h6FAiB9SrIrP2LpeodSZpf352j3
75z2wNJm1O986JIfn06rliW5LUruPtQ5Ja/HWmI31KSNDfSSvSSDBHPwJaPG6oS7XpbCM8nGO5sa
+fjMxJ9Lvm803lASMjl+zXhf8G6u3xrDzRBVXwfUInYfT+z7IxE6s8oISfni6wjpXDtxGSZ7gG7+
OhBOtasEvXI0Pc5h1t47e18MAGYtD2R5l+cDiMJBqak770O5CZ/Bz5X7cSwtsPARBkVmW+yDIbOv
+3zyPZKh+sno6nMKLu80UkAuIbZN1kglFnby6coW8C0yXxmjvSzBD5RNVIPI0wHup85E3biDtmal
yo7YRwc6C3MvMLWQMPCLHXL+3fbj6UfLhPFOE2UYlvR1kaKDQwe48fR5dAkmsFpO0k5EpaK4jRXm
v9JGV26t3AqnLbCmUd81Raz/SKrEL7em7vdXQ9kbX+qmGCgum8rRzIbquhkqyB5KO6iPESKtF0bf
aQ/wfmPZHfEnu5vsQQSuHM/gRbULqFjEX7omO1DUaPGTmFp7Q4Mz/emLrB/WsOaNL/iv1zbbSLTi
4oiyezEd1FZJbrIGFgGofOmQ6npxJ2lhFLlZnzajGxvymCDoRmK6Kn0zDl0R4OOKYHbWrDocIaMr
PQxwW+gluDObivZs4voYCGzbqCzIeQwob24c1TaDGk3yPUcr9yFNBSduOrT9s12MybWNZOCjjilL
iP5OSNPZ7DXfbVuL1jxCZqm6wu7XvJIrpbgeShVlOC0a0ie1ZjesqmAAtDnSsUEiKGhjd9TDeo0x
hvOtHPP6IZ1QOlwpRoqBiKgb6djw2GgVx0GqrCaRKl9SOQuO7ZALtP4bM7bcUm7EUTLyAjEEa7QH
d2rBXyZKZFz1dvETM9uHwJIsYz0kmfJUNiIbdupIz/WGAnv/XAJyX8cyBHmX4nCkrILI0nbzfFu3
SPDWo9sjjXhpU9fJvLQlB/PEoFv1WkOu+hFCavxshWrXrE1Omi96bvUB3gjm+MVRGtO6oOGtI1vX
CeummMbwmxEL39lXkqXsparSMhw5uvYGZ9oa3aW0z1IXA8vK32ZGjtH7jPpHtjgH4COZrX/tDGZ1
9OOe3koF7EFZD5I/2a5oM4ujTkJLcCUJZzqmuqBl2vq5DasAag7qxWGXfU61AlEr8J7NTg/z/NAD
XN1PsGVX6CLK13gEFwc8Yily+21Jw8Hquu5TkU1l5FW1EzduMrXKveyzm+yqpI2uJrmS79AITnU3
9gd4+6YkxYM7mr0cbgshB7vWLLXR89OxtVdKbV7nozl8z0oEnrxGt/zODfqyKVe5KifIIBqp/COc
/BjE0jTJ9kpFkPdJ7YvuOajjyAF6B3vPrSu5+KIZIv/p6Elz1Iyp/TbJQhkI5kFb6Si58yRBH91G
TTAaXj0axrPR9JXs+UMpF9j12VJPGIZA/wajOqKVYFNL9EEhellrmN/qOhxTONZh/i2O4j5aS4DR
n9QYmVlB8VFzNVsUqReI+XeSKMEZAXCQvpf7XHk2KJbGW78f7DuaS4HqZnGuR17MlWYF1UJ/ECiu
XWTlGKFjKBR8BKQg63BtV/Xsq9NTW0UmQmBgUYgxEGtNxRgm5PjI6fCWo0aAxJqx1jmVn6wxDUM3
dAq+JF3QovJaOayCTZu147hOQtHiyjFOCX2vyEywXsvqO8iyY+ZqgxWs2Aaq73k9pI+SFun7NHfU
yJVDMJ2z+UG9d/pBe5jirPuB6hUgYyGCLvAUEfu1V8eKLfDCkiQAZWHSfql62Yk9dGjrr0GE2KKr
9pNdbhAtQGE+apuHfkzM0YNcVupuoCWYl/DcYboKAZvqFJL1sdw7bdTAGwjTm6Qv/dS1y2oA1Jk2
xiGSJ41LdwF9xC2zargLUUVCCLroWdCW0N20s1ZeWE3GD9nn8oNiVTDeVREcZXAEUZMhmdgZhLoo
xB0beNB5k6GhxqhPY/Ctp9w2eYQevKa8a+KrLoqH587PwmdrVHrVlTswJi5aCg4CSfHkHMYa05NV
ndNAupwF3+6TFiUdd+wDKuS9WcvKmi9vgI83trFHsz75lMpl890oostmEo/yZOjtpkAoAoqfD2V3
H1tVIa8KCRXUFNRpv/JBufVu0g1FtSIW8vCuCHXII0ppZbtcnbrgopZCy1rRsZI+tZNmRmsRTdWh
Fm14cOwOYxYm8x77zavUcB65OkbRymw5bBDaZ+eIu6y9QsJiwiGYAP5StF0hkE4ltuQkQM/XDNCv
8NIs9ae1HbeqWLexEPdRogVfYqUMH/h53I2oRrFOUzz6F1OAeKorJD4Wl5JO/ivXfbV1lUZKP6fg
IT+3dVLWvFQymK4yolWyciQpC1w/Ixdxw9oYcQWcNONgj+hiJihXXyVlDMmsHSQ8YrK2kaq13TtV
gCWG7xNMYYweJcI2GFo6NEd6rDfjNQTOooH0Qn41pXVnuUMZNiFVjxS1HYgGyBTI9uDsmzpXvnRd
gCNm0He2aypFqnh5IPWXBDN0TUsrrA5zmb4oVmbeDJabaHkDw9MBIDxmZv4lLcv6tiBBbD1Vcwac
DUMKzp4KhVx2+wKbwbVadsqTFBr2NWLczl8uT/+rEfQOef1/jaDftt/S1xD5+f/9GyKPHt2f1HVB
yfPvWZ6e+8NviPz8J1z7uBJRdn5pkf0FkFe0P7ljU/lGxg8OKe6t/+ePv/Dx/BHZPnad4CZnRQVd
/TsI+SVYHaAQ5VCY7jwc3DZ++TSjDF70F/sAjoZRNPd22rY7v9KiZ6WrKptdr8uoMluhs4NJlez7
qS/XVj5owZrv0miI3LHaCfVajCFuIGUTB4cUuY+DJo/iNkod9ZHvRdwrRu1/RYhUW+fgfgqOrxsl
l8duMwSZZ4yx/jmQhvaykTrpIKmlthKDP3xW/CaaXBssxFUIbPi7Lw8b8pfmkxjiuHQRl4bCq1JK
Db3emOyLlDy03uDMwcbf9+UV2Fj1n1A/rsX3Kq/zX80pz+OUL/I/jiACT+ej+L4UlXj+1ojXMf7y
V34HuQQO7k9kX16EbGB9vCKCUJD6k8LUzE/j37Qkif+/4pzwdxz+Jpw1RBupLFGR+BcPBI4IwT//
Z6QD6FYa5t8J9MVVjiGgyKNZCGSP+hW6AIt6oyFi4HxB091xy1HXQW7GnCXjjy4R/Y+yjK29UqKr
iNEwoFxZr1eRUsPrbIE9q2WrnKmILC07eRpEwma+PhIBzOKSXqsMIklDf4rv+qSY3ErSLiC1JQ+D
EaouZ0u1S5UsW7WIxG0KZ2rWRaiIlVCcnTRlX7WoN92mttNVmdr1/aAl1bar9HLPxUbmaucPV1nn
PA1COlf+Wwp1vTw3taMZ80JVHF/I0+0CZdumtTopupOLmlavvM2yBqKLUssr2dHjT3nVBXt7spuL
Ru2cuwyz9o2vxsm2x6foEvJX9b1Nu/qhSPwbY7hIFeXnq6C8+30Xfs2+WRJZ5yecbUVnAb8Za7js
X9FX0VHD5AlhMMsHHa/yX5i+Yr9Wmcaavp9xiSADTmRySR+iraVVOcEJN5XQBVGQrMK6xgw61ftP
WZDXNwgb5tvYEWSlUo+pgZxmm0F0yS63sbwqmza4cgZ5pPc5o4cH5xzb+8UQ8j83fpIwup6z6iek
XBVNiSV+WbS0GWIJ35lYM3v85uRK092xNfSNjYIA/kgh5n1GOB1qQ/KVy66Rn0uumfjHKEXjiW4k
O2owKLKSIloFUo3NdAM50/XztvLKqZC+p5FkI+pmOoQ7whDSYCBdbIXtz2ysya5Drmr3hXHUOsfl
wmtflaVothPGarJbNhWOsz6+0J5UJJiwjRrAAbvQkkfTKm2SG6m70aJJfZyiQb8ni0IDN9ckLkZ1
EWZffRqZK0VtfrJepeImDUUnWOK2czMbg2dcPkTxpDdDv/aDzm8vuHxUZ+LltKzMyQdQFowKSTyf
P83mxbaAGmFZB7XIj5MCijjjJrFp7EI/B447Ldy8HWZxzOoaFwI7D/MjeXSxlaIp3CZT5VAoyHHT
hBxxXSghyEMn9LjupA+ZL2f3jtbep6P09PEX8gIvfxVSFowAOhMzPhQCBupIi46SbvVDpI1mcZhS
EGMt2lA3+UQRw7RzGzdGJfXYxKttP3ANMbpe+YUmjXRFaSG5jKtpcjMQTRd66ZiewUUDy8O+W4nR
am4Triy1J5Xaj4H0Zavq/S4Ner6VyqwvlTRWdqbeQEbR7BxP5AopP+h3j6HcDdfBMBa3lU0xxApR
uzGKWr5zkl458A8I/TIqH7hN2GfqmYuuO8tCS42OIxghUKFU/RdNhWE0NdCKg39AlMQF6HkdMQ/I
9mMqCVi7Ny/MovOCJtqIPj+W0EY+XoqlkgXjsw4YnlJeRC/ijZhDoYrGbPRYP/gTkoKGL1nMbn9h
JiagIfSAKBf74iikWbdcmLarxwOaSsCqVvx35IGUOLmK47E/09F981HMjwUEAk45nXI62Ke7vGgM
FdzyoB1yZXw0G1W5MUSo7z9++fmoOAnDeRAO4pkto8KI4Oh/3Ysbw9j3BdemA0UJbWuqvTuYebVv
q+bMx3faY5kX2UCSAzYUuJUZ1bcYSMUasdZBPx+mKA08Kc/DGi52HK5qoEoPGL+dc3Odf/D0zdio
Z/+ZF34FKNHTN0NToGsTRWsOgV6v5W68HWrFa1LzRwfDswJoDRAiXX08m++EMkVy+pqkSsDQqM+f
DgqWIKa/1BWHweEyP1XHcIRlULXbdKifLcqEyNGvW1JrOQp/qWp6pjb99p3RAZ41pGg9gi1cWkYI
M9Vr6hvDoZfQZu8yc/wUU+WjItf0t3WjPvNI6gUosW535sUXwYosM815mA7I4YO4AI9/+uJ61tZU
k7TqFhLLdCMXwkslJb/oLdWIXLrg2DbWYloXfp5vpjj1HykpdxsuHeWubO32G8dRfhf55VmZGtLa
12HA1oLLA7FHFoJBAqYxpw8GxZ8vm4z41mym8VNrd8ZFWvaql6a1f5z62jWHxEdbKdY2SeFcWjVe
tch8/+CKQ6HAysSuJWnZhDm96Qn86SqViaPSMDkeiuIcXnDRcEEYEM4EmShPq6GaRTPp9HElNYGr
EiPonOUdJI3Mlbr2SjGuHW1cqVm+CRp100sSMm3TmSVcxA7QLuyCcEmnMQ+BAfuG05H9IMsiuAbj
7Zg1dD1Hc6fSn3STXhrcIlGMTU7TZ+eU53QrFjvQy7gog9PKtqjYvfH0UxL6yXoYTrdaL8SqrnPU
jpCo8riWn/OSnl/h1ZbA/R6RNcCCcALp3RAMp68ItExpLASe78ZElm6sXrrKJgnuKchyL8eKKRz1
4cuZD+P09WY4DpoPxsye4HgBmr+IP1zudYFDzXSQLWdytTS3KQPWU+pKWqXgWzOla6qj6V4rW2uP
qyT3ayqxuZUpF/JUKe7QS93GTyN7i8S5OCeL+LK//2dKXh6PDF2VOWYAWlPLOJ0SYwijjPNrPKQZ
JAYFznrQVgI60uhAW9AMlIBG4crUh58g8vdXfiDqG9G2MGlE0l9aiYDCOOgRRhCFubbNMfFMsAGV
G2Z1+EXvatS7p8yzIwERQZjFDVJU03UV66XbDPpTayNaFmvtcKHVXXRuNz7dlH6/HCA6YItIQhFo
i01J1OjOyEE3Hai1m56jifZSo2C7Lib8ydwy1FG2SZX6IrKf2xSGFpBhFCjb9BNB9Fkd/VrzwnRq
v38cEqcfGk8133/hd8/SJhphsfjQgPN0ceuPaOU3sfbDsNtsB2vD8sq0ztYhDu9fbJAHG8WXz2U6
b+aDkYGikWY5M0B6uRfK1qDnRpYrB+FbyYYCd+ANo6OcOenfRDx7CLahlLQUCAqIZJ2GlN8EZq+U
dnVgi+u2lWY8lnVprVCGOCdGc/o9zzOJDheTiQ3CjN9XF8ELoGFGyOTVwQDi/mSg/L82MudSVeia
9gPl8dBpM/fj1Vtki/OgsOhm1DEpI7n7ktJrl8XQcRq0B3A3+QbvRfXOLDO0E3OpOUZsPutwHPuH
Vp0t++oOA6twtk2F7AseaAh29GojYKxWfW6nOT3p/vVg8zcM1hw/wcVsTP2QaXWBPhWMERIQoSpf
6Q21l76vTft8LPxLP8YWmzMNOIZcZBccLRGlgxgLdIoVIbewTaIbwdaYIvUiqZvnPLB/6pkUe01G
lfDjeXwxPj/ZeeYciTlE4wcxISLyNEzUDJaipBXVoVJ7YzOV/YBMoikHW6vsNnZVgFCf2nSrW7jX
ARodDl1nIwvbq1P41QwBHfKb9V7B1vHK1+rghltW82yUiB0aM4E9DYr8p5qJ9AKov+bFZSAuUZgd
AUU2qhcXhnMVqna21ltR3FS5/FWmmvnAxgDmB+UU6wbbV467qa9uwt53Dl1T2JswQiygpY56UZR6
SQsqMz3R4mr68dwspABflpLtgfNq3psJscWhEQySlsZWWB4sObp3UKdGRKfUL/rcRgUwL5rbIAml
Xde3d0Y+TY9+ajtfMHl6imGRbth4m3VsQntSDRjUoxOPN1i9hBc4AjgHuxj+Jnxq/iKADMPw4AIP
OnyJ54taxPKxiy4Oyag3O2dMCvp5aoH/RmKsmsk457b69rNnPNrNTBDZPYif08iJmsQAO+nTdFZV
+Qnukws+O/Yq4VCKGRtz7xhwDj5ekrebGlcx9mo6cqDfcCE+HTO1bAo2VVAesCc13UoV6ipskOPj
kz4HNj29Kb0sPvBrROYh6BMEb6p7UteZes1QdmrjqYes/k1ON9kTYZxdJK1/jmv1djwHXWqH7Zp6
Ih23xSlppWYYkofkB7t2pPu+AJkV+OHojnLRrRUpKs4Ao9+cfzOClk49wq/wLrndnk5lXTdNJTpB
5aNHAH2CDe3aIuywjapNtzB9UMhFmu8ruWvP3PSXbBwOPyoNOlo5L9dCbiynQyNsZxaRyasKR+q/
DKUYngulmB6azLhRS0PbUrqV0V+Q1RupFMYmhtW5x0y0XxcKTtdSpuYrm97nU6yimzKYteZilT3g
erA1+dnVMHyVFA4e366rXaZrklfqbfXYJl3w2Fqjm2RIyPA9i41WNhm9+27ssVJo2st8ys9o3r2J
2PldLQr+c7Yx+/eevmtR+WPad4RRgIAoHXFfbFK2UJLcZDxzdXjzQS6Gmlf8FaAX+mE2Yf5XsLnI
gycl9RPoD8HVwXlswvJJHZtzNnMvxY+T04ObEt08CrLcHN46t+idEuU4LCcHQlW+GHRbwoc0cXIs
hLH56luB95wVZrCn1buymjocdLX8BuWE0KuqNFy3qc1ZKNmTvEddYS2lRbKVpKbaONEkNgVWL4e8
FmDLtSFzRwOa3CQ1P+erxdrs0K91h2oqcnfKp+iytKdVOdj5RZOe99ObKwanL0rPhRNgFs5A6ftN
GUMaZy5KGx8wgFw37IZXNL/RvgRDs8lSaVg5g34MO60B55HQydaHh493vjfbw2zHQrv0pW1KUWGx
8yV9R30+ruIDoKGQSrRk6j/TXu83JOzN5xGj4u3HAy6KKGyAjGhjVEZThmYR1+HTcJIzmkCg0pOD
Jkrzwu78jcZt15jRuFmvVLtAyvWbrKuCVaGjgSFKfXKNcDhXGnub6fEcCDkqlEmp0qrOYqNqK1C6
lRokhyoaxbZ1nHAb6xjUAPnBobmtf6p4a+7UYECHF0PhlaCgWhcdy+THxqfOr+xvYXRuOd5+1nTy
uMbSsKLKArb2dHLaGg93VK2zg4LsxiPcw2Q19aZYG7GkfPp4IRb9sZeFoCLP5XAm2Nns1qdjIblA
PYs7w6HAwM/N7RD7Sqxx5VluGmvdTqTBRavp2UZBpmVV5pK6AYjfXkDhAqmkFJGHPZFGNSGL4q2C
COEMSgP0V6tU4mCf76054fPaGCKE7zt5eObQfnPfocsITnY+rzFsozJ3+vy6IvmFHlJz1O0UbNKQ
iQ21Tnv18TQtRX7meH3Bjs+CF2xJS84pu4Fhq32XHzop+Ck6a9cL+zGfAWwGgro7zGcbNw+F/0mD
OueijaxsQRCPn2MKPV4iw/A680BzerjYM2z2fED6s+4Qd6DT9wbbF8gIOOQHKePanUIzXsejGl2I
wrzHxma6zsbbOqqlS+RZ7tW0b3fducvIYtuikEOYmpRz5vorl8BFUhFISqti0tt/UqgdrNtmald6
LP9KDcQHUgtX4QDI+EbLunadUs5K0+5M9XxxG+IBgH9piLJR16eBtzS30aIgpqMnV4ei6UyvmPpk
ndfRQxbJ34K6kLw6CvVVZJaUZzWlO5NoLALv9+AQQLgHc0RRTztdAMzVjcg0i/oQDOKHKo36FQXx
9P7jZTbezPGc+85zzEvObmmLYrNpVN1U9GZ7oLxqbzW9DzYTnWmX5UDScESYnUzKzC8VNcg3jQDy
p4PIWEth6N+bxRQf4tyevplRHt9kdjRsNSX2n0anwE6vlsVWV7Rwo4ZDu8m0sd3YTWNg0KxOG5Hi
xjMXbXZNz4UkxVHA93tqpy1eDcNsR20p4VNnJukWvKCzlsewujHjseae2UvrMRqdy2kaEG0eSsRP
Ayu67wZLc+VaTTahCqTVLzvdDcP8a1lu8vGyG0W97Sy9vDqrE79IXfhuIbLAwWCpqIxw2pyuVNop
ca0N2nQoHfFdG+3eUx1JvkhSBwPxfPYe5l5vg7cVar/1g7H4GoT1l7ilZlwlsXgu8rS57oqq+GSH
+BkH2K9tpCLM3S6yzcsiA79qpHmP8/voeE5nZOCysW9023xUr7XOV0EXBsluKid583F4vIlBBKup
5VIMgCFMa2cRHVoqWWlvh/KBu0Pj1tEgfQIT7d99PMqMgXq918wT+GIgBbeKG/YbWSFTyL0z+JVy
aJNhlQ9iHYzWGlw1DPdqYyvNMbTNnYRttmDbi/vM7bLsTkm3WfAQYPmcpcLVxmu7x1fDydZBs0uq
5j4WvWv3whut1uVjcwutfzA48c9slO88PJVZTIo0YFd8RkszsR7QJfJWjX1orTxdWTli5pWdk9rr
6gD+T2sEqzwilqt0uQEGn1ahWwVRfq2XtQ56kepON8K+KqJ+8squv5hC+zs4xmJrtIZzUdLS/tTJ
NBlsSU5+xE4VbjiFgNWC5l8ZgUGrU1X7XR45yZmz+6Wf9uoMYF1mmBt3SPgJNhYMi+RFifQ+CUNF
OgyxNmKlnTe0h4O7ZOqGu2nqiutKCp2H2hyblda3GIBYo3HTl2C+c5CbgdDFppTlsUQ2QQ00ly0l
ooM0mCswz8nq4yBa5DQ8K/IUHNRzp4aS3ks55NX9wYJqCii2VQ+5JCkUm3Og7sUkvFhSpTNXlXeH
omZIzxNDY76N0+89AMGfBOA8Dmoa+dy/ygR/+9pcx4TX4eO3WuaPv1+L9wK8yf/eEHUGo1H6qSm0
A+CLdodNqbJKx6CjbCRfcv91wyoX+wQhkO2oOA+NM6o7UM8lMvzBtFIVvg45yv9eNv/yTJCRbSqz
4MTYF07fX88dGnhTpR1E2P8ily4ydduZ/qdE660zq7q4OPweikOYBaUwRFvrdChoJcBZwSEcBiX9
LDkyTJNM4OkoyYFr5UF3hpr4TsSzA8FkBUtg0d9Z9ssDPSfip8w5OK2WP5uS46DcZ8erTOhd4tog
H54GVOnqlQgzLDRt6YdtdPbkwuyYYtTBImDS8KV14FyPkmz5+0kI1PcpgNJ6y6PxzBf6duOk9kFn
iSro3Khe1j/7bkipKU7RcdJC1IImtf+uKYW2Ayek0XBT232VCeNMVrS8W7EonHIgxqi5ktXTKz5d
lK7oJkfp0vJYt6j5RzntpzQziw2yBuNt1YAEydpB+8a2XKximJ23E1SBtQ767fdy/S3s8f9WCCeb
zn8NUQbjBgUp/Vb/sa8TJL1PoZz81b/wyrLxJzi4mfFuQSrk/vlvvDJ/Qj0HxDD99hmBzLXm35Le
8p8oWJD2IvaD7g49vVdQThm5b0tB3QK5ScKAX/wbqt4vSmKvDhi+NaKI55vB1LSNX2QkX23ajoaX
HIY1yq4sau0Ct7yqd0sptcJVUQDhFE4JSMlPBZ2sSCs3OoAIpZKxHuq0/ioF15y7Si0/R1ZU7EMz
uIO5hupppx6cRIe41DVRdVOGiGp3gT9978pB8WCS0oxEqiHb6359nXf9X+qofysq/29bN9W3RHzL
/nDb6ue39o/81x/HBtRtjQx7vYQbz7/9b9H5/x4q8xjSfBSBNz/7P7xvyc8feSa+nYTf/Pf+Cj9L
/XNGBIB8NLnUIuT27/Az7D/nCAMsRE91lpp7FX72nxRISafoBswQ37k0/y8ksar+SfDN2BhOXSQx
aJz9jfBbnuM6VXiKIGB3KZDPhpqn+1huW02AaoJ/SItn+mmm/BieK6AuN+iXIXhPnpguDOoIp0NI
uAWOoQ4sTRMyyu1PjSPYCL8pwX3D7eTVAtz9/mxeA2bf7MvzYABUZs28+WNaCnX5wulnkVjp0CNs
4Y03DioT5daG1QuSRt9lW9U6M+R7r6dCNZitVrmnLqsWctQohZ7r0qH9lX/NP1NEpGF0bpBlDjC/
1qyqBl0WP0QUkE/nEM5Sb2uZAbQvst3OCtw0qDzdiDZTIP7++4Bgo7eJisVM9FgM5aOCFtAq9g8I
IHiS/rlInsyicGkSuqY451M9h9erzQ8rS2pwQDts2s5stfKismRBoyxySKHcbrq1Wd1q1TnlimWA
z1h57vb4dM51DGCipzPXNzGmJ+EYHAtfvsL2Xg6MldT264/jbn7O1++xHGWRDuilandjMAVHv1v7
kmtqj/6tuenAb1jZ36yJzEOhyYboMl/uXE0+fSGlDlrfdoLwSIm08uJ4UxpqfGaMl1lZvg8n0gzm
d9AgW/oHD72mZXSPwmMFgAuLNG8sEA3dD8/5Xn0OoYnlXji46iMGemhD9s7m4+lchvvLO9KZgC6v
zXyhxa6k4tKcNWoeHrvk86iXx7DPd4BqvvdlcWbhFkAx5C/m6Xw11Bw/r45fjipsXfoyPDqdC77A
OsDvuy036tVwnZ6RNlgG+3KoxcrN9EcrFQylmN2+CiewuOfaq8vNiCFIdqAC0YAEhPbCG3n1NrKJ
3buTVLwNlwN7NC6Buq4jrMUbRQEdc25bevtxzeszo7HYAIHCLKo+dW1oBfWx4DiE6jp22FybFaTM
j4PhvUFmLQjUn2nbgGY4XaE2nMCHVuwReRj/ktQd5kKfqb+dCfm3i0MZE4Vpm4mbySCLUSI7o0cW
quGxpOZ4ryshdHrLl/5mKZ1wYxjEDMkIaEu/OQzlYay0wjbCo03BZpwomyow0M68y3szBgduTi1g
HJGrns5Y7SQRve+AXbWv1m1yEybirguj7cfr8s6MIddKrQqEJbJH8uKgSMvJnAyjF0cl8ZQuVrxK
l85ZrS6z43m+TgZZvEqDshJmzwyyur6913aq7jqP3S0scy/YPR/uJm9c4UG9Ki70y2pw86N6Obqf
/sF7kmlxz4OoSO51OpuYGuRhKNXiqKEmM+t53QRZs/7/G4NLyutdKKwTQBdyyYrpyc4eB/qtZ671
767Wq7fQTkegWCw1YVOIY9/Y1To02lWDyPyZT/X9QSgcgCsBI2Atdri+RrMF1qU4ZnG1i+CnUyH4
JxP1nxEWB22DVGU6jB0jsMHVNL3C7MxELThX84lAyCFQ9q+XWOYkVutEvRjEsdqoWzwFttNKuPep
Z6/ET7/ghBCf775b2351A7bjuZdd/2B75zg2784kpiIU2GZmwRIdZ4R911TyJI5t3O6DKYbtdE77
+MwQSzmYQNBoDMUojs6tbYttnZ2zP1yCYn/PJIVzZcaLzNTI05jTSySy/V7j431GhGOb7opNvc2v
42vjxr+31t+/XOysFetoHpLreKPu8k21Ddej++MfxMyrx1hEZZhGdSBiRRxt8wi+njT2nDf7ssP7
5k0XYYlW7tRnsSWOiG1s/YvxZx2vS9ObGvwmLc90x1W2TtbFFvNwZDpS9O5ug805fdF3F5TSBEXg
l8xt8Z5TE0li6A1xDMxy27dl+g32sf/z48mcf+Q0M+TrQOEeFSMAkm9Eexo0I8jjTXg8+Y2vwZaU
LsdW8/LhnLzXu2/zaqBF8CiZ5PR5x5SiF+hpdoEGzrkh3g1QeLwo5/MPCNvFpjiEWTKhdR4dr5/T
i2SjXCqPweB2O2tdriZP89JV5iWevW4vg1XitZiBfep34YV8ufsHZwwJPd1m+j88zeJl20yQE0xp
dNShaWpRejMo53TLXvBupytHA1nBxI5JBUe/pCiZeSuwMIzrI3In1s96krqjEg1N5eKfhOidAd/l
S1ca069i6JOncTKab3WsJZ8LvYuuTW1QDyKIxUWljQHc0VGCVJFHnf/dHsqS3XGaZWjSqCmvWz+S
fw2BMn7vzFQWronL73UvI3FOxqNoqLPZ7AuU7TsJXoRaz1xKNcd3LPl/3J3HktvI2qavCH/Amy0A
kmVURiIpt0HItOBNIuGvfh7U+eeECqwpRm9n192KVhJpP/MapfqIr5D6oNsR/26hZ+oFspxqqCRF
4+aIDcEsAFouwYZ5qVY9Ru2EcA1aGuanRZTJgysVG/uUCZr9buqsvPbdonU6H1gBciYpENmU/nlC
u9TrJwu+ihlBIQA9Wn+dXXWq+UdqzagCYdsEV1+6f94/PZfpxoq3RGIUghzNdGvrZAW8pWimKfNO
OR2jPa4bcid6lUq1IjzloW8d84kzq9yXQGQf6KhiZSlL78v7v2K9jV7tBDp1FKRAYnKIaatvLoqy
MpsqTbPhiOXL49x8qk3rj1esUkuPvEhXYOwX5xjl+ZW4sbaliAi2FGaK/3kyTrHKYKrvaJ2vXGW9
rtHRq++Bd8TZYXeTH5jM7ut3Rm1MPS5rMz25hcEumbui+Wa7o/EbyehOBq5ZqZ+giSiDb02wRRAC
tpy7NkuyP2Wax8+9Jwjs9C4HQUKTomjPfTzI7EVo6nPUReS7qu7WvyNXL5+VaWr+dL2t/tbl0n+f
S32kzx4NBsxka8KnsOzdRuzUpa8a2KRW/skWHsqjWm1osy+1Kb6PLb38iNnqdHYT18A8JRNpBfIK
6b0dWrB65bcYHzzELWJjPsSK3DpM6B0lAH6KVL1S7tlICRDucP/RyWIrAhNb64qvJ89RBDhnMaQn
BX2xBxW6sK9q0Knx3q1rpCeK7rvtSOXOjWrE06MYimMV/4pHMe4Sz64P72/NF/uc12tJRoHjGOmR
BXz34uc0tdcLUeenXM2bvSi1OJyiyL1RgNHu6k6L7xEphuwOz/zYNo3j97NRnw11pVxPZi93UrjD
Y2tF0x0Cl2qw1IVyBIuRAH7PK4qBo3OMomKvjHP9YCCNs1cnoe2L2ZrvuBfrUKJg+TAUjhcmo4k6
UdYZu/e/8QJwQkUDHy9CTJqHNI+2gspjh3iw12nqyXOK9Sqqze7P4OI34je1pt+nmNx9g+q/3Bpa
q+CfWXTmx9F4kf1Su+opJuU+Ve7c/ujtZX5GISr5zOumneTcGKU/xxpCT3M9Ns9dWfI2zwQmxhAg
qKidUL0SH5GPIJp0yj5/sBGKS/1FoOUc9B48BeBy09ekla3jU4RJ/0GPJG4C2016NUgUIYonxc4H
EaSqMsF/kDgTQUb0vigIhD0jMIwShZoNeucPpZN/1YdU/EI0JRp9rWnUz2CD1eOoZN2Dnve96Q+2
p4RRkTuYCbw/yReVYDb02peDbc5Mm5c+wY6dimgYvVMvvdgLO/A58kF6ERICsuiHUz/ncxqKRDYZ
mnVUCYNeSNc8gKbO+yCao/7z+7/o4iKkxwQ5h2YSFScMXTYx4pKbkErMIT/JPvNAqpSA+ivHeX5/
lItuubVaOOkvaENKGRc5mBprqWKlZXWKokbzBaIf6IUqQ4hn1U3OUxOU3o72uX2I4GvzbHfT01hG
+ObJGffkZLSeJWdw//6veuPbQbCtYrfQWteiwetLpu7ixCqNsTpVo+vu2662dguE/StrfhnP0TVB
ZoWbjNIKz84mVS9zqSUISNWnomzlfWKr0aOrxPaNuybtzZwfu1qUH7TYMXeoQ7DuWLPtytgqgx6Z
jR3eRJMv0GsMJgTV/TFSyxtNVYxwKXNQ/ehH9LBrbmw7sm56ZNJuBmVo7jsLe1E3y2Ww0JrYEWmk
gYyMa5LIawj46mJcv40Xm34kXaOLPnfsxpZwpKhPo4jjUNqIs0pTpcCcW8mVS3iL+eMQ0hSl0O/o
q4equ3kSABmagymW+uTSzb/3oszeOY3q+SgtUNQuKrCQQ5GfPA0P3gbH6dt/uVnW4QEMw2mGuUNT
5fVmsW3ArbPdNScCUyWY7Cl6VNHSu4Lr1y+iBoahvbFGJpAb6c69HqZBIFEiZydOzdKjudRhE+Dn
S7fscmEnB71Mu71J4vcpLiObF157QElKCwbNVG70opjvMIUq/WbK8T7pJh31tdT5kyoQE/JFTH5F
FJ3wepdp4Kqxvp+a6hoz/yKMI7Nmo1PjIyFDQmRzoeCJWgFMHcTJm3rc8KwWlWXViwNLWseuWXFW
6Ke/vzQXfY6XIdEdWId1ERt5PWeJESW824s45YoFmCnVohu3W4wdLnzMkQL+ifuVdDcvtOD9kd/6
WIchiQrUleW2Wa1Op6Udi6U9eTmuiG7UuZEvl6XYmQjNhYgc9cfa1a+5U13cW3wv2G96U0CAiTA3
eZnaliY0daM9ZbLugnlKo8CcE+vKvXV5tEmnST/BsIC3AcbyelY1xAeBN2XaKZ7QB3Sm5GeHAVnQ
48MY/ttZhFHKN4Fk43xdmMr0sRwaO7GMU1xxtDwP4WPe+uUwK8iBoC6jh5ZixFc2zRbYzVexRWGQ
0v0GJAjI9vX36bHbq/ZYK6csneqdiUWPHJC69SIZ2t1413nuvZb0p9UgvItcVCYH61MXmY0f5ddE
kC8XlOx6leFajw5R5nop/NUgaQ1ppmjEKKeko7GlZc6fKe3/Vw8QgMLbTu3rXnx9Va9gbfYM6uRA
5rftq8JQS9klWXxuHeHtbL3u/VrHutOo3XKH2HR8eH9VL2N4Yp0XSAB5HQztLUjbneHtqFbnnGRq
fwcxf4ijNvczM/k4RUdrzFHwreB89GC0cg2hYX0PSfPKAb38aIueg+uAUwMVh9bZ65mlLEXKadjO
yYCRGlT6vNzNhCd0Ber5gMGQeuWVeDPAAxu/ZnyAIPStMHpZ8XzxWrqnJFVR3k0WXf9WgaV4lvqS
DX5LS+eTOS9ej2DkZC2Botdjso/Swvzd8e7/63LqihZ6ARr9B6q32eSlKKbBsRrvhP+E56uxoqyq
tH/eX+mNghbZGiRt8MFr+Y0OMG/z61meW7Ut0sgsz2nUDGTsQ8m+crPupmkXbQmsYuhuwYlr5qEz
e3OEr+vMuQ8jvqaXigqt35bu8FNtAPIGqEVMceiao1cETarT6yJ1fVKL2tqTLedfl9Jxat/qG2rc
iWbFih/bkftMclZ9aSDzTavhc+uFoz7JcLam/DkjKXlCp6BVw66YexJgJR1u9T5DpKbII+UzKbRe
BVkqvW8plBbcpTSnQUXLspsyVLAB/GRienWuvaWkxuRVquJL/En4ZVHTxyFATkvuZZYas9/gBvY0
I6Y0BZxBxQ6Spv5UqEL9/f6Uv7HPYMeDhQR+uhrlbtkviTHYchBdc449q98LDwVjbzGUwl+p7YGJ
NG9gRQWWlFl2Zw0QvOOsyc8i6q619S7vLnSdQAWtfUpUMFaQ0d93Vy2a0oFmmZ1Vp4jvZztufFAc
7bXLZP1rXt9eq3wUcBZiipUavHlpVUuqWptH2XmEUXAjUtW9jx0knBwNlzWM/fKbyE3lLu2V5JPW
j47PRpPh+5N+eZmsuDrQNECTQNptOfh1VNjmUtvpWfVa74Fm9nQep1Z9RCP5ZMxTew3B/sZ41Mwh
Q4PC52HYhpwNiOq8Xqb0DLpVCRH9GW4WfX2JLFQ6rTi51o27BFjwDq+UOAJdusGkRq/XkhRfmWTK
Wk4QH25muWpHSzPecf5trOyEoFQ6cvi82oYf6xX7OnKNUIkG3TeRXgsmJ62OePXI2wRHsTAjabjS
B7sM9dZfyD1OJkXetp2SykQ1j8pYdnY1lsBC3i2YGR6ZrglV/nyZgmnoxblKr5bl39jnK7wSpBPJ
Msi57QYU+ApDL8vOlKzwmCDI3FNZvNbwf+PRhNa78iPJAIi7tt0pO1Enc3BtwAQOZSxb7bQ9XdJ5
b1EqOMQwX/fN4Bh+ntvth9nq8zsLbfqwSlQjHEFuXNnx64JvTh3VCsAblP/B3Dibi11ok2gVRCTO
aek9Tfn8BwG7kx3F3yIne5T18PP9A3YZchIH4roA34mS9kXz3qX87KR1nZ/HxWrubSW2PkHi/UoJ
U7vyYZfJJPBHUtdVRZWsfKuM08WRhUaUXp2txfuex2r37GEm9piNsP5bTY47vLvH27LTAJS7qb37
199JxkAtAMovLpr2Zi+5PVruOZ3Os7M46l3ZUgJsVBvZXwSFrkTxmKRcrCEsNYOS+mpUviq0vT7U
dgO8ffGi9txwRJsbdUgRKHPRW4f0IctdYyp5E9SVMX5fLMQlD5FCSdIXfVb/qOoi6++dqIDsNWLw
iH/10pQ5VJnaOmquiJ9nTVninW0s+t6wa0jXejq2pxFDpt2g9omxw+eqeIRHZCLc39rqD20YzT8Z
fr43g9a05p2NHdCPKY+6xk+B5dsUAOlBINHXVxFnmYggjFs3/ebV/dwfUHUyzyNZ8U9X702aIX1q
Pk/9bP6sYiREg5kDuittAxvwrnDGD0ZTeeMaaMyfIrhusz+Q4n/yqgxhdtKM3vew8DjLGPpCxXFE
mhQc2x3yKZA6ETBBD0SY1tD7htV0djCMhXOUtSUeHBhAq2CIxNBr6nX8N1GJKRUfj4riZm5YBn9t
MVC5om9y6/S9fhdT6TzVQon+kACvgg9Trzo+wcXwddF6ek6LlRe7vu7VBfycM5VBWtX8FxXIDHrO
6gotUFHiUA+51iBvH9dd0gcq9uIorXZzQoBZj87BU2g2sQq0B3DWnpenNs6Vb8Lt1C6oTA3VhcQR
hufTaJrdcKwznU6LZQgrpN+GMi4Ro6mGlKDynV1FzZfFimx9Nw8kmMHEutnPiqjplzQScpNfeWqP
M4GHYH0ojcSOwjyxCzwXhrb6wk3d1WEP2crx3UFTul1NLcr1u1HM99i7eT9TCro/o8EscYCKE5W/
qK3tnYX1gfBV/NRwkKj0KA1700pvU69XgJliY3HmjdARai1c6NqeMxiPHsFl5TtFTW7Kxqi+YUqB
41lNtVqdJrnjCrCQikEmG4JEF8RWOoX6ghxOMCERDANknB5fzLufbJm3hg8FxaygfDt5Gyxlm37y
aOkddTXJurCyl/gOKkr5ANRp/pFRQrUDfZlK9yaz+kX1peIYmR/3s7aXWlX+41pllPkT9fVT60Ue
y+jGyceOg/cNE0EHfX1XPCvdXPzT90XxoTXtFJgwjJf7SRW6Fyq2jH+KTsZfaFkqdug2lfq8AGqu
fSnTszma8K8LURdhawDlC8i7ys9OjTiQsOfkgKZR0vumDm2b2oSaloGQzfy5nsnmmaJ8sYM2MZGt
j/XKvps97CPQJZvaL5lsUETJdfW7kK0H53RJ20+ibR3pt5Ig3V+iwXpAQLbtgsxdkn1j2kq1yzpz
185dfp7RDX9stHRU0NaIscpOtQWPPwtoGSPYY/q9Ulz7KV6q+CfcoZ6zr+BOeQfzcl1o72moXPtr
RDe8JeRRcL1xlGX6TheVnB33HNym7NjIwrYobI9SllaLMFLywfZjfFB+C9fr7ocp029cOTINs0iC
HNOYcBxS9UM+qvbvpHWhAyZ1b3xRjWV8YjnYeTFFN5xhFMyO/Dqujc/QykcZemqN/XZa2P1pmQjz
T/m4aNiydd7ye9Jy7alH3Ph3rKPk6hd20xy9uHAwRpHLT8eaTDpuEDoQWxqKwxw78S42jYoSrWiW
P4Nl+7JUHofMu/XUcoZOFsnfNn2L0Cyh5eugAb7EZm6LgI2t176BVsSDEpPZgB+PxF2Zm51KeofA
uN+52lz7U4xqRKC7s/pHH0T0TLQ2HuNImT9jFDHfeRXRuq+MkU04SX2OMlIi5n8y10NzIRY9TtmT
xa3fIN2pBHBYdJYsKlKMFWohVJ/4JYtDc2HvcceleuxzT2YfKzdPP6hjVmsha1fhQuN25pdWs6L5
SvnmMhCEc0eo4FF2e2EkvH7VuqxTNJHP4hzZEhUoaelB7bqIS3s00LNC8cJ+HOabPrauReUv1ZjX
QdEq0UDOTofSxv9nk/G0k23k8Vz055zkOgsint2bxKziHVYY1hiqteOWlGa7IveneeZJa8ZsHgNU
n5qgqKR8kpGaP+hmpqMiigXNnZo7yw/eOnk7OxKTP3QwYtOnttpidVFa3ZPHNe2ETEgPrGBs03MR
I9oV6Drxp9QcrEUoehfJIcEiU2F/yyIP9IkqMtKXWvyxR+z2Ggn+EpDGrFOeJiMC0EsCuskVTDPP
dK/X2rOuN6g+ZLP9cezMHyVmuo+WJ9Rd3dZVYIgqPWTG2IVtWU7BWDrFjniEc2A7Hb2tzvhgjgPP
Z4ESbyOx2oVHoD/CgRkODcD5Aypm+m40F/e2m+LmE3Wb+M6kvnwlHryMPNdaDSBYlhaF1a0GeMYr
h1ie1Z6HhdnM5xpt4gTVmb60rSslqctE4u+hLoJcT68RyVec9jz3Sbwz0tEKvWW55jH8xgdB3oYx
oVPvo52w/oq/SoqTaiYzHrzVOVKaH+Pg9U+x64rAUBTrz/vB7BvfA0AIFgM9vtVeeLMRGmDxfZza
9bldbVAmyru+hb/V4V+PQgS7JkQEs6ui+OvvwQHdFfYQN+dk4onrCjR7clv7tzQGuME2zGqEJVYW
LSf89SizqkR0qwfxOeelCOreTIOmA4Dx/re8JHF/3yCMwGRBY111FFe9xtfDLHVndbMeDZ9r/3so
fOkvfh04QeP/SXZVcBVMsd0L2+E2c4dWRRpNNsOpgeXjZhXKIN0pO+5yxsp2d6qf7t//wjWB2X4g
BX1AE3gwcE9vegcEAuBqzHj8bDfeU2cQmRtN9rPI+38UWV8puW733/p1f4+1yW8i6PVSN5Xh81B+
MK1faXZ6/1te2GbvfcyaYP11lHRtpIo4MX33ni98z+/CfjeEtz/NAOKxrwWfkuDA1Rbq+8TPQ9W/
QtDYlgTI3hB8JE1c1fdWZdHNboEKgmWGbkznXFSqhh1VPVPmm7GqDJpcl3da3gApa6qsU3d5jTYf
YLLZwWxhUgtzR85gPRWqXKorSeyWkv3yu7hfiIVpVCLvu8li1RbBCaUW8xke6PS117oeszZSWUdJ
lttemFFQ1Ub0yamR64Jt1d12tR75GCSMqBA39r732vZJiOHjqMniAy43XTgLNQ7RdM4/vb+Gmz3y
8lOxRV07TNqqKraZwoX8kqjOns7e4ihhPwvQJROp5fujbHY9R1mjMLmiJVc5atRxXm8UaQ6GUg69
g25W4n5MS0VFilL2QU7Z7Sayx/+VZvxXfNb/T1nWa3fq/82y/vyj6n90/Wt2K//H/2W3qnBYySSR
vObQANz6L7vVtv8HxST0ZNeCFo0/Vui/5Grjf6iNAASBZbOyu9Z21X/ZrfyFsESx9IV7BsKYlf0X
7NatAKiLL8QqyrgiHVfD8dWs5+8LJRt1J29Ktz0O1mR/cSNqTgIP24Myw0zoXEohSYoUnJS5fpu2
fXbfIuP6g8KIHkyUx3aKIsWDlTnLU2x6TWjExvJECOAcQAoh2Jwt3c+/Zvf5P3fd3wTWzcZ++cEg
HujO0smDtrh5FmOyRjr3gHQBIC1hMS3LbqhxpauR89lrSKmG74/3IlTx95W7zhCAIQsyErWSCzx3
Ji20o7m0jkPqqZ9N4T3Z5TL7U6mMu35yv+SFiSBfVaDh6qSg10HAwBwfCpJPx/UbZXjIu1gGWTFG
ge14/YdhjOWu7QpBxcSVSIpmzt6cTeeQmZZ3ayT6NdXEbX5CT2aFw1CnRgb6P1T9v9eYko7NLVwi
GmyRT3tlP/pzFqfoVMtiN1NHUrNW3iqyP74/dReNIQZ+CfloMgK+oGD9enMpUzaUSzV1R+AqiLUp
enrQ4ya9L/uuv/M6s0UMRulv8UQZb5pZUUL892Touu01y+a3fgnj0xwCMEP7dRuCFkgZNFEh+qNV
WfImK2rjA2rJw4eUsP9mtkz5TOFD23dSbW8dKwPYInOMWmrKWlfm5I3FoGewCpNSxFsNKl7PSQOM
SlOrZjkS2Pc0DAq0CMZ+PAt20MGZi+nUThJ/wkmF+cbb9MhpyndlSigbkTzf9urgfhzzsfhCF19/
KGQ/fHaVooC36xlXAt2LJgyit1xP7BqeEiDx2wU0SkcrCmC/R1eM6QM6wc2vpMFVw6pS+ZAYaBEZ
U2sfEBmvjiiAtXf2ULHF5qXS9mqdT3ujtpc9f5weKlq3T0rKO/T+hG4DSn4i3a8XASKonYhFvJ5P
pY+FGVNEPZqpNA5ZM+OrqfPKZ15+jTv61nRAM+cIOauTCSn/67Eo0yYePRH9OAjTq1B6SavFh/wG
Zr4ri1QPMiBHpwH5Y9XXYlX9RA4+Ofu0n7Ni5zVtCy9YS3UJux8v5r0TC8u+xxBX+zIY2Oi8PzHb
tgIQYX4hVFdMJ9D22EIepNVaS5doxrEol/TQDhEW1ubQHNRuFkhIZfq9KJb5lvpWFVK4uQpHutjo
FCZIkF6ahRYM6U2k35tF0xc4ix8NbbC+FTMotTua8RLnncpUjwClZ8OXFd5+gJVwuvFFQU4cOlh3
ooKmSut7CeS+CrtG8261qLEKf1Km6GyYhfPLUxME3SZp3QN2cmSA6NuA0aztTlgAIAf0K21tEzoK
dtLxTpZu/8DwBvQKb8zkbUubvoHgIOBNjEuuoRYwDeMSdojOLYGsq7IM9GgyT4MnrMaPARZ26HP1
+W/qzd5vR49l5KN6G+eB6+by5MBGWwALacs/+HZBSYhHWxdhY87Y9gJdytUDsOKFbmXTFMPe6xrU
XbuxbA7xgHJZ4CKvB49GX7FwSwG+eKcNa6VxFi0WMnOvofUWL212T5NPoaeNZWPhlwB48ocMxWag
6A5e7WEapUBmK9mcMrvFwcHr4zw0tdagb9fqenQYujabQpEvmXLbWGN2O6pdW++FXiZPjazcLhj1
0VKDSo7FtYD0gtjBnqYrz6WHItR6qWwuvrgy5ZhlvXO0y8nb0apRfeyq0/2gNOb3GsT/s9ryzUtt
WUfkpJLfU1KYVy6Li+ABtRASGIBWiL5ycxBX/f0SapgBlUndOUelFPlBX7BhqKiQ+0Nc1Telo49X
goeLy4nxCPrwH/A8m2xpczk5TbbMnZ64R0VJ0V9Oijy06tjZU9q8RtV649OQuQYbh0UBck9bXxzu
2EyxxsU7tnUCMj2x4j1CrcQpUo/3pU6D/P3r5Y1P4xkjcCQuImzcaqOD3uzjaHK9Y77QuliEaXNo
838qtdD//aIR7cI9YyqhbG9pWcIErBOVanQcKavfogIYh3GjRDcDDfJwbKPpWpK7hiWvIr4VGW2u
KS4BH+39TYZWNrnqoGqqHM1Cr29y2a4KtEVOl5FTWqG/vU+xRfTFVC07UQjzxsuz5srO2WbaCH9o
gMXA+VKcoVO6xbJEnjbItlas4wxavUDwCNTnbS6E2obgm9wotKbS5CqLTDqDgKm9MejYhOgKVo5x
XjoL3TcH38VrTM7LUAogHcI7K2bRAn+8BQgaRok7goi8o5X2doAH4m0TedWtJmztaEDxvK8xk/c9
IxpCVXHovdbz+DjYiX1lA14G5sRzK+GcbU8yBFJhc5g1YMh16uanoiuVXxG2fjhzeOaTSIzud89k
zKE2d/CBRFZMP/Saay5Q+xRxPGR8Fe2rh2X856QrOj8zrPhzhmYufGUHX8WHHGLM2dD5QDTcHAd5
YVWlyqfOJdPcFKYRBym47muWH5dnmD2OTg50MEyKYEO8/qK+bbqJJD06Kgm+ziiqGn6/2LTukqrf
Q8y6dobfGo95Y5+D88ZCcxPP9EZhq+ViR0dPb2+KelWWptyxpCUCbW5/ZUe/sV4rMIvbkH2DNcy2
oEntSuoJktLHyjWLY43m5ZMexQDLI7vB1n6ObxMhFRDaehsmbTeGxkReYPT6L8nN/BB34O9wOBoO
hW4VN15m4ziZ4HEdlBEy0cjNS/fWAau7KxqxgP5KxVdAMtcAwm/NGduNfb+KkRFyvl6jktBB7ZU0
JsyLKz+1o+9DtvyWg/6TZvXu396xzJgBwgsQDoWAFzjFX9U+XOp1MeL0eTTA0wRVaXxPxgY6nGV8
e3+gNw41I1HWYytQqqeH8vqrRpTKytny4lOdiO67mOvlh2EhWurX5jQqwSysTAmqLJIpifYwLH6s
dfZ3zBqxmipppzdXOJFvRAv8IIKENVAgiTQ3h9usOi0tmyo+FXbr3DhKPT53MG6DsQVyp2ay23VC
LT7QX292rhe5T6QlzZW+3hoNvH4HAIUByCHkJ3YhW9tMSpJlrkTb9ET3dLxtAHHsrHT+t6R03jYL
7RaSCipEAI02h76SrbRzMQEHyLskTAjAwpTm75XT98a2xXVrJbOSyXFpGq+/pWxrh94gBelOLgLU
qTwCsKEKKoZQ6+d/3t9OL2yl1zNH7skTStVrFf+01pn9a+NiOq8rOOtkJ17ssIrVKv4wTj1usMAJ
Wu3QJp31aBYDjcSowHLsI8hklPhaVPeeRzG26m7xuvlc6I33PLhK/VOvGvPWjgLhiINR2thlFTrI
2QBEd3vz/m9fz+/mpwN344C/dJAAqb/+6bY2KB699OwkVfy6bDpwkIrO2Azfq1bxS8cm2n9/wMtA
iq4YXb7VpwRI6fYZs7IkXxJpZKfRnVKCCgUL5QIp8yYavCub4K2hqDmi9AXHYE3rX39bUVlxafRa
jvfK7PnJhIkxNgeWP2s46fz7r1qV2VdRNiyat42CVs/wuZc8zsS/WbiIOj7YOBvfJro2XJnAF7We
7ZKtNtAsFvexsW1hTQm4W8Ps6lNuiv6ja7f613hxnZ+Ye2vfem02fhtDrzxkVVIj7YjfEfRNBbBA
maN5AXw7Vc5DzbTnWUurYmzj+leeL2YexEpGoxiNjlanUG8J4sBl7D5EDca4IVvSWHajTOVzlVu1
yTkyMwDdRdd+s5XG/tm2kQ0A3ZiGKhjaDqROhjFO5iuqNj4pnXBus2Quiw+xPUwfVBnTo19ieySz
m1vbCHHKMWIYZckYlMui4//kTfp8r9I7dQIeT/cjAHMAWoMeVd2+zdRs8U27Ed+U0oT1q0dJ8l1t
JgNgeVa3xU44ej346MMgxzvGBs+W6PeZQsXUH2rPlr7SN0UclPNcP7ZKIyF/gF0ntI8H9LBLO1dE
mGae/GCITlngkE/TY66Jc6dEUbYrnHm+L7pG/f7+Pnrx4NgsLm1aGJHUYYkbtjovulGYItfa5lTG
ZZL62DYXI6bJQzaBCrGcKNTUJUNiZnZtKA2Tm/+M7HbGOLNo24/10I7cGIZwvizE7HTLqk7dg1vO
En+IJnlL48q4rea4+VzEgxWotPMf8zapIfT2Rvc4wA4tVjOU4WNqZ94vCU9fBhgZjGDtTCf/R1hq
miLfXuhuMCadNu2cscu+plOnXEuDXkhAm5kgnWQuaDlTwrxwv4KM1IHTaU9mrnu/rKrjGW6hypa+
NjTNwK/AuAmJNnjpq6VSox5sZew6H/943QtMraz3Jf5dXVB4JRx/xByiX4pDQyisW6Fjb2Ko37qp
QLIERGb1wCfhhmw2xPA+VjW4fGEjQQ27K2INN6LSqh47FsBHe9y2r/RRLy9hiEHkP6skKBJd2+Sy
6evMiXqvOamTruw1r4ruEm341WHjtkvc2bl3cugP7++0y8uR0jgODrTLKHXSEHl9OSI+0nbeIOuT
RtU6FNga7fXSdHZqO87H94da79nXK0lWt1YRYcTQBtzSR9sB+Ylay8Qp1uBv2Zrsd940LVeu4DVE
uhhlLVdq6yQyzusPooBsdVYixGlC0COUqvuU9IrYxRFAoaSbP1WCJMMa8mn3/te9kbrSlzLIn5EU
os69vY9nzWxSmDHyJAk7fqjOoj44tZo8zA5yAfWiaM9N3hU7m8svzO3cfaRW6v2DEY9zk7ZldOVB
f/PncGRw5lh7aRcvejd0RI+F3Z2A5U0HMy1POs5MfmT148+5Sdjjqjt/dGut2reWYxymZR4+llGu
3ulNWl0JbN9YesjXSOogMbOy0DfRnp3BxjQnVUJShiqAQXASqtVwDXHzxl2xQkdo/bKRUf/e5loi
diGepMN4QsVEe8CadP6FLhtBM5rH3W51tELVRomR4ahNeVfyW+cdyjhJGgi176HlqgUPka3m4KZc
pW/dWzjVXeknUbr86gsp+9CyoScFdiwSO1xmHUMOVZnL0AXDqod6MjT5TVu21q8o7bRA75TSC5a5
za5RCbetf6A+yGBAOlKxOAVDb28i215zBzNO5+kEqjA66IPk1cRqQ9yKZMGMxKsOuFXKD6zIeamG
7FxWenOo4Z34CV2xfRlnMyULUd9NUTXscQvX7sY4qkNQmdOVhOIN6QE2ENIGlMugwulbCqA3a3YK
8Xg6xaozfy7ENASA94rCT1frnFZmCq4H6s2SAZrT2Ct4cU3KrXSb+k44sfekJ173DWTvNb/i7d23
zuF6NjiyIJowsH19VTRDn0jLruaTqJLYb0Q63Pf6qmXfz8n+/dvhraHYj7ANgOOsfrmvh4oVHM+Q
Lp1PfSogx6uWCEYjKg+9kbRXLsDtK7J+FX0PROI4cauA8+uh1A4IlQWE/7S+jMHgJPI0j5EbxJkY
Hqoidx9wihVXYuxtorUOChcOeQBaHtAcNoNqnuhT2xkYVJgFOObJ8FtzUnZDTD1KFcm1EvPF9caA
q8Y6WTs6NXDfNlkqSn1FJ/tOPZXSm/cGwckUWHGafGiG1gz1PBIHdW0mLJNFPWTQzkNb92d0ULyH
sYrbK1v8jTlfiSSrJvc67Vtmb994CmfLVE+UK/NgSLFTrak5+ONYanvR6tPOmsb5ypy/dQesEuKg
2MBSwHZdb92/8k23NY1cb9zlZEWKcr94VuXnZiqwifk/7J3JdttYtm1/5Y7sIwbqonE7AEiKkkhJ
LmTLHQy5Ql0e1F//JpyRL0WIT3zKdkbHI8JhHwE4xT57rz1X2O4E/T0b4Eblp6opsq08p/InXC8N
n1xSddMN7UGi3HFjNLr80FVSu5fkar4l0i/92pTe3cpOIMGsX0BPuGCSDjv9UWHRUFq2yvlTE8X5
Y1J26hJdOdumF9WFpbZMtZcBADODKIPYWWNqkE5ezYxSGdmA9Uz5pFvdvKdKMe2zCdKCkdFWEE69
zB2jHDdjkLYX4rf1KUegTokFQAZ4Ikp/64dESiKTe3bmT2Y/yddto073IFae395JXj8enb7sWzYx
DgWlPymkFx99AmzGFTeTPxVVmvs9//qlkPXcdfQy3WqiGq+bOu+Pedj2FyIcbflIp2+Wvkvu6ku0
SNP+mvIw4XaJ0AzIUDXrk9/akv4hR7aLfh9zGUB8epw2/jzP8nMhQiLntuzGwW/BKADOkXNrQw1T
lr3K7ml/mceo+qyKyLgaKf03XolVEMZAiXPUrJJG4bmY5t+jSj+PV9GCBqQx7j4CC3gyjDm7txuU
C1umQUi/Mi1tv/XZKG8ctCTzdRtb4bgNRBp/60Ip3jcx2gZPp8T42E4YGdLmVI13mWPRJqAhWakv
hNR/kiUn72kxoqefCrAZPoJcXU4nu531SyXOTD8nQq5vaKCROz8xyvHWmuIsBI8F1+5OomqR02Wl
5w+5hW2aVwY5dAwN3k7njXOO2aFeI1N2g1Yq8EHS62cp75KlaEsHD4SLWHLHoij8pOhHBwO8IS9v
pLZFNjGNYUIfUV73H2YgFuHWUVuDvpIgbF0Ft7zYI98jrqikgMTSizp5enuKvubt0FmtAHfg1Cf9
9opFXkr5UA5aW3+2tCi6qaq8u1KMpIy9JDSLkB2oLGM3j7r6yLUmuQqBiWFu0Znl5Om1JNVuiegf
J9Ep0lJXm7P+KqTfY5P1tRO5UAYUw0dGjq1VDaHUtZy0rHxbGqLvOnWpdmM3abLtZ3InXlBYzV06
KOQYc3PW260iK/qFy/qrZcFSRKu8mEFx8LH+Tz839YuqT0O7/Nz3dbOFgsY+w5eLrnEd0HfMknKT
G7a4ksNIb12YQfWFfedVHpu9Ff41PZtkUhaTg9XpqwODFZ0d958dIx2u0jKvN6XVple0nBn+HBrd
XhpSEKu2ymGcaaU3lGbyEFn5tHv7y79GekBg+WeBCgnGIr86fRe9PMbgwcrxM+a47ZOlDDaKuTYy
Ujrq7CTzwsqgfjSqlfp1lmcuRqGVhncFTko9rLWsfci13vLkdMr++ZH+q9T8B3XJFx/Jf26f/+dX
0cbtdHzOf/3vP47PXdOd6DSX//9vnSZqTOofKJzgKeB0s7iYDb9E+7//INvyF/8V+RrFYM6TZUr9
S6eJz41MuY7cLR6QGN/9IQz9S6jJbxpLNxDqJOrjxp/F/w6l5p/r+su9lL9p+SHIHCBdMImxTicU
TQJZRJ9ucM9pSFwXQfAQ4jsSkemqstUrAiDJBei5wENDeh9/NVL9SZKxS20t4LotvqRCGq1HxfaC
KB73cdmlHkVNXFH7H5hCff/zav87y5hlhPz/bz3wfdz+eI6b4m/TJXE64fij/5xwEtPpL5QaKLRR
hDOt/j3jJErAfyH+5dD427+G8OpfU07V/uJWb1KVIp5D7rHUBP8141QD2fDiAEBagcoZRbx3zLfT
ewykXfx4SN+hfyBKhVC62r/QyNdcC4v5aIyltMm7zpUbsLbFiCIJdMulKtjqGrOMRwfbommmb4eW
qvW9qdHzMVacCD/0gpqLDOZ9o8ZwHERvHudB/SYrWQnjoU12UnCf519JXnCzqtVLG/cqdbIghhfW
1AIhBLFgAf48XWcYlYFcEmV5rEiP4Uk4u0GBm66Sj9FNLZ5FXgQ7LY6gTuokrJrG+B2K4WPBpdDX
x844FpZ46ErSDrk2fLLw9kYqrCsfVD24ahO53IYcSn7daM2mbyEltGEf7+cnFZ9Ut4iH8oKYhf4H
ft5/7xs8j07nCxgDG/tytoZ1mFwZdZQbY60e8sij2t41AEFd7YdhJm4strp63clXenatp/uQMgK2
mOIhBi1z71T7pKP7+MqQPPNXSV+n2zQ7UT0LezOrm4YmzNTjeWsEfFhkHabyNom3Njo2TEAl4jmU
b76xCfdm7WuWFxIiO3haosZwzWKr/jRSEspbM3Ln45DQMnIVfVG+oYadrF1MI8l00EFp1Psy86Y7
p3g0aUvXyh+Fcm2aV521RySHx2lwhYjWqsD6+E5PW+wOw88Oi9pmm0d+1wEc9K3BH41tBnONSEv3
IrrpYr/60N034da03eyh+mw9aU/EUxN2gbAXXFmQItjm4ktqu07il9QYqNrc9pDuv4cbmqYly1W+
lA/SF8d2ZceTze2YbwMMZ8WPsd30ql9Gh1nzWlSIbh0Qsfr5TeUH32r5ynAgNePz7qb5jhycobjq
ITlYe8O3PuJ1gUQx+CUQiCGKxK3hJvzOVzM+Cp4quZosr4Yy80lzYVPu9F20SxCUHuIvc+gHE8BM
bPZc52543AYH57a7AV1sucan8qbdZrfjV0dx9UNReG3oYwoafp+xPvWm62Zr7IMPmU6pyU1prK8O
grITJr33veQqAIh80DbpnfOEb/3t/JR/Lw62scsrH64QpUpP3Q2/gVXj7Hg7eM6ts482si+IZ7zq
27S3t+MjmiQP7fuGZ9ynrCnSi5sU7UZOycKrfie/ndFNfhcTArJ9b3vGdeOG2/IG9QGLb75PDnrp
80Kfip3hxfu69fH77raKl/5M92Cpk53zwb6dd86h3wx751d/zI7OA+4hmG1kx/mZZdtsQiJR6MaN
G98rm+KheKC853T+qJN68xIAFKQyuZD93WD532PwH5xAbx6Dz1X3/D+LAdyui4tfXO3/GYrtfxJS
LX/077jLcP5CXIG8Aq7QEngRXf0dd+nyX/g3LccgyYJFR/DvQ1D+iwCNoIp/0DbDa19EE/86BRXl
L67mi4nMIhdEqaa85xhcZTLo6aabDK0Sv3AYvFLAU70F40uJ41aQ70rcVmul3wXs+KsXL+f+n9vx
y66W1c1pGYY0AlVOek3Qf62Fonkwl1ImKvsWKU32GVjz7OtAYI9NVRRf8DjXv5RUFPeakstfSLib
F1BGr5/SQYJCoYDMFL1K1iopK+G/KeiMCA+FPLc7JbVzPx+HD28/47lB/rQ1L1UJMoSrADaSrTYr
lTA6UBsLPInIFRVHcymQOD3ukKMiG0JEQbMC90B+XX6KF1khaZ7CwJni6CADjgD2UOSb2Z5hp9m5
7L//gSxEsGgOcCdEq3k6VNrVTOumiw7JlHQ/nNKWtnK+SLPfP4xDKpn+fvJNpOlOh2kj25icjica
+7zdkN2Q3cxIL4FL11fn5cURdvH9+TqEYuvyckzpU1J6ynShU3IGaCWNwJq8cLXUX4MYIXoI095o
XWdvhykqSbjN5abJTef9cxGGAwxMQEEotdfd1WB29EDCT/wQCau7jmwk7d1s/X0L/v8lUP552uUy
t9TS0dmuK8zOVOTBCEniUKfyz4HkjeuY1YNRkUWZVMyn3/0JqfcxT9iqiNDWteWOd97EjslZ3ekd
R7kmAAFhu/j2KGemPkZfMjoipj4reZX8CJq4N9W8SQ7aPAa7keSaX+fTr0EOLqHBXi1lSqI22awF
P49IeV3EydNGASuS5Ie2SANkF0yeq8ARyoUd4/QOwlpGq4S6F+bcUk7hEDid+SBs89S2KnaMOY99
soTpT5h+rWt2uf1QwrB872datFFUE/lACnNvPd6kaGIAJxMfgplbTpSUeDFoEEnf/kyvXx4iPGq/
5OXhfdtrwV+ddUNtJ4CGyOkq+zmBPF9W6SWG/uv1vGj9mG/cZ/40AK12J9ooFL2xgvxQmTqGCSMo
pUStx5+gnJxt1Ibq3TT3D5pdi99Uisq7QEWnVM7ltH3v48KwYDWjMUbSrP4R+LzYkGMjm0olKqKD
HunTBgnCzwAXnnd/uSXJRjsdBRUq/X9Q1i8Goeu+7OqYBeYEbbcJiib2J4uLx7sf5WSU1U5cijAQ
mTZFh1ZNHS9S9ZFOH7u5MMqrZcyRsiwu4g6ubpQXTme9M412JitlfsglVfdRhE3fYC11Gyrg9v3b
D3R+KDAj3AuJmf6AVV68Nrm0BxvwLMyrXDE/alrUBy6S4/YxhVZ7Cf+2bD//voguq5lTjB2QghT5
C9LEp881NyKcSqsqD3mT3Y+g6Pb1qKtk9SdPkXsvq+XZtYuhvxBavV5uDEvPEYt62UXWiQwtnca+
hcJ0sBVqCFoeg8We0vTdH41RFq0LgSxrex3A2RFuoJJilIea1HSFKE/q8pt6FkHoTW0bh/u3P9yZ
d0kBfTGNWXqZqEGdvksL/KPo57Q60Pil2JugnrPHLDK7YJvbs30Mrdn+OUmdeRgrKRYXApLX2zLB
CDG3TEkd0fB68LCx9FIbrfpQUmQp/BSoWuhmRZM8RVGGRj2TwcC//byvJiqRD1lPtjM63hl2dRKo
0DRFHebiEI5I/VGnhPezk9CXgRvvBef6V/OFoQhAQHpSUOY8Xb1aSQZyYVZle1jY+7916JrHCsR5
cuElnnki4hu2LIqYZOzWxIph6rB6KrL+MHdKfwNaK9/mnQj3IXLKr2+/vFffi8hjqcbTVWLBG1jP
zdJJMZ40mu7Q2LnwEbRn18NYQ1+2pfZKV1r7QgR35tEWmRWoFQKR1zJjaIB06DuiO0gqDySwEPCL
phhILYzWhcX9ah0sj7bU1wgO8DCRl4/5YgNj6jWjnHbdgWhIeR7kLPGkEPjKaFjDsZgbqmul0+PO
gIfF4e23ShfWekNbBl9KXRTYl3N8NVOMStJpBXLUu7qXRv1htEZJ3wh7MOyH0CmacbvcTlV3rAFP
34ZOo+rwNYuyBHRTOWSMEnjFvZcrOYzPOZhlExuuBpCgTEdL1QE17TQiUU0fZGlP50Cj+QaeTKWb
a2DwfaPrg0fJLCTi44k6+FVaBZXq4xlWih2uQE3hBnVVC78jsTr6ujzYtPyD7zK+NcmcT14V5POX
rFDj9D5FjNN4alwJ86agySNBuTKmVflRiTsHv5qKOi4KBaquz3HaD+1W68ln3kcdeLq7FOT0b0M0
CLsp6ErRbVHikbRXC6drH7osrLCKQ3jeUsU1M/lKa3M59RO9E1/DfLYsP0ePFN7adpBhoDFqcO8R
+JMcijLTpkMfbfqtLI/ZY4vYX9vg8x3Fn8wJCqNSskU9j9qUqceIlq34DpvQcdrQlW1/E8TzXySV
m8Nuduis2AoA++FuRsLafcnSOpVux2RMrP1oB1hHbqCjBcpDMihGTVoKVd0dRTlp2AJFtp41fVJs
P8phyu3LQixwvxEqxFVtVcNM43JcgorB1MdapNR6u+/1JKak3QyJvQ1Uafwo9aOS+ZVcJ1+bNq+g
MHRWXm6EXplL0k/Tcz90gvi5ihauWg0sK/JartB7qQ3TxFcE3QhuBXMiQbUeiO/BoJof2mHkRsb6
7QHdtcAKNlWlk/9qM3vGtybrYy9u2aJ3QUSzsj+jStcPUtEbwzadrUHhpxAszE1EhGjd5ZpktsA/
ss76HhkZRFMptbowQdFu1PamsmYt9krJKb+bUBq+m01ZqR740KwDljCE6UPaxOoIgi+X1W8j96Do
FzX3Qb2SYsMGHhfImdiMfYQ2PQrNqNvO6FKNLYqETN4Hi0p2KyjaKsDKUxqqwbhp6UzQE9XjNel6
Ye7TVsN8wTUyuyNt5/S0iBVtrYFST2Up88UMzNMTaZu2Nyb2VDgsoQHHgWxSarF1Bnw2t3GqNfFG
gwYxXAsHZy/hTpoxFje2MZDmrCWD6Z70Io9vGoFE7IDKsVV+DpATaTRK7CSqDt2YGUjQBX5Um1zU
gbqn39+Md0YSVNKz2edl4VaWk/W0SslltutFjOjaCjPzgfRNZEcecGtFds2gDo29Sc0j3FpZVTa7
uYM9u49T/jCEDjvONnPTdiRS2yGSr5eGUdM3kWmQquaYCjZDJ1f3ZlgM4CoHskp3omna1G37SrW/
hlmW5r1LvqcpHmelN4Ofs9IW4dcJwfAAxjILxwpgvIz8YF/NqamRLgFoKZ6rrDbaDymrfbqlkUE2
dqmVk3BoK61tIRpGY1Ahb8Fz/Gc/pXX7nXo+xhbF1sIqopGZi4NBdp8uJjk/SnKvzTsRaUb2hSt3
CiGdxveoB2fb2F3u3Iwj3IZs4n3tGzOf2LFJsg3lx6oNa/hISduV90OeOPMVFEM9e9DNxnA8qY4V
6Zql5XTXJtr9+Kqht8XwzCayyzts7YbixzgX83g/0RBr0IralPboJXJcDL+mZir732k8qf0HJBNh
e0wSfeamTCSj7apGitRfuQr8smXrM+b501TAF51dWcIe5LqGTdP8QDklN/dymRcxsr5ATTYC3oFz
nWP2ycJS5eyDJLTY2mXDrE07JelyvJISRe0OPWGdAWskC8vfeZ0HneJFbM+J7edw/5zO04dRuw1C
S/+hzHQiPwesa8jGaGg6SLgJNmhlYdOjhA1e3GpXCQWtCdvUpDQqr8K8IvPGwOpB78Jg/NpnUjfc
suFZgWtHdBv5khqmx1KMTrMhkKSYbIneecyj3GaPBor203GKSnVt2jzGGycXYDjH0sypeI2DDY20
psPkCj2+I1NwnivHc6Lc4rPBpMUgCA3W76INmtkdcqNW3E5Lyww3qST+trQfNa7jGHWBlKmLrqMG
iD/gYY2SjDrZWb6th0yGogynjS6Ejiadsisl/ZPeRtGPOh8ob8s9G9FtTVMAO6fN3u7bQ9vJNCMU
GVakRVwIn/dSyv5kj3rlWSKsflLRCxS/zLu5Akc6kcMapUg374sxn5srB5Nf+H2jVKctzVeRM+2a
YHai22aMZMoQZaNo4y08n5ALbAn8yM/VRpH29sjtzJMbTRNe0dPfBP24xovOzbPRgdKaJApuqV2d
sOeZuWE81M2YhF6odMWHyiEsYzNH4XEXYUI3+mVtCP1DV9hhc9/UWcISi+n0B10/ULpiJxDl0ak0
zEraZnAsXzdqs76KlUEJdoNVDuq11US9hHCkwngur+WKgpNh3kdgPijcqoNw3CQcu3iTEbp9M4lO
8+sa0TQYDlVL6JmO5PpWh9Zq1W4cZeq8Y39BMNZ2adqPrpbGXesFc2AUO+qJQKjLPgr0XdoTtXh9
j86TTuq0w/ROsfF21EYRRFeSnTTRFi3dYPqZhTdW5Iq6NeUb0ljD5DoSaYxtY9nJ76lXk3jP/44/
ry7aR9FUY9O7/bgcP1EzVtA2qlTCYGgsR9VPY4NZY+hNLn0otBofGVqQKuNjTYNDBl5YEWwTwowq
lOlFVv00lthk3/eFBV4kjhKSIlA8gaSqLNNhB9lDmw6KPIbltpoL9qyATGu3U/M+YVlAtMu9PCFM
95vBrNK9QzvyY2whsKQsWVofC8BUtgtRpC53dhc4P+NYwQ9NNDiqMi3o0Hebag6fIUXWxdVEGFhs
swRmnquFbXIJ63g2BF+0AHTFge5fCxS1QqtmFe/Gw2CnzJRY+krLU4N55hReSO+cHQnm6tKQhHbG
WGX1TZX+MK21uoNT5bNXajGzCSc7j+e8lEk6OxRX7D9mNouC/jTYL4Zy7Gnz6g7z0JdEf7L8VQ7k
+ToW+qU2jZUcgWQFL46iz4L+QpnAbfB0LKGaYLpitT/YUo3rH2FacpwxdrxWNDM8yN2oFldjZRls
eBjT624V5uovq26Ku7pJlYeGCOpSA9iZiykYMjLijsXS5LA//ZEqbDhlchn9YRpKUODBoF/rfRxc
yCycG4XuV4gTlDSQDay+5xzPUju3jDL3WYDpLpyilEzi5u3L05krKaUZ6lxU6MglLEKsl/e2OBrb
boKOdFAHsiUxWYyd3CT1Ht5U/bUTInn3lZQwnd4LGY0JcZK9TK0X98RhciIhtfJ8GBLozAkfinNB
qr1ZAVH53kdj0tAzTn6X9C6/nA41CasoZ1gAh0RuuHnmQqiKW2mUpHypHqzAy5IxTy/kR17fg7lo
ondkGWLkiQDzdNDQygOQ3qFz0LsROWiiGCLeSVDpmv2s2UG1ET207/vM4TA+ZNTOrAs/wCIHOknu
8TUXKxxODg6OV5YkXaTKtUIn7cG0G/t6wIbnbsolLqJC6XM3QXqm+4kI4ktEn9fTlQs4VYjFGMRC
VL+SKRmREZBdKYPDzCzbFGkDEL7k2Hn7m74eBaHfUpQClkiZdL0byGowjWZpBwek8vN20tVogznI
pXriq/0N/C7KLRJdi24Q8MzpR8x6EiSy01uHrswQ7FK68gh1AGcXmXph/b16oNVQq3yaLLLeBpVm
HayhUw61XNh3pIku8Uxej0IDINOBAj81KfLypw9kh1VOJ+ngHKpEsvZ114cuSuBLzQavXxsJfzKR
i7kaXe3rBG9PS5uuZE14rHp6pacyV7kLop4e3ax2ksd3zgTKKSDVmHCLnB0DntNHsnoLX97cCY9S
FsrNXUHVPj+QaNUvHKuvXt2SW2LHQo+62IOvMQQ0fKdRKxQOcALqbQ2n4luhRfOFbsTXq/Z0lNU0
MOu4DjuHMEHL5SdYGuNG1WPnKpfK4FMCsZJTJhkuVClfjbl6g6sVO5tz7kRSHh1btcdaoZA2ivhF
kzFas8CYt8KmZeftb3ZuglCCIjMPSgmRyfKuX2z+6dja8XKBOGIDmHWemg75Ndananw1GFP04+3B
Xn040pGU/Vm/ZHaREi4/zIvBJnVIJEx8oiMtsMrRUtrUIsrHEv3tYc68RQQzyy6xIJiYIafD4HkR
20rcR8ciMsNjUlYll0eluOvmPNjkagsGUe8G7b1J6+XhENyQsqawSDb+dFQSfWlTwoo/WkVQ7Bsw
kBscKy2/LqVLEeyykE4OlGUoBK6ECHy0VwgRKhiKUrVzdHS4FbmNhE3BhNIaDd8cqF6jlvEFpeS5
D0fYA9cHOtEiBT99NivEoNMo1eg45pr1NbQN5SmllejdG+9yinBQIfplA1lzMeR67GAyWNFRmdVa
XElGZQZ3zjTLl/oszz3OkoOnLZbcMLWp08fpTb1v0qqNjzWOOns1g4uEQfolL7wzS4uth/sF+zuo
sj9m9S9me9WKSJrQuB4REIVXDpoQ1xyT4mBl5qUQ59yEYDrAuFs0ARSCTh8oayYSeMMQHw25+dBm
DvfAYpGe6t0Ttfavby+vs8/FvDP/rC1uUKeDJTD0GmQ38bEQmX4nh0P9YxZj42mTeqlacvZDEZHC
JVw+17reVGQFNNo243qhaCFZFEid4lFyrKj/9PYznR2I69MfZh/ihtXOlOlxXGitHh8DgCGkHyXL
fNTA6bX/wRRfhBscxlwI6cs8fXcZ1369kJIEL8K0+2IB/mz9cq6y4r1BmY1mjXiMZcQv6AFPx5nr
IlBnutyPVmR0fhgp6nay7Ojje98apW58RWAnyctXWo2CTe1EuqROj3YzjrdZ3cu3sFCyC22zr+cb
4SlqJA3tO2y0NXJwaWN0GpInRzAwydOMZ/XW6ErESJk0X7JLuTTWcpd4sWYTO7PxOprTYx+r8wNy
RN0vhTxsyBdf8t19PeUgWpN4RvkBkJ7t7nSojnpFEI5jfGxzLXjMQOttKclZ773c0f68ZAW4FnMg
vrr85Gal6U2cJ8c+jYW1UczB6T7Q+pr0npPOtvbeG/IyHJ8KVaiBlGG9N8jY2FhGp7HnDQMJavLX
Xqt05oWjdjluTs8/NEJsCKyjRSy05sypy/3C6NgWgj4GajuiOqiJno3+qpHt8razh+Q2kSLpqOvl
KLajkuP3/fbUPzNRsI1ED7X0sxPDr76eIZK61Kc6OVqCoh8ZxDmIPdAs5ReAHZjovT3a8re9emA8
OpbzkeNEXsWieqhXQyQ1yVHvNLElKUdSxaxab3H3uTaTrr0JC6FeNQ4ZprdHPjNLbQCtXCE5j5d/
Tmdp3Mexk+VRckymjD6CWok33aBOF2bpuVHguiCDQv5CU+jytl8sO8MeKYfUbXLEGKv/YspJlPv8
xzj03n6a1+ekSS7ONJfXyKV8PXECMu+BMfIewXPMH81Wrz4mVoj+PiBGrKhgXYKrn5smbPesPVyY
UM2tdsjcmoY5HKT4WAm0mpMt0cAoJOe6JT95YTN+HfXybMTUAMXQfr+K0YpiTupED2A0hQIipm6H
yA4PVa/KjxCDej+Z+0sJhrNPt3wwzgA4jOvjeaCeSINxnByNXtG3NP8U15Y0Sm6jWWL39pc7twLI
nmCRjRUPp85qBTRxy2VsZB/r4jb7aEZ1dgNqK78e2kL2e/qGDbcJKucafsCljvazT4kEfXlQsvN/
EGsvJudIYU83nCA5joopvmlOmyA2FzP2D5NGz9WFpXB2ioKJkGFaMuga7hhFeT0BokqOdodxTFBp
FebkabopeqW4MemGfXr7xZ6dNi/GW4X2edVQZ6EMc8yHSSf7l/0KOwn+24ghNaX3/FZJs/zC1frc
G6VRD+EZDZsLfuF0uWtFFg2OtBTaggCLySSyB7ePuuIpiGj7u7B3/mniWm+eL0dbTR2qINTnEzU5
Ko2odH8samwWezrlki4ZdwXoO1QR1CUnuK6WKyyt+ELHwaXIYt30vByLNrBrrr2LVTQ9jKcP7QTR
7Awxfrz9MJAeKzKr+FmnEeWN1tIoIPZl2GcglJE9UIQvh4fGUIP7Lq7Cq7zSkv3YyPMmMgug6++f
AYsPC8cYG5W+Juva2C6aAYi846R0Ec5EySC2BfCtGI2M2qW7obC+c9hXF+6UZyfBwpDmzy6VmNXE
IxUaBF2HlKczxHHG2PZxTgIZaLQpXdg7zp0u3JSJshZlNqK80zdf21IT2C17hwYxAbZdkfgmhI/t
26/x3A7FVRzhyZ/QZC2zbUuRFgI3g2NJov4oR6b4mFHKv1X1IYew0Do3WqC3V0odhBdUeWffJGQd
vh2kG1p/Tp9Pb1IZQr2SHFMnNTYOENNNqPbaNTnuS9SK5a9aryUS2ICQ6N+mbXv1KjnAunihMR7n
sfmVO0zVVtTzL1Fr6hOZimkXwWp4Ku0y/4VqQ1yQlZ1dQ/hDqXQdoQGGynT6pJkc1vxOkB4b7gQ7
DCXwSonmBHdxdayaj2kVt1/wh83QHQ3KzzE3nqai17eV3WkfG1lCvxLBgX96/4engQETHCy4iX2X
6ffifEinqaGSSYgklxqpnkZR5m1Qze2zOkw9iYWs+EaRW3yQADFdeCHn5hxdIDJnr4loeB2dDVra
O6VM+c0qg8HyosQC/YHrAZKrJpeHwpeQUI+ugnNl6We543QXlta50wM4MkgburQWF53TZ5e0IOIy
IJKjilXEXY047DOtKclBAdXqCzkydk7Ua9N/EMYh/6btgYTHsqZPR8VXfiRXUCXHrNCr0AUwWi5a
iki668nr7bVCkS4s7nNLjK5yap+8baKP5UO8+MbhFI0pAovkiGFEHeKPSRczBksSJqbYemaXop1z
rxVmFZe2RTNN5HE6XD8DwrGxVDkqUWMzzlB/xxEX5SEUumg7DIPzO+Km9fj2RD4XeiB259pG9zxu
MasTikYLPCforzt2/Yi8Zw6zvHNVJEC7pbeu24LHFZ/fHvLce+VmKi85K0LW9Xsd26Sc8ExlyFEr
7qwoHCe/asKexl58Tx7+g8GwwEPqSwGba9vpW41De26nouVybzTZo9FRjdyWY5x9b8CLRJu3B3td
Jee8ZzAZTCdNexBfTkcbnULUeGchVS25x0gJXuISdfMNAqHZM5XQ6zNdeYhlUeDrokb+NFskq0MB
UlQao0sp4+XZ1hs3FRNOCHSfJBtWM2qp23RWnKdIgbr0Kcjb9piWEVU04h37qKVjfddB1jZdDRnQ
rWGTsrwQZrxuulleCHsVYmBOKvbw0xdS03lSGxI/QpMK3XMUAUNw7o3JT+p4vqvwHcDhJYJlrrT6
rRRbCqQDpUPHPgyX7oHn9k0UGWStuZJRUVxWwovl3IdJBHunSY+JHtlb6hDAFPQ5rG+6yp62QB6d
H/qYZ4eqxOf8wrxYvvv6SywNpdAcVKwZ1nGgaKD5Z1KaHQuITlhER5L+tbWT7qvUGknjmZMQOw3o
IPimoWoXK+J6NBAb0IR7YVM7t8twmyKLQfMAE3U1J5Ihz2A5d+kRyjkC5bghG+5hFYUiap7IT27b
NAx+S1Imzxdiv3Mj04asku032FHXadCW5yqwxaYDnf8FGAJO6dGmk1r9Q9ahlHMb9JPwE9rpUm33
3H5DM+pSoKF7GljM6YfXR6ec9EHi5DDK7FYZ6wHCaVF/6NXYunDvOPeMtP8xxRZKL5S506Ekc45i
lIUkRxHTbIOxXdyXFHOPzkC6EXn0CJJLvvBezz/ev8dchWfCgCoWV0V6lMmM3QxT+AFpW3ETlFW+
f3sanzsryFpSYQOiiwZo+UlerKASkXItI347BmVtje6gptO8q4uuczxLLcLOHTqpuRDtnB2TPjbs
guiTQoJzOmaAb4piTFV6HPCDS129nTvJZYXTbJNqzqbsrUvH/rl9goByCa5sZsw6RztKeOClmpoe
x9iQN0FeYTSsFkF9paqpeTNYcQTPg1PSlwAkX9gozs4fIirSKku0rS2//+INR70FmlZl/khhc13K
wdFMwCCXZvcgxYHwp/xSnuPsRRnUwP8dcfV+C8fKFHtM0mOh0gEAUBJWRVUHGwQszbUl2t6freIp
V0dnpwLY3sVRp17Yks5d1cDKULBAyoVke7U+ydkqAq1welTzwthhKlm5No7IF3IsZz+rudiOLjVU
so6nrzabI22uc5Eeo8JKQT6moStS04bd00e3PRKZbd9OdgUkg+6Bt9fN2RX6YujVVzUjmwtUoFDM
oJYluY6ZRZ9rO0b6K1tLG8Tbo519nUvD+rJoKHeuvmgYCzinAgPESZrx6LH7nsiqqgfYum8PdO6x
0G0jV3OoqVrrGo3akpBX4uViZmNr4SamMbZbwtuchEIj09XzHwxHNL70h+GjsBYSVGo1x0loM1NN
Kg5uXGT1F2T84rdkBt0lJ6BzL3GxW6GQtlRq/gAvXyzEDJsBqZgltrouq3xBx5E3l2N0YU6efYNg
/pZGBcon6/5qeptEGTpxdmypacieHrWFutOKqP04CMsWF77Xua2UUJAmajSTMCFWwakkqOk5XZMd
u1JLP7Z6Oz01IK6/QvT4P5ydR5PbRriufxGqkMMWDMMZaTCWFRw2KNuSkXNs/Pr79Jxb54gAiyi6
vJC1UbMbHb7wBtM9dJQQ/kOViYQNWQENoCG56irYCEutRBRhyQPLURxifAz+Rq8HGp9DrjlUsTB/
acJuz971xqqiKIvNhizAoze5Oum9FeYuxlt5YC5GiKaPY+Q0D4FL+67S6Tv5xa0IF07kezLu8uib
qwSDGxt/BZ3qT4udyHEY7e4lMfP8uRGleLKjVj/3elh8TAFC177Vqs1RMTvn91zryp3ddOP7Isz3
7uoO+4885PqGs7tQyblB8yAdzbl+HtoQgDtGcVAX2mQxvvRl2/15/0zeeK+QqpHleVCkbCv5KX46
Jm0J5QphYGI66qx/a1UE665N1FMByeUNiGl4hsLj7Bmc3DiclC0lxZGzqQKYvR61i2sP/ViVD1wu
Qjm2sdMDsp50Nzvdn96t2hM3HPRXijxSoWUVWwF6xmmpbItgboWZnbTWowFn61WOoVxFugwpKb2k
Y3NIRys9ETYUx7iJIOQi2PEa5l1zsctZ+eX+r7r1nWXXzOIUE2OuIZ5L64UNGXQRAIPSTn2DF5+v
aFXzBBVQfQb8Xv9xf8BbQQIaerL4Z5JIb8Dfejj1GBdzTxEBYXhR9kjX17p4Zl9MkheGlzoN4AES
HyQNlRX7oipZuTPtW3uNq1L6N7w/Aqt3jf4SYAaPY01ZdfmSNMtf2PyKi2KOzufaSuwz222Poi93
0ipv89DQpk6OeCmM69XLPeNlrUx0nQO3MMSvQ6Tay4ea8n178KgpHNG2+Q2+lyKApA4R3pKeZyzf
7i/+ra9NOEgpGxwzTf3VHVpPUOOsmVM9a9jg+PVUmtbRIj384bTl2H/wlsGqdl6KW0ttUtkjTwN9
u5E/alsjtjPTzoNOyceverooz4Wamq+OGOtjn6vKJQZ+fL4/0ZuDUq6n1EzjGemd61M9z5Yw2j4q
AkcfqxMUVOVJFQm8hlxtLpo+939MmdLvbKq1A4Hs0FDK5BRJGCsQdXnX/HSDKXkf5r1iFYGRJtVv
FHsT+EvO9K1dqulJNaLm4CYCgwhr8RUzjI42YkAHWjr1s4abMILClflU1dCP7y/GzZsHvXIK+4Tc
lHBWN09YKQl3NnxBXGiNy6j03hEQ0ZQcXDABB0WDuRoa8BzHRERHU+9ogiIYB+I8PFQNQnqaGqeX
+7/p1k4kLSGTJoRAw2T1k0Qq6kmPmyKgzexM/jwCfWd1kBc+eIna8sqMotyzyb11AmXbQWbT/Lmu
V2h9FYfoCsObFLV2thC4fPaAzDyDy23OswVmwHMV+zAWc4haYT2JvQ1ya1tiE0cVmGAQtZbVFZAn
U1yWdJ0D20Sf4DgN9On80TBgtUGvQmVPxNYrm+vQwFFH/oTCtw193OdSaQ+tkjUvadeKf+MZDKw/
t271PezxfPdVfcq/3/9A23eRUyczHNltxNJu9RqjKdOaaQigbajVaThA3tO+GnlrLjsndRtgwSyQ
/UxuRoqc6w5Els5IcMjeWt9QtRP81eIRxKToRcsR/f7x8KzgOoNml9uOwVbbrlkGD/acDfQwN+3o
2MRVszzhcNJMOwnGjeUDmQ+0h1uA4HGN2zDqssDuiq64m0EyMMKqOELm2lMv2+ahvCbIurKjIc3T
mVxdOLrRMVvKCzTAqwT4l1u7R2AkyYDcqRF/K5QSGyAY/5JIr3rZ+Nf95dweKMZHnlmmNoTHa/wG
YrMW0LAkC0Baoe4JkXY5lfqoRr/XSltTi0Q84Z9OcRKelr7vutOkVAht3v8R20Mln9R3IgSeeGhB
Xy9CE9ORSFAeD5xE5Kc8Q2GWJnxSZZwYTYB4alwOS5Prf9wfd3uF8aABPpCQT2k6szrMTpREFaEK
aV076yFCqfESnebORe7cKhj+GI9mvUdduDVZLg42lNRxQ93xerIlSoK1PvPF8Z5YvlMOXA7OaI1P
Zm40H0nMk98bb/R2PvONmQLVpUFHo0XqJ60GVZTIroeBoqdtTh51XsJ3OIh5ic+hMXsJzNxcdXe+
6o17QcajRIpoMQP5X90/aZzHRbZQYllUBCWOQzE62SVvjMbw3UIZvjz8LWVTQ6IpufBwELle1oZq
QBW6BcmlPRmIHZSq7i/urHx1u34KqLb3ys4FcWN+dCCRxzMtrlfAXdcjSusBu/bCPND0XrWfl15t
plNP+6X+Br9sz3jzxhckoYLUBDGQcuu6w7+Y6WAJ3SgDI1+qowqnKxiLFrY0pawnky7F14fXk6I8
JkwoWdGoWePkUNnKStfNyyBM7fyy9IbhF54ufpR2182HvhW7Qo43Dga4CUDEEt2lE19frydWi1qa
LEMZAAPXlWM9h28hREG8FUV+scbB++DlaFLv7NIb17w0nMFGGGk7ZLdW+4ZaRQx4dikDLiD9qwJ/
+++micXz/dW8OQrKSWhHQvnaCPFobWQOKTyyoJqr6hQb3Yhv2LQXJt7YI6wdRAPWT8LxVjsSwc+y
MZu5AppBPnw2E/BG/pRYqX5edDfWz50utGznGGwHBf8KQR1KMIkJBkPXn82IozYZOq8M4j6xfnXi
xcTnvC1/LHFofc6rwd6zWN+uJXwKyn6ARCVraU2qSPGjDKlAVMFg28ppqM3hHGJit9NHuTUtKbAL
SQkRepKB62mVkWmmse0ySuFAlNfzybcKtK6dDpHubtGN86M7hFlJGAcQEBlwrL5dKkKnd9E5CXCl
NF7jHpKmUYmdZ2B7xPj38TCTwvgQlezVZu8VhS5bmzXBlJfpSxku+SmMxpF3ttCB23bJ/HsYuaG2
s0W2N6UcltIJGqpQONe91joEqzkbXh0gATW+WVGqvdAaR1Dbtr1MOT68kMCM4KUboGEAhqwWMhnI
4fQoboLWHv8ZsJR5EtHjvFrEB9l58qR5EKbXu6NBqUR449QG6dCUhk/pu/lddFT+Tvcnc2MXElp7
0rsXWu3m3hBhaUY5Ba1A1yG/jLUTveAs9q+e12UwK/Ue1Hs7HDcwNXwdmC1gsvUFIioT2aBsmYK4
iv6YG5x0FbX7ZFvIjve52KMsbWPf9/v+PQajLrwmcRZ9U6qo88yBVik2eLVQrbF/SvvsxPPtfSzH
IvZQDmhwqZlKb9prw28PA5cllGJ6ezysVHSuT7hbAu0vs0ZwwtEMLt32t15bvkXgqQ6NNb2Vtdqc
H/yaPGpAHSXOhQIDidn1iINlQLdoPOU1bh1UWGbzpOgJkjSly/u2aI8m6O+j4VtOBqOxvqsbTFM7
yNK1prwmua5eSNB6uNJJv1x48O3aD7kfdkbcnHPpBAMETiaCuDeuK7HJPKgVxkpJgHTEYh9xxlB6
Pwp153urxrO1czY27wCj8W7LpInJEUtfryZNWAMUhWTPjKLyMZdQPpmD2AMc3poTsQEamRwsDr3c
xD9VhGb8rg1ugSSY5mXCflJoR7dwlRclL6dHgwQmJGlhnHeppb6+VPLYSkvkddOgqeb6BSRPfhLa
pO+00OW2vipiMgrajDKfI/DZEOq47cPRQk0uGCivfKkAjCL7maQUE/siCsu/pzLJ1ByPikiLPgxG
OFe+k7W6t6ekcWthiWNpdrF8yIKsFjZW1DDKZjD1lBzD6jToTdUdUR2yxtfUs4f/sFmAZxLPco9S
VpS/5qfP6HWjNTjWSDZfArTGKbJKjn1V9v3O63NrVrwIEkBHJEZL4nqcqRWFAGcDoCZ3cByn1et+
T1x9OWhhopj/aTCwIxTgSO3W+OmwDzUYHQwGCHSkauCl0Qluc/vrUhRiT9Z0e9y4RDyd2xLip3Qo
vZ6Zp0ZzEUcU3EdRm6cEbSlE8Bfv0a7V+9rxdAMHlG/CKkKZksjr7UmhB1o0Howuq+0TFJGM9B+I
tMmbbhfpw6eOr8Vzh7Q1FRD8rK7nVdQoeFEfKwK6FZIHNDmlcu6LChXDR29/ECvcjJBIuFohy1wP
NKZlGFsttcs278fGV2utwEFkxMzu6Ix1gvVLI+sc9wfdPHKsJ2eM70WiyjRXp8xeyFKTpoiCqDKV
IFEV9aygEoguT1tclrr7A2dFYyfK3EQRNAFJ+eU1RqV60yZLaZGkCcjfwEzn5NS3tflH5TXTr7wc
6VEJUZrZmeT20LEjpQ0FDVcQ0Gu1+tqt8AefaFBkOGu6R69yun8UNRJfWkUgVnZ/RbezoxdCBwYm
BzEtOeP1Z2wq1YxtcHNBMStKddD1Vq2PUy1wI3R7J8Y2yCqaPduG7WeEbA0iRsK8ybPW4kapZ+a2
XfQ4tyxW+ILcLyKHuTD7X3XCR79PMXL1xyHRdt6K7Zk3kdngvNPoI0Jag5/QYRwQSaTt4E0LmFQv
BZ45O+3DYRHsTBhk5Fqys7pW47JL4HiLQwczc5YfvREn/+ZlOXxzcZwEjEoL/fP9L7jaLvSISekM
mkqggJFGWZ/4BTRkp+jV/MqdGh402b9zEfo7xr2zJ8y8WkA5FDtSp30F7NWBYXO9WVTAU2rt2uK1
RND7c5tUNhXVJdmJu26NQiMG+xV+MeW21SHvF2QLy17Mr6rZUS/h/TmlppHvbPy1oK+cjDzQVInB
pkAGXb2hVjjNbRVbWE8R5GYHQ0sb/VR6LWK0ScNZOXpj58wHp3HEv1Gv15UP1MX+GJEcGsGEsuwf
WlQ5GB73zXzqysLQ/cTIQxQKky5n+ZFyUXDFQprB7wrgsM+TiuLli1mlSv/ajZyQQzUVTX6m+2xO
T7owqvis5mFhvymzIeyjt6j1c2TGQI6acCL184XpRNHH1Ha6+DWr3a48ebVop0OktiorZZK8XVRg
N+K59Jria5bFDoZmbW3Mj+3x97UDyk/UT4WLI7X6RIuu1WgGuuprM5Tdc5jX3kkr8vSMTHdzagt8
Xh/e4xTNgffQkiHXX1dltCJTTNxVtVdjasyDZtTWSYIb/WEx0r19wR7+KaCUU3M1nXCHV1va7q32
OJ2J0Rbhor2qWd/7QwTqYcFA+nh/QnKB1qMAGqfbyBZEzGq1gKYT58hXzcYrrhcKGrHtHJ4np9NO
kZYpB10M//apZldnMUKhuz/0jePFQsoAywG8tGn7G8o0Fsmcz6+NVRbHUimjT6qeOzs7ZHXFs4yU
NcFcUbijGUIp8vqq4CCo9oxMw6tnTl/sBE3H2VV9HOd/RIhg+CLcy2y20zJxvzZoEUoABS3c6wGV
cpjstlS019Qu60uXll+FWe9R4m4O8q48RZFEhnXXg3hVN/Spjb1e1APhHyItPnNfLDubY3ujUxvX
qeBSYcLofK2X1+d1byj0zl8BQYTVeayXzvIBV1MfR097l01441NRRIMUj9oZwNz1pBynb0Lc0c3X
Ofa0PwaEdJ8NaPEvIBai1wZq/nnORLrzFt+YI3hYhoW6AshqLS6kWFon0I01X0mKle+m24ZflymB
4IXlRvNYFM5eBNTNaTOl0QudqlW7yJqElrSpa74iaYSWomJlR7OOYZehSHsMacrtnLBVTPU/48kG
nNRSoC4id9FP2VlW2FMUUpB5TcMMP8LQKg7O3CFpXI2Dj9Lx/On+id5+QBkRv1tEoPdP4/F6vKRK
IA6ilfFKLOyMh1AYdf/sKG7ZPmte5zQfOng6gPXzItszuN/eYxZizzwDBJFA2Newy14lxJsWzXpN
GlEdwlkN/wYIDVgKnNTT3EbiVxM242HWxj3JoxuLLFGlQHOpAMASNa4nndLRjoSLqB391AmTwLBH
31iEPmhT1y/L2X74o1I14aa2aETI12G1idAJbGqIsFS7nKjE1rHInrIliXEuz7MRu0Ex/nv/q27v
GsZDY5FEGAAtqcD1BIW3YIua9Morq2/6fY+Z4+w2e+2HNcSTzcowUKjkxOh7bAT15sXMnMxWXi0F
O1MzW47dWP81Weq/Vm9Evpv0n5PY7Y6OKt4mzbq46TzvJDxyf14/hvwEqCscUmbLvXc9U3DjAD6J
bILBtIf4aM+hPX3OKpIBlIw9t8cwFF0BXDG9LA5/DJqGiLGjou27c+9uzxHZHY0Yci7SWrro179j
MfUmzpIsCrwm9HzRDrVGnx4TVLuGgFunMBfNeMaS8v6H3k6fRF0mX1QqSYrWcp6j4800SoskqGxh
XyAHdOJk1kWt+l2s2wKxZdX+y9CFZfn1YvRfS60xf9z/Cdu9RiuDwqohG1E81qs6heO0qpNMwNNi
tOBeu0xL8Vttpp0dvT2y1JJk6R9nHjbcGmOVzk6Y5eCFg1LRVX9Kpxd6R7iujsoLOIK9WsGNOXEl
UkklHjDJJVYHlsuqb9KoLwLcV8o/MqM0T66XTpf7K/eejVxvXiYFfhKZN/y6N3X3GDcEc9GVKkhS
d7F1v2H1pHkuhdGnYdCSH1VpqsvRK6caNWwFW4fpJUIRYzq6Jdp6dq3i/G4XmOx8RpTK+x7RJdF8
zQN+fEg7tamOQvMi45kbx0l3uBu3lohqM68vbQPZOrje8EU6OFU5eEWQaoN9oPmvHJwKwfn7S7R9
6gE4SfM9CEfgjTfFyhnZSeGFZeBgcYUVpGsfpzC3DzUw6PP9oTYToqgHekvqJrO9NozMIVzsunTC
Kug1LzlMY6wcXHTLd5qpm3uCUTgr7ClyIPp/q/uqCtOh1PKp5sAWyRl3Z0KJVtiKH4YoaPqA4cfz
YOsP6tJKgSipZ0G8BF2baa42tGFMuY2SSRP0dr8cOmWAdWtq8+nhJSS/Ih/Gj4+q5bpkmePMnQls
XIIp1MZD3/URaWedHO+PstkTzEXesnQCeU/Rab7eefhTWEmTTMwFRfrLIuz0NSe0OVL52Ws6bodC
IOk91oSnC+1ttWzzgvT06C01xuKd/dQNpoMjsg1tUYkffkAIgKCeQM+geicRcNezohKTYRaeNsGg
zfpvfJsMFRTc6k5pI+bEb6YhRPZm0R+Nb+WwWD5hAfiOJFzNUO3TUo/rtglS3YBQ14v0NE7h8keY
xcXZK3LlQbYSO5EBAS0QSpNrbYrnSd/ISkTZBKqb1xcXlPZTnGX9acicB9t+70OxmBL7SceYquH1
ks6WNph5qzFUotUXNUVYsEvM4ZRRG/qQIjz56f7G3N4gaKoQDFG5I8NDbvp6PNOpU08JjSYAnmyf
qsIqz4WmPAgy/Z9ZUSHkCAD5p4RyPYrVDGaSj14TIJioHiNXK/x8spezpYt6J269OSHKkLTJcD6F
zHY9lKNl9tQvbhMslhb+BdJq+qXrxbJzx2+vRJbtp1FWn4mWVxQqSC9hEA9aOLGdfj4YqY5vPDFd
9F2xpn8Ge0y//oePhUmKvKv4ZOvErnFKS4PY3QZL5EYvkzQAMbDkeXwF2e6AWMgj0VhYO/9aZh8q
cWu3wYAQKUc5xRAqTsTDNyIRiYQ2S+kxaIertzjEG6ZpXTZ6F6bZwUTsMnCbaH5xtMH45f6y3bgR
MZ+mgSZ5xzwRqz0OcDGCuLY0QTR60ee8XdRnocUfIpGMO9HRzZGoKQCHldjbdSk3oWxnlb3TIMas
Dke3cxNfi1OM6BP6C/cndWOfSw1+7l3QMhK+fb3PCWN6YyzSNujnSDkUtV6e9cj49T8MQiVSVhPo
vq4j2EK1B7uLyzbQZGbfF8vk90LbO0ybOPl9JxD6SrYIRcjVfd6O2L7Uw8iG46Q+NzW2M43AhIlg
rXmOinLPsPjWV9IlUEZGsVirysP9U73CSahqeYNgVkk4p8SBYlDOpZL0b8NoVcPOnrj1oUAOgkaT
IiIU7K5HM6CahoVYWujfRv2URCp+tRbuZfe/1O05/e8oa2xY6EFNQ2O1DbokaY+U+ctDk+KuVcXR
j/sj3ZoPHQSCGAIzAwzA9XzgIPYLhck2aJVkfE6nxTxE3Rye/sMoZIh8JLbfBvIc6WWFEKHXBjXS
dsdWE/9oBSZH/2EQKZZDN4SIfR2pJ20zKdGUdUGox5jRTv30FAvr8SCd4JmXj48DQnCD/UV50PUG
t+oCABPun5oxWt6zibej/vQfZgMBVnLceMvXSS1mer29hEWHUmy7LL6Xzartt2XZ7Emn3twBwGrf
OWU0Q+Re/On89J7VQ+hKWLZCiCOpgeNjsfhwPsudLSELgOwRx+LNux4lH6w5GU2k5XDrM05h3WF/
5wDFeHjRyNEgjkkpKngM+mqUEWy01doI2OWjdkjTRDka9fD4DUcwAp5EunnIP1ejRGNqY1lkwRrA
GekXPUnUf2DCGZ+ipc+eZy6hv+7PSsZTV0k6ZSXmQ5+PchdV9dXj6pZj5cwuYOzFqdXhUsV9o3ye
YjEsr+Ekqua1nMPQPicOBs8XGtF99HCITuWQSjDaZqQgQKevl3UqWPLZHOsgaztKtHEUaT/qHBeb
A+ww5XcEhoa9G3D7ipD1MKIUMGbPrAMK00tx+xMmx4wIZjiUpWIWZ3AMyxPufNCWHb0o9srB2zGl
7pUEbVO5IVJanQR1gCiaApMLIqFO8dFT88b+LV+MMfqqmK1i/FVnabRTxJD/5vW3vR5T/qafTl/U
TeNMzbcP+kHVP2YUx452XPS/i4wY9P422h50eZ1w1dNxl26+q6/ouktnKmg8BjC2lOPcgqLOm6je
eSBvLSJbFdMRamXUfFYTSkatH9WuGQJhZN8Ksxv8JU0/Dov+PKTVXnB7a/WkuxY9bujHyHler15V
aUtGSXcIsMrsXhAU+xtks3hyF7ys7y/eZiR5e7Gj4SDQ1uKJuR5JMaj81f3cB25VK8cUtVAISUbn
J4tod4bafCfuLV5k0NIm4cyGe1GIpkpsrIGDsET1K0u94Zj29d4BuzEhokAA4MCsJHp6dSF3zTxq
iV6OKJ8kje5HffJ9zsICj2wLx+qHF4/quA1ggbNMo3O1J0xMlpvJ1UdASHYFS72Gq4ojn6fVhwbv
3b2pbe7Ld0Q96DiyEXl/rHYFcZPVdoU5Bbo78QwMQA3LA9r+dnvBHNOibSw6bB1p1Y3fGlK+YScQ
2S4tgahU4+Qdoti1wY4KvAb4xGpg53lyGim1HDotHJ6mxdrTW9hkrlSI2ZgQ9Tjb9F1XwTbgpiVu
psIA5YtNskacRXbipmes4MxAz1vn79wIk0e7nzTMuJt5k6T0M6nz9Vlwo7mhk9s6weDCjXiiAxRZ
T2iya9iGjYrYU17angeqrsgvs3foltEDvR5unoYxi/rKhdw8qoc+1mxf1Xdvx+1HkxYNNOHhyHH2
1mmLYqBv5hnpEuQx1PJj6/bsTqfv3BLvWoTDdg65PF5X9z7CsPStaMZBKZAY7etJ1Voq/XaEEWB9
aB7jCsiTLdz2rFuziotdox+6IaGfTBH40jX63luw2Tfw8971s2kGcsus5W3sGAxHMThLgMhbG53d
qWWIzuj6/ANtrtbCGhlPXYxzccc4378MNqeToQGNgE2h9kwaZVzP3NRiHILDSkOl3K3rczoasXb2
6jjWT5zUcT7y7FruwYrnfDnVSmc+KLYjEVMg6Vh9cNfSwmyVMDY2UVSljWaQLpihWpnn/qLFxFLx
1GmfcZPea7JsPjWwMzA55Ar8Ryd0ddP2Q+Ely2JbcKSU9qIrYWY/W5WV06bkjTxlZYKP7NQ4QCPM
XseI0yRTNk73V31ziOSPkCaGkq3lEBpfr7oCSqIQeWZRYEB4hyspf1lKS9/pLWwOERQA5KPJV6ix
6sAyr0cpunpxRxdxtCnWqpdJONmxpu5/HKxd28ubQ8l2K9B5LllvdYDolJC0aG4YWF5vinOP2Vlx
iHDCXQ7mgB6s/+j6SdMgIMO8Yu889OuZOUbjFPPYO8Hs1ZFvR0gtN0lS7yR9m+BJituR7IEspYqy
kcaudY9mU+Y6wUid7s1xW/0fByDLcz3hhegVpfrn/VltF5FNQbYM7pKF5MNdzyofFWPpB9cLYuFm
0FCQQzjQ0M0/2ciuPXrj8TpRdJfdesnlX3uRtLqV4zrdhQFc+hKVdUW0R6Vu65PamRbu1ZiUA5VU
3EI/aUps54jfm8vO+t6YL80nOp5S9l02b67nm9aWSz+FTVOh+X6ptGE4JkXlnkZnEDul+Hfu+NUN
bxD9UrPmdabtDCb6eizbyCXbYsre2lBrej/Gwb1+SvnwxlumNkN7shMu3CPuvnimtEQK/Vlt29Z8
qkchlAs3Yk4uYEUdTIxJ2lWnRpyKr2i8lO1ZSZMp9PWyt7MP7WK0I7hNz/q37Rqr8itr1MQEjbwY
R99uakSo48wzhm+tSExGQRC9PaZDPvRHkacVAk2C02T6WdRCq4TlVYZfMtMMp4uaVW7kt1woij9p
dvckKFCHB2SFTOMpM/v5TSt6e/oUenYYPqcDcLmP2qQ07asWNW177LwaPY25TEzjudStKsX02uwL
AHS5WfwGv00s59Zsw/kg0mUuvgwO5NynNlKj6JTqfbccVYu8yHdze/4LfZcyPagGB+KUFAUCgXUK
cffkFtHs+pO7GM2nrNNHjOpb21IuqAqH44FzNkVn1lU1T0uGXM+noaR11/maEJN3VjF0bX+L8X93
Uz8nGzOQEGma3nxrlanBaFDVxq/p2LrFn7M+DMUvStJSB47qKAu/zA1+TuMBr/g4fHGNpBx+CWdd
Fb96RtUJMCmJFj0vU6vVfo08Vf0EwMki/iXytD8BnHWry/3zvL3l/78RI4EZ1cm1kOvoJFwwlVG/
xYjCnzpMr/xaj7rTo6PAtIetRy0ATQFCs+udXVhdUedDPr2RiA+f6sIcT2ms73WZtiEK3SVyLgOK
rNSEWI0SGmYnRkVe8HauH7Eyqr60Kuq7p3JQ8NUxu9KzKCqn4++Pzo7aOGuHpBZ7w1gT59CASFqM
jtI3pUmn+ZCKyfRjt7HLnSxhe9fTWUCuFYl6OnW0eK9XsakyUx14td6mrOeQjZWe/5tDCP7G7gdH
1OaaVe98OPlPXl9JDMmMmB6lS9Dp10MasY7VaGNkb0q2VPpZ75owP5VQgseP6EIs7sO7kTQHSUg2
yTted/W6JBVFGldFHKFAvvqUj0I7h8WjnHfCOfr8oGRkSMn/eKuYo5ynaIHtGAaZYfZPNdjIX6th
GS8qmncn/KDB8z26QRiQDyYVQ2QnYBU/6mZqprjChAG0Of3JS/GvwA3qQcs4OS3olKA0eK3epbeu
v1VBCaq07SR98ybTfDOW2D44SuTsfKLtJqQZRPEfogdIBpKf61EAq3cYIRbZG/mp8efUNMu32MCV
xajd4qyodbmTOrqbHUi5i444+4JmLqLB1+OVs7ag3DbWb9WUWx80QvzxGOKH8BvdqviFmaqvXArj
j27W5p1K262hZQuCvSIx6+sKTpZHxdyOZvNWwsYdL3WZI6iLIMmCYZEwnOpJIFrSv0waRLqnhU7Z
DgtgezfTF0WSCUcooAfQPa+nnkf6QtXAnt5MvRQvaF2HfkFhZueD3hoFcXuZXslB1pDWMKOIb1v5
/PYO72wKJfkx1/WyJ5W0vUmoOXCVEDJyBJArv55MCWQMRtA4v6Vt+SEOFeeQ9VGKdQ6kmvun7d2m
+PrSktBuMnJSF9DB62rOkpiN0RqpeMNzcilB4kfxr40thv7g5IteHkd9Wtxf6i5q1RPxh9X8Mmd2
r/kTVJXpr6hQqJ8101JGfmoNinuyQmf6aE2RYn33YsxgHr5jUeaD1WNLAwV+7+rSU5w80oh6xBsB
kKxE5upl1vrhzXWIZu4vzfbwov9HfMlZYlfTiLj+CJGhjsMCre6NiHZs/Q7e8KWMp/F7Rfv1i2JP
bXe+P+KNz87xA/EO/1qitlflJiPM2imz0uVtzIbxBbpicRDUF4/u4mg763hjI3tkkZKbj8wOCJrr
yYVtpkRmnxVvqlC1Sx8t8QHCa7azhNsggwCDKxbleyqhpF7XoziJaiwKZNq3oRmHi56a9TcYk9ZJ
oS7oe6hZHvNhEDvtlFtTA4ItJdORK9qkrlIRPpq9nkFriPh1UhYHnRrp3sG58bG4cahoIZzCW78O
ZKJ2HFIlLcu3pKac4NHIeAKLVB4m1ch+McVS/zkgBFD4kMamp7CdXmbVnP400yh/yfFp/ED3vD1F
FTA32yz21C02a0CxUoorS8wIZLx3kcWf+x5eInThDNrbWJQUCSy381XF0Z/v79ftKLKEDjQUdA81
y/UJoSsHwSzCMT4WYHaXJNNOLrj7na26Vqrk6EkvMQD9FJMkEnW1i1Jy3irT+yHI9ULYvmcSuP5A
4mHoPkaL1aiv5UBKe6ElLaDkLY5bP+WKu7gvTVRG+iEc0rQ/4Ru9zP5sTyPlk0UUe8Jum+0gVZV4
RtnlFB1Bf15vdVujSTi07RDoit74aWKAs0PUx1f0TN/ZettllzQDSmxg/6kVr2upoAhIwOBxB3RS
2sPoxNWTkWbe8dGPK48sI8hBpJjN9YRyxIZxWW7GYDY7MCaeHj9RPS0ejfYkw1jickAaUy58f55+
2qiqmXUaWHo1WBRbe6nGrDiqg1B2ttDmKn8fBTYIdULcKddY5gZOGzj5llHIcfwhtf4ejOVSNRjP
2GG0Z9i63QoUsdgI9Cdkk25dprOmlOQzNzRq3V6Y+EYGHcTqmohKd278dv8r3RxL9sqlLxW2Jquz
UYUdFE7kLgOlTFEXb2PzUCm8G55Nwff+UNttx7SkpQ6qZcBY19Rz/PLyAREGLZj6yD5oahQek6XZ
6xJvngw+FdhfCMQokHCJr17dJcunXl9YPDzlquM0lIL6zKB87g2oO61R1WfNTvZIYDenRuVWlYni
NhmebTfuKB1qwSJEdzZKaoJxNuyV6G6OQkgBhwR8M+/89YnShj7q4srUgtiwi8PQlc0HY4j2jC1u
jwKEBnFySdpY1cPtfhZzA54TX6veOoRp2jwrSrfHsLo5CjxvbiEIFBt0ZWbFSHQKl33XOuj3p9zL
Ta/sQUFubgb4W5L6Qka9BiMWIivtkWQjwEVqOehF8mar4Rdc0r+kVf06luFjVp28NGy+/xtvXcaP
1dTCH4cvlNb9n2WE1cngRfXRKoc9NPimayFHAidAz5vEcGPN0yGfPJhC0QJjwoxz1N1LEpUXJ0YI
xGiWr81S/RkO4Sf8Hh5UkHifI6sJE5byAV1N+WV/unG7vLX6NGF/IIQQPunDKMAYe+UlJ2V8NJ5l
khJeBbiG9IIC+PVQWc+2WBY2STx4+gGjbNevPINq5NTv5TG39iMXLkBwnhEiktU9qFJw7mjX6th6
ergSeoXyYsOifrp/Bd66bW0yawmDI5tfQ5OS2Rws0TZ60IaOe8KG50cIPOLoRtlek31tqMZnAhFE
YZu+LpASmhbXaweZo6vDoVqC0shi9EtnsEei1g955ZRPE3YWb8MSz6/DqI3nWuvDM/XO+lL20UQZ
1NlTUtouLyBx4kjkOIjGIGld/5qiNIRlLuYSzFYkDmXuIba9lMbDgQ2JKBgsidmhf7tWnKb300bI
jOpBybIeo37805qbPXmC7VS4FtmPiO7QQNioYNLyzSjKGCKIlFo5a9GID5rbmzs7ZRNxIF0CFoN2
tySc8zhfL1gYxoMWe7ETJI39UbjW6wiV04+R76L9vLdZNlOy6LYgSw1DEkwQkIzrwbwZOdEx7awA
SS3zOBUmtjeFsSe5eWsUaJUSYkh3h290PQrA3zH15tEKrNZqfFsfvbOZDXv86JujULSFtwocAYTH
9Siu2wLGgScQQHNPIA0rBg73Ufj5/kG+MYrUppCPJLIANMyuR6mBXZgLJNEgMqrliBG8dhp7ZT7e
H2VzXdCSgwuDTK/Ea29C6Fl4fTcrqYtCVtd/bnK6RomR9f+gizLsHJ1bQ6HtBEGTzyMhmtcTchME
nVt+SFAMY+lXiz4+OSZNxsRL2//H2XktN84lW/pVTvQ9euDNxOlzAYCkKAeKKpW7QZRRwXuPp58P
Oj0zRVBBjuamo/+oUm3tjW0yV65c66NVaGYFoWlxQCUmIvs9HQrYNEVJKqPSKCShi/8q2iMi+uRN
Nl+jhb3zmTA8WrpCqa+z7VZDRUXRZkJDUTMQMXztfKl7kMx2+uirv0yI7iH6Akh0qNSeTqgOwfsi
JWJClvotwhZ6r3QWsgPm+FH0cBFugJmEhRyxJgIHpwPlLTouUZAFnoLa0MYs5V8FonQfzagIKHj/
eD4WUaqz1L+rggjcQgJzHvIjRorhi4Co3fHyzj77MBwQ8CmJ3M2gQrWuNlPZ6aI+mXOvFyni1A0i
xoYsDFc2NT2FrMgJOklSQ82BNBRo8ryZTMwJC2W9Mx+Hup4Kt5TN4FBhuTc6HWU/Fca2XBgeC1Kl
bjglQ/A5morRfDKwu5RvA/Szhi9pJCb5ZsordOJ0IuHSoV4qP5Z10vtfpGEoZztUWmq5hST0mi3H
va7sS00waxvPA7pu7FZvRryfkU/Od3i4Jo2bWdOU2oUpBoIrY/czOolOcL/127TRbUmOB3VTiOOg
bDNraKutJTVDtgswehxvu97Uq51l+Nk2QhnNmGwqRaN8nLJiHr7C26NWrFejeRskoVrdoCdrhfvB
Soo/KdfJK7G4Im3nITaDeysP1Wi7aOV3rT2qsxi5Qwk15ziOpCBPfqKG4W4apBq4SYim+l4eTA3n
BgBmHG+lPB1tpfGt70XWcXaJtS0R9QLMLOyoyLNnPYTL6oylKid2ge5xfk9UMtbbSo3no5g2xrdE
GtKC3zYtQ3ecBfW7qYKDbMwpn+VnvVe09ibC21d26GITZBuhiwqdZsMvdXmjQ8YofzdZlzxBepEk
FE2IIrd5q+H6m9WYgXmxhGTb7VSXw7AbG5yjtklMh/uNT6KLlgUab/3TEEn9NwHAGtoPz7qWOlYo
+OorSGogOvo8ptMfPOcM2YlxVWmdfMzKxkn12DeOM9Gita16teydPOvnfqdJuRbftLoxoiyQFdMg
PPC605qp1mpwKFii6KdlDH6yEQEAw21lJsrXUMtVxaFPMS031pBkxpOYTCmN670fHoNBsFKn1JtS
QEFKrCq3N+JBZGN0vewOYxhii0obunqXJH0i3WaDP0XkvJMVH1oarqcbtc6T2eZjCDAKGqMynQyt
gsmBtxCHf+YpaE3HCurslx80+VEPMFCzNcLGximDIT52kzKKn9K5Ux4mcUwxcWanSRbSaroYO1Ou
CYWLM2wx79tWzFocGMB6nrRZTWO3DVUh8iQ1FeJdTJoc7CC86OFmFgpT3kxh20EwWT7Dl6qUGnkL
1iFrjhjHQ7kdi7gUd9BdOtmREiOsbGr31rijPBRPdhil83f0CPV+cS/hPNlq5aupGyGZ872XMF5y
G+gdpY3+wCi7plJJmlvibq9t6rYR9VdJqjLRCZVaTqCaWPKhUsRIP0hi0RSJTXNZ8zXh3EqOriWB
DBEuldpt0ajir8tX4dnLq4MoLar4tCrDFV0DFtIgDkMqFLUXAGFtW6uMbrRIkD/XLZK+l4d659Zd
GEzwQtGMxyl7FefhPKKFctPUnla2+k3YD5mj9JLiXh7lLHRdQqKlxkWfN9fuupKWt5S9MMCuvYo8
6BZGe03HIVkO1PMtwue/L492PidIS2CYrBzxOBHf6ZtYCZYvpkPceVYxTOiR6YUtBmK1uTzKOYa8
oDtobNJtuAg+rFmJNJEZXcCn8iYhywdbEnJMg6oyoLnWjyW5sxNTMcNNk2Rd9luypkW7MhF8aETJ
UDT3eZoU4zataJZ9SIxU62xcrP0PVy6gfVCVppuUpHlhr56uBYILPoWYvvUSqzc1NxsG8U4brfGD
huv0btGDTn2AN5z6NGD16Thyo4xTSYcd8pw0kZZJ2Gc21ND4hQqOuhnhQW0DvcuDKxvrrESM6ijU
frTfIbjwmq+ml0bh6LcDOVFl9P7eMH7G0oB3W9DQepzkUCXCVrfluhM+3B0FM5MmeFgFSESjgrSa
byAiVjWXuv6Yl9K4UxezOhSfni9vsfPZEQ8DCbwlRxr8zNNFrZVZyRattEfF9IWtLqjKXUwV1NVK
U92miXyXRkjmWM2gfDiqJBInKUfvk3iGCPN0YKWreAiV1nocKtYvgOt212BFdyXqP7sV0KED+iBX
Wsz3zjwWyf6qatAF67Hu/PjJSox4K6ml8KUNIUChzjC/XF7O82uVAwuMznOyMCfWPZpSySELfWvw
uH1Fnvo6dmPiRzvsxmu+se8MRYJHdYnon3toXXYNAtYtHMXOy7Spd9GlS15QzVTuykLortQm3x0K
hBnWIhVDWv1Pv5UQVpM1hGrn1VEwGg7HDUhHC4KOAEusK317eRHXZmq8FODoFOcWoxiSD3X5ff4C
+6YybUV5Mgav5UbLPFo3Beyx5lRDEdLE2s1pOn5sn2u1IduF0ovVi6ni2Qu7sYwN5L+lKLjBEZ2K
ySCF0TUs5iy859eDtM1txJW82M2e/nrmILQtvPzeMwQpcpQhJtijjHYfyRYlJ62iPXMUrlUY3nlx
ACTpAqLlHGBNXn6pv9YkVFD5mCi8elxTXWjjeKMdfNbkytqff+rlXWNHLW2M5xn5lKK7mWTz6Mkd
JWFHEYrZw4bVitxumtXgSmjwzmj/3fViLHTjM7hwyqJZAjubPRokp5so6iCx+lF0Ty/Qz8t76vyb
LZ2SwKxLtowo1eqeswqMbbPJHz1ebuEJrcZA24OZy26emUq2RQ6mmpw0GerQ+fDAFNtBkXnG3/Rs
T79bagRQTmCqesAPpQukLtihJAxuJ1qFJ1VVejMsQfDlQc+uPSTACYdQqeQB4X+XP/9rsxgzotxF
H0xenk7WMern4C4XNAu5vqi/b7IERfnLA77zIQEnyWq5IvB5XaunSmrXkE7lDMjiPwRGjKYJmuAv
vt9Gu8tDnR8Eng1wSj4kWL+1rlPquS8ps5FNXiOa4Z0cJ6gQZtE1p4T3VpB3iX5h1EzPobZCVQKJ
lGbyVD+cPhta1LiBpKU7sYt9t0Mh+woR7J0FxD4SDTGZk8BOXT2H7aw3yEjkoiello4na9kRtWJm
F9fjNeOcdxaQoZC5WfTUF0bh6ebAiqcvoqYSPSUY/A2S5uqNqsQfRkRBPzhtQJXUDLkrVxNSsjQN
cwSvPW1o1X0yWNMDAMg1nYd35oLGH3grFzHMoHV1d8ibhvJ0LXmNAVsiSduRztIxcy9vuTcntBNA
h8ks6C4CsFz8FA9Pl2wwokAwDV/0emqGiuuXCuS5ArQCEcFiFH8KowmlvYWU/DTVYWVtof43QQDU
UgrWzVSLcuLIvjV+noxxmn/IQ54am1w0Os3BHnQwvVrOxdQRdSjTt4lf178MP9Lb26KKevMFwKwU
0RaLqFQqWhjG2ynshQ/aw/PoUr1YbJph07Gca+ZEizpb2ueV5KlZZDyS26Drn5TRwkqUpC+XF/Sd
07U0O3KEyQuBwlabY6wzLpFYlLy0EOnbljRIsza9dcoBoLhuNnUay/qVUPB8q/AmUlgGQlo86NZV
UrNFvmwcc3xjhETeyWYEj2lWmytbZfnNT3cKaDZt1Czj0q4rr2aWyFKfJ4g0eJZe9D9Trem3bFzl
mM+AQdNY619UfL330iSqV6is5zcI+RFEUhJtdCi4R073aOcrUIZC9igiGuV9Wk/S5y6BsDtMIH+X
P987S8lQ1IEBUml/WtMZeXBaoSkYylfS4UFhq9xGcmfsL49y/mQTESy8SQJOksu1bpXRolmNDbzi
gZbWbq4N2jYbc/NhlOvgOYn09LeFd/z28qDnU0ORG1U1OKx0ftLKcLqKKC2ndZHLikcVxnL0Ook+
m1aofTigXphQfCUk4Smjrx3SpjJWpwLrKA9Tx+geZ16OujnoD3plXOP+nm8LYBdIp1ySBNX8/9MJ
ZaNhlQJFUM8Sw5/1bLV7sSun7RA21+p579ySqNHRAEJ9CrlCLszToUIdVFatFM2DvZ4IeBrT4Bdv
khjhp72k4vfoRupQ0n2EqZJ0q4fz3LiVXhWeaFVmvZGjsZy+RNFooVTaq0uFa1TF+CYw+uhQTUkw
uVMtVL/xfA6iJwOeSHAjI7GRbfRcjEJalEwMn6Uuiywbzkrl0/6UNtO1UGdZsNMTzgGnDw+NOPYA
YNPpLNFnz/3BLBSvbqI/RVspjqF2+9KnAUiOmh9TH+6npMbTTLgSwr6zNRdSPqksIclCCDsdWE+b
eQAqlj3FKvT7WRWEH6lWS1cOwBsPbzU/Ku08AmiyMM4arutRZKlns9Y8WqJMB9Bce0xNvXODuG2f
JKNpPBEV392kdYUzTkN5wHYgcgu9veYTd75zF9ti3nSCSsqR0nI//BXEksR1ETIEpmdgO2GDVgpO
PVYFkPecbD566pfOv+Uw8gAualunQ7V6EWQ+tTRPFcxoo2BuQSmBesLlUd6ZEJRickYALAw71tzb
aU7KUjBTjZAI4DjTomDXyzOO2CF75/JQ58+QsVTxCVwXXO6sHo24W2J1ZaN5UmAI7hR07YsuJb0T
1CYooGSGdASO0hS7o5KWV9o5zvcpY1PJ4+JmtwLLni7mkIplJMqMHUeR5c44SJDsyJF7eYbvLiZ+
BjTeUrdDq/p0FKNPcaxpes2L5rLbBZj23ockYlvM6K/lAucnngkZCxF8sWqAOXY6VFULI5aqouZN
UDLRDuWNOFpR1nwJ2bZuoijZ77SOu68+SFtgB4FuXVMwfW+yi0Evu4ba6Nl7oUZq2LN3NK+k0+F5
FML+Aa3F4IueadcQs3fOP08uYn1sUJjYZ14lRa0iVeHLuoegT2/c+HMvGHZS6RbdkUYcG05hhcPn
oonqjOB1TPudaDVR9aDXEo5TFYSs/ErG9976EzDzipHBL+DQ6fqryWSgAFrrnho0Ezh7mlGrnD6V
TbVRC12zG1/62VjBVirSDwv9wpWnDQraiAQMBTP/dOgZy5NhcajxCJ1Np49EH0Z6UO+iuu2uzPK9
b7zorvCGsvx0AZwO1VA4AaQMDa/PR9mG04RpSqujUZL46vHy2TmnaTEthGvYUEQgoD2rsdoBT/Yq
GAz2U9sLLp1xw2ucVqg0ZkI2Pw1SM022MXepNw1JNLp02frJti3a7tjEmT7ulEQOryEly6CnD8+S
0hN4gSIAIa55VH0etE1VhKY3iLX6WPRZ/zDCJvt0ee7vjEKOg4AjeqiLRdTqi+pRUNJD0lmeMXQj
nJO8Kb73mj5duYDf+ZpLHwONUGTZfKwV7UgvQqObhczkRckSaEfTdBw0adhKoa5emdEScKzWjWtw
WTJiZISUV++kEauz0fWi6aVm27/0WujfQa+j5mmkoi2qfvf5wyuIkA10YNpHoGSoq5s3F4pKBtMy
Pd3wU7tsUxr1zPaaIfp7C/hWzANKX97l1QJ2faMElplYXpLl3cY3u86RCiNDkFe8Zm/1zpZ461iD
FLRIi601VzUtMAKjSi2vGavJHdqydFC8uyYz8N4oi9sCPD5WDS2s0/Md1vU4dqA/ntbifdIirufG
wDw3H/441DuQu144stQhVnflKIU5lcskOPAqaru8GDpbVPxrzS3vzAUyFbuA/cb9sQ7NdPSEkdlA
EqoclNTpIiPZJ9yQ1zCxsyiGc/om8kvZmOBsbZBqxoNkZFjqHtTM7GZ34tKaX6SkycHF2lEwsZLC
+8ylX7uUnKqRRXp79RZmdzqaavOEirk8HjHNhLEAMFCnDsE57tuLzIQQ2xrX3LdIRHTFrvCwtVzs
niz+f9Llwk3qA1Y9mOZQwIIQjZy6SqRp2UuNkMmh5W6JMNzVW9G2ugEZLtQVpvRngWNn/VAYSCrY
UhCkx3mMNLyChL4tY5s6lI/zUoXAzF1Z+xBplECIUFjAz9OyE1mLfw0J/qLHKNba4qaWC1nbqCgb
DXcjmlaGLUogxd+GWoxmNKukSb8T1EgyvMhKi2ofYaTg04YyoCyVy5NF6W5u5snGDaMvbQGJ0qR2
A/iC6k+pxYvn9YMbj9CIhkNKpBQR6YRYpUW9UsPEJj/zZDlrt21Ds0UWwJr+4CgGBOY3GJ+r9VzF
qyfQQJNkMr2OMMPVlSxw2wyx+sujnN2oyyi0D9GHt4RB64CvEQRJpvHK9Myiiw86pkh21gfqXaqM
48Yf0ubr5fHOjtOi7K9R5wW+YRHXj4WlVlbBn0pe3EXFtpIRxg1rVfvwrJauRkJZ0A0AdH11AWm0
hojIW8heHRi1WxhxuaXvTbjTylHYa3J1TavhfBXJVBdNCDjYEk/7crr/zt9iUej0ulE8XJ7UAy57
VmiHMMI/B74iBLbYYRt9eR2XGZy8hIBuUKMX7YSF7ruGwKbGastE6QkU6ywzXM0oq1d1mMJyp+dc
8rtKE0Zti7XDqF8BdN5EBVdD0/wDbxb29ALgrx5FiH6L851leVkzdtNjOVrpr8TIk6+1MSTB1kjk
7jumRtQL02QMRnQkLTRcOsvvXss2a4S9lWJQZSt6Klgue9KE0qfA93gJdbORd6Sl9exGkWrQqlmN
bflNMbIAubounjSnTOou2hRgSrXbRVrRPlu+rv/x5d74Qgur0tvRhA6iLUIS/NE3FIi3lxf+7TVe
TR+6InU1ukJI+tZ6y5IgTZ2O9IiHbkBpV1T1vNgaNNWOJ0v7qfTT59zs3Qn1/l910Tff1Fovr70W
64+/wIREjqBK0MmJH0+3Wx3CtULewfKEOIl2Q1tLNdVpOUicqU2SK2Dr2ctkEm+BDi4i9Eu/9epz
+4PS5k3dWJ4VwDIcSM1semS/62Om2rlQ7fJcfgpMnprL63x2UZjAIXCBwENJ7vWzOdZGJmpJFB+G
qOi+DkKR2qgZy58vj3IWei2j0DMhQT3iIl/Du1o1Y+uV5PGh6YVkZ2SSeJ+Pc7IF4rqWX53dESTu
DARUAGQAnLa+I6yhyZBZA3hJLdwk9PHbmASG49OS33Z9eOV+OJ8YXa4LuMULIiO6sBotCPOxCMoy
ONRDXzogCFSa01J5lLLuw5aEwB/wswHImRSokny6G7NxRCUPD4tDPBYUeao62/YpojGXv9T5fmAW
iCgCToBGkjWejiIA1hVyXvFG1X7qEHeE+yIOrN3lUd5ZtiVj4vGgjg1cvQIeq9AojGQIE5YtUQK3
LKzyuznTzmvHTR6K7uXRzi5xiia8gczIQCOYisbpnDQ/GvRs4N0VtWC2tQxlNasSftVlfyfEfbGD
hnlNd/GdCfJGQdVGlmZ5G1dDdtwV+py0yQGae7n3tZbS19QKKaer9ftvl+f3zjezluoJD/HSifhG
Hv/rWQyNMVDFoEQ0qmiCBwtx6k+xmhWbj49C8VXm/V1UXNarCEYSCq1gZIdZmqHJZYKwQZ2juPKt
3pvLUn5Ft5JjBSZ9+q3CIJZyhAuyg9yZ/pb+FP1HEGrx94/OBW0YFZrUIkQOFLwaRbDKJIg1nxUr
VbjECOLZQV9dM8I8v9IZReOj0CyGnOX6xM6GOMtFk+eHIlXmXUZX18aaknmL4FS7VwV5tCv0w+/a
KtOv0WDOt7yy6BFwIZGRLA0dp8voD1IJ6TjMDoVk9MNRrjM9fqQ3Rh4PNalk/mmSy+6nXvpa/GGh
9zdHBgUVFaqGIFzLr/bXbmzKtJHioSkOaagPplOUFkZ0mOx+/IhRPacoRNDCF0TA6HScNJp8YzaD
4uD36LVAsc8cLUP8zEp148OX4iK5wPvFy4Vu6zoKVOKsgLbdFoe8nLst6Ih+KOK2uBLxneOki7ID
LVJI3RBXwLM5nVHUxEonCGlx6ONkuNETNdmGhuDvyMWijTyUuptl8FLBx01nxHhq05uD+phz5125
ns/fULr2OerUtZcKxnr3TOizglMaxaHEamc3VLluZ0OYbxSh9l0poY724eOIdhefEDSaVu01vp8F
qjaWdVweqrovXMiHTzneF/8fkyKn5b1eFEHO6rC5nKqpmXXlgY6YwJkVK3Zyy6elVPbLTTaLzc3l
Sb1zBOkShFdM/gDHcZ2skFPM9VQb5YGToji8Tsomorq9tVJIjuYMsgBPNfhxedDz6xP5CMIfciTI
F4B4p1uIa9tHZHERJ/Jly/ERw9QcmdDSvPLF3tkhIFsg2DRx4dC0pltI0IZHbRKrQ9Hm4p9Iz4tj
luj55waDv41cRh+mptIpRosTTymEJnTzVmGJKdeDpgxmeYCurtwuktrbdBhNV9SvYZFnpQFG4loB
juT2ImBdxeF1XcH7DJgZKIyyaYK06h3SELqTKjlBxyRKM/FFn2jctvqw3bNri6+Xv+E7GwcwmSYv
qGhcoGtYr+nkqp/nuDlwxRXKhuu6ljeKNHTZrVVIZbVH2kA45oWoFVfy+bf25ZOka6HOUCDl7Vgi
wLWCehhGMZygTjukFT4aBu+TViKiivhBGdyi/1lFe6uEGHUfInBe/ymNcTZ24pDFzXNuzLSd2Umh
z/ofSW+K6g6HdmvataNcNUtPj5jvLy/UehPSGsBW4Bst/Ioldzrd7N1A60E/S+mhN/LG7efkNhD8
Q64GX6gdfxQnWgaDgAOIs6RpZzqrslR0kjHH+SEsGgnH17THg1X8aPbCKEg3c0ktVCZSpdWUmrSU
2yxv6wPuhbqjaYK1Y6u9aFZZODAl2itPznqzL8PB2CPBJrGgRres8F9vdanC3DTNqTlEpWDsWpUn
JrV6aUNHVe8M5pjummkwN3WtB448VeGVW2R9WzE8/WzESERHPONr0Zu+r6Rkbsr2EPa+D9xKw0Pt
i/328jY5H4Vz/Kb0wK3Ilby6O/QG+V9lDroDKjXmQ0WzWHYzZtVwLUB+K4v8fXpkWt0xiMDzYimp
6uswQW9SIbe6bjiA2+CiIyvxaO4aaxZv0Zud821qzvE3VRMq6SmsEZyYXdqXkI+FGdCilWSKXVMB
Lci0+KZlEH2Ke0Wcd/S1xaNj9gMSM1OP2gwtllYc212im/Mu8DP9Z2KI2afIBzSwszqMcVo2A+vr
hBYsbT6i8KLojR5/MCZisqAGpL0QthbfwVU1RUlo9RurfDwUlvBd7tVwFxaxfuWEn7UrLaOY3IJI
CDAUx/x0gypVIJtZVE5Apr0kbepRa1W7gvQ2ubOQo/pkjSNwlTC2Fmq9wRjkh1Th9O9iLTCbLT7X
MYIsNSifPaJtI7gUmpThg5nR4r3ATubYUtgFRFkle2VlDqBxc3noLZNYO5OMRyHrKNy/7eP/8Wv8
n8FrQRIA2T5v/us/+e9fRTnR+RC2q//8r4cINKsp/rT/ufzY//lrpz/0X175mj+39etr+/CjXP/N
kx/k3//3+O6P9sfJf2zyNmqnp+61no6vTZe2b4Pwmy5/8//1D//j9e1f+TSVr//6x6+i4+riXwvo
mv3Hv/9o//tf/4BT8teRXv79f//h44+Mn3v4UTfhjzT9j32T/sh/N2c/+vqjaflXDOmf8OugNHD2
Fr9uLs/h9e1PdPGfC2uFC5zuOgJNHvW8oPGQH1L/iZk1dVXuQK7Ct4aBpuiWP1L/uXxRQjh0+3iF
ERX4x/9egpOP9X8/3n/kKDMXUd42//rH6rEi26R7H6SDaJCxuPZOd/IgZWk2iFF2rEexdqRKsmfR
fO4HXbGxyzavBLvLnfbXVfQ2GujXosKvLfz51bnR42AYU6HMjvjWJdvsSZ4Db1BiWlvah0IJI5tI
PLr566P8e8Z/z/CdMakZww1iiYGQ1oTzLPZDucvG5NhPhjdGVnEztuOubKKN2BfGLpKTu8i6Rgp/
Z1nfEDGQJKLCs2Xt9d7qCilNj/KszTd9a+7b0frSCiZtZvo1sUg8uNfrioYPoTUx9rKuNM2cfkXk
unIzTkX9SNG139KbqESumfwWR1saA6Qxf0ewR/L8axc8SzHFl0ez9ZT8RsPs2nfEwJVbZ5Z+WLO9
cP7D32bw2yxexgpl8IPY79v+j6LuzXiDZHobbtP4k9p4eniXwprTNlHvGKFTZzuz+TbjOJwHpT3W
jvypq/dN6Kr38VMRbibl91R8UvvnMEd3zZuNbxg+zOXONHe+dlQMtAOeRPVoarHdSAFBrQzY/NSK
wg4Ri864iXajfCMEeKxQ9VOOpr9XdsatAmYWZjYaA9bn+YceupnWOmN6G31TvyQ/5dJJhMOs/UqF
7CHSSwfqelUcBgihavZqit8m81kzf1RgDVPf2Xn5JFc/4Ya4TYFtvfza+9/h3WJjbwfdtlH2fZGj
HJiiAPXVn5/83EVRQByor3Y9M+a6n74acWpLyhchuqvHW12f7XQubUu6E0v6OO3mkEfQ4+GFOkUQ
OIG1ZS8gYFUnd6rvGsO3TnB0dYdoQVTsKYBcPgjr2gVIDyRHFBsQxHyr+63eRhzV6yAbLP04RFnl
6LqvoiM++S4U7SXC8dWt2UTKfT5UoIJC9alo1Wvc+7NzsaSdXAMU06menAU9k9FSoph09diaP9qp
DZ12aLDCLgfLlgkFrwRy740GyrkI51KwJYU/PRaagCplAXx7TDvrxQ/L0Db0Ds5DH9+PddheGe3s
ogHPfVPFA1eliXZtJ+EPRi90yph+GhEgt4lCXLU1XozS37dDdqdb0ctU59finTcGwsmVyqjgkeRG
hOgUilev/OQH2BEkRvKpnrRvrXETZjRSWK0v2pGZVBspbma7DvWR3unhhuo6e7kMP0VZ/6QPuWk3
nansszYpNmRWpA7x8fKmewNlTn4/SgM4bSH1zkOILdSyan/F8pGswQuSA+s5Lx+MbsfXNhSnNW80
2bUUh0qgKt5MyY20HffisCl95BfssNwIrwmb0KJ4aveUnJ7bm1hw4m32UN9Jt9VeuzWIQO2O+nHl
WA96xxwd/mJd2/ycNLgVzRYOzepKaiM1thXtmABNtIXfwn1zW9xopa0/Nj+D5/BWvqu/p7fBNtzR
I7SR4RQItmzYUuz6R+3b5dV4u4jPV4MKNyU8SDjrBzAoSa+nKrGezZdhcpRfQeXEdHZyBGobbUj/
j3FXvKStLR/SOxYCPU9fdEskPSwbU5f6M7LZQuVUz+XDcBe/Fj+Zh1Ha/bVd9SYrfen3XMCAv74a
HhTDMPeh9Rzvy3t1skFMw329Le6KG+Em5xr9I7G2X5PHees/9V8lL7+fbruNYfso0cs78Cv/Idxb
N6QF8lHZK4sx1zYqbqxuU6SuULlp6KJJMif3seqY40sburliD5U9trbWOLxgvWknm3CwjRvjzt8P
B+lpPEJxbw27zPiL7qjZUehW3S7VbWX21PFu1raN/2AVh4mG9eJb2x7zylFqW/2aPvp2sVVvcCB5
Kh8Kjyal4rl+iHfC9vL3fSuHrteNmixkQ1rOFgrr6bol0KEyDAXM5+izeCt50n724vvmMXu0bO1G
+KJ+buzsqavYrXaS2MFoawi9NA5aXQKOna0zfM/GTZo7ZuE0474eDnWNWC4sLUR8HH4urXeduTGi
7aztwgr3AtccnKhzp3hnoiZZ2h1euepGCp3mPr7TEjf/zruDGJ4Q3lYlh26bfq+ehdtub36Jv+tf
pIf+Ean7Aw+PgizuEyldhpsIl8dzJ9qa+mz1+1BzOQ9VcaOorlBgvoKVm2v1Gzw2xNbOQju+wqt+
8zU/X8VFZJS1XNqxT1dxiolxMl6zZ//Bf4g+d7fKPnzxndJN76vQEceNINpFsQ0bB9qoldnZg77v
tuldfhftKtd6KvbjRt6qW+yJ5S9Ta6cP16xGSPL4Hf7+HcGh8UsDFqcgZNFmu7p3S7VAxtOvpqfU
3EXZrpBuY8vGwkznPAapzP1/l5S+3VibLNgHwW0Z7VPjSe+f4nwvWrdwnZrym2q9mO1tQ4d+8KBN
jqi4k38TR071qzS3QW8D5rd/Ji/0XbpMlKe8tWvRliVb/Z1UtvUDWtofWd90xUswfTVrTxo3/LlS
O+lkxyE6jo7ZbTTDGQbEk7Z14Uby81y4TeVOw20RP9JRUqeuH+3ScEsjeWvkxDahg0eZbSm0rN32
4gtVcexpHufkoax2YbxcskR/UWzYc/7YqpHTGZYr5y+6gt6xy8HsIXqY26rdGeImPqJ10/0EmVL0
56S7i+VtkTz1wk6ffk7EinoOvwt2iJ7blaFsEvq9a3T4UpUp8suoBSBfTSQYO35mC9yRGNSzRfMw
geJBOyzOIZqr4xOJ45ZdG/fZeDTCQ9894Fa+7c3PkfGJXkw7i1mta+pX6+ACUqAO7ZCjTuGbFGp1
1P1MblDPDMUjnj5IUY3x3tcnZVP5cuPMlXHl5Tgb7c0xDlkQskG4WuvgQsxiVS8ihMIC0/zd1IRu
SpLEtoiAGM+lfIX1sQY4QM9JVWGFLf0/OKavRWbaSNQbsODgOdazyu6kCk5Onv+irrzE+bfYNolO
ZOzzvlfuAzSTwFhddQ5qjJuM27pQrmnzvvMLLVV5ElVCK+CsdVlNGGI1ElGBOGJ69qUeQm1L4GiH
hn4fKB3l68DftQqPqpAhfiEg62g8aXqRkY2IT8ZEG8/li34d6xHhEdagkkLURfXmzMZPNscAOZH5
iHL8TkUuEC+FFqEtpMRmSXDnrPDtpQTz31jLCdTydy67XConl462yCISPoCCQ4pZF4jHSGkNqHri
sYvKZiMmjej0UtCgAcbO++gMFxiNKIWOABbeWG1vIUjVMEB47NgiHGwX/qYdDXSr5jAks/yuKLHu
JpJ65f0kOD+bIfo/1DOpMXDvg1udXv1jLZdKXZbyMUnoFHSyeB+qv61UcZICW2uUjG8669EIfiAH
Ziu9Zcczl4L4aIoPmpXYZfFNqz79L/bObDluLGnS7zL3qMG+3GLJPclkJpkidQMTJRH7vuPp/w+q
6hkxWSZa3/9tsq5qiS1s58SJ8PBwV9uzX15z8TSO+3y8TOV1al6rllUyXsL0MLSvkb5X2wPZcpLv
Gas3p01eHad5A1IpqR5WYxRxuNuqmfMMva7NeifeGtUmkQuCHxWeeT+D682bOrbH8sGI2PWnvDtq
+iYTX8SKAK4Kd9W8UadjIrwV1Bw4ZjuNHNlozxgcveqzHpw762wU18qgEtoY3Ih5LwQrWfmeFldt
8orxrgncQd9wxvXGQypuLW1fQwLO3ywjJh846Ba+Gjx05grM60e93eNdMNmz4FnCFzN+kuc7OTxT
YRu66/NMEW9R2MnqT9xYtf6bVCBe+xBVjynlLTPYsbQOhxI7mG3MuxI4aGvXEA5R27llBtpu+q6i
HVFI7b6HhYCX2TdJ4p1qX5E1ReDMLvV1KjlhgxYdjVKKnU298IW3Ja03dUv9rBuPffcY8qNRoju1
csEGfTSvnbWSFE9WNmAUkU/hvMTqpvSUeD98No/64dQmLVt65sy4gw4T5t4vryrKhwBdZfUcRkFK
wY7Qd1marZ1jG2ZPmlA7kVR+1qf/kE2DwaKCDWOSQMplb3OFcA6WEQxROc/6j7wHDJ+R5/XEKrDN
Yp9Ub41wR8tGHTlMgwel3QXoeuVryT+q1bXNVgSUZnwRzFVqHLPxiPZVJCMEqD2YlALawyR9xfBZ
Ve0SPIGksd4NqRcA7ei7CWqbGrtKzJuddlWx6i0X5xLjkNuZ8kRWN5/ocOjWg9V3nhjag+JqwapX
VjIEa8FpzB0qrHYp7nJxNzY/g3ylal6besUPX1+LvDtxZz30yfFuVux6uA/j52LSbC2t7Spidqlj
ePOhNArbqK+Gsgt6J6rvU2VljHYefTL1zljPh9ABrwRCH8PviBTTuX//bc0GvbApV+RzpOwQfCZb
6A/pFvEYL3WGtx4ByePc2/WzajA76/gTA2ywNnW79x/EeTcWlY3on+KMxrEMD6n6uvyPANX+KLv6
cLx7N83tuXRlBUEEB11C4TLdFfMuNo5hfrwvwNoSR+xysmZ1q3I2K9NPPDORoX7uTF5BwT8OxbjN
pHIFUdVKv1rRtyk+WmA+9MRxYIouIYSKcSO8liepOTLPKAX7oHdz/epPT33XO2aASt/0LVAflLKn
UDriESno96ViK+QBopQ52UBAqO+n6ZvZHaxCpGA6CxGzEd2hd4vK8duzKIDZFQ7iSbkp07VwA82m
6VPr61Cxs+Cx0QrP716laGBuI7G1+hEp+eWVTdSDXbIROQbqo0xxHVPDR9iBOlUy2rrhTlfp0MnH
SlnLg62Ld2p0rr8N6ImcBoYL5s42hWOqq3ZQ3Wv+nR8PboSkY/1DIbaFR7kbN1GLbuSgHfL61GhX
KfA3SUA5Xt5XrfdNQ2lb616LUTug2bBFKcg2x8ouR5TK3Mz4KeqhXcHKbeaQEbl1XqOTVK2M9jtk
ZCPziesrnK6WUshnbHlG4rImZiaTLaiPWbnzp+2IGUsHrtd1p0BhclV/LdMfmvIo23hMCuNaS9bw
j+t0Ey+q7JwFpPmrwrSf+Jjr/OtVfhXKVQipyl+JohufhadOdKUfAZbUFC/Vih6PVThWQsfomIRr
zoP+ob0bZ0rgFeNpdIudOF0zVx2vfGNdiJFdZF6V7KbULZ9azC4dCrjUnr2RxlFpK8FWdGF2rgdE
qpD99oLmGHVeaKz0jeU2HvEhfElQ5/ga7K1VcZd8E05VaGeS3Z9Hr9sOmw50+L4DS9W3BrjLOfwa
5PYo2OKmukQxdzepnGVOtC338RfVFn1neqhVV/3ymTXar6bq+9QGDZ+F3rMwjKigb3Ciglw+S1A+
Pcc1XI0+KkV7hONAgRjaGKsiyyRZXizmMhsUXCtIO5dZgj1CoaqNiPcdM7FPjWAcGjH5pBt906hF
jY/hd1TpFu7FQrZf4s5vWIgFpTUS/G48x2HaOYEmF26S95+p/XzIKHl0ZP+ZNsMvlWm6m5NJaSO/
MuNJPMdoqdml1l3FUDzhBkeRP39rxfk0xNYnMZPp4duYCVYJaLlY1fDm6SG8fzZa/YIcx5N0zmj3
zo5ouJm4AYiKZiLBqspd8O9Rgdu1yeW7WFiHrNP5mhJjQeHLrflTitxXwk/ZLpBFh3+2dA5i5uWF
F6OqnLG/izRixn4Kf3b6aR5+Stmz0ezF9LXvTtB5i/ia92+zuTIVUCxHqjEIsivBptOQxC6qMeSc
Eii8bVQr1kAcrvLJwaaXweOCTCreRfU2N9xxcOXOSSOHHTMwXDDZdB7CdGcCK680R93IewCNDYnI
Q+NRTDrghS7Q1VpaTU7l9avGC+7MB/9r8eY/JW/lc+FpbrGnj8LP0TVaVZ7u9S/Jl+xVeqn20lb+
Oj0I/FM7DYh4izTJaaNguubyKw82s7RK5nMvbKZ8qxiHcXjI16ayKbPXPvk+ZSh77OETCP1RjO/b
YSs0uY18mx2Vm167xNVBLJ4zN68ObPBZXkXVTkr2FiBOsE2jTa6srGQ9jjYHNr5uUCL47/4sPlYv
6LFmLxMwd4FWg00zT1AJgTY6wsZL9PrnAoFC9+PiMcyl0b4gIB+rkalFIcNMu/kcSq5SbUZ9E8cH
VV1J48q3PJJKfl/VXTna0oKzxdJhYatfLezlVa8vH3PjtSvuwOLN+diSWCMxK637yC5DL5xXGjaz
lG8xZrNOc05fhOcyc4q7xiG5BiFIbf3S+t4guXHmyff+ZXrGNDmZVkVhaw/qc3+V3sJzfs1YDQ/B
odxwQ7vqGK4S/gLrazq4I1MTB/++Wxke97jNr+U37dqvMQDIbUFzkgvh/k2rbYMFh8SH7kaS25V2
xA1uwntjk5a2+A2Cj7HRtyWeFtIjw9Orchd+zQsnVe3Ua7btG0ggB6dkNy/aMeHWjspR8yxH8LJ1
stbdZhUcdJvDxBFX0HATW/gWA9CwoWJHYVzXFi/+wX8UB/AOUB/xh7wN1jEYD17CsV0dsRm/Uzb9
Rv/REK29YiW/yl/iPWN52gMMKfWxGmx23Exzy4tnN0m8YdppYKiSN+cbkZ5V/6M0HqZ+OymXsJzX
2niwwlXcOPwZI3vLoZDbxll8yb8kR/2lG7BnsoNj9lRVNr+M0uMX9Etd2OjFCjlfqbUb3QkTBwGL
gcsNG2tRt96b/bEYRNC652baQd4xiO+v/cZYm5nTzqD23hCuI8XtH5LWkZ6GH9rP/ii3dDHsmr/J
tDN6lAm+yGybTa07aeD4WGsk60Zby+1dkh5Fc2WoLj9cJE6Oa+3PkBEVnBBiZ4xdc3LFbuVrO99y
63iPRLeGH6uylaSVWezC4SEBYg02evemRuRTF4UWcb+JqnWjHtHpV5r7gdIk9trW5Tc7wzbLdVG4
7UCos2eWC44byD/YiNdOFu07OpGf1P4fIRCMRpZODyRRlRT3loCnanUGjzKbz1lnIHA7sMP9aEzt
pKffAS921yZnqT7ocnfKC8/UMtkV+I/DJA0Qr5J8gtJ+QKS4HY4NHBqWCUIaXu+PjlqpR4ZuQ+ks
PVu5NXmixjhxWdDWGM1PzilafR9CDXRhMgNrcTYAGrhBI8TUVxDfLufz6GabatfdjYfhKnvxyvKG
E1sjqtBLd7Jw142PZeLATJSAiJ/kk/o4xbZ5AiWP+xNj/zGIuUA9QiW8Qj6nyR05WpuhbX6fnybR
drRvGarNmq23TmrYKZr25qphbZ9kw8va+7Rxht4zsuWA6mJvLNyasgz/9lP8tmz0++ml6zdK/Bio
d1PvoSgrnqZTuZdf6k2wzQ6tN++CdbS2zsla8Nr9dFLdZA22+oWfuye8X/Nvw6G8k1cDcUm5UxW7
iu8MlqTvNrGnzUgw76Zo3SbHucXq85ip3IernsbYAfFVqyUc+grtL08wHiSOHMlRDb6NM5yEpyU2
HsUTtx98RcU+eBJP9NfEZ+VNIEame3BiI7D9l3l26cNQEBFj9JNy1l3dLRzJ1lbzgfx2pdqct668
mt9giYmWLTzlr/CW0W3nfpOngX1n2tVPXvQSajbzTn8Oz01hR4/FI6WQsCsf0ooN2ufLqWn9sE6D
4KgSiuk2v9+89gQtWkkJBYbdvRVefqzuo2dgk5151+2sjX6Ofwacz8OuPqSP2vdpJx+TVwj9hF3j
BCjMP4VxFz8pCm1lV+0ooe1W2mvKslVn/ZD2D42/N5u7wXKFVVLs0n4zjehTPXTtKVKPgbqK6lWn
u4LiltIqMgk6hAc3FdZWs7YUV+g2c7RGCB9SHCiGWjr6VwBrvSFwu1njaDGrxU6+WLm9MAsEW/em
9lR2R1neTN1Kns6yekwaB1/jhufOD0J3TFt0MKDRaUcrukJs9Rvb+ATX/Zc9S6cCEtIyFQZn+aax
YnbovfpjO59nphfvBTzb930mjbbfj6pXtdr0X8cIBJ2Zm2egZVHOvm1Ox4U+xcMgJGckkHWnjUwi
Zl3tCjH5MZnCZyZTv/zG3tUQgDvkHMgoQd9cpKPehyQrLhVE/83kHDd+6eIi+arJuNIrGGxAYPwu
SgTMiSopbAtGXmBchGPupHnOkYo6l9NmzL5wWunWJKzh6GHTY3Xtygqa739OnW4/A28eNGhB1xFg
g7x7A3JWYyfGbZxF53K2Clo7HctU11uXYseZB7nb/vlyvzj9v7+X5Xrwx+lJLjQIRhDfv5ektLK5
bNLobEbzsE+r6TDGvrlKmrBh1Hb+XulUVFOsRN5kzjRaQtNYAQ3nTqGm9b6vqRl5ntoWYtXfoInQ
AeuVxgEjoE/OuF8Tl+/ulLE7xt3hvDH9Tm1y82aaTKiY3lfmi/y143qSnfZ2+ijcq2vt4q/NXeYV
D/RLw0uwK34qXwj1NEWjr2niCBl4rV1HKz0+qcWK8VTgmhQCRHeXAbhEKyFaJYlLSqL5rgz0I0Wc
/5dOvVP7jXXO4n0g7XPf0fCbYrA3deLaRoNeYYwaPZzZ08yeoe4tIvtdTRKxovVpDeTXbpUdcxnw
9kHwzwPpfuxFlQcmQCIy7flXRbCj18KbHqqMJpeNRAFRAiSjV4BInIh0iVyO8+hLS/SDY2U4UeyE
sVuTBDLxPHzyin+RXm5fMTxx2jq/xvDVmxiQ6JIB/JqKl7msDzAHE1cxRs1JQw7KUhhlm137rccm
3C4TsqtMvFcl/y3G4GRLU+T056V5i9npyAUjxr64+jC8x5jg+5VJKRzqbNn8IqOURxcnvVfVoV/7
0XdE/8lan6a+2MTDaH3ChbrFgX9dlyE7ghN2A4zJvr9urmBpoTdRfuktYdVKkLrKMZ7tSMeWXI5k
wCy9+aSh8mHT86iLag0FEx2OX9zS32EEQZXaRlKq7BIXce/Vxn5SdJ8ij2w+zpLVn9/rv1xs2Uio
EqAPgK7MDZrA4L0WlZrGe42r5yjMSbAV82chdU9TGn2Wmd4mZ/z1gAhQG0gHl2PlJhNUKkUE3A6G
iz8nQG55Q64t07L58yP9OizeL1w0N8DRaQ0towG31O4YYncjVXp/QRkTMKuY7fExXNRGbHFm+5P0
OSZFb7Qx05OGirHoof2mQWjNn7poW+T7ODwL1n057kvNi/11YWmOlq5SzZMzKO9eN7q4PSv1Y9m4
KfqKzXoUXEvdNInbRivN37cSSvrb3NoHqjepXj1vLN+zNFrUrvRGOUnXGt1fMkfctqLH7FG6GiNS
t54SOeUduRd/nl6T3hYLuwo9qXLQNZB7By/3gpZhesdUTRsxA3AXG8hWLkU8rj+m4CC0WFcrXKxR
doj3bbYR/XUyrPtjvv7Mp+wWheJTLnw5tN8IDyZMvff7QhWFDOcXsbuIyYxJbX9Pj8+eLXl0+rZ+
7rTinhnpzyLSEnHef1g0dugzs4yWxXoryJsbITLBOFlfmPGNKQNHF//n0IPaDrerb1SXGRggoX7c
5EIbeFVRftZe/vjYy0i+AkWbkQHV+HUs/QbxicGM95M25pdUUK9plEVOrYa+E1d55bWxLLtx8Yb9
R/rJk3/cpYRg+JiLxwfk61ujj6ZDPzPqy/oyIR+ya821ABdPCzUnkwJh/eft84H9CaZIDrCYDWAZ
vehqvP+0Qit2/lAXXGwwLxWu8qgLxbQE3sLhVAg5yjk4CDuzRQspLYtPEsF/uTrM02XoFxYgpat5
A6IWnPdhjsXVRchFi57F7CKDdlQ6rXK1KDpOh6GKY5qAwZXO3POfH/3ja0a6Ag94RDsYiCD0vn9y
WY3KoDfz+tJkzR71pGWmxSJedLo9Ws2ncerDauZqwGLMOS+s/lsg20LUDYqf1lygVrQbgKyh3Y7C
HNidrF+VRU1OzsuJBnNifrKcPnBBoYDzlHxigFxYKYr8/kFDnsYQSjpgGarxclKLjyF86Ly7dK2w
z2tEinqZlvTYGoJtcSA4MERNT422uhVAwSxTcdXO4soYVP3S0Gf/82f4kJ5zewwvKpz2NPYRXL05
7OMyFSDjBuJ5qrDECsbpLeyrZqUXZWPLCd19kgED6jqtTCsZicwtRXQVfmkjmWaXmqmr1uwKL9NJ
90rlzBRp59UZjLcy/uRWP6wY6KrMDjGyzMYkU7+50x4Ra33M9fJilfC354aOiVVWEpOryXc8Qj7z
/P1wgC6cbOROWKASU9K3BjhW0zVSHhjFBdV0BUo5vJXU79JP9qD2Ic4yAQaFBtyGRgBM3JvgPmj4
czdyGl0qyGqRnVnyiyKN5yact2EVFQddha0WTDNNYLUq97rGfVhCqhzHTr/3xcA6Fb6FOsoMvWc0
tF2P+dJdiTfjPkG+zNbnZ9XMaO3WsX6PyRu8obnDCk/+bkLkFUL/1QpCYcttgJYCCsvpeGdVGmg3
XgoOOt6wDUQSlVYVdkLiF2cry91YafkA86yuS0NsHjrQUb81+4fZ8FJmic/QCiZExE5Ghe9kG32S
nn6snHhl0BCZj+F44nC6YZA3EVYQXZPGl7nNYgcjZsXpxapwjVQqHHEG8ovi1t91XXIimD8y/DPY
rWj9FFvxyAS3p4xq/wWZU2euwQFq2apXCMCpn6RGvzRg352gy21yi4uk5uKacrPxKzkPOsvMo4s2
CNFaGXrlXmoLwUMFTUbgg+XU+QVsgjK3aZBDPW07bCtCFrTaFk4NEHAK8pesTLPdjFZMZqAEkajd
Glnp5qAKwb71JXnz53Dw4cxlCTIJYC3HLkMBt2KESpfXQqgN/cLostYKi+JAb80ORKjrpjUUdmri
avbfX5MAiV4NwviQSG/S/kHWYOiafX2W4/b7nDY/szD9kvrJNjN9DkH6XoL4mRW7dCugsNjBIQjC
AiLHQQn99kRAN7eWdRwbznnkKvlRVy+GhTbxeM1z/KA6O5CetezIHFJb7TIdzg7czMjmrVCjBqhg
VV4UIbfLPM+UOSIzGZHZuAqVWjPBK/BnO5ihYsivRgv991VHjKlQ9jWAH7M/cn/fI9yUqps4x1jw
LI93PeyeMtn406lNXWPy8oRak0Lo2qSV05dPmfQ6VF5D+67Ttjg+WuEbtN80BBnU1z6IeqY+6cXG
/JLr7pA/K8p+YNBmUY5zmpNmet1EJwzCD21S3dM759dU6PgmlGc0Zu2scvNxmxhHVb836icf/E7/
oqaqZyb3DEra9Rk56r5YlQEi2CCxd1PpTqYtvBB1aXhF2tY3VsZCM+Wv8pKc4QqOc4iQa6n85Dz9
eApYFKAMcON8JJOj3cTLVJzwfdRRVmwUBebECLjpR3cBtNpi6JNPlubfMnHvNzGXYydYnAbW8q/v
T+9IyzIxqtTh3KmrQX4odNuf75uGjydWjtZ4WgpQoD0b5jerPOJkCinvErbPYbdrlBdF/SmpP8cB
iKs8BeXPVDiGPvpknpp8mTtUwui17X2RHsyTZD5NU4eM15egl522s2xE1FYRbTIhdlqfjgakih7O
yJBs/e48hMdCXgfmc2dBkSp/yE2NTAX4BV+o6SJHYoa3rUrW8xfL301hbaP6TVWm4V0Jrg6SMjbt
tg8FTxkQ+XUGCHTq0AGdDIByAMsJUjc99Ah6aVbBPEOMbuUEJinis0r/r8sCW1B+StqPSCjtXDpZ
zyPFVM3clwCRPwctCJ6rIlv33PoEnl3zpzIjTIOP/6R+hRVjixFyyg2nSUKDu3/RvjI6MIDF13Z8
7SErpY5sPtTlOU5+qDSPE4R3ynFrhqltBY9W8BDVL4V+FmHMhDjA2pa+r1CJnhkoguiWxWefm1Gt
rVWsu/IF+hQ05tFNFdgTrNhujc2cCS8dJLramrI9XwvOPMcPbctywFnoo3VP8pt0GUOXDrikQu5K
DjKTCqpjcMOh15UPwgNdwf5V2Y+ZAz4frYvcUWsPj0mQKPyqGvAa2GuyW8Dk45AU3cR8HeSrYHlF
4NELykK3x40p8QLFYWRe79ZGvEHC2qI29ncRNMbhq9UASW5lY1tNq7heDcs03lRDCDnEv357nO7b
GhI683HN+EUMJ/pxL13xMtLHhYU7hK5xHX7MaIVHXmeuGS6kQVvLj1ayQ7Yrx/K3fQ7MLdaiRv9t
ZmWaDK+YpBtLr7oLvYQ4xjqhK2qti85TTNcc9/DhCYX8yvtDLVwSmFHJlppsxEEmhThwyDovLu90
iCJ585os/eTRTpptLj2o3LxQ/uilhz69+OMlptnYoDU67s16q3OiF8lTHh5z/06R1nKwDrOdGqz9
+JB0uzjdVd1S3ivzBnZkPt9L+V6X3FxdZdp5Gr4wyKf0T126yrZdcT+Z61FdldFjnTAaeJa6U0fj
3/8isz3mcatZnmUeILJn2kbONxYtUmhQO52G5GcD/78EnG4CiQELjhoPkUDSvQ/Za4H9VTv155kG
YAS3NI1b28jbaTVJ4iWO02E7V/pwr7aVajdZgOgdqvU+qjPrUARFqToZXDgZF61WGHNVQvpr9Err
GHoGjyHzaaHYndU/mnH+2PpL/1YuvNQQYT8sRLAcslabheO6GgMQmL4UV33DMZVaYuJo4RerVSS7
NLIKtiwqJpQgetU6UarD95yLddJDzfrzuf+x/CQnYuJwqQPRVkev5X1sFUqtiaVQSC+yLw4nPezd
SsldWfV7e+4lDuOeYRYzeB27prFFMfhM81xaMrB334QbWOYDl9nHpfpecvPfEAatQ2J+1rT0QvGm
HgLMJERlWpWt+hY1UAfbtusY7gEcrqdxcDAU/sHQOD2nkoX+53exfP0Pd4Kxhkz7ZzFvv0lphzkN
rTTus8ucii+BNnN2T1RcBanuWpfv0PT4zCb+Y3q6PLyOiDYUfo3y76YAzzMFSw9ZBfps8A02i3xw
2sT4rpSWecrUgMGJTt7qdZ7Bh218z1fre0yFHxUOw11lTjD69OwpQGyHwcGpJgXKe6etE9uSfxoj
hxbTz+Mnb+kXq+v9a2LKAJMX/B3onIi3KXU0+1EyRVUCDY710Ut5uO5HUXYGv+tdaYhar0z72ZYD
yiUdtm5sZcGphWIR0G7s8rRfqYElrSdR7NZyp9pa1RROgsLuKvAbfaXlhbU2jWUGJoshYzRts26k
Ut9MBawrFG++T7nRHCYpWw+T/Jn04JK53D4cI5l8Ek1ljONWTrGZytEv1Dm5yAxV2IPZPE74z/x5
nf0SP/rTRW6+uh9oiSwnPkSaRqTRgZXdKpLqEh4N/6WaTPwZGD/regoUm+qRpzfWc9Xd52NarmID
8XOEYh0JGd/RZD5o6KF80XVyRKgM7ow2IkksJ8PI7FKGIBTcfXNTqgFjCaVgrCyXr6us/vxI/7KL
FzBdBsXCKgH2+M0uLiPMtbVwFs56C7EJ9bXZq8QecMAMhm1YUrQs7hFdcNDGBd4NgpqxWlOHoDWY
nyzQW1EkNtPSudAhSy4tjA9qaK2l+piVFsK5q9K11ir9Gp/UyBNmdVtoMkMKMu5HM6w8NUFsS5qU
eytqSRKYk/ACjSRMy+i0xMZnRMZ/vTEMAeAOst0VRCreh7q8HPI4rWvhXFnT7LTBcFbmakt+kLrE
NoZ/8/al73x39PmGqDfuRXAEx5hgSfUYkGDFGV6KbHz+87f7lyBEFU/U4+thnY2W+/vbqjtEV6ag
DC6pb+Z3M/WsrnRrPzWH/Zz7W923ardMzMAZ1VF0VH7K0ZtS32ua5MXCfiwOCl1SVUQzPWjajFxB
f8utcFpVUy5iEFT8vdj+V1fl/9AC++3bfdBVeSySn+m37nc5lV//j7/lVAQA5L+QM2ID4isma6Cd
/9FT4Y/kv5CkRgkUOIQ+xrL0/hFUEcy/wEMViv5F8hflkcWU6B9FFcH6C/QfQICzGeRXpD/+Xyiq
/ILR/n/cQxEfFJazFbgbSX/6mkvw/e2ol2EQT7NeihdZelCqe3y6/VWcP0zyvpD3Q7BVxHMZHJhU
sH2mbfW7MvOaeDXvVMuuv1iJMzN9YO26fF2Uu4A2pD/awRuEMlglj+TkhUtY7OOTMd4x+dWlbqDe
Z6EzotipL6OP1rAOJm9UDhXqQgze6DO6YDGHvC106Hs8hfWLGDlZ6VRr5hja3nwU9NJtGVqS4p2W
n6LoqyC96Pn9KCLaCkx0n8r3OWM9IuxSUz9KyTVQKT5RC5nUzQRvKLj0o80Yol3dN9VOkz7rL96E
3X/eKPgJnxx09INB3iDKbWGGmXhpIu1Z64PIRVrW2OOO+tUY8YZvLfoYwmr4guCSdjQUbKLjgS7+
b6vw9PcX/H347oaAt9zG0iCifwBJAVDnVmo2zxuzVBp1viShfJU6yTxrgRjtAVu0KH7GKu2bXqpP
mTgKlJP1WhYX82glnS6YiLikmU9/vp/3ABq3Q+7G8lrMi5f7UW9y2qIw5WBSzOFSy7W46srIWjWz
+twq0zqL9d2iqr6FI/OP2sz/xiXiEqHk//5n6/9LXMoX3cu/paMWfahfP///opLyF0AxEkPkBcxm
LpJgf6s8EZWIL2Tr0K6IPeCzfMj/RCVJ+2v5aQIZJyZ8l0W87T9RSVb/Qh9ukRLBYf3viPWfe/tn
tf4tw/XvQk8fVu8CZGusXMIggup4JL4PSwZq6hoW4drTaBbWAdy32VpxJrh5zCiilo79Rk7E/FGN
MHS1iwSdJDWXxy1OF7VDkoPgfovaPZ7O9ez99hr/ZWMtC/X3gElpQIKtMFBPQoO40U2imI2lGASR
0D75YlgD7wPtVXolnej1J6taUD+z/n6f/XJiLNdbDg9pUSWlG/X+TYQ9FJN5CvqnoMFxJx0YpUIq
UvosXCx/ze1jQYpAK3Oxkmds9+YyfplIfh72T6UB7zoXrIJpgtAUUMewhjM+L2hqxGZ7yGRdcVuj
6R2hqrvTn9/t8u7e3QQqO/hMQcqAOEumz4n4+2EUJbHa+JZZXAVNmDaNLAvPU8U4kYnRzBf8eluo
Sll3kqtCZLAH5uifL39TePNy6WZRZXK6Locy5d/76wuq1sxSsWDdLVOdfgG7tpNH86SIrXRXaEbP
kEcs75WqGe/iUX3uEoYE/nwPHz434mskfIvaNWM8sG/e30LeJsLcpEF7rWXZh4AOuNHWhv7JVZYH
ef+iuQr7l3wcY8UPehDjGA+VFI7ttdKVeitHCZT9EGeiOkY+8s8PdEPhWl4qfkRMf7OLYYLDsHz/
RHPZDxImGNN1khrNDcYuXpEOSZA2TGvXyzgn20UZwstuhWd9YLAvhTixiYQ8+uIHvpw5WBV+Zgzy
Hlb4+544jHC5FyGPyNoNrKAC58RZVw9XXRG+dpABmArIN/GoPaD4ZodR+Vmf/eMLx7YW3ggVLPGR
wan3L0E2sfvRy3S6FiOO2BgSWW6ARiV6YJHxySr+cCkwI6wXVdilUMb+Zqf/ltG1lTY1Wlr017Rj
vDDDnMSdkdllCq+RP2nl3R7qHBJ8VLJbrkcqe8tEycsqLkN/6K6dkGer0bCEnd/ptePXmnYuJl30
JKM2cDnKPhv4/7eHpCQmsVm4XLB/3r/PuO3CUk3q8ZoBKm6kthNQ1ijSlapNn9lTfAj4CwaHLw/S
LnhCI/Ly/lIj/hSRNcvj1Vf9g9Ekz7i4pfZoRIgONsrrn3fLh4XJxTg/AUSR5NJ5qe8vZpSykfY9
5nDJWDKtSl6VO0lsNJtyysrDHAnZvsshJv/XV5U0oDwax5zhlATvr1rPcwKAE4rXOcn812RAOwOP
17USycJG6BqFxpugvP35mstrexeCSDBAc6DP4voBcHWzI7gLte+tSrz2AaPW1uBTS/AXbP7rq/zS
AVYxyIC+9GvY/bfNkPcD2metP1/1JrS8UGta21TGz+ypb+ZBiSdgB4sAL8GbSo7M5f0L9NGY7kut
169xaR4zho7KgBm7tkR+mlHm2pMU1M4024o3YXodkS2PxQllx4lxZNKH8frnh/6XzbFkCuA+i/4I
Odz7u6mU8H/YO4/dyLFtTb/KwZ0zQW8mPSDDhyLkQlKqJkSmUkm76f2z9axfrD+q6pxSRCYkVKMn
F7ioLCGNFIyg2XuZf31/AQFfmI82stwa3fOUDwsVeO7Hh/ntp57ljVhlz3avl7rUMbHAbtEVewSz
gUSiBza4jw72fa8vNcQPrrotX+CeBT8YLPA/E8X+7kO+P/jFk4InQ+qIqjYfM+egt1eWdQzCTyZ5
fj2EqpKBc4MakFyQvp+fxw7HYTmV4uZJG+R0nU64xYjE6tw4NZJ/fJ+yE/PgE1ciTud354eSeqHr
YdI6j2Vv9stEBTqAyL/4ZL1+I3qdP3Qk9BiczHcGEbx+se/hFFtFlP2dR9vu8gSJeN68Bni2+Z4f
08pc+DkNU9fMpxIsQyrWRdOEP8sspWsXKMPsMlvq+rPcChz5FN8MkwU6hOyHMDJolVkzm5r4elhS
lrKTqFmHRmr5zHQmKXAnrRn3elF2N0jZ0KrbjBAgscP8pG+lXN4EUcm9UuszDFAD5vbTziPx2UL3
66LD5wcoiapwbim8pR3vlgNDSUpK4L31mNVpvixwl6ZpUX/GMv4ljKUpzto9x+0MByDSPL+YGcT1
SrVr53H0WTsTXwGj4Te5pe5UJ6L0Wupjc9X2TEnHfjJjD+tU/CNN2Lwg0UqD+0P9EIw2tZ3ztzAB
Hq2HSAoejV51tlhc1gtVTpKN1OfZMglpRX68Fvx6YmfbP2J3TOWoaf2S3utTKZSqSR7lKkgW1gRx
yRRMMHx8lF9PLEeZS2ZUxOZ67cUDqQ6KP8RqnTyG7NSITLTCWMVjCXeh74ybLOiqfZBRHtXKASVR
EBSfLAi/Pf6cliIDml1kzfOzCrRSTyfs4x4d3YiORdM9SyXjFFFOkGMKLOL6YQBtoeXSV/RKn3Wm
LqQ580Xl46P8NSlUY1Z0Of8+pL0thaEZP6YMi/bQZtleq72F0QIVtLE4xWEA4GKkI8zoVOaZ5ZRu
ylHRP7m3fnOt6dVSmKSao6LYv7wKfqEbhcRVYHhnWg9RgyCyzev1x9f6t0eh5aMQ47BevQFU3j2q
/RQ4ZWlxR+VlQ80xHYZdIcefscN+exTWW4dd25mHO86vaNoLKzPsJHk0G+Z3+j4smEm06k/W3bcZ
qfN1d47lFJvZJqQ5PCfnh2n9DseqTo4fRymxoX7m9UEyKgatg9rAqBU/KPoxquuMuvOU92V4SIUj
HjDckl9mG28v9/1hqWUQN62h+2nJLXrFobfQuEhTNv5UEkld64M2AUBpqnGZRgmgI58pYb9TULt8
fGV+8xTwYdCBz59mTtfPP4w6BLQu/DZ+FBPNnNbiWcdJB1GHpKCLGFXdk/z8u8Brr+jGz0Rxv5RX
eQiYv4FlRuDIVbtM3XLBaBjOiqAY0spYcu4Q9EiFsq1kpp2SQonXozZYm75s5VVp9AaW1f54N/hy
tAoSP/x/eBagNM0NJAr4+uW5MKn8OL3I4kcnla1tLWMU2of6Z1br8xn95fYhNng7DiW2i1i5c6yh
aropepzsPvH8ZICA6ARiGwkxbafcGD559n5zkmfuMqeYYQWGIS/DZpplFbdrVT86ffdcWIAF8lA1
3F4xx+00aOZXpem+djrIry7v463SygzIy12916o8WX58u/1SlZnb8ERghJn2rG6dq47vq0JhJNCE
jFlDJV9VSrAuTb0jURLLwKnDNXd9/cSJy1ZmoKO+KsJZlV/Kn9z0v1Qk53fBXg4Hj+oM+e7FXV9K
XOdEs5q5ZGDTySibJ8LTYNvLaH96mck+kTEHgcdpthqNJP3etNp48iX1NXMA3o/N3WhUzicFM2sO
2N7dGewFc30F0OBMCiPeuAzo8t7OkIN2Xy12+6ugLeKvZl2jMvQZZQMEZNmg5+oKxbaLPtA4BHZa
fjXLUW9gBk8giMZUS49l1vp/hEozw5Ks1DiYVqjVbtczzgJWKDURNQedchL6gK5RGsP8ujGnFDkn
Ipmv4JLbwZ2aPjthmItCTNKM9Kbua+WWchuypQiR/EmtC21gQLGE1FXlQflHEKXhCwAu/ZSKPGZy
fKrRzw2kaajfigkRkGr45V3XS9kfmaiUx9F2wOgabQ57RNd86J6I+cJvqtxMSA3DxNnng5kdGBoJ
XjqhZexK0G++axMo91wJtR8MEjBiHSdC/a51OLd6qjnguuwE5a0+yWAxC+xo6TkXMsHsxL0ETU4L
XwrHErA9eoJzzWhniZHjVCepzpH9ibhwJlRCEwC6PCziZzkT/p+pwf+0MGhJ8BB90MJou29pe97D
4Af+08NwvswdVSQ6GoiJt0bFX04VlvlFxv2QZ4L+BnVU4u9/tzCML9C9Kd0DaMAilr4qAcG/WxiK
/AWbijkOUPkxIsh/0lh9Ew68ezIJWgC7sXLO/AuSR/0iCagtvWiMwmjQ3KEmFGhz94OGqs8Qrb6J
2treZvUg1mZQ5TdqpxU7vfCLVTqa002tDd2+TZKUOddsHQRM4dh5mVw5TlOeFGXIrqyMmM/ELmGj
V/W0j5RJBrpl1D7IYcCPGAFUn4Qw57nwnOIT78LXpDBOeZ594XwRlvXKAMGv6fcYVgeLQGT2Mrbt
FxwFpO27i3zz5yl637mcY6G/T9xfRyJFpQLmUHG7nC9pRe3EfdEa96pg2jEMB5stB4JVZhQCJWto
Hoq2YB1yUmX6ZJH/zYfkiORNs5cTrduLMC20i3ywhezfGxHIaGC/wT71dRRwhjl+sqv9cihuMgwO
ACziasetcnE+Y+6bzulEeZJ6s1mFo/lNmKGMCY/ymcG4NsfjZyeUXhXuLNyGDEyi5rvYuaxcNgNh
juUpseSVCOotdeOVPTVXWSkvy0GsMG5xDW2bYcrc6U+s0LdKrnoxQ+b+N0h11NaYuqg3Yd/sRnEj
V2hzO30rdMoh6b3Rhg8DvpGamClD9R5SwL7qUJeFAONaVflkx5vf7PmHQa6gzYEn6kQSsYuA3R7G
2AzVNDkpSQ9TS0anNviZ6oqR2ZBIlz4rcv1yNzKEONOFKQDRLeHOOL/vix6AW0yZ4oRK0lxP/sAc
rTRAHxF+ti2G3rlNJAvJUvXpHXKemvAccOS5B8qTh3yKIvv5ka04Hph0Y+tsLUpCQZEBVVF98cnT
dimA4jBkcfCBabgx3yJb89t4l2cphULDn0n6U+srTK9LYbLR6UGtE2GBgrLTBWMotesHaIuDCslW
7YemW+k1XgCiIgluM20pjagGy2//cB2A8oYdL0oKKphAiy8W0GIo0zaP/eAh8oPc89OmvbYUpl78
AhG8wkTJslOYkbZAx3x84ItsjTM/J4Qm0R7/062ZBUBnpwTbODk0jeqh0VHdo/SnR8WEc5/dlvX4
VGndKU7H0bMCR57jp+8NpjS9BntN6D4EsPYm7AmfkIh9y/FSTVr1NVC0xqVW+x1nP9SEZM0FOfun
Lm0XoTLvnEiZ9ICcbCaYMJxx/s4lNKp6QE32oTTUgz+Z6z4tFrntHGsHC4ZM94wmcyNJf1L+wnb8
T5TyXyyb7+6fX4QWT5hqRfW/8NT616pt2oy7/J3oYv7Z/wQsJhKJuaLMLBcX529rLUQX9qwSm4UY
71VgivZljmvoB6P4mik4LAH/CVb0L/Pc7GyOSh0KdILyT6KVi1WA0hLZwOxUblKboLJzmfAFvdVG
kSI3D3EbE4ZXmkiPQxZZsmdQPFzPc8JuPARBspxGtftethX0e1uuETlrZvLgl015TAdN3Ckjdns1
+eMn++X5uv/2BlGVIG/GWpNWziWcB59SU66oGT+UMWgieBs7+Fg2CmZR6p8siecL71+Hon1CZ4Pi
P9fr/CFqOqtHDjw1D6M0gonsq2AZyGH8CajzlwBx3v1R3c29Lx7XXyDxPVMNUsXkwSMpdLtWTMYb
BNPtA+IGj0nGktHatmBAs/HZ7NLRPk6ldEiqdF+FPsgvJcjIu5NpCdbfuBc2Z1xSnGQRj2Oysvy7
xGIqNuniYhMHtLOLOvTXYVsamGE48mf1gjkF/3tXnk8ZDTAia1ZLeUYTXJyykciwGkUdPlqWFP6w
2BNuKKXVHkEWeXlUOAwWKbtBh0/e6tghd+nkBWMiL0SD1VcFyi+tRcXw98nQu3jZJUH050X9n/Xp
v4AUyHQ2eYIJJWkeUy/9aL0CLFoUr1WTZ39ZAb5fr377Wv9ev2TnCyAYYkjqQpRl369f/BMxBCJv
SlREmrOe7N/egPKX2VucTghNenou8zb+1xpGvkX3Hl3I/AzwqDFD+E8kY2832bub8PI0XFbJIF9F
bdTq8bYV+1CPXUt5FR2jbjSbJLiQynhkoE7tFyMGodNDGeC4skRGHRtLG1Szv6OgEcI9sTy2/TzZ
WC+J6erAns27srwx/ePkrPFI0dONNT3Bq46tHzOZOkMJHjUvpX6r6Fd+cOr8bUiCZHkAthXjWxTe
28lRao9WsSvVfY3ruX2lxzfUyhK+7iV/P0XX9bC2behe/l5hpk6NjpVEdQVB+tQcrdljDV528t3K
Nj7YJufRiK5zPKeqzIUIVc1tMwf+E4DJ9CAASnVbU1l1/h40tpmdKJokmqeWCyneqNU27L+pHZ4+
OZgsv/bi9k6M96F2muStlDwp0x9dsrXCg19vRLM1x33Qrytep1+ZrCRo950rU6Gnlz46OO0kXjMg
v7sexrUZIb64Dp0rpV/G6b4uNkO40/rD2N2Mslv7jInsJhomDOcCkCX00VAFS66vbSwQmdNXWO4b
MHjzr3w16U/hcNsmp6KnnhTvBdgq41jp92V976eHONwAPY2xXLKXEVPipZtMi4bKr7mrpA2eNiqQ
QmWlFusyvH57WP7ROnLKBb/+G3iCshSwHgDGwYiDHAZqlfPR0vCQRc3rj3/dN9+a1/pfh4hH+F/X
bZOOURb8zjf0ty//12phGV94rmFQz6VS1OWzi/q/jUTNLyYhDSE9bbI/Ry7+WixUew54yOpMajCa
RffnP4uFxDpCVYYPQy14Lg1gZfSPlovzXR5gBivZ7GJKNQONO2Xl811ebZkl7CIzeC47QANdFRp3
Sh0fC8opUlm+9gjd82m690fu7cTWvVgXy8YuK5cRq35ZZdqPd6f65s916n3Z43wL/ev9QEVAgzi3
UGfd7fuko68gSYxjFzyLpChXUmDiajF/SWAtL6QELzzRyk8fH/MiX+AUYk/DtkG+Mzc1WdPPD1pr
aiaNUqSdRlPaG0q1FKKvHoMxLN2mCtNlVQ66l5XoIMssREPzmfMot9+7uEFnN6F0zeZAjG3Msd3F
RRBh1nJKB/tuMkbXwRQkLBk01HHFM6WtTKyB9YJ2ZKRs+iTG+/XANPzQAFBJQEDGf+cfvKqDEDWs
pt2ppgQP2gJ01WO462p+d+/U/aoGKmMoxabM9edPzvkb+vbdPsVjYSmo4WcDdBxxqeCfHzvudIOC
dihuEzdxQZC6h8Mf263wLC9YIxS4Mo7O0jg2G3thbs1tBO2+2kO8P0pL3GwWjucsMWHg7+fvKzbV
Jts07k21afits1S36k3j4u7DN7503suNuQCd/FztnaW+sPjn+Hv/PGLYRw6KSR0dgW2xVI7TMbhy
HoZb6EqxO96o286VPOZwvc61ltXy5YYXfXlp+O3gtQvOkxctbo1F68H5XqEe8RB4LDUX9uyyWshr
eZ0v5XW3qlbiZ7wFS7XoPWfjbIxFvM43SLbBj04/5KOypTV3PVxLezwnl9aVepA28hrkMpxzuI28
Go29t9e3l8ZWWmmus5lu9KO2nV+pdX3v52afu1greNZifhvOotyU+3qTevfCpS3gYca2hpO4hbm/
dk71pnc/cyp9UyX/cj0BQDo0JVG0XcYdEdhNvzSk9Ha1uD7h57gvvXwd3HbfI5AQjRva4HiWIB4x
/dsES7h9S8UFrraaNtEyX/OtS2opq9f1cTcyllJ596Pbb4IF+AGXv1jGy2Qx8q5TTnk2/38YFa93
b0M2Rhcfp+zBuYEgHfHnRb+RFsEq8+af3Ww+vnHfKtYXnxPLXvzDmUdjDb6UJhe66OliawKNrBMA
u+jt3dCVMSCBbN1H0DnzMZ59SmwKIk159ecXKMdhK8Lt25/qsX9GpVGvSxE1DFXTOYuysfOUocBY
scvpZ5tKKW99pfcqdch3b18U8CehyqCv1fKE0g6g/mSxNPAY6WDu+ms/i+Wdz9axIwb860uWz10r
P7AWf//d2/fBM7W9j8+Mcb6a8MKM1xhztZp9jc3rsobmT9kQjzgh3NIG2Em6dKVn4V3chFe2eJWa
5l7xjQUcy6MmKQfVmJgMslfzlGHgLCcKaSq+LPKPIMTNVu9PVpx9y3PntrQiSPrOvhXNU8vwk18j
sMu+R3r/zETfJoe/YIwV6N/26OTmOlIebWWykRo6N9AW12UxwF+ewrWJvTKGEFdDk6zwJVv2ur/M
w2vq+PDBi6UPHzC34N2a3SaFhI98YaHrzT4myNRSgsQyvUMId99j79djUPrxqbvYgd5OHX18htDe
RB4ML58vhiK2W0dVRXgrJ2w1TYy8DtEJ6pafMlMGe0RkinGDxnCF6qD75ODntd35inHB2AHJQQhF
qK+cH9vGu2UcGsVfwp4cvNLpIy+e+sLVKw2Eat00d4UeAnhA9/bxp764X+aojL0PX2FCMwV51hyb
vKu5Gn1l1wP4gOu4Vl8TQfAOW0yspgBvABQhbtxoBiBD2pAOox7rjw/+C9kM3bTD8CF9bBhRxIYX
5c1Cb7HhbQ35VCoJgGc9uIuFneyVFiqH7EvpCiECbo5GfsiLfBtNUXtIDNyYFNIqhBAggbJvuj5l
i6CZUmxBi5ciLuqTsKrPaiTn54mS19s7pZaJ6gv20tvQ9rvzlNnoKVLih1OrRM+owWENythkRpq1
z+rouU0MSABMoKdT+tkYn37RoJmt5HSmMBxWdQ0U3GXBSelFZas4Mt+mWbtI+95fFt20XS0iq2Cc
toLW2aoBXZBkwjE1ClHaWwBgs7RFgjbzXMrWubJyVny8m/edrny1x6y/bXq1WlcVMO23P5o5vqiG
DoY+G5ltbuTxoQ0ovWmGfG2XenxrNYX/oDfHSfTjVRzsHCvs7ulmV15YYMga66O8CAcj9uo+63YT
gtUFSNPmzgr8o2x2zFuM2sPb/fP/IQPCGfAlL8Yqgkn9v66L1+y+qV5fm8O34r9BroRVwbvn6Jcy
7+n//O8qicbX99WStx/5M9/R9S/z7JKBdlees4q52vdnuqPScp5n7Zw5qaFyaf5dG9HVLwpNLMpn
zNLBuXw35asZvN5sxGbRAaLsSfr0D2oj58XTeXkzTXM27GHzpkZ0SVEG4FUz7KnpXoJEoQ37qy51
9gJhmBj6b+/Oym/SGNOcl4+/w4Q/D0ZXia0OOfM8Una+uCVtrTZZaQC9yCUx3SORUIpdnSkEKG0D
L8JVi0FVDqHhxD8r2iv2WoRA4FDBtvZGBqotmIohXXBtpfVBCdklZK8kCOKawS/DxoQ1yptwZUxJ
Jm3LWpjDXi39ptyYVm8dtCgt8+skbNQro46a4JiFcTQueqcayn1ojEFJcUHF0LkTdjAu1GYyaoD7
sqCnFDMsmJQI5bFbSecfMtQBrQlSmmTdtA2w/YaJSRznkkzbtYUoE3jsJEcbnT0VzzDwZWPQ8krN
gGu7ZxaieHYS2ywpkUya5JW1RZG36kJORcxYxU2cBww7F0lvYBtVseC7JS/g9WraBSsnn2RlgWhQ
ZjG25VA6oC6Vt1iu5u2iavo+gq2Em3q5zsxcEVddEREQLdIWRQROk6bfbFUni/1Ze4BNbV9ELRXz
WnGqdTiB3HGVXpIHrw64iJTy47kJXLfBIxixKUNVRis4hqHu6l0gfQ9walAUCUWfYS6QBsK2mqTB
C9VOWvaRr7hqPVv36BImY/38SomfLQqJI3a2tY76dklrVvFSpcaKIoScZjakL4V1F5hILhW/eXQg
ZbijHOSLCWiTFKqwwqwTSP47iaG4ZSWp19zj6qEuVNtNp+y2tTD/8xEfCrl28I2Q4UDZxtYRuEBF
AY4m9USYmvAe3BhTosjEjGFkmLwb1BWlhoQeYrPORSk8yWDjt6Trbug3XTdh9NbrG6pUFRY0/a2q
hftIJQkPY2llN0jZEaT2CzTgNjj1igkr/4dPHK5XYFoVBeW83I3uMBfQJqEe1MG4YzaVz6YG38Ja
3Y3YJxc2fbmkNiH7TL5YK1m90kvjxu7SRTy0aFAV6dgpLUSM6m5UgmMyUdcq6mbXKbHr2xihyVbN
LHlcHSQfdyDVONRIu90hG9dWP26mMbtWJt5BkZtXudndGGr4ShjmBWFVnaBL3GstxOlsPI5zjCda
/0Frur0MMV/S44kBNSRk9eRvB3PyF6PUfLVT2CuqFS0mFRCGbE7ze0OY2hA0qW+DLEO2DazBZgxg
AguGYYKrJyJDXw9EL83CJ73CHE9y2uvOpq1iNZhEz7GmQ2uVcdMfCiOnbuAM+IeUMZMD9Ws9AAYJ
Rgg2th8vCd8WVYoN1oQFRAFXq1DEyUwoYxqls+/V6SqbopucKXOXAQAg+PIRYUCAMMDAIFpOAGFl
MRwzJB6g9IGFUot5VAsHKKZNEdOZ6jX2UK5hNl95o1d45pK3NfKLIyVgU8L8ZopCHETqO1/Yk6s4
3boqzT37/VdTGzaNhqmLnlGnjYz6e1hBQ2p9DbaOHunemPvSYqy0g+Soe2vkQ6voe12/rL9rEnpx
cFNbIvP6qimwLh7xBNCKXF87RXGDQXtzrOIOvyQcWhmUsF0ttF4Z3V6JHD/OMQnuCqXhSRwQCaBf
mFy9xIi6rSrby7PpSg9w2BZqPnmalvwMogSEP/REBr48xjWyvQUDznc6OEaZ4VVp8ZpHjuIGqmRB
UzVWho4n9xBLbieiwa1sZ5FG6O9qS73uJgR9VRPt61Au1pFkrjTiIG+0MKhJW+dar5VdOGrbwE/2
ciwyN3GapYx/ZZ1AGGJewOB+ErexH0NYjYze64y08RLNeAxsJeHfOiwtJMarc18NgSiafyhGt0eN
YN/4wA+WTZHhqZNbp6E0rW1c9pvSSLZ12cOJCMpNHFZLuy+348TRNOQZnppgAC6FynSXsE27uY61
WVZCJ28xqM0Ta8OEC5w160dfhRij9SOEaxmMnUXX0wpbzUN0KC1YLIBxKoti9qPUnaGAf9U2y6DE
w50/Xsl1aeBv2sX4TUu7wR55p2FT115QJvJjKPxw01qYOwXFUteQduuxf5tawdEU1UtpcH/nHbyK
KMR4yy6XosZazLKBA8ojlHYZ9/KasVGzb0KvMio0jnVwrIGSjWOFNRgcsyWbRHbkXs+XitxXymFI
J8B9fS1dy5qAWtjCxtTSuHS1Au+6jqn11ERQi6qFIVg6i7HT7fMSnhz4CK9yrJ9an7AaKEnCvhio
6TKylcZeTDJ4wEzalXEm7w0bT7RI95MNmWoIMy66DdLqmbmxQy6UU6MJFDq5ta6YWOghAlpPmVNq
rzUj/ceM0N+d+vRgpfkhCyFh5BrGN6kxrnBJ/e4U4Untc/11FKm8MMzy2jLb8TZhLhztb7Ri8/s+
WflzU+T4posSQ2BJ3vjwerEDxPysRRwUZ9j6Vn2+zUxJdn3L/z4inetL42eXh/RGusLexHpY3HQi
7veKWeDujiCHLTITpwDWzqxy1xH9phoniouUycNDZsXI3RmspV44uIhk71Rj1BZ6pBxA7f4UyMdW
TlsU7jBqxwiVECjSuvWMKCs9acJwJ8oMttmqvW6dOoAlO1akVCJ7AuWse0VR2zz4CfGC0z6Cu2Oe
I7EoAISG5CIyHXdWVezbwKm2MoErk+IRhvU15a0ALXZoxc9Zk7XbQjZIPApnKefTH0EhbiWWJx+Y
mNtXToU7r6HCsE70K1mDoa8OLSafeiktBN7VU5jsGMK6NfLqYFvZvWFH2lIZgVax9/VLI1T1uwln
GlcTcuoFSBDvbXN6NoaW4ZtOX/t5KriWcrSRAqlcKJ1oEdAU8V5XpUNRF86Cnv5zwBPhRgqWr6YT
j6zmprVEai39oNjw0g7AGpUhujOiJuHCEfI4tqQ8AshZZb0RrfUil7AnNp+nDOMUMjprhfAsdxXG
D7BmhCOlVc26nnCIyqakX3ayv00abWlTktLV9pqG57dex9+06fUrs8M31/TTVZsG8DoN59iKkedk
hEuVNGwOYgbHDpblNgktPn3aU5/J3DzrfuRyukTCtMevAotvJ/lmJhq228513ESnotMXipweqhDz
r6BIXxKndCWfKeIgN+VFNMn4Mxk3pqrdNpNYM0HxdSCz9i2ii1mk7dF3sN0hlb81dgQvtzUe+bQ5
uFJM6Xr1QbYQL0dWv0cmfXK4EYUqVzu9NfHgTXtp0VZBdC0E0+CDU3VeXpfPRSwNEK999Qg8oxy2
cTXjbPViTNu1XQ1FeBvZsWBbsSVsITqzz16jXgVlGYYlHNZkTMVdIKvJgMez2SseAycgOyuggfsi
EijlJGgSOLHHqOo2M+E/+5ZUMDT7uM3pPo6ocDsP5px2qFtdJiTUZAUTm5oX0S3YNddypQHR/Dg3
mQvr55mJo8sUaknRmMYnUznPTIJM5fSlqCxzQQvGjTvMUXNuuqusCzGlHqNxqLzY8Os/e4aku7+n
mVxIPeaUiOG4udjCDUjdRbuQ8hUMb7SULVtsw3IpIgGSdCoEMSBaL7XthLp5ObukxyOsAi82Bdc9
I2aUOc8O8GTZSu6RGHdrqUy1r8m8Hfa6ksmuJZpgMSUNKj17ZIiSgHAy9qHMVi20xIrR6s8Ebbmi
2NOiui+8QOqGm396VslsZ4GizLQx5I6LKlrJ4LiVdlbrNaJKH2vDSR87Od1IQmUXprtkMW+Q2PLy
46NeDMPN55T+IcPWTGTMLcNZSv6+hoZEsdECGZNGM+7SaKFnhfaglYper6phEL5bqR0eQbkR8SQJ
MZBlDLh4MUBgWlhvOqUjfXJ3nVcT394QElsS9jdrGeVyOJBirtFJwI28lrt5TzXI3g9JLdGsjqMb
qSikQ5lbPtyUnrr9xyfjl/z+rehAJWEWis0Tc+fnAlYoVVQNW9vU6oPvXWAXLBfZVFGlV1H/eJU1
mZ8h/ShonD1MuOgYdGkhI+CUNss7zo/Zq0NlWb4eLNp02qH9zfx22eZfP/5gb+/8/SNLl45KJZOP
SLJV/MAunhyjZ7pHWLlYKPfOKl1M22thLta1+/2Pbpet8q+6q9yyaSglJj6eZ29Y9Fcfv4UZe3r5
USlyoHsH4MHgMEYuF28iQdLsWwHGmk1Y7rGWOoU+4VeRkJlg0e1DQu4r3PaM3RAm14UwtgXFdE/Y
Ub0Z02JyCfPmfRkNStmwzOWWU++YE/1pSu3WD1oMIkQTE0DlWnKrVhNcZSD+xKyYSUDjYZnXi7Vu
gj93Qm8Cx1lTNDDG/J7a6M6KzJsCb3JTqbA1zY9NpW4adNg0UKttXmo5Hn+N52didKGnsV9rWoSS
T86ubDNRlyTxIDVFf9Nq/tdKnh2CxH1e5y+TJnBBhXtJ8nJMzf6pMoadkXKWjbF78tv+Wa2HZ7kr
nnxN3cVatpdYXRc4xeGxSkoJUnLbYZAGjtk5BT1E54Br5MurJDLXuT5sZaW8djrAaDVjBLEqraam
Sr0+oCoFX5QwBB8DJRTHQjdXY9SjKcRQDcayiX0yaKY/er+8DxvzW1T6V30SbMZeu4tyx4OcCNTb
rJ8FnmmZVj1xVk55B7GWpjtSd2VNq2YnJOMrERpZc3AMxbgYVb5ZCqBFF+1TR3cyiRmZIh9bBbq0
NkLpBdjBXlUi9ERF95rr+Yl1GuZwM9H76vFYozjN07mQcv8hswMNy1WQ3WHtJZF1F2rq19kPvm/F
IyZ6u1bApDPlhGGjoV5Zs/N5YYK7S7Z5pS66wnnOBmPLpPpexOVRHeOnPojm2HiTdP0q8rtvoqdE
32r5nRb192kMPB3Eilwrf0imtWH0nPiVC4vMDiZ7egoDZSf0Ml00Xe1BogFsr9l5vgqmjFwmzp7N
iGJOEFN5MAnTPEsO7wkoH/qmLhdU5EovxQPQwxRIuW0lKgp9c91o2Slox35VlkPtRn6VvmS5Zq2Y
w7zy43w9qQCogV3ncp9xOFksfCm60idrNzgMUfmCawzfECYpdYopxE6owiAgS5p1kU5XI0YdXqvV
t1KrNcdskIh8m/io2fWeRPhaKmtu+VFgdRnqu9gs9qSmO2fiOWtHK14VDm1spZusdVul6NMDNdqE
Ihmvk7y46uJk7fstWGg97uD095DFOzJMFCHMrk3jVq+kB53q2FYvW2YhsvpnDD3X6xrpqUkbzEgb
y5sk1FmyQCPV8rQtozx6bpzmZAoI08NoDtgiWyvZmtasB403jrnhhiwamcivpIxum59cc14XWZ7X
bohk2DMZcnHVEWB7yRybF1XEfbKKdKocq6WeRger9jdpPqmP48DAG1D8k1Oww5VYQwqjy59stFJe
SZntquodDH4JE12jwDUhbXoMy2Hk7Ouh/Omrxi5rg5KiSx4uS4WZYavSD07o3PV1+yTVPRD9ygsw
WvEsH+tmCxs4aps1Qi9f/6pXcrmTmDKabPwRNOyfVOEcinhcong4Id5ZpqiWF3Q+JM/n3dODuKYR
cTSG4LlOcEhVyjVd3Y0iDNR0RNK1UeDoqT9N+XhEJHrtO8ZK/b8cnceS27gWhp+IVcxhy6DYQR3d
ng3LbttMYAQJknj6++lupjxT4w6SCJzzRz4pU1/96of5IiYjs42FBib6n8ftMIQWZEnzvOwVHmMr
K8mOqASdsvQTTqG+yr3wYkuIgxn1xzG0fi76l1VaPxY91Jeont3p6LbCKH/IyVTHeQ0oLnVYD2ib
SklYM7J+ne7dwHbBD0cj4hJER6v1//rGSuiFG5EPLqw9QAZU6XPudY6kNmIwfgWdDTQ3FWviTzXd
XEHlvS5rPQEJ86JHnI2FPVwtQ+EimKvhyTSq7bhHmu5prPT0BUk+/HvzCcOzxoPcNhLo7fodSe94
A0T+gz/9rJWRA6NYKc0p/4zF98AC1ealULwUs+smp2N8mm/B0Idw6o75b9OAJJdypvmgzgX42xbS
qtCwKYRNBMrgFbFXqDDGwagfh8r88GxlvZomlaTgmsHHUhnE1UtXJkKs9q2rLRHhdSnWazj1jLP4
YX8XjTte6nrYgSLNoIoFNuukC3Y7LcL5ed1J7R+FpLWpunbKxBw+59T1hhpxY852ta/+Y6XUmK3C
eAjX8AZFhsmD9ShFPEN7Zs79Xiz1pSssFNJBb4F+MNqWzfQ5S+dr3GiVJl8b63tAwNXkj8bFCccn
CNaXXc0P7t4RJRoEc/9t7/Mfp53XI9ElpJKOBiBwO+agW1aVzz8jEznnFnTC+E3AQtjSRQPmqTSF
3+Rc/zTXYbioyiWhFKPYIF9bS1dAHa2onsGqqLSAdThIS1KXV4+uhe/W7zwQxaYc9RXHbe2kUu9L
n2IME592lT9PLA3onFAKKNCYyGpTKUJPxKrLtyopcnej+8H9XgpKsU9RsFpPc9Quhy0sO+qH2vxQ
GAAWaa3oRj1U5ibp6myG8hH8xI8F/4x15bzswzodSBC4qz7XoZcZzzLKE6XBTkVo0wag5fJVjGJ8
aheryNMxNGRaY5IEK+/D33Jpg6xRYnjdSEw5F1X94OUMM465PYWlqoyz8hw10oCyRa+K+eJ9NooJ
7YbQ9KnMFUKnZeeDXFvpBm6VhkPekMNqoACZtoMry9uuNqrVjf5TAWhvISWkobYpPjW7Kqu33UsU
mvGwNJqkr4z1R+lNr1a09Em5cgBWavVfxrEViVRB9GXMJdEgTpW7/zosT++6ndw92x2duFv93N5D
9eogcwe8b1Q/8RXH8JOkHYskhRxPz9SRNTtt9SmyO+Sp6KjFG6OIiINRh4hnPfFK01P5Ye7Lvr9H
vVuoOFTFGTp5e1xpRPnRLSVNgK6ZH2zi4jPqxmFoaCRNPYdM+NDOtxsKQu/Y6Gg9udHSzCfP3Z0j
68NYAwcqDnTLrarY4Xk+Kaq8snwGI90K9UB0/PoFL+anm17e0Fnr6zQbQBBmTgF13kThO+f+8xSs
4wVfCZUfPQNeMjXj6h4Ysetj2IP3Oea18YZfvDQ/tzJ6qhebAg19nvRwrPV2tAoZpGOw1odxaXBE
O9YUnCrYzb/KKztEzprIczr47pb57TwtU34s+Fzeb0+l3YNjK3HdbA7RzmiKWMOIXeGI6NCWOW9X
rfrUJdPybkN8yRv6ZQ0t/GQMvOHWB/sxzCv50nm0hejWQhxMJUglhjOUiElTj+ivy6ofeUL2JLIW
TA/jCqQ9Nb+4/dvTYq4Z6sXwUPXNr5lksXiOhJeO9nqT7ZCWITkVLad3sS5/C9979W1DsrpMF7ur
H1Z7XRMQ7xvJhN9jHdFIUS/xDjaTKo/we1iYHWrJOtXjvfEW6Ndo+AAaxfpodpSL12t0qY2BBphy
fhzD8FY0BlHyEkcdSWfJpjZaNyqVbQWUHlwGt2FF03pXEeOxaP0RWnD9hW8n0HY0w3Tru6DBKHO8
nnu3Ex2ysYgZ4i7riKVc7P9WhjDSvZgonbXWp94vIAjrCn3qMLqa1zryqtuywrlKjXTHG1AQNV54
m2iofwwWwz0ayjO/gCtnCrxF4nY0mQ92JLJ5ZH6lXLdghR5RQEAGbGMS6MkLzrwKXRy5457IjqCN
LdSJWLT5PU1lqWgOjOY/VS3F0QCueJ4750UId3tqutB5M6nXJu8svFHwjO+0dbv//FU+qo2Ugj0q
j6tj6Bd6LMmJ9pqPMao/Z482HC+vFzBT9znITVwi1rgiad8vxQT+W6zTf/iCZNaaM4l5G8FHz/2y
q39dM1LGpLafda2CSx0SwiRN9dU1OcuCbigOK3iOcnPcTx54wGGc9gGRFSPrWsBzSbuiqj7vw0Pr
UO7bYmndc8z+AGJPvdmLP3JotxfbxlNgBUPm/B9tyPuz9sZjw5nHlA0N3c6HrjY+dRe89Gri5R5o
i1noXL27BohoTurVGl4rqZNuFpk0N+rP8rycaXNd0NHdJamjQXZa39+HkmL3z6VQdZV63HpVIny3
eHMc6mJ21yPMUs3dcMQymi835fcEfA1zZ6TbLPJMd4zzyw5W6FNfB5LOQQ9PymVpr/mTtdLlrCg2
C9Hta6d6gb7EDCGffT0+bxMSRAqxsFZAyLT20exhtggl3ZNJRv+mJhyWmJz8H+5K8TyG2QQYz7xO
W27Q4VINSd0PRkLRljjImqgxu0dwXVKbMhRreyxmozr59T1FofulkGDHjWlT4uQiSOovIEvfUBlu
xoGYVUVA85bPfb0CTsZ+MKBSXUcdl9t0Q+t7XSSfgF7Vb6IjAB+msw1tHUf92sSTR33tAI8WFNPT
ONvTbXOjaxRMzasr6BewO2aHPBBnNa434ReSbIfxaYSKoO+o2RYyyM0f1T5zShbOeVOmXcZ5d+8L
sn+Nwv7wjNx7hXlnoHLn9Wdg7XYcVBNlKV1T8C63P/L2nqCyzz97KstjCAr3TJ35u7FH/Qtdgwz6
WHWz1QvvjVJdfuDxOXsywtVsF3SC10ACfo4w2/Q3FHqgYk8Bh3tSl+WX2TMuRqqDKvLqB2fP22zx
mLHX5ZGLjw4nj1J0v8v9q+1T+GTDhaO2tl8KGb3mBi/7GPybbEsmQR29BJtfZNXoMQv1S5G4Biu6
1z1F3W4fRQgVL0yqq7r5Vuro6vk9MTTMNjG5HTqpnUJfxFBRtaQKAtorTgp/mqO/TmXcWibxRXtT
4lndL0dSS9XW063pwQZU8DlzBbNSOAT5uPlZSOdiddBLllOEPLzT57jbQzzD3by6YX1r4JkeVdGG
gMhrnzgrMYsGAbZFQzXfCoxqJ0ukg+u4TuDd5XDZfS5IrGeaW3mXiZw6cSoWez/lqniD3TBilzbR
E0PIIR/8GXNQbdCk5Z0XQ7VfROcXsap7lRCEye+LFxsX3osc1iqeTfU2jxPaikI+CSHDd+XRAkVH
aJGiy6ioXjEt7gZNkbIrPze5bKclXPxL1JTsVHLvTpOnvKTs8pPdV79R1m1/+tXt47XzosvW6N8m
cXKXqN/Jg6h/jqMLDBQMP1tnumlz6LK5QC0ftKvImhUZLgaCd1Q3f+mEKWPNGZvRafPLqxq6R8PZ
SjaocVmuQRbWG5QeAlQ9VJdSjnZMthORlR3C6Ya3aTaMA1FsT8G+qeSOPBDZ+UbP4TOvUJUqvz1t
imrGBb6n9PwrdbE7PqqxOY4cxwDPz7XKeybsIXoGqP3P3PVErkr4sS/WP/hGWtX6/mza7q20lEug
d/UlwAGP7L9GVi3TCBvmd8nm2fiYV3HbixrWRejwFLUl91QFEeqY4+9BgprPBCfHjPpP0nVvINVj
0g0NCf8DMnBKLGPP8H57Qc23CNzyrH3KqseBkj9FsSySIZGSYXTtWnVsRLnEJRPgpVyt7o8QnX2c
+SvKr78Wm4ezWIOHnkf1UQwb4fpg7WPI1r7I4cneXH4SXW0peuWPcTQ/9ii4FdSMbhV52rVrb2nu
EVGOJfTdQmC7DDzQhileoL3/82Zmocirr4Oz0TznjHs8LdXV2ubNif1GTDwwNk61zXr2huZP4fLk
VJ6Rlo0z8OlhRGxHbLpz5QAyq2iL9+m+5oSekeyrcpnP82zX3Cj7FM2py3+juHV/oF/noxzFm0Z4
nIy18S6V+NG75YlX0YtNjz/s4rYN3RfD7zka2XDZPYATpw1hOjIOPiPRlo7O0ibAaHAcs5F54/Cm
1ulD7MA8hhxf6kowpg7TtR5pUjbX01Kr6ZQL+vNKc7nluXUl0PgxpNSNQhaapaT36cp2JnmibJPa
bH90pgfSKp5rXX4ELvTVUFFb1O/nLRe/3HD7qGvz6EeIsiqn/fInUX+ahCTGqzIPJS/MA2yBBNJr
6b3h1o6LuX7YFsyBFjAj7zjGQdNzv8dtqJNyrg/OTL3EEvB91ZfHgCprAllkW5uUW/b46fw+MWwX
DA1EafOoVFLPfoH+YZHIZ4oCMdT2S039aTcUk0c9kAwmIsW/As72FG6oofwcS/2Xh9u9uj311rBQ
IityiiJln4OQhS+NUG8Bn9zIgmteA0sdQjWfrKV+9jcmSjLk8tjbDPZAOAXmL/h8FvtDOVU3FsOK
jUg7TCzhbXfbEYhJ9AcY06yd/eYrqql/HR1BACdHkLtDMYq5pgDep6pyN4ipQ0TwSxTyAfGeOrLm
HgbbLNO2ozmv2xSJ9yNdrdJ7AkJ4XSl7HCO0fMJtKNct0rmLUu23B7GB7/U0N6V1BESHFZTR2Y9O
vUBxsbrT9J+3Td/UfHlHNizNqUgjhasLIBnh2Lmdlp03X1aO4tR2toZR37yFrN5YdTyWtjx/3j3x
sJvqAcrrsRiBp5zpXsNoYisKvP1j3dYpc8SCscps4Mmco+nnFzR9dWxqLsLeYqDPlyA227B8KrWK
EOf5v8LF2rk6+LZtPuRZuKwvlkek1hygvvKI/0rQK1yaaP00++K9lyyt0dg+kN1YpZXZvLu7m/OB
6E6i9akjqHMvgX0FFl0fCWx8Gtbwacidq9kbTlqKSiDKU9+z5AgoF/FWduZRuPCAWoUMTKM6r66+
jI1khirhgFVONJfoaYnUvfk5u/caR+TKcW1Xc7LuI1C5LVK1VqRvhw2mkIGNApmhwxZcxBsIDbmC
p81Aa4IK5MXW/ZYJGKRH0+ne9nH1uCyL8FRYLARO1WleKtvL8nDjmRIJLdS/wsCbv8wR4MztSX9x
nVsRlW68y858lS43HX18lXHZt/yPmhA/2KNuf2+tZTyiaRbJYkaZteZXlHjkaBMI+2rlGhg7Wq79
FPnInUi/pYsrupa9cI7dYAzJOuGUrU3gsdwDd6w4Z/ZgeZc5UIIQRIBbOa5PYzIS+N3hOefTGruV
76e7DBQjJ63qqSyN4ROlrHz3817edmHmt9WwCIOdOkwSuY+EwrKaxWHOWtaY9vGmvBYmlyUn53EG
EGUvV8TvYXdFjJX342/PX9yEwM3wwSmj6DD1jhtDueo2DdQ0PexT+Vptpk7G1v0l6nA/KR3mJ0Y+
1nzzq9vyb2n0/nn0vA89IjhFjTXGJK/8adqiSsoJwKnx15+6QfmhS//WbOaekoDwiazhRxX5BBIz
QBDRdn9khqHCU9L+aYvByqxlfB58hhHTre0ThHxxtIwtSGe5AQXu9n+isAyeVn59f55Pa7m9TrgB
zzQz2Jnv2H+jxqoTZVts2KW4GkpzfofIrkyUIvirxx9j2TD0Bbi9ivC6OzhZBqP4cNnhD0gOs7HR
XQZTiDrSYmKnTKHG+3OXuICLyRwBch4QwQtL2mmxHrSvWEIV2hgRWee25J1qAg5Hp6ahE0QHlR7z
3ISlM11M2kq7wPu9lPmT665FAiCL2Sccsc5Z8/BI8tLKC7NPsfRKXjPrMoRj+WQAg6VOMYFw07yD
KrPpGjsh4ZC7ATFe0nWFRK0xjM/j2tEc7FFSSxSyUaf8bIKGDz1K8NZi7BPfx/SUWLNlt0dPVW2X
TRKdcmxNdyLJZy1vGXc8/yK9wEoKa0T1dUewS0uysTaYC+3hqdMEWHq532d6nBDvCXiP2Xdu4wBj
xYFzVl1wGEoGcEfl+hB14RjRd+u1B2dgBrJAVKj7w6XHQpguxp7Z7XqBfvyhDP93O5DCzbszJkMf
fdij5GMVvRmg56L4AH94jhbMBjsi23TZo/HEGd8g0XRPW0eOn6aeO7FLt7//Mk05xfRrEkZvUYam
DRsN7niecbZtRfvToxQbKBy4yRM4td0gFlXgxYExn1uNSi3KNwTfdyd59D457CmNtn8aqyJfsntU
PkuFz5oEYLEvebLzepE3vRc/8pKUyVWzxgG9b21oHiwdfQSOfFv53AbDsqdA76C3UbZ1PJ0l42Qh
/2tLZUJzdW6Wr0GXzuRX1W64J2PefyJWyWbVnfc6f1yU+b059uu0WQ+Dk9tADPjUo30uEuGopw59
URTodHWdbBkmykH75lW0csqaGXUlP/E/xLJPZl3Ko8jVS7OudtL5pFrodhN8S5GNkXMqdHjNJ8Rp
Xs101jTql9NqTiOF7xTNbD46EG7UaHqDujnlf60zlgnYzMXooiw0iHVz8h/wze+5/LvuLLzsTKXR
Uqf7XdQzt1Zk74lRlac+cL/WvnztgxHSraDocWyvBeCptOWFhfK0bNN/ltZZL3U26AUIaYZ0Dank
q0k3mufHxseoH5TPG8gAn5ozK8vRG6r/Ai2x1KMlOQuSVWfPQqW5nUsL90tQYqssgze9oXuSdn+d
8707jMiv2B41soyq/ivy4t/gtf+MUd9yz31mHv/RVOJqDcUdxnY+C1OgKw3yBRWZy9SuDUQrQWOt
DzS1IN71GPZce/2o2/2F+YtkyBJzf7lfo1bQUgzKaQZ97x/q1acy1wX1TRpTP9suziVr3oHXWqV+
jrbPQrAsI0VYQ/7GGQU73axVk+y49pphgpmfkVdXztCmbm0A82/hlHZGsIhMGLP/Twq7+IiKqTg0
egSgs+eZyBKzXc85Dcna653M3rsPu9IavayFTA66d1rQRaxmMKRkYaq0ww1HbgK5fsofzPS+vVdh
iXU1D77zYh3f+g6AlHphP08c4a0ATlawZEp7Gb4Bft2aMBe/1Od5Ugi+PS+ougR1zEYcFYDMvR/o
6LjmfwClhLYyvFNHuT/rwOGIGEzryEz3LUUQPYfO8KVd2ByTmvC5JJOBa1QiTQvrgzkvWVG65mtV
2F7q7D7NE/4NFUS2w/rMboDGepiGt2r0ayTlLU+eu5JQgfzZGYw/9lCFaecjTI8kMrXNG/qncrB8
RpHoiDT6aG5aZYGtSyS13vfEsvSkCvc9yMuXPGCIm/Q3IKaXWf1oZNotA37jAuDvvv44QfFnQcae
GjIoznuJLaAuPoPdPYtoeJODd1mHJcGwdj8mzfZXR92cbuTV/n+GP+dTjJa+igd30mkkom9mEwwg
sgIsMsM/hTDy37XmLI86ezwMoxMCWI5GhZTObwn1cjqwvlC+uGLnRyjm7ro25UmYRpNCVD1gfhjj
Aj200aOwrXO/OZUzDpOeZTBZ6vDLMIwP7Q/P5h7QXW7D8rWkp64TDeRev1m8WEEWaAhYt6acc1ib
KfVsNgwdvTAlpDArC1Zf560VNBSpTaWF0f0oOvlN8THjWg81GDy02iWxDVeYReW8cOfb0i92FojA
OEhBiZTmVgd4X+Ki9qc49KA6mUOv9YDLwyn2ILHDlivdnS7aWLOS5ghrJoB6tqF8Bx3pgxyX8x46
bcb7fiGBfTxPPQB5nRtPk6qxwDo/SMP1U2lE5qGSxU07i3o09vrnVM0f/Rrs51mGOXhEXSQUD+3x
4M2vQdMdIlH2xB+V2My7hifFdA/T0AQZRaCU9jUuV2qO3mBR49W0li9daz5qfJk+zvn10tASU7K6
rY47Gg2u9WwcSKjzY2Sr+Rsxc8vdZ/OFmGYhJ0fcamEd1sbPUfW42x9itX/sktzoasHeZ0GzxHvu
UNIzVeWRV4OypzCsvzbX/FtOzvzmqg4jQyc5lOmehpJHHbJvzPYdr69JWqVXI212CIZP9kbfqrIg
bwAPwEzht8dtA32dTGj2k22qonguhk+U5w+evk8hkrm7Dz9JRVqgyVhXm6iBRR+5GUcQDDgnorWB
O8+CZGbEXrRzG9o/7xWTykJwSrDaL03rt2kVCfu4zNgm57UBKEFbdNe7U/rLck8o1ATwO1B5Sw6C
ax9RY9qkMPA7FVfeex0dqiFA0RxakwyenXLEyLKSrJ9jcLT2HWNjUICu0krsXUV5R7vMpVlSB8X7
njRNO9nPtjC95nH3e75VpzdcM0bhqmQYF7N632wAymxrcJ9cYPujILO8jnptRV4hD40DR95ghypT
xqH9V2AHe5/NvTX4meWzNWXeqmo+Dbu/ZDosSKJRjdH+VQuzjTEOHN/jzBd9qLxgl1ngMdxhtGl4
IGXEmMEaVdd//Wqru89u4ykngQttUTpb1bL8bYXk0rdQhJ0I0dfTjwm4VUAIfgKO8uoXy3z/ZzEj
vOycvdnBn0mYJ47GMpzT1kZGn4D9/XEXx4bFqZnMewn9m6u+bR+2MlTTBWKIN8Yq9uhnMXX8XJuv
NF8Urfvv0Zrr/Xu1lQq/N8Qnn+VKinnm8iTwYxHCdNIFQ+rr//u1Ulu3zaNjqWCnGlP0R9IF8/3R
XCLhpiHjenf018IZMxTBDoKcYkSyEbIvkVI0icYk7ULNRzsPlumgljKsT9yeWMwHba75oZn8PbgR
LhhF10ab4fKTqa/qE4m+857NyNEZ07SzGl+1rAaywH24RR7XmQqodi4B4Qype4fpGU6YTmUf8wO6
sQbFxpAznWG4pgdUIOnH5W69u0EeVRkGD0sTFUYd2BgruVSPg0+82DlaVol2CBtg+wdMptyOJdgM
KqPaXxhxy3UZHNDYplP5BWq9qROaE8bp2cM31b5Jw/cZruCLt5e+hZm+SBfVfSpG13YvhZtX9uMa
4JMDG4HwyIcaYKSZHINw1t3cvGyzVvUNitWtjFzhYD6WKmCqN82mBrc2G9t8JSbd+5qLad0zZ1xQ
LOAhj+7aPkN0iOnq9RAW/gQhWpKoYk+jZafLXTt6MRdZTuhhxJ6z4i1DT7KFq+wAnwe7hv1soWhX
r77QvkuKRsU7A12M2HUZwj54CFjnzho17pTwUtqs/ttAu6iBAi6E4xK18Vx1zO4P9Mv4fK0p2K+9
2Wn77Bl+HzxpX3CJcKwjjo6sXq0nzM3IR00lAVeNEjVAXPUk/yfICMs3t9HAMGbjDx/dVJQelJnQ
/eNoDuG1Rt/zx9iHhXvTK/oTxML6gGL/sbYhIGNuQVQnylDzSzuQG5f0WzfAJ3r7/KGN3mVcaBC0
AfXRjj0XUmPFALu+qKFVGOPyoj60shPQoHfaMtwqLkUB8hxv5Qw3iz4CQ3/gFXWl+Cxa7W8UI9bv
quZiiR31fzkms5WRus7suZ+DpyjwZlOLhke7qYntMHclJqT6vDq3lqPsDkMO/8gU192xq9B5J6u5
IVWrEfQ651D69g/Dw8kQUxyOx6NcN4Q6hQwX0jHCiAW+JswYZV89K+80hBXOhsU3tlfPL9+bakOc
u9mrsa+xna/2cOlofvhX8H2bpw7YBLitFOwtlOWQLtaW0FW4M913Cd5BcbdsvDmzh93QmCOqCeTC
c8vvYBtDP+5qbpals8JfbSOG26YiefNcA1SntGtYOTAsMKat2D+CeuNRjmQz289bzY+TQHSJs1ev
oZ/WtTt/97aN5nzaFmE/KqR+J1e0GHW07wcY4Lx2vjA2NDAy0uTwNLeiuSzlRFs2SU8IuBieDRIB
zQj+1a1sXl8EJBydFroqfA7/V737FWL8vaXEIZRdDvcx3UXte74tpLat4xPeZo5IqJWPeZa4Xhxb
+pkkG3s8VTtpC0k0bBVa23A23j1MQ0VaO45zyp22fJgBfW+9iQXKZU0gnw0RwniYg9Z6t/doUfyw
ZoVNxRBnma/721L21g1IA8B8GEErk4lw9zQkXq8495bDo6lAAV2QKmC2o790nGwjmVLPCLP6L8S2
HCEgS7IBtXDlfnJMXc6pXgvOR/aofEjadnf+4j5xytSZ8AnOVWNRBpzvNMk4BXLupYLOA/fppsNg
+v3DVOmQ4Oto78+t5asvX4XI2Kkr4B6aNsDlvu+5cPuQ92nr/fW/ye/rNvHdlso4Qpi8NcaVJx+J
mzZ/o3Ni+h+MHgzDLYtn9DX8NZdTArfLZvaIMZmP6UnOlfmvRXecRBXW8iRfLZy6YV2FblxoMM2M
42UjiKTDPhbv2Crru/9P+dnQMY1czLA1kJDwNMRNKY1fQtfqp6w3pLzhut2wOodhyqQvaIIjVzdb
LYna0zSQi8LzFu5Ts/ic4Za5uXk6yD78Z8phflIRljEG4AFNlOTidKydbNuVKIufqt+GdyRQy2MV
4F2eCHEqEhwKfJZaW2BWrQrpv8nOR/CJABAbn7uHv3JduV8o7Ph/O5sJ4hayb5UpgWQNzEtulK/R
NPSIEWQg3vNS0kor5JyxizOty3l77+a9/IrkCNplEgWM0qQpRfdLmnb3shmm+dsTqA6EWtrflW+N
wHYetm2jsVinZj2A/tDY+Ap7gtrONAYnRdlk9nEzEOgnl8n/Vw0Dg9RuMpXgQLYPoHDiE2lqiQ/J
KwveGY00pzWV6aSrtXlvtFRI4+RCtTyBwqjMXoeR38gp11f23fdZeDaHlbsiZJ69vX7facH8uyj6
zonCznyQOOJF1Stjf3GzuY1eQnjD5loHE+LwjQqS2C8jjLgTnY8jzCgKk7tTNxjL21j2y4NDjk3a
iKAOEFIZpFhUgtjYtbTK76qIcnQjruw/KlGxYGq0PQlUX4MBWOGwNS09vSCTCP/waxcvND4gMJqL
3njwBml+TEtQffcoTgxsdUsUHhS0MDQfqLSb4u9dzhWZ+YyygFiHkryTDTmhyUe7Fi5Xmu3cPbli
2v0WFYuenmrWiimjYHHbjgJ4gwfq/6YJHS5qOTrOHgFhttbN9jWfS6Y9PvfWtnc+AlE6LpxQQDns
MirsizF33j8IeuPZKkQNqG8q4O///z1VRZC3GEJGclBrfUXdFf23VLP1bWosaSnw3PBalguJMP7s
TIAoaI7OjWFyZlRbywkjOoePcY5K9OjkDnIbGSDol/XI5dNzQ6M58vjfzPvzJIquR49p797ZNmH3
V6kAD9E7orsaWWaKfGPgLmWx8NXBClC995aHFKWum9/3sN3Us2rvao4+p65yBc0cJcDYpRuNkKkV
xdb3titHHubFE13S4hn4y3qRP/Y4jwk82vaDWQRE0hLhkDA2QAUGGsiRqpgmxJVjbPdFnJl5BCft
6mMb2UrGEnNuR0KRI36vHdt7Cq+Ar4guteBg9XjRswjQ+x9CZduPncLyP1ceZI4yS4zrsaNeb0hY
FMrtTVIGB4XndDSSGiMeEWKMlf1n/v+LNc+61PQ1IsXkAfYQI7KKEEwm5g3wNceU1Wlr4e5kfvan
sMOkKHhFZgtwiz+G+SNacSM117BKuijabpNZ7XUdo4vGhcDPRsxA0/b4ytq66KIPPyyKIy5z983u
IU63ZfM+S99huGyZusy4ZqP7cil3wNjohiiX/Ll8KeWmn1BY2S+r9guS1eburljHPVq9+OhkiSP1
zNHNIqNgRJr2snz5H3dns5w4tuTxVyF6c++NGGgkIQSL2xGGwnaVP9ptXO57e+MQoAYVQsJCsg0T
EzGbeYhZz+ouZjfL2dWbzJPM70jIzREUdvmc6WKajuhoG3eerzx58uOfmU5KN94PVjJbHaf38fxv
ATGj20nbIa3Ajz/GESjluHU/HRkr2vS1ySoe4OFtXhADQGP362BWyRqLTf7vJqm69+TTB8chNRXw
ldVpRNQLlwH3Z3WHbdeJIiKCnWgVpdfGbBl/mMcN/5Io59Cg8kfarY8p6tMbP1B14zYyp8tmj6QN
DjSYTXlHpnFiNk7r7Uk17uWv/6OfgrUmJZOr5QNwfzdvLJ+uVulkMu+27mI4/AE/y8NZYwyXdugG
g0XpZHlvbfHUXISL6sI6nsEpcYeKA7iZMwJ4wrkREdm5QA4+RYunq+b9GJXLagvLrZnaPFKPZsRv
Gk9PXPzptA1fkjhv0NiKCj3VpAsuqz6YCl4BZU+Ko12vL4/pgfPJpFdOuzG9SJYtuoqu6KBxZqdJ
u0mqzAMbNL27hwhpnzxQj8nyaXpqxcF9u0cFERtYxirFMjaTx4fp6XzyxN/nUoCgzF3zQ4tKAmMM
pOn9UxcM65R8z0yAkWbgLG08UQ9+q3uXPIKYSyeNO1wkgW8yGBBZADFRxJA0tZ2uHrl0hHAo1Rem
UaN+CoYTPD14hWoCCO0Rz9r0w8qeYks8AK+j9jSOrmWjS/Yv3v1uK1MIFwif+sdZsprOz3ARWLMr
8GntT90kBZHYJT/WnB6PbadBjb9JM4mpZi3wkI9cVFomhAiv5Yp7AdI5mN5WZ/79oovvt0kwF3QP
XA1O02vHvKf0/zFMKoQ8JE2nmyYoUh3a+63q3XCCXdX1mz4nuazPg/B8vnwyPp2mAWN34uo0nLyr
VqP4Z3ioiWMzerLHvafgKcUzdReDQqH2JNhzs9Ee95NFfIcykyTjD3Of+pIdo7mok2ftT8nmuDfN
ZUDICFx0Z7UK7erJxPDJRe8ADDSTjzYWSKuHWkQSYXrfBCnlVIX6/sl5CG7zM4xxxC8ocjuepqcP
4ZRCdff8NYWCyU4aEqV8sE7wBBETrlsLStr4dpAiVVpJq1uf1OuAWNInEoMCiny3jj9ZVNl9rJO/
/hP2wp1z0nzy6yQnPM5mQ+qu46WKJsvljApyS1yu9mNSvxmHceO+/wQ65+4Dlj3s14ifiMMAipre
Lqw2LO/jeQnfzZzpHaihT4/mj+As7gLsxAmFOXAuBvQcX9Bk7LSdPoXt08WTYf2Clt/62/T+jq4v
VTBUPuk1As1bHY+vq3N473Ec3o5984knJLh8eGyQ6GFh9uCKoKvdbHw9/kQUm0yzBLRS8qsZt/9O
+iAS0bZ5rI+T+tPPWdqe7ipVF/4wJp3t16RcoUqqZXXiRZfuzFuU/0jMZlhUvFr8kH1NSrAoHiX9
0AsTP1n+lHrx8tpbpEGy/1so5bnFgtBV5IfJTbRF4lV/tJ/QulHBzXLu/fW7YZSGiZjfGFDpZpUr
i6psUpOmbEbZYvYRCFzWnI6g3DRrtkNbiiZw8OxDhnAQheP119W2qAfcMkTq8PP3DLg+6n17sH95
xVbv28t9K/CyU3s/+ut3oj+e0hZUqQLmkDBBnjLPV/aR9oDi5zWaLhgOsalsDyiDeFhbgIKouAdG
s0YTHQp8yMdvmEaNRG7TEr0TD2vNhpNPqcRAX8H6tlkz8Rs1KC+dnzpJ4xusb9eadJlqUPJ5zRT5
VTskzhdth9RYv2HUxL2nlONv13tjDwzHrLUsqsXRG+XQGED0aVVaPOdP9XPR8MV6Fm0ba686NVGC
mzZHzfzr9SU7IAawlEUfbR7wsfGpyxe/atPeJlt2sfqDO39RdELp/KvI9azIOc9bfsUpk7DJAE2+
b/Iy2NShzz75dTsgBjBV98Cu03ORWpBU7M+XKLNBo9YUbb4oQJ9/e3hXQJSGVeICq1mzqZXhkJi1
lvMSExh1q0a7XYumxocmABuqD2DVMmo0F7Co4kHNnewjrb3q8PoTd6ci/sE9/6LQu9K5N9o1p0FN
HN6258u9cfkNG8GIYKB/V/71wSl9tN5T3AKrTh1bk7o4FLfNPrIChHgUrTzoM73+HNwNEH041JjA
qDXpJEZ7cMpNbZw+FYProrKNQWGZYmcY6IAkv2h8prR026ZDL34BY8Ow29iBFk8jzWEosJ2Nc0Ar
N0SRZqWlm1aNSjpC6CNENtZcNepYw5RLqqP1HdyyRQFqpWU3HNHH0LFbNOzMPrK6Y7RZO5KAvif5
1we3BaKMldIONFFqG03HadI+MPvI2g5+AMygNp121gLv4GR+CzGltAMN3Dl0HwV3LB++WaMNleU0
C9ZoH9zh80wrrl2o860G9ehKa68aNPgk4wAPz2/+H3b5gGSe2VA9eEvcbgsvv+XkzI1c3xR97Xat
TtVUSjuu1eB8wAPag7bqFthGjctNbclC3ZGvgDCF0QUomXeoXIAjUvEKYOyQ/GrSCnS30ms6uHtE
kT3aPQpBc0DHj2BWXDw17oS9b5l1Z0vui0ZjuAEPjukNI9e/3u7lNM2aRV1TzLz1qy4r+U6bVsVY
OnU6aWef/I09oIMHNqZ48GxBw6TVodlcr5F3fUP2GUaD3s9CKNi5UXlAizfFW6X04rM4SmPSPkBe
cx3bzzIJaRgHt2ZD3bNX56Wn1xgWzFqTEzxUPnLuVt0219fi0MRdVqJW6eAtE9eeKHhL77P8I22B
3agR+6BXEbuQfQ5O2eXGKvJ+w6rZACftemvtvyxdfLNGD1Q+rcO7A6Lfmdrxo+nbDZJQaaC64/hp
8Up4o0mj6INbOyUoFdfeQJVDncd5t166/OZVYQubtkuir2v+OThtx1C2de12DSwZgR1U2uJ+b0rA
es2xWu2m6AB1WIqe0c4l0dtVHhHY5WJbSL986aW3j1bpxDTNIux3eEENIm+qNwBXBpANdNr17Zdt
HZPADr5dk8jO+gYcGhfQjF5xCzD3my00PjSBfI3yFrQd/P90hKV74TOTHNZFMC1VOVjyaoPmOLhj
bqi+cwSqaQ+KLrvbvqni0bXraDoFvkkEul97zq8wBJ6RXl0SDkYZEMz3Fhtoshf/oMBJbRNY458E
yAmMynOPwewPBS4sJ50jocTPP0gwscx43/hSwNY2fpT+NgfPbXxbWP6bY613Y3ueO1dQ/PLU92I3
Hk6WvQyxtV6TQOz99bujYOzFvrsJaENP/20aW8C3Z41oL9VwHAUSUTwHqkQ7UbJ4dEOJrGjeqkzX
C30J0Sf6qCoTTUkRHvkFIcFAlgay3Yk72qQpmlCrTvXam6eDwB9Wol8rycSr0PdsHBVkxcQbvAOq
g7zzZtEwBvM4rLw8ngYO7MLdMXkUxcyzdWhgFnrfRCBiN8naaAqq29OFQOwGlaNfY3/ohs97VFAW
0xeuEeVx3LlXufXikVfQyijzyqlSfvfJH0RpInG8QKyp0u2Nl/OkICMm29Qw2d596iYRci+onKR+
6EkypamBTXrUaYhlso6Gq0orPD+ay+La0XA7b7j2Jy55ddJGtIjyqh7fiTuQL2FLw/GdTErPQEvD
kW0zAg569Q3ofv6vxKuM/vT+IfJj6daRqaNO/swLl9Kh0VFYneq5PyhrBdgxGuh6C3oPS48L7Zs1
0PUHpV0Q0RNV3r1wR+7YXQzduKAl5I/R0LDBF+4yShKZHUTfJPUpB+6jX9DJpmtr2N8LNygR1XCL
L3hIh0OZGQToQ30PUqSvn0qPNBgyXZTdUBaTGTBbedLRSsjf+1TmCYGwViV96aPiF2QyltDxZGRU
SxshwDyqs83FcLXjLxZuWpDLZt3WwMjXn/+RkkgmqYXEo4txdqb6vMriucYyGUmCmHw5dbJ9bzmc
eEHgScxs1jXMuI+2NlkrnMVExT5nUV7VU+x7oTd2A4muQI8o08WUjd3KuReF0kUxRZBWmXg0Q87J
hyjaFCrTTUeuxHGmjpf/JpKtNDKENEz1839ElZto9vkfFfi5chV//s9w6M/lvRb9OVX35IZruCjt
tcBWKNN1w1VZQOOXUif8cbx1wRsaGJpO41M/dCvH7kJ6CUmLUp8zLh6/pNObtoZN7uGHSUj9LWaY
iQ0dD+wvWzYIgIFilLcL51/82cAdPMpc3NSwEbkM7W/db5EYp8rJHT+u3KDMSULUFmkAqpSPBktP
OjsHOBIxaDLtnDa9H0g1ffHC7PJEPoOVtv2Tcq7p13+/XnPGaPRwNf6AntguNq2sQegQWyex54UB
oqtgG7GFAlGuykQX3hMFZAo6gmqGClcl23dJ565ciWfey56gC6ETEzXdHIke1cWPbxcKH0M/8UaV
fuImJe1KID1V1/Hs0MMNiUevIJgxsFNv7XuqFxtRt31O9q4b+4OBJ6sW+CxIJW/te5ly+t/uAhuk
NPwB7+9RmBBkwcEtHTZ4/uLsv8Sq3+4kqBQE0KsIE20GmvYEqraCWpvzF2skJrb5q54IOhUBOWms
4pvil/uYveNOYkRDsZeZvNHgg+gu57HsKNDhgThxVy6CJfbn0nxF3FNVrryPS/ddh4HyfhG7nqRn
ZJltGuZ6X6w4OzAR/FYl+iGKS9aUISojqJKlK6LrJwWdbLY6VK1zb+CG8uMFCrgY5ksSIcfd7LsO
P1KYu6CSTVaHNvsT5VRkR1FbwxXru+nIrxzFbtkSqWuwcPpLgjibG2EK1J4qM6xVAzHnSm/mE7Ys
aQgC1aE6yM/eIql03HBakBLnCFSy+PHtzPF3b+ZJ3AHGSJ3qZVSB6f60qJS1SVuHXDsBLxBW+ulg
5C8QnEPpKjZMcoPUV4DPYVB5vxDzRwfKzy+7PKAUDUdg3lTP9GiQVi7ShcSRAgMJdQ1s+c/XvX7v
+rb37l8qgnm8mA0r8z+FJ0mdtLDiwNqTa9V4OVqx67He84RrNOVI+QLAUDz/b9U/9ugq3wxUg9SX
5ZKGJ+ooHEU4PwsuFZyrwQ18lIr7JlE1NEi3jheM/XS2OVkdrz/9HtnYzDA89eKVN44e8J5Jo2gQ
oEzeLamFOqKqnTQYY7NJ07U0TPedF87cWHpHdAj89zHbIDsOdISjeoskKl0OZ5+5+lpreOUNJ/Le
6ghHUZa5vAkCF676UBy7ceTteotwbakTx0YYegWdTE5ouNEn/gCEUklDbGs4uRPq/oULb7k5YR3P
5YkXo7DIZHXsAx41eXd1xA+7cYRLXRINuGGLLXm7LniahsgcaRMotaRO9/1wSzhk6eGqF+N94gby
bEUKkirVD15cYjDakmggi8oKkkNWtg2RzqM64XM3eShxg45o07mfTNKyamLoAJH2g+jBnZanrGGP
z33keuKF6Lsl94+OCNl5+uTNwC3G4+LMMoOgoUHEX9Djnj2R6NoarICLKHRLjndbwxUB4pPIk9UR
ebv0QBTH2xaXjgDZZRQ/urKs0PE0XwlLdCQdmw7T8CqKk7QEiTB0BGKuQS2U9KkseUlVBIkb7ZUJ
i0qvyoQzqRn7oRQ9IlFKA+l5yUecJTIqT/jBDQZuLPGEaWrQfPqP3kh+PEwdRlL/0U9W+a0rtlRI
NbLtih/frk98nAo3vKRcmjrej7XL7cwPx6NINht1AE9vReYBfNelznSxCdmeaAFdRiEPlDeOZYbW
YdX0vbjsNtWBI8cJ5ol0j4uSF9nW4ktHMIMsu3CH3qhs6VHqVYc+d0ZN8gdptymVRlsiDYrt538T
4n+XaUbhHsrzkKpuWC18nlbj5eG+nWuN5Gv47zWuNcJzIRJyK6wnu9WiIYHmF/7mIPLZsgSazSsu
8vZKb9Z6ya/0LOwO7GZRbDW6ZfzbDuj+1820l8aRjNXLPaxK08xv89EOHEMGxFGinTkftzCX4CO2
LvLXbcQa27o9Z4vo25Yr9uto/yhugmzoNK1Wq9EyWw1KGjgtvO/bcbOvG+OKSNy4LDubzQY1E2in
2TApEmc4dXuflUKE41XAZXjGLTFis2VRoa3V5mEXNXtI4N5n0b52oA4GBtl/23gbp25xmVqUSmB9
dBjJagB9UWd77XAXpJrMowQEpGTVEB+x23QnocAgBR4sm+qbZemQ/tbn4dWDuXRU9gYFJaFZUNfH
Ef9Q64xqjo6RNQhQXtUz5qfyBcuqRUFdMrGplYzqWwdovFfBydf37V4pM4NCveaV2jiUrVdoc/5C
s/2/AaB4gb8q6b3Feb9dne5Gi8StXJdBQxpMoV5Q6bvBg0vMqJhmxpZbj+HGzr5SZJyQPOkBlZcu
lihX+UX2fiXh0ygcCXFUUBITJnxa/Pj2bb5kg2N3nEozphqZOuUrUJszmezLvutNhu3xMgh41O8T
cTWFjqF632TN8DC0vjEpoSAHZHvGUj/fIwzpget/kgnvew9fyetHMSCN0tukPl3wJOPAHXmLSUEr
s3I1bMTF0hVRRonsPv3jldvQmaTlQ9Mg/DoUX5Ah7qKQi6p4oqbAIBrJZ6bDK9+P/co5QCBJjGxb
LV8vqEFUyMFxHS5zhPS4cib+1T+6LjY1l9QaTu49IIfQKymkWTlC1dODsnx0WWFPVaof3LksGgwd
ALSzZTxersrijBSNYr8VnsLMOXMWlaoT0G1OnXZudu2grYExzsDU0v+4JCyooac+7XNXLuiBf0ed
KO4vN9q6IraGXSYARHWdEi/rSOsiBDTyH2Soo9HU8NZB2F2W77SOOh6X3lxOMjUcDUd3ha5IeHuX
D5BuFOqscUWgdIuRdSApriiARbdn/HmSCr3f9HzlQ93HM+/OERvF+jPFQpSuVRWhNxPXL4fcsqK7
yoTdT/72TpPrpmHOrk/Cd0En17E0SKIbskGFWljmDlOHRPq4Gng7tkNHrPvW9xLsIGk/dIi6H8Em
Rg+V9wnVtOaV7ys9ivZESbq+mZvDiR4qGg5gPeBZSt/5CQmY31eK//R3Deo0dATJ+3MQ5sFyl7zB
MyZKMavehAt/NCLi03MXSUFM8Gye//Nl6kiRV/kQ17vWn/hTPG4hu/b8nzncenNQsr9wvGnwFmSv
issBxX7wP//674upu3QrJ/GSLEpmcErhoZlbnJokD3E6NS0dZWdufIqBVc8FFntzhaLcryWKZ6oe
G1UUpu60YPfF9+98N1piL/mVnygu58oBMIcyw46GQd9F01HEBt64U8xIX3ZuUK8YJ62GwztzU5+O
0cUe5fYDvh7a4BW/e7uOe+VWA786BA5aXSzSgt7GGBpcSn0s7R2UNcigc3eeTEpqjaik7LyMM/x2
jqXnvFNV59LmEgQH7HOMSWP1nh1pL6dPHcXpQLK2NchYwoQ+HsYMm95x4wFFATb5Q4Ov8Sgcp34g
u111KGBitviJJRmpI0ovqsqRt4l/VCKtw0DuuktQT7teTB3qTLfEHTpKaL2LZlTMkJODdSgPBd3d
NSN1WG+UEChXJtABiCOKMCKxP5UD1tvR2fS3cNwr1ZFTMjn9zbtHB9Hix7c/Kh/g49L50blRne6F
G4taKuXKXzqqiuIpSBaiYJKk9dGQQH3WV4D2k0hEriQtxNSRC5jXgDjzk2SRSdNL78GXJYgOVT8f
5Twdyp4UU4vkA93oj9xRNv2baEAwv9jyzFbUAREXtmK+P134MlrsEoaUni/GfTvj5xt165NTQmkO
AY4SVYJzqbDlatBRd7EjyvctJpVbPx77O4U8SY7q6/rY3zuChge7A1S7VPTTFI2vVO2CLkFSvIsF
oYyldKj+fVfWikxHg3zDcZRUemQZAsFM5WusI0Er505UmGTy+R+BN1tu7oqtp+YcC7hwGUHG6lIw
SYcPM19A/gpU/nyc5W79ZXMRFkCOFw2WTbX5N0141283CuPv1J9f9f2ahQXn7YLvSITXWvyeqLEi
ouP3WKVAqvwhI+ci/beMwNOB8gc2+GsUTHd4zZqgjClR1G7S5rHRaoEifNFo3nXCvw9gIgcMqvLz
Ht7/Vinq8Vi8QnJ4WIersUNoqpS6pqM+Syd2V3IpPB3lLrsETCTXnQ6vYDcKonIpdR3O8N4Qi0lG
c4k+3KrKxDHm3XAi6uCXiqrryNE6doPpF/H0GnTTkxRYiuRnMUQvKdU96eNTJp4hsQaNu9UJi9Ai
TiJJSTFE7zvVGV95cVpQyRydLwvVl91kH+O0PFmadxfDvN2iuCVbZkVVP+ngwKy+RPnbPQO7EN5/
wEchB8xTVsadRdLh6NCjO+Tjl52iGsy4vhC30U4zUQdephsJ2/rPZx7433D8l11Wtg6bN8uyEBV9
MASEIN41jo7s4W4UFTqZZIvpSCE+9j/5xRXOLAMNgfZjMiRF/a2iUGeWteYP422Q2N6al6/0HK7f
QlKAl1sgNB1o4TX9DCclDls4U57TiwQGUC5MpeNhwM0qxeW3U1PSr3ewemTDrjk0W8PF8B2ujqD4
ncRZpCAVTPH2F+OMYOEAB0JBKXvidNQh705i0BZEKHYYKoaO4jyX3mOl6wY7UiF15Ide+qWGETqy
Q2/dEIS/rE7o8ARdusA4pBPUcWfFBv/igTArJe23rGKot7PdlZ8M8eDtfFxIjNIwgDsnZCiWsKP9
kJ5QeFBuo6HhOvJILQhR74bI6cgEyZ1ip15A6OmfKkcLXM8L2nbk/nRxYwn+AfPopuFE0lPIV1M/
lJtoim4qcSqNanXQBUJXkBESzNQBur1JKU9QmqwGzvyZ4/Xz+MJxmoCHkiauIyK6pWSaOoAlXYGA
FLGp4tJuztvGleqAo7DoOQ6iomHrKBiyLl3QzwqJVy6oaxFXfkwBdKEv7lTjHAGiqVOmsYUXTHTB
PmTDZ0fSqarhs2nGrZ3Dm7/qrYEcmSP69/Hy7cp4/X1XmRvjwh/13MG2mMC+OsAnXkSMTLqbOhDK
1+miBNfOmkGrOiluPv833U6W3uaVJJ+5+PFL7/Qu5vh9+GJXtnBxLNlZrdl3j3/3/0FsY1eq8h9v
lbsyow9slbsYfSMct4bCDQPMrx/+FwAA//8=</cx:binary>
              </cx:geoCache>
            </cx:geography>
          </cx:layoutPr>
        </cx:series>
      </cx:plotAreaRegion>
    </cx:plotArea>
    <cx:legend pos="l" align="ctr" overlay="1">
      <cx:spPr>
        <a:noFill/>
      </cx:spPr>
      <cx:txPr>
        <a:bodyPr spcFirstLastPara="1" vertOverflow="ellipsis" horzOverflow="overflow" wrap="square" lIns="0" tIns="0" rIns="0" bIns="0" anchor="ctr" anchorCtr="1"/>
        <a:lstStyle/>
        <a:p>
          <a:pPr algn="ctr" rtl="0">
            <a:defRPr>
              <a:noFill/>
            </a:defRPr>
          </a:pPr>
          <a:endParaRPr lang="en-GB" sz="900" b="0" i="0" u="none" strike="noStrike" baseline="0">
            <a:noFill/>
            <a:latin typeface="Franklin Gothic Book" panose="020F0502020204030204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lang!$A$2:$A$35</cx:f>
        <cx:lvl ptCount="34">
          <cx:pt idx="0">Aboriginal</cx:pt>
          <cx:pt idx="1">Arabic</cx:pt>
          <cx:pt idx="2">Bosnian</cx:pt>
          <cx:pt idx="3">Cantonese</cx:pt>
          <cx:pt idx="4">Czech</cx:pt>
          <cx:pt idx="5">Danish</cx:pt>
          <cx:pt idx="6">Dari</cx:pt>
          <cx:pt idx="7">Dutch</cx:pt>
          <cx:pt idx="8">English</cx:pt>
          <cx:pt idx="9">Filipino</cx:pt>
          <cx:pt idx="10">French</cx:pt>
          <cx:pt idx="11">German</cx:pt>
          <cx:pt idx="12">Hebrew</cx:pt>
          <cx:pt idx="13">Hindi</cx:pt>
          <cx:pt idx="14">Hungarian</cx:pt>
          <cx:pt idx="15">Icelandic</cx:pt>
          <cx:pt idx="16">Indonesian</cx:pt>
          <cx:pt idx="17">Italian</cx:pt>
          <cx:pt idx="18">Japanese</cx:pt>
          <cx:pt idx="19">Kazakh</cx:pt>
          <cx:pt idx="20">Korean</cx:pt>
          <cx:pt idx="21">Mandarin</cx:pt>
          <cx:pt idx="22">Maya</cx:pt>
          <cx:pt idx="23">Mongolian</cx:pt>
          <cx:pt idx="24">None</cx:pt>
          <cx:pt idx="25">Norwegian</cx:pt>
          <cx:pt idx="26">Persian</cx:pt>
          <cx:pt idx="27">Portuguese</cx:pt>
          <cx:pt idx="28">Romanian</cx:pt>
          <cx:pt idx="29">Spanish</cx:pt>
          <cx:pt idx="30">Telugu</cx:pt>
          <cx:pt idx="31">Thai</cx:pt>
          <cx:pt idx="32">Vietnamese</cx:pt>
          <cx:pt idx="33">Zulu</cx:pt>
        </cx:lvl>
      </cx:strDim>
      <cx:numDim type="size">
        <cx:f>lang!$B$2:$B$35</cx:f>
        <cx:lvl ptCount="34" formatCode="General">
          <cx:pt idx="0">1</cx:pt>
          <cx:pt idx="1">1</cx:pt>
          <cx:pt idx="2">1</cx:pt>
          <cx:pt idx="3">3</cx:pt>
          <cx:pt idx="4">1</cx:pt>
          <cx:pt idx="5">2</cx:pt>
          <cx:pt idx="6">1</cx:pt>
          <cx:pt idx="7">2</cx:pt>
          <cx:pt idx="8">1733</cx:pt>
          <cx:pt idx="9">1</cx:pt>
          <cx:pt idx="10">17</cx:pt>
          <cx:pt idx="11">5</cx:pt>
          <cx:pt idx="12">3</cx:pt>
          <cx:pt idx="13">7</cx:pt>
          <cx:pt idx="14">1</cx:pt>
          <cx:pt idx="15">1</cx:pt>
          <cx:pt idx="16">2</cx:pt>
          <cx:pt idx="17">2</cx:pt>
          <cx:pt idx="18">3</cx:pt>
          <cx:pt idx="19">1</cx:pt>
          <cx:pt idx="20">3</cx:pt>
          <cx:pt idx="21">11</cx:pt>
          <cx:pt idx="22">1</cx:pt>
          <cx:pt idx="23">1</cx:pt>
          <cx:pt idx="24">1</cx:pt>
          <cx:pt idx="25">3</cx:pt>
          <cx:pt idx="26">1</cx:pt>
          <cx:pt idx="27">3</cx:pt>
          <cx:pt idx="28">1</cx:pt>
          <cx:pt idx="29">15</cx:pt>
          <cx:pt idx="30">1</cx:pt>
          <cx:pt idx="31">2</cx:pt>
          <cx:pt idx="32">1</cx:pt>
          <cx:pt idx="33">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GB" sz="14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rPr>
              <a:t>Movies Language</a:t>
            </a:r>
            <a:r>
              <a:rPr lang="en-US" sz="14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rPr>
              <a:t> </a:t>
            </a:r>
            <a:r>
              <a:rPr lang="en-US" dirty="0"/>
              <a:t>Distribution </a:t>
            </a:r>
            <a:endParaRPr lang="en-GB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rich>
      </cx:tx>
    </cx:title>
    <cx:plotArea>
      <cx:plotAreaRegion>
        <cx:series layoutId="sunburst" uniqueId="{00000000-1612-44BC-9F0B-C231B6D25D9F}">
          <cx:tx>
            <cx:txData>
              <cx:f>lang!$B$1</cx:f>
              <cx:v>Count of Language</cx:v>
            </cx:txData>
          </cx:tx>
          <cx:spPr>
            <a:ln w="184150">
              <a:noFill/>
            </a:ln>
          </cx:spPr>
          <cx:dataLabels>
            <cx:visibility seriesName="0" categoryName="1" value="0"/>
            <cx:dataLabel idx="8">
              <cx:numFmt formatCode="General" sourceLinked="0"/>
              <cx:visibility seriesName="0" categoryName="1" value="0"/>
              <cx:separator>, </cx:separator>
            </cx:dataLabel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digitalcommons.lib.uconn.edu/cgi/viewcontent.cgi?article=1968&amp;context=srhonors_theses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hyperlink" Target="https://digitalcommons.lib.uconn.edu/cgi/viewcontent.cgi?article=1968&amp;context=srhonors_theses" TargetMode="External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5BF3A2-5FBD-4C32-9852-C00D36AB07C2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C74264B5-2CCD-44C3-83E5-34F5488409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Conservative Strategy</a:t>
          </a:r>
          <a:r>
            <a:rPr lang="en-US" dirty="0"/>
            <a:t> – Lower risk with more moderate return potential </a:t>
          </a:r>
        </a:p>
      </dgm:t>
    </dgm:pt>
    <dgm:pt modelId="{A26C3DE7-4D68-4E50-8149-F3CCE2520E6D}" type="parTrans" cxnId="{2B581EAE-8648-44F3-8E46-7251B6149974}">
      <dgm:prSet/>
      <dgm:spPr/>
      <dgm:t>
        <a:bodyPr/>
        <a:lstStyle/>
        <a:p>
          <a:endParaRPr lang="en-US"/>
        </a:p>
      </dgm:t>
    </dgm:pt>
    <dgm:pt modelId="{B162F778-7EBD-4D57-82A5-57865C517B79}" type="sibTrans" cxnId="{2B581EAE-8648-44F3-8E46-7251B6149974}">
      <dgm:prSet/>
      <dgm:spPr/>
      <dgm:t>
        <a:bodyPr/>
        <a:lstStyle/>
        <a:p>
          <a:endParaRPr lang="en-US"/>
        </a:p>
      </dgm:t>
    </dgm:pt>
    <dgm:pt modelId="{DD0F241B-88A7-4B90-B094-6A201987AE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Aggressive Strategy</a:t>
          </a:r>
          <a:r>
            <a:rPr lang="en-US" dirty="0"/>
            <a:t> – Higher risk with greater return potential </a:t>
          </a:r>
        </a:p>
      </dgm:t>
    </dgm:pt>
    <dgm:pt modelId="{B8B06DAA-3AC0-4988-B78F-D465F543975B}" type="parTrans" cxnId="{DB455105-C46B-4F8A-A411-591BCD8C4F08}">
      <dgm:prSet/>
      <dgm:spPr/>
      <dgm:t>
        <a:bodyPr/>
        <a:lstStyle/>
        <a:p>
          <a:endParaRPr lang="en-US"/>
        </a:p>
      </dgm:t>
    </dgm:pt>
    <dgm:pt modelId="{0F5A37CA-90B9-47B9-A626-087AB864E41A}" type="sibTrans" cxnId="{DB455105-C46B-4F8A-A411-591BCD8C4F08}">
      <dgm:prSet/>
      <dgm:spPr/>
      <dgm:t>
        <a:bodyPr/>
        <a:lstStyle/>
        <a:p>
          <a:endParaRPr lang="en-US"/>
        </a:p>
      </dgm:t>
    </dgm:pt>
    <dgm:pt modelId="{685F876B-96E9-487B-8C0A-26C03A9B5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Data:</a:t>
          </a:r>
          <a:r>
            <a:rPr lang="en-US" dirty="0"/>
            <a:t> IMDb movie dataset covering </a:t>
          </a:r>
          <a:r>
            <a:rPr lang="en-US" b="1" dirty="0"/>
            <a:t>1920–2015</a:t>
          </a:r>
          <a:endParaRPr lang="en-US" dirty="0"/>
        </a:p>
      </dgm:t>
    </dgm:pt>
    <dgm:pt modelId="{CBBE7E11-C0E4-4EC6-A3C7-B1059B57D33F}" type="parTrans" cxnId="{76B3BDBD-1338-44A2-9F9C-A8378A9E9AE9}">
      <dgm:prSet/>
      <dgm:spPr/>
      <dgm:t>
        <a:bodyPr/>
        <a:lstStyle/>
        <a:p>
          <a:endParaRPr lang="en-US"/>
        </a:p>
      </dgm:t>
    </dgm:pt>
    <dgm:pt modelId="{7ED36334-D757-4027-9376-DC8831F4FB53}" type="sibTrans" cxnId="{76B3BDBD-1338-44A2-9F9C-A8378A9E9AE9}">
      <dgm:prSet/>
      <dgm:spPr/>
      <dgm:t>
        <a:bodyPr/>
        <a:lstStyle/>
        <a:p>
          <a:endParaRPr lang="en-US"/>
        </a:p>
      </dgm:t>
    </dgm:pt>
    <dgm:pt modelId="{77207237-8159-4883-8DB5-1C92100220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Supporting research:</a:t>
          </a:r>
          <a:br>
            <a:rPr lang="en-US" dirty="0"/>
          </a:br>
          <a:r>
            <a:rPr lang="en-US" i="1" dirty="0"/>
            <a:t>“Breaking Down the Box Office: An Analysis of Film Profitability Factors” - </a:t>
          </a:r>
          <a:r>
            <a:rPr lang="en-US" i="1" dirty="0">
              <a:hlinkClick xmlns:r="http://schemas.openxmlformats.org/officeDocument/2006/relationships" r:id="rId1"/>
            </a:rPr>
            <a:t>Link</a:t>
          </a:r>
          <a:endParaRPr lang="en-US" dirty="0"/>
        </a:p>
      </dgm:t>
    </dgm:pt>
    <dgm:pt modelId="{C4D65088-7CFC-4CBC-9269-DB25C447D674}" type="parTrans" cxnId="{2E9B2BDD-8C6B-4BE0-936C-BEE29AFEE41B}">
      <dgm:prSet/>
      <dgm:spPr/>
      <dgm:t>
        <a:bodyPr/>
        <a:lstStyle/>
        <a:p>
          <a:endParaRPr lang="en-US"/>
        </a:p>
      </dgm:t>
    </dgm:pt>
    <dgm:pt modelId="{5D7E681E-DEE4-4EDF-B799-150224F867EF}" type="sibTrans" cxnId="{2E9B2BDD-8C6B-4BE0-936C-BEE29AFEE41B}">
      <dgm:prSet/>
      <dgm:spPr/>
      <dgm:t>
        <a:bodyPr/>
        <a:lstStyle/>
        <a:p>
          <a:endParaRPr lang="en-US"/>
        </a:p>
      </dgm:t>
    </dgm:pt>
    <dgm:pt modelId="{CC42537D-C158-4D9F-894A-778B8C352F87}" type="pres">
      <dgm:prSet presAssocID="{C75BF3A2-5FBD-4C32-9852-C00D36AB07C2}" presName="root" presStyleCnt="0">
        <dgm:presLayoutVars>
          <dgm:dir/>
          <dgm:resizeHandles val="exact"/>
        </dgm:presLayoutVars>
      </dgm:prSet>
      <dgm:spPr/>
    </dgm:pt>
    <dgm:pt modelId="{0AD30684-8C6C-4CDF-807E-1C462500E4A3}" type="pres">
      <dgm:prSet presAssocID="{C74264B5-2CCD-44C3-83E5-34F548840976}" presName="compNode" presStyleCnt="0"/>
      <dgm:spPr/>
    </dgm:pt>
    <dgm:pt modelId="{25405F58-A1C0-4B40-94C3-9689B85E9801}" type="pres">
      <dgm:prSet presAssocID="{C74264B5-2CCD-44C3-83E5-34F548840976}" presName="bgRect" presStyleLbl="bgShp" presStyleIdx="0" presStyleCnt="4"/>
      <dgm:spPr/>
    </dgm:pt>
    <dgm:pt modelId="{FA49EF0F-8A8F-4F53-A622-FD61EAB80691}" type="pres">
      <dgm:prSet presAssocID="{C74264B5-2CCD-44C3-83E5-34F548840976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 outline"/>
        </a:ext>
      </dgm:extLst>
    </dgm:pt>
    <dgm:pt modelId="{CFCD0782-CCB2-45C9-A500-7AD0330B91DB}" type="pres">
      <dgm:prSet presAssocID="{C74264B5-2CCD-44C3-83E5-34F548840976}" presName="spaceRect" presStyleCnt="0"/>
      <dgm:spPr/>
    </dgm:pt>
    <dgm:pt modelId="{62A21D83-E8DE-4FAE-9B6B-C970A99F3A75}" type="pres">
      <dgm:prSet presAssocID="{C74264B5-2CCD-44C3-83E5-34F548840976}" presName="parTx" presStyleLbl="revTx" presStyleIdx="0" presStyleCnt="4">
        <dgm:presLayoutVars>
          <dgm:chMax val="0"/>
          <dgm:chPref val="0"/>
        </dgm:presLayoutVars>
      </dgm:prSet>
      <dgm:spPr/>
    </dgm:pt>
    <dgm:pt modelId="{F0816A05-5A8F-475D-9177-F399C7D42303}" type="pres">
      <dgm:prSet presAssocID="{B162F778-7EBD-4D57-82A5-57865C517B79}" presName="sibTrans" presStyleCnt="0"/>
      <dgm:spPr/>
    </dgm:pt>
    <dgm:pt modelId="{1F4C8A1D-EDC3-43AA-B0D2-162E1F2BB064}" type="pres">
      <dgm:prSet presAssocID="{DD0F241B-88A7-4B90-B094-6A201987AE13}" presName="compNode" presStyleCnt="0"/>
      <dgm:spPr/>
    </dgm:pt>
    <dgm:pt modelId="{844B5169-F2D7-4FFF-8002-B167956F52CC}" type="pres">
      <dgm:prSet presAssocID="{DD0F241B-88A7-4B90-B094-6A201987AE13}" presName="bgRect" presStyleLbl="bgShp" presStyleIdx="1" presStyleCnt="4"/>
      <dgm:spPr/>
    </dgm:pt>
    <dgm:pt modelId="{C0C8706B-386D-4704-B6DE-E6B73C02D8F4}" type="pres">
      <dgm:prSet presAssocID="{DD0F241B-88A7-4B90-B094-6A201987AE13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outline"/>
        </a:ext>
      </dgm:extLst>
    </dgm:pt>
    <dgm:pt modelId="{EAE01701-C2CA-498C-AF70-003C0FDD51D5}" type="pres">
      <dgm:prSet presAssocID="{DD0F241B-88A7-4B90-B094-6A201987AE13}" presName="spaceRect" presStyleCnt="0"/>
      <dgm:spPr/>
    </dgm:pt>
    <dgm:pt modelId="{0E2B3508-E0C9-42FB-87FC-557D893ABD86}" type="pres">
      <dgm:prSet presAssocID="{DD0F241B-88A7-4B90-B094-6A201987AE13}" presName="parTx" presStyleLbl="revTx" presStyleIdx="1" presStyleCnt="4">
        <dgm:presLayoutVars>
          <dgm:chMax val="0"/>
          <dgm:chPref val="0"/>
        </dgm:presLayoutVars>
      </dgm:prSet>
      <dgm:spPr/>
    </dgm:pt>
    <dgm:pt modelId="{0B9293B6-B86E-4CB5-915E-B9F930D66378}" type="pres">
      <dgm:prSet presAssocID="{0F5A37CA-90B9-47B9-A626-087AB864E41A}" presName="sibTrans" presStyleCnt="0"/>
      <dgm:spPr/>
    </dgm:pt>
    <dgm:pt modelId="{878742A0-F99B-470C-B31F-5D87CF65930F}" type="pres">
      <dgm:prSet presAssocID="{685F876B-96E9-487B-8C0A-26C03A9B500D}" presName="compNode" presStyleCnt="0"/>
      <dgm:spPr/>
    </dgm:pt>
    <dgm:pt modelId="{BF528B7B-9EE2-4722-9DD8-5EAE04DC1BFD}" type="pres">
      <dgm:prSet presAssocID="{685F876B-96E9-487B-8C0A-26C03A9B500D}" presName="bgRect" presStyleLbl="bgShp" presStyleIdx="2" presStyleCnt="4"/>
      <dgm:spPr/>
    </dgm:pt>
    <dgm:pt modelId="{A627A6B8-BD19-4FD2-B17C-B4B9B7ABC95E}" type="pres">
      <dgm:prSet presAssocID="{685F876B-96E9-487B-8C0A-26C03A9B500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4E3ABCFA-5414-4645-80CE-8F24DE949233}" type="pres">
      <dgm:prSet presAssocID="{685F876B-96E9-487B-8C0A-26C03A9B500D}" presName="spaceRect" presStyleCnt="0"/>
      <dgm:spPr/>
    </dgm:pt>
    <dgm:pt modelId="{D9FA0B2A-8410-4EBB-AEDE-FA700F236FEF}" type="pres">
      <dgm:prSet presAssocID="{685F876B-96E9-487B-8C0A-26C03A9B500D}" presName="parTx" presStyleLbl="revTx" presStyleIdx="2" presStyleCnt="4">
        <dgm:presLayoutVars>
          <dgm:chMax val="0"/>
          <dgm:chPref val="0"/>
        </dgm:presLayoutVars>
      </dgm:prSet>
      <dgm:spPr/>
    </dgm:pt>
    <dgm:pt modelId="{03A95B47-6FB3-4DC9-BE31-05B36F7F8718}" type="pres">
      <dgm:prSet presAssocID="{7ED36334-D757-4027-9376-DC8831F4FB53}" presName="sibTrans" presStyleCnt="0"/>
      <dgm:spPr/>
    </dgm:pt>
    <dgm:pt modelId="{6F4B2D91-048B-4F0E-9976-9D58B2E1318A}" type="pres">
      <dgm:prSet presAssocID="{77207237-8159-4883-8DB5-1C9210022095}" presName="compNode" presStyleCnt="0"/>
      <dgm:spPr/>
    </dgm:pt>
    <dgm:pt modelId="{B2816941-0155-4FD4-AD9F-CC35A2C2475D}" type="pres">
      <dgm:prSet presAssocID="{77207237-8159-4883-8DB5-1C9210022095}" presName="bgRect" presStyleLbl="bgShp" presStyleIdx="3" presStyleCnt="4"/>
      <dgm:spPr/>
    </dgm:pt>
    <dgm:pt modelId="{6E6D7850-E725-4F77-9330-797651686A32}" type="pres">
      <dgm:prSet presAssocID="{77207237-8159-4883-8DB5-1C921002209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7472875A-81B1-473D-B3CB-86240C7097ED}" type="pres">
      <dgm:prSet presAssocID="{77207237-8159-4883-8DB5-1C9210022095}" presName="spaceRect" presStyleCnt="0"/>
      <dgm:spPr/>
    </dgm:pt>
    <dgm:pt modelId="{8936C10E-7CE2-4FE9-91A6-4C91C8FD7405}" type="pres">
      <dgm:prSet presAssocID="{77207237-8159-4883-8DB5-1C921002209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455105-C46B-4F8A-A411-591BCD8C4F08}" srcId="{C75BF3A2-5FBD-4C32-9852-C00D36AB07C2}" destId="{DD0F241B-88A7-4B90-B094-6A201987AE13}" srcOrd="1" destOrd="0" parTransId="{B8B06DAA-3AC0-4988-B78F-D465F543975B}" sibTransId="{0F5A37CA-90B9-47B9-A626-087AB864E41A}"/>
    <dgm:cxn modelId="{24392C25-9F03-4BA7-B560-00C9F1151767}" type="presOf" srcId="{DD0F241B-88A7-4B90-B094-6A201987AE13}" destId="{0E2B3508-E0C9-42FB-87FC-557D893ABD86}" srcOrd="0" destOrd="0" presId="urn:microsoft.com/office/officeart/2018/2/layout/IconVerticalSolidList"/>
    <dgm:cxn modelId="{F9678E26-2B37-422C-A8E6-686665557730}" type="presOf" srcId="{C75BF3A2-5FBD-4C32-9852-C00D36AB07C2}" destId="{CC42537D-C158-4D9F-894A-778B8C352F87}" srcOrd="0" destOrd="0" presId="urn:microsoft.com/office/officeart/2018/2/layout/IconVerticalSolidList"/>
    <dgm:cxn modelId="{12B22B70-0D16-48AF-8599-D259B7A5B84D}" type="presOf" srcId="{C74264B5-2CCD-44C3-83E5-34F548840976}" destId="{62A21D83-E8DE-4FAE-9B6B-C970A99F3A75}" srcOrd="0" destOrd="0" presId="urn:microsoft.com/office/officeart/2018/2/layout/IconVerticalSolidList"/>
    <dgm:cxn modelId="{7DABA0A5-BB65-4ECA-B1DE-D19478A04264}" type="presOf" srcId="{77207237-8159-4883-8DB5-1C9210022095}" destId="{8936C10E-7CE2-4FE9-91A6-4C91C8FD7405}" srcOrd="0" destOrd="0" presId="urn:microsoft.com/office/officeart/2018/2/layout/IconVerticalSolidList"/>
    <dgm:cxn modelId="{2B581EAE-8648-44F3-8E46-7251B6149974}" srcId="{C75BF3A2-5FBD-4C32-9852-C00D36AB07C2}" destId="{C74264B5-2CCD-44C3-83E5-34F548840976}" srcOrd="0" destOrd="0" parTransId="{A26C3DE7-4D68-4E50-8149-F3CCE2520E6D}" sibTransId="{B162F778-7EBD-4D57-82A5-57865C517B79}"/>
    <dgm:cxn modelId="{76B3BDBD-1338-44A2-9F9C-A8378A9E9AE9}" srcId="{C75BF3A2-5FBD-4C32-9852-C00D36AB07C2}" destId="{685F876B-96E9-487B-8C0A-26C03A9B500D}" srcOrd="2" destOrd="0" parTransId="{CBBE7E11-C0E4-4EC6-A3C7-B1059B57D33F}" sibTransId="{7ED36334-D757-4027-9376-DC8831F4FB53}"/>
    <dgm:cxn modelId="{2E9B2BDD-8C6B-4BE0-936C-BEE29AFEE41B}" srcId="{C75BF3A2-5FBD-4C32-9852-C00D36AB07C2}" destId="{77207237-8159-4883-8DB5-1C9210022095}" srcOrd="3" destOrd="0" parTransId="{C4D65088-7CFC-4CBC-9269-DB25C447D674}" sibTransId="{5D7E681E-DEE4-4EDF-B799-150224F867EF}"/>
    <dgm:cxn modelId="{C54C0CF3-B0CF-4D5D-9523-A7DE2DF0183F}" type="presOf" srcId="{685F876B-96E9-487B-8C0A-26C03A9B500D}" destId="{D9FA0B2A-8410-4EBB-AEDE-FA700F236FEF}" srcOrd="0" destOrd="0" presId="urn:microsoft.com/office/officeart/2018/2/layout/IconVerticalSolidList"/>
    <dgm:cxn modelId="{D80C5A17-CC77-44B0-82AF-8EC244221C1B}" type="presParOf" srcId="{CC42537D-C158-4D9F-894A-778B8C352F87}" destId="{0AD30684-8C6C-4CDF-807E-1C462500E4A3}" srcOrd="0" destOrd="0" presId="urn:microsoft.com/office/officeart/2018/2/layout/IconVerticalSolidList"/>
    <dgm:cxn modelId="{9136F95D-497C-4688-9516-EF578AAC9DFC}" type="presParOf" srcId="{0AD30684-8C6C-4CDF-807E-1C462500E4A3}" destId="{25405F58-A1C0-4B40-94C3-9689B85E9801}" srcOrd="0" destOrd="0" presId="urn:microsoft.com/office/officeart/2018/2/layout/IconVerticalSolidList"/>
    <dgm:cxn modelId="{F8238087-0518-4C04-8621-6398E075694F}" type="presParOf" srcId="{0AD30684-8C6C-4CDF-807E-1C462500E4A3}" destId="{FA49EF0F-8A8F-4F53-A622-FD61EAB80691}" srcOrd="1" destOrd="0" presId="urn:microsoft.com/office/officeart/2018/2/layout/IconVerticalSolidList"/>
    <dgm:cxn modelId="{4FC0B945-DEC4-4591-98F2-3A9CD7707154}" type="presParOf" srcId="{0AD30684-8C6C-4CDF-807E-1C462500E4A3}" destId="{CFCD0782-CCB2-45C9-A500-7AD0330B91DB}" srcOrd="2" destOrd="0" presId="urn:microsoft.com/office/officeart/2018/2/layout/IconVerticalSolidList"/>
    <dgm:cxn modelId="{1FDC894D-2D5D-47DC-8ADA-84BEE811B447}" type="presParOf" srcId="{0AD30684-8C6C-4CDF-807E-1C462500E4A3}" destId="{62A21D83-E8DE-4FAE-9B6B-C970A99F3A75}" srcOrd="3" destOrd="0" presId="urn:microsoft.com/office/officeart/2018/2/layout/IconVerticalSolidList"/>
    <dgm:cxn modelId="{44394818-E702-4C08-B936-F46AE3E70FA2}" type="presParOf" srcId="{CC42537D-C158-4D9F-894A-778B8C352F87}" destId="{F0816A05-5A8F-475D-9177-F399C7D42303}" srcOrd="1" destOrd="0" presId="urn:microsoft.com/office/officeart/2018/2/layout/IconVerticalSolidList"/>
    <dgm:cxn modelId="{64F7B1B6-F9D4-4226-90C3-25A49572AEDC}" type="presParOf" srcId="{CC42537D-C158-4D9F-894A-778B8C352F87}" destId="{1F4C8A1D-EDC3-43AA-B0D2-162E1F2BB064}" srcOrd="2" destOrd="0" presId="urn:microsoft.com/office/officeart/2018/2/layout/IconVerticalSolidList"/>
    <dgm:cxn modelId="{3C421242-68BD-416D-8697-12D6124DAA23}" type="presParOf" srcId="{1F4C8A1D-EDC3-43AA-B0D2-162E1F2BB064}" destId="{844B5169-F2D7-4FFF-8002-B167956F52CC}" srcOrd="0" destOrd="0" presId="urn:microsoft.com/office/officeart/2018/2/layout/IconVerticalSolidList"/>
    <dgm:cxn modelId="{3FC1A5F4-1964-4DD8-B2DC-6C00CFC61318}" type="presParOf" srcId="{1F4C8A1D-EDC3-43AA-B0D2-162E1F2BB064}" destId="{C0C8706B-386D-4704-B6DE-E6B73C02D8F4}" srcOrd="1" destOrd="0" presId="urn:microsoft.com/office/officeart/2018/2/layout/IconVerticalSolidList"/>
    <dgm:cxn modelId="{4F21AE89-6D5C-414D-95A8-691A6A28F4A0}" type="presParOf" srcId="{1F4C8A1D-EDC3-43AA-B0D2-162E1F2BB064}" destId="{EAE01701-C2CA-498C-AF70-003C0FDD51D5}" srcOrd="2" destOrd="0" presId="urn:microsoft.com/office/officeart/2018/2/layout/IconVerticalSolidList"/>
    <dgm:cxn modelId="{2DA179AE-FF79-445A-B693-EF0904E9269A}" type="presParOf" srcId="{1F4C8A1D-EDC3-43AA-B0D2-162E1F2BB064}" destId="{0E2B3508-E0C9-42FB-87FC-557D893ABD86}" srcOrd="3" destOrd="0" presId="urn:microsoft.com/office/officeart/2018/2/layout/IconVerticalSolidList"/>
    <dgm:cxn modelId="{D5666077-806B-4B13-95F6-2E875642F4B7}" type="presParOf" srcId="{CC42537D-C158-4D9F-894A-778B8C352F87}" destId="{0B9293B6-B86E-4CB5-915E-B9F930D66378}" srcOrd="3" destOrd="0" presId="urn:microsoft.com/office/officeart/2018/2/layout/IconVerticalSolidList"/>
    <dgm:cxn modelId="{820AFF0F-79AA-43C6-855A-62327E9EB3E4}" type="presParOf" srcId="{CC42537D-C158-4D9F-894A-778B8C352F87}" destId="{878742A0-F99B-470C-B31F-5D87CF65930F}" srcOrd="4" destOrd="0" presId="urn:microsoft.com/office/officeart/2018/2/layout/IconVerticalSolidList"/>
    <dgm:cxn modelId="{32CF7745-B230-4D64-B75F-ED75D43B5AF6}" type="presParOf" srcId="{878742A0-F99B-470C-B31F-5D87CF65930F}" destId="{BF528B7B-9EE2-4722-9DD8-5EAE04DC1BFD}" srcOrd="0" destOrd="0" presId="urn:microsoft.com/office/officeart/2018/2/layout/IconVerticalSolidList"/>
    <dgm:cxn modelId="{D610E8A3-0985-4560-95F4-16270D4B1B7A}" type="presParOf" srcId="{878742A0-F99B-470C-B31F-5D87CF65930F}" destId="{A627A6B8-BD19-4FD2-B17C-B4B9B7ABC95E}" srcOrd="1" destOrd="0" presId="urn:microsoft.com/office/officeart/2018/2/layout/IconVerticalSolidList"/>
    <dgm:cxn modelId="{526D4777-EB15-4B21-8A4F-554D5ACA43BD}" type="presParOf" srcId="{878742A0-F99B-470C-B31F-5D87CF65930F}" destId="{4E3ABCFA-5414-4645-80CE-8F24DE949233}" srcOrd="2" destOrd="0" presId="urn:microsoft.com/office/officeart/2018/2/layout/IconVerticalSolidList"/>
    <dgm:cxn modelId="{F1D98E42-483F-4F22-9127-A1F79A80E67C}" type="presParOf" srcId="{878742A0-F99B-470C-B31F-5D87CF65930F}" destId="{D9FA0B2A-8410-4EBB-AEDE-FA700F236FEF}" srcOrd="3" destOrd="0" presId="urn:microsoft.com/office/officeart/2018/2/layout/IconVerticalSolidList"/>
    <dgm:cxn modelId="{64F80B36-C82D-49B8-812F-36E45537FE70}" type="presParOf" srcId="{CC42537D-C158-4D9F-894A-778B8C352F87}" destId="{03A95B47-6FB3-4DC9-BE31-05B36F7F8718}" srcOrd="5" destOrd="0" presId="urn:microsoft.com/office/officeart/2018/2/layout/IconVerticalSolidList"/>
    <dgm:cxn modelId="{7FFB0682-1090-42FF-AD1B-264507C15E85}" type="presParOf" srcId="{CC42537D-C158-4D9F-894A-778B8C352F87}" destId="{6F4B2D91-048B-4F0E-9976-9D58B2E1318A}" srcOrd="6" destOrd="0" presId="urn:microsoft.com/office/officeart/2018/2/layout/IconVerticalSolidList"/>
    <dgm:cxn modelId="{A3B110EC-6D7F-4283-B8A0-01DB567CA859}" type="presParOf" srcId="{6F4B2D91-048B-4F0E-9976-9D58B2E1318A}" destId="{B2816941-0155-4FD4-AD9F-CC35A2C2475D}" srcOrd="0" destOrd="0" presId="urn:microsoft.com/office/officeart/2018/2/layout/IconVerticalSolidList"/>
    <dgm:cxn modelId="{3E187C53-08A6-4B87-96DB-C3077D0F972E}" type="presParOf" srcId="{6F4B2D91-048B-4F0E-9976-9D58B2E1318A}" destId="{6E6D7850-E725-4F77-9330-797651686A32}" srcOrd="1" destOrd="0" presId="urn:microsoft.com/office/officeart/2018/2/layout/IconVerticalSolidList"/>
    <dgm:cxn modelId="{E8CD75CD-C7B5-4B6A-B00A-C9C52A629611}" type="presParOf" srcId="{6F4B2D91-048B-4F0E-9976-9D58B2E1318A}" destId="{7472875A-81B1-473D-B3CB-86240C7097ED}" srcOrd="2" destOrd="0" presId="urn:microsoft.com/office/officeart/2018/2/layout/IconVerticalSolidList"/>
    <dgm:cxn modelId="{FF76DB15-157A-413E-9E4C-C0C5ED541722}" type="presParOf" srcId="{6F4B2D91-048B-4F0E-9976-9D58B2E1318A}" destId="{8936C10E-7CE2-4FE9-91A6-4C91C8FD74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E2AF22-0F56-44B3-B403-F0C03B125185}" type="doc">
      <dgm:prSet loTypeId="urn:microsoft.com/office/officeart/2005/8/layout/hList1" loCatId="list" qsTypeId="urn:microsoft.com/office/officeart/2005/8/quickstyle/simple1#1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DCAAE61-260F-42E2-93E3-20EFA34FE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Base features</a:t>
          </a:r>
        </a:p>
      </dgm:t>
    </dgm:pt>
    <dgm:pt modelId="{A9449656-9679-4270-AA5A-8B0FDE08AF5A}" type="parTrans" cxnId="{0F12652B-147B-4EE4-932D-2C59277F99AD}">
      <dgm:prSet/>
      <dgm:spPr/>
      <dgm:t>
        <a:bodyPr/>
        <a:lstStyle/>
        <a:p>
          <a:endParaRPr lang="en-US"/>
        </a:p>
      </dgm:t>
    </dgm:pt>
    <dgm:pt modelId="{53BA0860-6766-4B05-B58D-AD5C81AB2C1B}" type="sibTrans" cxnId="{0F12652B-147B-4EE4-932D-2C59277F99AD}">
      <dgm:prSet/>
      <dgm:spPr/>
      <dgm:t>
        <a:bodyPr/>
        <a:lstStyle/>
        <a:p>
          <a:endParaRPr lang="en-US"/>
        </a:p>
      </dgm:t>
    </dgm:pt>
    <dgm:pt modelId="{88E8D8BE-CBDF-49C3-8E86-AF75BB6F67E1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from the U.S.A</a:t>
          </a:r>
        </a:p>
      </dgm:t>
    </dgm:pt>
    <dgm:pt modelId="{D496ED7C-A5E9-44E2-9F07-C2CE76637B6A}" type="parTrans" cxnId="{CBDAD9D7-70EA-4362-9C21-C8D985A675AA}">
      <dgm:prSet/>
      <dgm:spPr/>
      <dgm:t>
        <a:bodyPr/>
        <a:lstStyle/>
        <a:p>
          <a:endParaRPr lang="en-US"/>
        </a:p>
      </dgm:t>
    </dgm:pt>
    <dgm:pt modelId="{2E085C24-D6C7-40B3-9DFC-946D13BCE419}" type="sibTrans" cxnId="{CBDAD9D7-70EA-4362-9C21-C8D985A675AA}">
      <dgm:prSet/>
      <dgm:spPr/>
      <dgm:t>
        <a:bodyPr/>
        <a:lstStyle/>
        <a:p>
          <a:endParaRPr lang="en-US"/>
        </a:p>
      </dgm:t>
    </dgm:pt>
    <dgm:pt modelId="{FFDCBE30-D14A-489C-8C94-21A892BCB419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in English </a:t>
          </a:r>
        </a:p>
      </dgm:t>
    </dgm:pt>
    <dgm:pt modelId="{63016E82-DF45-4A35-A574-EC34011E4045}" type="parTrans" cxnId="{130CE59F-6656-4F0E-9F87-89E3E925A5EA}">
      <dgm:prSet/>
      <dgm:spPr/>
      <dgm:t>
        <a:bodyPr/>
        <a:lstStyle/>
        <a:p>
          <a:endParaRPr lang="en-US"/>
        </a:p>
      </dgm:t>
    </dgm:pt>
    <dgm:pt modelId="{439BD456-C566-479E-BC44-CD327C5CE466}" type="sibTrans" cxnId="{130CE59F-6656-4F0E-9F87-89E3E925A5EA}">
      <dgm:prSet/>
      <dgm:spPr/>
      <dgm:t>
        <a:bodyPr/>
        <a:lstStyle/>
        <a:p>
          <a:endParaRPr lang="en-US"/>
        </a:p>
      </dgm:t>
    </dgm:pt>
    <dgm:pt modelId="{06DB8798-AF19-4E57-9A9C-0EB6433801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Analysis</a:t>
          </a:r>
        </a:p>
      </dgm:t>
    </dgm:pt>
    <dgm:pt modelId="{99E60F70-354A-4A3C-9DB6-0B156D06D6DE}" type="parTrans" cxnId="{55CC2382-8B11-4A8B-8F55-FB1049E43E73}">
      <dgm:prSet/>
      <dgm:spPr/>
      <dgm:t>
        <a:bodyPr/>
        <a:lstStyle/>
        <a:p>
          <a:endParaRPr lang="en-US"/>
        </a:p>
      </dgm:t>
    </dgm:pt>
    <dgm:pt modelId="{D05CF13C-BDB0-41B0-9B8C-045A1F4ED131}" type="sibTrans" cxnId="{55CC2382-8B11-4A8B-8F55-FB1049E43E73}">
      <dgm:prSet/>
      <dgm:spPr/>
      <dgm:t>
        <a:bodyPr/>
        <a:lstStyle/>
        <a:p>
          <a:endParaRPr lang="en-US"/>
        </a:p>
      </dgm:t>
    </dgm:pt>
    <dgm:pt modelId="{749F92FF-2426-4699-A209-6F54419EAE18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Comedy Movie genre</a:t>
          </a:r>
        </a:p>
      </dgm:t>
    </dgm:pt>
    <dgm:pt modelId="{828B85AA-8711-4F8D-BFFB-135D0407C113}" type="parTrans" cxnId="{4C4B36B7-B77C-40F5-B4E8-EBEC9A752BB1}">
      <dgm:prSet/>
      <dgm:spPr/>
      <dgm:t>
        <a:bodyPr/>
        <a:lstStyle/>
        <a:p>
          <a:endParaRPr lang="en-US"/>
        </a:p>
      </dgm:t>
    </dgm:pt>
    <dgm:pt modelId="{89C840C8-3601-4707-B260-39D2B8247AC6}" type="sibTrans" cxnId="{4C4B36B7-B77C-40F5-B4E8-EBEC9A752BB1}">
      <dgm:prSet/>
      <dgm:spPr/>
      <dgm:t>
        <a:bodyPr/>
        <a:lstStyle/>
        <a:p>
          <a:endParaRPr lang="en-US"/>
        </a:p>
      </dgm:t>
    </dgm:pt>
    <dgm:pt modelId="{18DAC5BC-183B-4714-A4CB-587C8ED620FD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starred by – ‘Steve Carrel’ </a:t>
          </a:r>
        </a:p>
      </dgm:t>
    </dgm:pt>
    <dgm:pt modelId="{4AB15F3F-3DE6-46B6-B87F-14FFDD70F156}" type="parTrans" cxnId="{240D7192-4E49-4840-A4D2-885587CA26F3}">
      <dgm:prSet/>
      <dgm:spPr/>
      <dgm:t>
        <a:bodyPr/>
        <a:lstStyle/>
        <a:p>
          <a:endParaRPr lang="en-US"/>
        </a:p>
      </dgm:t>
    </dgm:pt>
    <dgm:pt modelId="{C6BAF296-5262-4EE6-90EF-0D99C786AEEE}" type="sibTrans" cxnId="{240D7192-4E49-4840-A4D2-885587CA26F3}">
      <dgm:prSet/>
      <dgm:spPr/>
      <dgm:t>
        <a:bodyPr/>
        <a:lstStyle/>
        <a:p>
          <a:endParaRPr lang="en-US"/>
        </a:p>
      </dgm:t>
    </dgm:pt>
    <dgm:pt modelId="{EC5B944B-EB5A-478F-8C14-07159894BBE5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directed by – ‘Seth Gordon’</a:t>
          </a:r>
        </a:p>
      </dgm:t>
    </dgm:pt>
    <dgm:pt modelId="{2443206E-A37D-4E3D-961A-36860C3B5A77}" type="parTrans" cxnId="{CEE0DE04-1CC2-4F42-8065-3894D58A9B46}">
      <dgm:prSet/>
      <dgm:spPr/>
      <dgm:t>
        <a:bodyPr/>
        <a:lstStyle/>
        <a:p>
          <a:endParaRPr lang="en-US"/>
        </a:p>
      </dgm:t>
    </dgm:pt>
    <dgm:pt modelId="{D23A3CF0-F042-4781-BFDF-2AA408992AAE}" type="sibTrans" cxnId="{CEE0DE04-1CC2-4F42-8065-3894D58A9B46}">
      <dgm:prSet/>
      <dgm:spPr/>
      <dgm:t>
        <a:bodyPr/>
        <a:lstStyle/>
        <a:p>
          <a:endParaRPr lang="en-US"/>
        </a:p>
      </dgm:t>
    </dgm:pt>
    <dgm:pt modelId="{6F117593-0952-476C-BCDB-E245513066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Added advantage</a:t>
          </a:r>
        </a:p>
      </dgm:t>
    </dgm:pt>
    <dgm:pt modelId="{51877376-E19E-4210-B71D-B46CF9A5B25B}" type="parTrans" cxnId="{6A7CDEA2-1242-422A-B1D0-6999528BC2CF}">
      <dgm:prSet/>
      <dgm:spPr/>
      <dgm:t>
        <a:bodyPr/>
        <a:lstStyle/>
        <a:p>
          <a:endParaRPr lang="en-US"/>
        </a:p>
      </dgm:t>
    </dgm:pt>
    <dgm:pt modelId="{F2753A82-5CFD-4241-8612-E5A3A1F293DB}" type="sibTrans" cxnId="{6A7CDEA2-1242-422A-B1D0-6999528BC2CF}">
      <dgm:prSet/>
      <dgm:spPr/>
      <dgm:t>
        <a:bodyPr/>
        <a:lstStyle/>
        <a:p>
          <a:endParaRPr lang="en-US"/>
        </a:p>
      </dgm:t>
    </dgm:pt>
    <dgm:pt modelId="{2EA0B1ED-BEDA-4A02-AB88-DDEECC5F6D43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Medium-budget comedy films ($10M–$40M)</a:t>
          </a:r>
        </a:p>
      </dgm:t>
    </dgm:pt>
    <dgm:pt modelId="{2DD8F7ED-9BF8-4D0E-95ED-4C16D77FBE4D}" type="parTrans" cxnId="{49476F43-6780-4CE0-83ED-ABC0367826F0}">
      <dgm:prSet/>
      <dgm:spPr/>
      <dgm:t>
        <a:bodyPr/>
        <a:lstStyle/>
        <a:p>
          <a:endParaRPr lang="en-US"/>
        </a:p>
      </dgm:t>
    </dgm:pt>
    <dgm:pt modelId="{BFF3B676-F9A7-494C-A583-96212B1CD7DA}" type="sibTrans" cxnId="{49476F43-6780-4CE0-83ED-ABC0367826F0}">
      <dgm:prSet/>
      <dgm:spPr/>
      <dgm:t>
        <a:bodyPr/>
        <a:lstStyle/>
        <a:p>
          <a:endParaRPr lang="en-US"/>
        </a:p>
      </dgm:t>
    </dgm:pt>
    <dgm:pt modelId="{9FBE79C8-AC00-4275-A0A7-2B31AFC81EB6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Preferred runtime - 111–140 minutes</a:t>
          </a:r>
        </a:p>
      </dgm:t>
    </dgm:pt>
    <dgm:pt modelId="{764DC5A8-75B1-4396-B610-C34284B8BF7F}" type="sibTrans" cxnId="{45A895E5-A4B7-4D07-B956-18AEC7BDA3F4}">
      <dgm:prSet/>
      <dgm:spPr/>
      <dgm:t>
        <a:bodyPr/>
        <a:lstStyle/>
        <a:p>
          <a:endParaRPr lang="en-US"/>
        </a:p>
      </dgm:t>
    </dgm:pt>
    <dgm:pt modelId="{D62F7D9C-85BC-47B6-BC63-021CF3034086}" type="parTrans" cxnId="{45A895E5-A4B7-4D07-B956-18AEC7BDA3F4}">
      <dgm:prSet/>
      <dgm:spPr/>
      <dgm:t>
        <a:bodyPr/>
        <a:lstStyle/>
        <a:p>
          <a:endParaRPr lang="en-US"/>
        </a:p>
      </dgm:t>
    </dgm:pt>
    <dgm:pt modelId="{1B913B9B-8C00-47FA-917B-D19220505AC5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release window – March or October </a:t>
          </a:r>
        </a:p>
      </dgm:t>
    </dgm:pt>
    <dgm:pt modelId="{113FC2EA-18B4-47DE-8D4E-DD934E6316E0}" type="sibTrans" cxnId="{D45AE62E-D1B4-43C9-B4D8-3B3176285F53}">
      <dgm:prSet/>
      <dgm:spPr/>
      <dgm:t>
        <a:bodyPr/>
        <a:lstStyle/>
        <a:p>
          <a:endParaRPr lang="en-US"/>
        </a:p>
      </dgm:t>
    </dgm:pt>
    <dgm:pt modelId="{7F296F66-19B5-47F9-9601-032B2136F7B8}" type="parTrans" cxnId="{D45AE62E-D1B4-43C9-B4D8-3B3176285F53}">
      <dgm:prSet/>
      <dgm:spPr/>
      <dgm:t>
        <a:bodyPr/>
        <a:lstStyle/>
        <a:p>
          <a:endParaRPr lang="en-US"/>
        </a:p>
      </dgm:t>
    </dgm:pt>
    <dgm:pt modelId="{DCBADA7C-5C61-4CC6-A60D-FDE1DA8C8A72}">
      <dgm:prSet custT="1"/>
      <dgm:spPr/>
      <dgm:t>
        <a:bodyPr/>
        <a:lstStyle/>
        <a:p>
          <a:r>
            <a:rPr lang="en-US" sz="2000" dirty="0">
              <a:latin typeface="+mj-lt"/>
            </a:rPr>
            <a:t>PG rated movie</a:t>
          </a:r>
        </a:p>
      </dgm:t>
    </dgm:pt>
    <dgm:pt modelId="{C6E4E4B1-13EF-4DDC-AFDB-26EF5C9377E5}" type="parTrans" cxnId="{F7D29C1C-6131-46C9-8248-6DA9D2A980D1}">
      <dgm:prSet/>
      <dgm:spPr/>
      <dgm:t>
        <a:bodyPr/>
        <a:lstStyle/>
        <a:p>
          <a:endParaRPr lang="en-US"/>
        </a:p>
      </dgm:t>
    </dgm:pt>
    <dgm:pt modelId="{0EA9920B-225D-4951-830B-6266FFC73760}" type="sibTrans" cxnId="{F7D29C1C-6131-46C9-8248-6DA9D2A980D1}">
      <dgm:prSet/>
      <dgm:spPr/>
      <dgm:t>
        <a:bodyPr/>
        <a:lstStyle/>
        <a:p>
          <a:endParaRPr lang="en-US"/>
        </a:p>
      </dgm:t>
    </dgm:pt>
    <dgm:pt modelId="{4100D86A-DA29-46E8-95CB-57BD09D9389E}" type="pres">
      <dgm:prSet presAssocID="{FFE2AF22-0F56-44B3-B403-F0C03B125185}" presName="Name0" presStyleCnt="0">
        <dgm:presLayoutVars>
          <dgm:dir/>
          <dgm:animLvl val="lvl"/>
          <dgm:resizeHandles val="exact"/>
        </dgm:presLayoutVars>
      </dgm:prSet>
      <dgm:spPr/>
    </dgm:pt>
    <dgm:pt modelId="{40B0E6DB-981F-499D-8A4F-BD187F56C9A1}" type="pres">
      <dgm:prSet presAssocID="{BDCAAE61-260F-42E2-93E3-20EFA34FE01C}" presName="composite" presStyleCnt="0"/>
      <dgm:spPr/>
    </dgm:pt>
    <dgm:pt modelId="{1224DF42-B091-4D0E-ACF9-B1F414B2B9D7}" type="pres">
      <dgm:prSet presAssocID="{BDCAAE61-260F-42E2-93E3-20EFA34FE01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9CAC5B1-2E48-4BF6-A194-D2A7CF511DC2}" type="pres">
      <dgm:prSet presAssocID="{BDCAAE61-260F-42E2-93E3-20EFA34FE01C}" presName="desTx" presStyleLbl="alignAccFollowNode1" presStyleIdx="0" presStyleCnt="3">
        <dgm:presLayoutVars>
          <dgm:bulletEnabled val="1"/>
        </dgm:presLayoutVars>
      </dgm:prSet>
      <dgm:spPr/>
    </dgm:pt>
    <dgm:pt modelId="{E1188EA0-BBF8-4715-AE47-239C76BB7D92}" type="pres">
      <dgm:prSet presAssocID="{53BA0860-6766-4B05-B58D-AD5C81AB2C1B}" presName="space" presStyleCnt="0"/>
      <dgm:spPr/>
    </dgm:pt>
    <dgm:pt modelId="{C5D97CF7-8C74-4BA5-A245-73DD0EDEC621}" type="pres">
      <dgm:prSet presAssocID="{06DB8798-AF19-4E57-9A9C-0EB64338016D}" presName="composite" presStyleCnt="0"/>
      <dgm:spPr/>
    </dgm:pt>
    <dgm:pt modelId="{F36FB6AB-B3F4-40A3-907E-0F1FFC91D3D1}" type="pres">
      <dgm:prSet presAssocID="{06DB8798-AF19-4E57-9A9C-0EB64338016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C95E2F8-0098-41C3-A82D-0B47DE232F22}" type="pres">
      <dgm:prSet presAssocID="{06DB8798-AF19-4E57-9A9C-0EB64338016D}" presName="desTx" presStyleLbl="alignAccFollowNode1" presStyleIdx="1" presStyleCnt="3">
        <dgm:presLayoutVars>
          <dgm:bulletEnabled val="1"/>
        </dgm:presLayoutVars>
      </dgm:prSet>
      <dgm:spPr/>
    </dgm:pt>
    <dgm:pt modelId="{CBF3D5CC-0D7E-4274-A628-089B064925A3}" type="pres">
      <dgm:prSet presAssocID="{D05CF13C-BDB0-41B0-9B8C-045A1F4ED131}" presName="space" presStyleCnt="0"/>
      <dgm:spPr/>
    </dgm:pt>
    <dgm:pt modelId="{0A9887FF-34FE-4507-998F-24BD3004BADF}" type="pres">
      <dgm:prSet presAssocID="{6F117593-0952-476C-BCDB-E24551306603}" presName="composite" presStyleCnt="0"/>
      <dgm:spPr/>
    </dgm:pt>
    <dgm:pt modelId="{4B6D26E4-4B33-49ED-8516-07FCA845D814}" type="pres">
      <dgm:prSet presAssocID="{6F117593-0952-476C-BCDB-E2455130660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162AFA7-D0D8-4758-B2A5-55D2C8B90378}" type="pres">
      <dgm:prSet presAssocID="{6F117593-0952-476C-BCDB-E2455130660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EE0DE04-1CC2-4F42-8065-3894D58A9B46}" srcId="{06DB8798-AF19-4E57-9A9C-0EB64338016D}" destId="{EC5B944B-EB5A-478F-8C14-07159894BBE5}" srcOrd="2" destOrd="0" parTransId="{2443206E-A37D-4E3D-961A-36860C3B5A77}" sibTransId="{D23A3CF0-F042-4781-BFDF-2AA408992AAE}"/>
    <dgm:cxn modelId="{F7D29C1C-6131-46C9-8248-6DA9D2A980D1}" srcId="{6F117593-0952-476C-BCDB-E24551306603}" destId="{DCBADA7C-5C61-4CC6-A60D-FDE1DA8C8A72}" srcOrd="3" destOrd="0" parTransId="{C6E4E4B1-13EF-4DDC-AFDB-26EF5C9377E5}" sibTransId="{0EA9920B-225D-4951-830B-6266FFC73760}"/>
    <dgm:cxn modelId="{19CBED22-2221-4B68-AEE0-3D21FD1C6AA8}" type="presOf" srcId="{18DAC5BC-183B-4714-A4CB-587C8ED620FD}" destId="{AC95E2F8-0098-41C3-A82D-0B47DE232F22}" srcOrd="0" destOrd="1" presId="urn:microsoft.com/office/officeart/2005/8/layout/hList1"/>
    <dgm:cxn modelId="{0F12652B-147B-4EE4-932D-2C59277F99AD}" srcId="{FFE2AF22-0F56-44B3-B403-F0C03B125185}" destId="{BDCAAE61-260F-42E2-93E3-20EFA34FE01C}" srcOrd="0" destOrd="0" parTransId="{A9449656-9679-4270-AA5A-8B0FDE08AF5A}" sibTransId="{53BA0860-6766-4B05-B58D-AD5C81AB2C1B}"/>
    <dgm:cxn modelId="{D45AE62E-D1B4-43C9-B4D8-3B3176285F53}" srcId="{6F117593-0952-476C-BCDB-E24551306603}" destId="{1B913B9B-8C00-47FA-917B-D19220505AC5}" srcOrd="2" destOrd="0" parTransId="{7F296F66-19B5-47F9-9601-032B2136F7B8}" sibTransId="{113FC2EA-18B4-47DE-8D4E-DD934E6316E0}"/>
    <dgm:cxn modelId="{BF124330-0C63-484C-BB3F-797ED2260E5E}" type="presOf" srcId="{BDCAAE61-260F-42E2-93E3-20EFA34FE01C}" destId="{1224DF42-B091-4D0E-ACF9-B1F414B2B9D7}" srcOrd="0" destOrd="0" presId="urn:microsoft.com/office/officeart/2005/8/layout/hList1"/>
    <dgm:cxn modelId="{49476F43-6780-4CE0-83ED-ABC0367826F0}" srcId="{6F117593-0952-476C-BCDB-E24551306603}" destId="{2EA0B1ED-BEDA-4A02-AB88-DDEECC5F6D43}" srcOrd="0" destOrd="0" parTransId="{2DD8F7ED-9BF8-4D0E-95ED-4C16D77FBE4D}" sibTransId="{BFF3B676-F9A7-494C-A583-96212B1CD7DA}"/>
    <dgm:cxn modelId="{25932B67-105A-4002-A275-8B05197B0919}" type="presOf" srcId="{749F92FF-2426-4699-A209-6F54419EAE18}" destId="{AC95E2F8-0098-41C3-A82D-0B47DE232F22}" srcOrd="0" destOrd="0" presId="urn:microsoft.com/office/officeart/2005/8/layout/hList1"/>
    <dgm:cxn modelId="{56B7A46D-C37E-4708-AC09-FA21134CDCC5}" type="presOf" srcId="{06DB8798-AF19-4E57-9A9C-0EB64338016D}" destId="{F36FB6AB-B3F4-40A3-907E-0F1FFC91D3D1}" srcOrd="0" destOrd="0" presId="urn:microsoft.com/office/officeart/2005/8/layout/hList1"/>
    <dgm:cxn modelId="{55CC2382-8B11-4A8B-8F55-FB1049E43E73}" srcId="{FFE2AF22-0F56-44B3-B403-F0C03B125185}" destId="{06DB8798-AF19-4E57-9A9C-0EB64338016D}" srcOrd="1" destOrd="0" parTransId="{99E60F70-354A-4A3C-9DB6-0B156D06D6DE}" sibTransId="{D05CF13C-BDB0-41B0-9B8C-045A1F4ED131}"/>
    <dgm:cxn modelId="{27387A91-BCBB-47A5-AF6D-86F41839A82B}" type="presOf" srcId="{2EA0B1ED-BEDA-4A02-AB88-DDEECC5F6D43}" destId="{E162AFA7-D0D8-4758-B2A5-55D2C8B90378}" srcOrd="0" destOrd="0" presId="urn:microsoft.com/office/officeart/2005/8/layout/hList1"/>
    <dgm:cxn modelId="{6E802A92-C6BA-46D1-9BFE-6E6E85B9A2F8}" type="presOf" srcId="{6F117593-0952-476C-BCDB-E24551306603}" destId="{4B6D26E4-4B33-49ED-8516-07FCA845D814}" srcOrd="0" destOrd="0" presId="urn:microsoft.com/office/officeart/2005/8/layout/hList1"/>
    <dgm:cxn modelId="{240D7192-4E49-4840-A4D2-885587CA26F3}" srcId="{06DB8798-AF19-4E57-9A9C-0EB64338016D}" destId="{18DAC5BC-183B-4714-A4CB-587C8ED620FD}" srcOrd="1" destOrd="0" parTransId="{4AB15F3F-3DE6-46B6-B87F-14FFDD70F156}" sibTransId="{C6BAF296-5262-4EE6-90EF-0D99C786AEEE}"/>
    <dgm:cxn modelId="{130CE59F-6656-4F0E-9F87-89E3E925A5EA}" srcId="{BDCAAE61-260F-42E2-93E3-20EFA34FE01C}" destId="{FFDCBE30-D14A-489C-8C94-21A892BCB419}" srcOrd="1" destOrd="0" parTransId="{63016E82-DF45-4A35-A574-EC34011E4045}" sibTransId="{439BD456-C566-479E-BC44-CD327C5CE466}"/>
    <dgm:cxn modelId="{6A7CDEA2-1242-422A-B1D0-6999528BC2CF}" srcId="{FFE2AF22-0F56-44B3-B403-F0C03B125185}" destId="{6F117593-0952-476C-BCDB-E24551306603}" srcOrd="2" destOrd="0" parTransId="{51877376-E19E-4210-B71D-B46CF9A5B25B}" sibTransId="{F2753A82-5CFD-4241-8612-E5A3A1F293DB}"/>
    <dgm:cxn modelId="{1B150AA5-C9AA-4B75-89C7-084AA4BAD51A}" type="presOf" srcId="{FFE2AF22-0F56-44B3-B403-F0C03B125185}" destId="{4100D86A-DA29-46E8-95CB-57BD09D9389E}" srcOrd="0" destOrd="0" presId="urn:microsoft.com/office/officeart/2005/8/layout/hList1"/>
    <dgm:cxn modelId="{8DAE83A8-D10C-41FD-8D84-ED0ADC46E6ED}" type="presOf" srcId="{DCBADA7C-5C61-4CC6-A60D-FDE1DA8C8A72}" destId="{E162AFA7-D0D8-4758-B2A5-55D2C8B90378}" srcOrd="0" destOrd="3" presId="urn:microsoft.com/office/officeart/2005/8/layout/hList1"/>
    <dgm:cxn modelId="{D8FCAFAE-6FF4-4F66-A08A-E62D79A00B5A}" type="presOf" srcId="{EC5B944B-EB5A-478F-8C14-07159894BBE5}" destId="{AC95E2F8-0098-41C3-A82D-0B47DE232F22}" srcOrd="0" destOrd="2" presId="urn:microsoft.com/office/officeart/2005/8/layout/hList1"/>
    <dgm:cxn modelId="{4C4B36B7-B77C-40F5-B4E8-EBEC9A752BB1}" srcId="{06DB8798-AF19-4E57-9A9C-0EB64338016D}" destId="{749F92FF-2426-4699-A209-6F54419EAE18}" srcOrd="0" destOrd="0" parTransId="{828B85AA-8711-4F8D-BFFB-135D0407C113}" sibTransId="{89C840C8-3601-4707-B260-39D2B8247AC6}"/>
    <dgm:cxn modelId="{A5A916D7-BFA5-4A6C-B2B1-DFAC61DA3255}" type="presOf" srcId="{FFDCBE30-D14A-489C-8C94-21A892BCB419}" destId="{69CAC5B1-2E48-4BF6-A194-D2A7CF511DC2}" srcOrd="0" destOrd="1" presId="urn:microsoft.com/office/officeart/2005/8/layout/hList1"/>
    <dgm:cxn modelId="{CBDAD9D7-70EA-4362-9C21-C8D985A675AA}" srcId="{BDCAAE61-260F-42E2-93E3-20EFA34FE01C}" destId="{88E8D8BE-CBDF-49C3-8E86-AF75BB6F67E1}" srcOrd="0" destOrd="0" parTransId="{D496ED7C-A5E9-44E2-9F07-C2CE76637B6A}" sibTransId="{2E085C24-D6C7-40B3-9DFC-946D13BCE419}"/>
    <dgm:cxn modelId="{45A895E5-A4B7-4D07-B956-18AEC7BDA3F4}" srcId="{6F117593-0952-476C-BCDB-E24551306603}" destId="{9FBE79C8-AC00-4275-A0A7-2B31AFC81EB6}" srcOrd="1" destOrd="0" parTransId="{D62F7D9C-85BC-47B6-BC63-021CF3034086}" sibTransId="{764DC5A8-75B1-4396-B610-C34284B8BF7F}"/>
    <dgm:cxn modelId="{80384BF5-94AC-42AA-9041-0361A4E6A891}" type="presOf" srcId="{9FBE79C8-AC00-4275-A0A7-2B31AFC81EB6}" destId="{E162AFA7-D0D8-4758-B2A5-55D2C8B90378}" srcOrd="0" destOrd="1" presId="urn:microsoft.com/office/officeart/2005/8/layout/hList1"/>
    <dgm:cxn modelId="{E68476F7-863A-4456-981B-38225CE75A7F}" type="presOf" srcId="{88E8D8BE-CBDF-49C3-8E86-AF75BB6F67E1}" destId="{69CAC5B1-2E48-4BF6-A194-D2A7CF511DC2}" srcOrd="0" destOrd="0" presId="urn:microsoft.com/office/officeart/2005/8/layout/hList1"/>
    <dgm:cxn modelId="{F51C54F9-B4D3-443E-A86B-EB0779F6970B}" type="presOf" srcId="{1B913B9B-8C00-47FA-917B-D19220505AC5}" destId="{E162AFA7-D0D8-4758-B2A5-55D2C8B90378}" srcOrd="0" destOrd="2" presId="urn:microsoft.com/office/officeart/2005/8/layout/hList1"/>
    <dgm:cxn modelId="{6C5F2B13-93D0-4D2E-9233-8698F618F71E}" type="presParOf" srcId="{4100D86A-DA29-46E8-95CB-57BD09D9389E}" destId="{40B0E6DB-981F-499D-8A4F-BD187F56C9A1}" srcOrd="0" destOrd="0" presId="urn:microsoft.com/office/officeart/2005/8/layout/hList1"/>
    <dgm:cxn modelId="{DC0AB432-13B3-4926-9C6C-80DA62622A22}" type="presParOf" srcId="{40B0E6DB-981F-499D-8A4F-BD187F56C9A1}" destId="{1224DF42-B091-4D0E-ACF9-B1F414B2B9D7}" srcOrd="0" destOrd="0" presId="urn:microsoft.com/office/officeart/2005/8/layout/hList1"/>
    <dgm:cxn modelId="{FD371DCE-14FB-4ECF-A819-DED0A4655EF8}" type="presParOf" srcId="{40B0E6DB-981F-499D-8A4F-BD187F56C9A1}" destId="{69CAC5B1-2E48-4BF6-A194-D2A7CF511DC2}" srcOrd="1" destOrd="0" presId="urn:microsoft.com/office/officeart/2005/8/layout/hList1"/>
    <dgm:cxn modelId="{1602F955-E4B1-4430-AA6D-DA15C3E3F3CC}" type="presParOf" srcId="{4100D86A-DA29-46E8-95CB-57BD09D9389E}" destId="{E1188EA0-BBF8-4715-AE47-239C76BB7D92}" srcOrd="1" destOrd="0" presId="urn:microsoft.com/office/officeart/2005/8/layout/hList1"/>
    <dgm:cxn modelId="{FDB75DE1-17FD-4BB5-93DD-C6F2D01CFBDB}" type="presParOf" srcId="{4100D86A-DA29-46E8-95CB-57BD09D9389E}" destId="{C5D97CF7-8C74-4BA5-A245-73DD0EDEC621}" srcOrd="2" destOrd="0" presId="urn:microsoft.com/office/officeart/2005/8/layout/hList1"/>
    <dgm:cxn modelId="{455FE4A4-3436-41D3-A6D4-21C6E7CDDDEB}" type="presParOf" srcId="{C5D97CF7-8C74-4BA5-A245-73DD0EDEC621}" destId="{F36FB6AB-B3F4-40A3-907E-0F1FFC91D3D1}" srcOrd="0" destOrd="0" presId="urn:microsoft.com/office/officeart/2005/8/layout/hList1"/>
    <dgm:cxn modelId="{F4F307A8-B56C-4905-8D48-860639BB90B6}" type="presParOf" srcId="{C5D97CF7-8C74-4BA5-A245-73DD0EDEC621}" destId="{AC95E2F8-0098-41C3-A82D-0B47DE232F22}" srcOrd="1" destOrd="0" presId="urn:microsoft.com/office/officeart/2005/8/layout/hList1"/>
    <dgm:cxn modelId="{1CB7D2A0-9224-47EA-9BFF-B0EA824F9C9F}" type="presParOf" srcId="{4100D86A-DA29-46E8-95CB-57BD09D9389E}" destId="{CBF3D5CC-0D7E-4274-A628-089B064925A3}" srcOrd="3" destOrd="0" presId="urn:microsoft.com/office/officeart/2005/8/layout/hList1"/>
    <dgm:cxn modelId="{55EF815A-F53A-44BD-8966-5BE2BAC3DB6D}" type="presParOf" srcId="{4100D86A-DA29-46E8-95CB-57BD09D9389E}" destId="{0A9887FF-34FE-4507-998F-24BD3004BADF}" srcOrd="4" destOrd="0" presId="urn:microsoft.com/office/officeart/2005/8/layout/hList1"/>
    <dgm:cxn modelId="{A9045703-F6A0-4DEB-B393-3B56512EBE56}" type="presParOf" srcId="{0A9887FF-34FE-4507-998F-24BD3004BADF}" destId="{4B6D26E4-4B33-49ED-8516-07FCA845D814}" srcOrd="0" destOrd="0" presId="urn:microsoft.com/office/officeart/2005/8/layout/hList1"/>
    <dgm:cxn modelId="{04B26E74-5474-4AFE-89B2-661FE6A70B9F}" type="presParOf" srcId="{0A9887FF-34FE-4507-998F-24BD3004BADF}" destId="{E162AFA7-D0D8-4758-B2A5-55D2C8B903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E2AF22-0F56-44B3-B403-F0C03B125185}" type="doc">
      <dgm:prSet loTypeId="urn:microsoft.com/office/officeart/2005/8/layout/hList1" loCatId="list" qsTypeId="urn:microsoft.com/office/officeart/2005/8/quickstyle/simple1#1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DCAAE61-260F-42E2-93E3-20EFA34FE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Base features</a:t>
          </a:r>
        </a:p>
      </dgm:t>
    </dgm:pt>
    <dgm:pt modelId="{A9449656-9679-4270-AA5A-8B0FDE08AF5A}" type="parTrans" cxnId="{0F12652B-147B-4EE4-932D-2C59277F99AD}">
      <dgm:prSet/>
      <dgm:spPr/>
      <dgm:t>
        <a:bodyPr/>
        <a:lstStyle/>
        <a:p>
          <a:endParaRPr lang="en-US"/>
        </a:p>
      </dgm:t>
    </dgm:pt>
    <dgm:pt modelId="{53BA0860-6766-4B05-B58D-AD5C81AB2C1B}" type="sibTrans" cxnId="{0F12652B-147B-4EE4-932D-2C59277F99AD}">
      <dgm:prSet/>
      <dgm:spPr/>
      <dgm:t>
        <a:bodyPr/>
        <a:lstStyle/>
        <a:p>
          <a:endParaRPr lang="en-US"/>
        </a:p>
      </dgm:t>
    </dgm:pt>
    <dgm:pt modelId="{88E8D8BE-CBDF-49C3-8E86-AF75BB6F67E1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from the U.S.A</a:t>
          </a:r>
        </a:p>
      </dgm:t>
    </dgm:pt>
    <dgm:pt modelId="{D496ED7C-A5E9-44E2-9F07-C2CE76637B6A}" type="parTrans" cxnId="{CBDAD9D7-70EA-4362-9C21-C8D985A675AA}">
      <dgm:prSet/>
      <dgm:spPr/>
      <dgm:t>
        <a:bodyPr/>
        <a:lstStyle/>
        <a:p>
          <a:endParaRPr lang="en-US"/>
        </a:p>
      </dgm:t>
    </dgm:pt>
    <dgm:pt modelId="{2E085C24-D6C7-40B3-9DFC-946D13BCE419}" type="sibTrans" cxnId="{CBDAD9D7-70EA-4362-9C21-C8D985A675AA}">
      <dgm:prSet/>
      <dgm:spPr/>
      <dgm:t>
        <a:bodyPr/>
        <a:lstStyle/>
        <a:p>
          <a:endParaRPr lang="en-US"/>
        </a:p>
      </dgm:t>
    </dgm:pt>
    <dgm:pt modelId="{FFDCBE30-D14A-489C-8C94-21A892BCB419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in English </a:t>
          </a:r>
        </a:p>
      </dgm:t>
    </dgm:pt>
    <dgm:pt modelId="{63016E82-DF45-4A35-A574-EC34011E4045}" type="parTrans" cxnId="{130CE59F-6656-4F0E-9F87-89E3E925A5EA}">
      <dgm:prSet/>
      <dgm:spPr/>
      <dgm:t>
        <a:bodyPr/>
        <a:lstStyle/>
        <a:p>
          <a:endParaRPr lang="en-US"/>
        </a:p>
      </dgm:t>
    </dgm:pt>
    <dgm:pt modelId="{439BD456-C566-479E-BC44-CD327C5CE466}" type="sibTrans" cxnId="{130CE59F-6656-4F0E-9F87-89E3E925A5EA}">
      <dgm:prSet/>
      <dgm:spPr/>
      <dgm:t>
        <a:bodyPr/>
        <a:lstStyle/>
        <a:p>
          <a:endParaRPr lang="en-US"/>
        </a:p>
      </dgm:t>
    </dgm:pt>
    <dgm:pt modelId="{06DB8798-AF19-4E57-9A9C-0EB6433801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Analysis</a:t>
          </a:r>
        </a:p>
      </dgm:t>
    </dgm:pt>
    <dgm:pt modelId="{99E60F70-354A-4A3C-9DB6-0B156D06D6DE}" type="parTrans" cxnId="{55CC2382-8B11-4A8B-8F55-FB1049E43E73}">
      <dgm:prSet/>
      <dgm:spPr/>
      <dgm:t>
        <a:bodyPr/>
        <a:lstStyle/>
        <a:p>
          <a:endParaRPr lang="en-US"/>
        </a:p>
      </dgm:t>
    </dgm:pt>
    <dgm:pt modelId="{D05CF13C-BDB0-41B0-9B8C-045A1F4ED131}" type="sibTrans" cxnId="{55CC2382-8B11-4A8B-8F55-FB1049E43E73}">
      <dgm:prSet/>
      <dgm:spPr/>
      <dgm:t>
        <a:bodyPr/>
        <a:lstStyle/>
        <a:p>
          <a:endParaRPr lang="en-US"/>
        </a:p>
      </dgm:t>
    </dgm:pt>
    <dgm:pt modelId="{749F92FF-2426-4699-A209-6F54419EAE18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Drama Movie genre</a:t>
          </a:r>
        </a:p>
      </dgm:t>
    </dgm:pt>
    <dgm:pt modelId="{828B85AA-8711-4F8D-BFFB-135D0407C113}" type="parTrans" cxnId="{4C4B36B7-B77C-40F5-B4E8-EBEC9A752BB1}">
      <dgm:prSet/>
      <dgm:spPr/>
      <dgm:t>
        <a:bodyPr/>
        <a:lstStyle/>
        <a:p>
          <a:endParaRPr lang="en-US"/>
        </a:p>
      </dgm:t>
    </dgm:pt>
    <dgm:pt modelId="{89C840C8-3601-4707-B260-39D2B8247AC6}" type="sibTrans" cxnId="{4C4B36B7-B77C-40F5-B4E8-EBEC9A752BB1}">
      <dgm:prSet/>
      <dgm:spPr/>
      <dgm:t>
        <a:bodyPr/>
        <a:lstStyle/>
        <a:p>
          <a:endParaRPr lang="en-US"/>
        </a:p>
      </dgm:t>
    </dgm:pt>
    <dgm:pt modelId="{18DAC5BC-183B-4714-A4CB-587C8ED620FD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starred by – ‘Ryan Gosling’ </a:t>
          </a:r>
        </a:p>
      </dgm:t>
    </dgm:pt>
    <dgm:pt modelId="{4AB15F3F-3DE6-46B6-B87F-14FFDD70F156}" type="parTrans" cxnId="{240D7192-4E49-4840-A4D2-885587CA26F3}">
      <dgm:prSet/>
      <dgm:spPr/>
      <dgm:t>
        <a:bodyPr/>
        <a:lstStyle/>
        <a:p>
          <a:endParaRPr lang="en-US"/>
        </a:p>
      </dgm:t>
    </dgm:pt>
    <dgm:pt modelId="{C6BAF296-5262-4EE6-90EF-0D99C786AEEE}" type="sibTrans" cxnId="{240D7192-4E49-4840-A4D2-885587CA26F3}">
      <dgm:prSet/>
      <dgm:spPr/>
      <dgm:t>
        <a:bodyPr/>
        <a:lstStyle/>
        <a:p>
          <a:endParaRPr lang="en-US"/>
        </a:p>
      </dgm:t>
    </dgm:pt>
    <dgm:pt modelId="{EC5B944B-EB5A-478F-8C14-07159894BBE5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directed by – ‘Alex Kendrick’</a:t>
          </a:r>
        </a:p>
      </dgm:t>
    </dgm:pt>
    <dgm:pt modelId="{2443206E-A37D-4E3D-961A-36860C3B5A77}" type="parTrans" cxnId="{CEE0DE04-1CC2-4F42-8065-3894D58A9B46}">
      <dgm:prSet/>
      <dgm:spPr/>
      <dgm:t>
        <a:bodyPr/>
        <a:lstStyle/>
        <a:p>
          <a:endParaRPr lang="en-US"/>
        </a:p>
      </dgm:t>
    </dgm:pt>
    <dgm:pt modelId="{D23A3CF0-F042-4781-BFDF-2AA408992AAE}" type="sibTrans" cxnId="{CEE0DE04-1CC2-4F42-8065-3894D58A9B46}">
      <dgm:prSet/>
      <dgm:spPr/>
      <dgm:t>
        <a:bodyPr/>
        <a:lstStyle/>
        <a:p>
          <a:endParaRPr lang="en-US"/>
        </a:p>
      </dgm:t>
    </dgm:pt>
    <dgm:pt modelId="{6F117593-0952-476C-BCDB-E245513066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+mj-lt"/>
            </a:rPr>
            <a:t>Added advantage</a:t>
          </a:r>
        </a:p>
      </dgm:t>
    </dgm:pt>
    <dgm:pt modelId="{51877376-E19E-4210-B71D-B46CF9A5B25B}" type="parTrans" cxnId="{6A7CDEA2-1242-422A-B1D0-6999528BC2CF}">
      <dgm:prSet/>
      <dgm:spPr/>
      <dgm:t>
        <a:bodyPr/>
        <a:lstStyle/>
        <a:p>
          <a:endParaRPr lang="en-US"/>
        </a:p>
      </dgm:t>
    </dgm:pt>
    <dgm:pt modelId="{F2753A82-5CFD-4241-8612-E5A3A1F293DB}" type="sibTrans" cxnId="{6A7CDEA2-1242-422A-B1D0-6999528BC2CF}">
      <dgm:prSet/>
      <dgm:spPr/>
      <dgm:t>
        <a:bodyPr/>
        <a:lstStyle/>
        <a:p>
          <a:endParaRPr lang="en-US"/>
        </a:p>
      </dgm:t>
    </dgm:pt>
    <dgm:pt modelId="{2EA0B1ED-BEDA-4A02-AB88-DDEECC5F6D43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Medium-budget Drama films</a:t>
          </a:r>
        </a:p>
      </dgm:t>
    </dgm:pt>
    <dgm:pt modelId="{2DD8F7ED-9BF8-4D0E-95ED-4C16D77FBE4D}" type="parTrans" cxnId="{49476F43-6780-4CE0-83ED-ABC0367826F0}">
      <dgm:prSet/>
      <dgm:spPr/>
      <dgm:t>
        <a:bodyPr/>
        <a:lstStyle/>
        <a:p>
          <a:endParaRPr lang="en-US"/>
        </a:p>
      </dgm:t>
    </dgm:pt>
    <dgm:pt modelId="{BFF3B676-F9A7-494C-A583-96212B1CD7DA}" type="sibTrans" cxnId="{49476F43-6780-4CE0-83ED-ABC0367826F0}">
      <dgm:prSet/>
      <dgm:spPr/>
      <dgm:t>
        <a:bodyPr/>
        <a:lstStyle/>
        <a:p>
          <a:endParaRPr lang="en-US"/>
        </a:p>
      </dgm:t>
    </dgm:pt>
    <dgm:pt modelId="{9FBE79C8-AC00-4275-A0A7-2B31AFC81EB6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Preferred runtime - &lt;90 minutes</a:t>
          </a:r>
        </a:p>
      </dgm:t>
    </dgm:pt>
    <dgm:pt modelId="{D62F7D9C-85BC-47B6-BC63-021CF3034086}" type="parTrans" cxnId="{45A895E5-A4B7-4D07-B956-18AEC7BDA3F4}">
      <dgm:prSet/>
      <dgm:spPr/>
      <dgm:t>
        <a:bodyPr/>
        <a:lstStyle/>
        <a:p>
          <a:endParaRPr lang="en-US"/>
        </a:p>
      </dgm:t>
    </dgm:pt>
    <dgm:pt modelId="{764DC5A8-75B1-4396-B610-C34284B8BF7F}" type="sibTrans" cxnId="{45A895E5-A4B7-4D07-B956-18AEC7BDA3F4}">
      <dgm:prSet/>
      <dgm:spPr/>
      <dgm:t>
        <a:bodyPr/>
        <a:lstStyle/>
        <a:p>
          <a:endParaRPr lang="en-US"/>
        </a:p>
      </dgm:t>
    </dgm:pt>
    <dgm:pt modelId="{1B913B9B-8C00-47FA-917B-D19220505AC5}">
      <dgm:prSet custT="1"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sz="2000" dirty="0">
              <a:latin typeface="+mj-lt"/>
            </a:rPr>
            <a:t>Movie release window – May or August</a:t>
          </a:r>
        </a:p>
      </dgm:t>
    </dgm:pt>
    <dgm:pt modelId="{7F296F66-19B5-47F9-9601-032B2136F7B8}" type="parTrans" cxnId="{D45AE62E-D1B4-43C9-B4D8-3B3176285F53}">
      <dgm:prSet/>
      <dgm:spPr/>
      <dgm:t>
        <a:bodyPr/>
        <a:lstStyle/>
        <a:p>
          <a:endParaRPr lang="en-US"/>
        </a:p>
      </dgm:t>
    </dgm:pt>
    <dgm:pt modelId="{113FC2EA-18B4-47DE-8D4E-DD934E6316E0}" type="sibTrans" cxnId="{D45AE62E-D1B4-43C9-B4D8-3B3176285F53}">
      <dgm:prSet/>
      <dgm:spPr/>
      <dgm:t>
        <a:bodyPr/>
        <a:lstStyle/>
        <a:p>
          <a:endParaRPr lang="en-US"/>
        </a:p>
      </dgm:t>
    </dgm:pt>
    <dgm:pt modelId="{B14B32BD-8F72-48FE-A792-377F160BF9CA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en-US" sz="2000" dirty="0">
              <a:latin typeface="+mj-lt"/>
            </a:rPr>
            <a:t>($10M–$40M)</a:t>
          </a:r>
        </a:p>
      </dgm:t>
    </dgm:pt>
    <dgm:pt modelId="{3C13DFDE-B025-4FC2-BD0A-BED333533539}" type="parTrans" cxnId="{6E44672C-1312-469E-A873-37705063ADE9}">
      <dgm:prSet/>
      <dgm:spPr/>
      <dgm:t>
        <a:bodyPr/>
        <a:lstStyle/>
        <a:p>
          <a:endParaRPr lang="en-US"/>
        </a:p>
      </dgm:t>
    </dgm:pt>
    <dgm:pt modelId="{FAEE2925-A9FA-420D-BC2E-AC1ED80CC7B2}" type="sibTrans" cxnId="{6E44672C-1312-469E-A873-37705063ADE9}">
      <dgm:prSet/>
      <dgm:spPr/>
      <dgm:t>
        <a:bodyPr/>
        <a:lstStyle/>
        <a:p>
          <a:endParaRPr lang="en-US"/>
        </a:p>
      </dgm:t>
    </dgm:pt>
    <dgm:pt modelId="{67776E50-3320-4867-A26A-67DCE49A1346}">
      <dgm:prSet custT="1"/>
      <dgm:spPr/>
      <dgm:t>
        <a:bodyPr/>
        <a:lstStyle/>
        <a:p>
          <a:r>
            <a:rPr lang="en-US" sz="2000" dirty="0">
              <a:latin typeface="+mj-lt"/>
            </a:rPr>
            <a:t>PG-13 rated movie</a:t>
          </a:r>
        </a:p>
      </dgm:t>
    </dgm:pt>
    <dgm:pt modelId="{1DE52807-822D-4ACE-B1F8-B99E3F2EA3A5}" type="parTrans" cxnId="{6835610F-BA21-4676-B393-4BD46560D8D4}">
      <dgm:prSet/>
      <dgm:spPr/>
      <dgm:t>
        <a:bodyPr/>
        <a:lstStyle/>
        <a:p>
          <a:endParaRPr lang="en-US"/>
        </a:p>
      </dgm:t>
    </dgm:pt>
    <dgm:pt modelId="{007530BC-B1FF-44CC-AA92-AED0CDDF3F89}" type="sibTrans" cxnId="{6835610F-BA21-4676-B393-4BD46560D8D4}">
      <dgm:prSet/>
      <dgm:spPr/>
      <dgm:t>
        <a:bodyPr/>
        <a:lstStyle/>
        <a:p>
          <a:endParaRPr lang="en-US"/>
        </a:p>
      </dgm:t>
    </dgm:pt>
    <dgm:pt modelId="{4100D86A-DA29-46E8-95CB-57BD09D9389E}" type="pres">
      <dgm:prSet presAssocID="{FFE2AF22-0F56-44B3-B403-F0C03B125185}" presName="Name0" presStyleCnt="0">
        <dgm:presLayoutVars>
          <dgm:dir/>
          <dgm:animLvl val="lvl"/>
          <dgm:resizeHandles val="exact"/>
        </dgm:presLayoutVars>
      </dgm:prSet>
      <dgm:spPr/>
    </dgm:pt>
    <dgm:pt modelId="{40B0E6DB-981F-499D-8A4F-BD187F56C9A1}" type="pres">
      <dgm:prSet presAssocID="{BDCAAE61-260F-42E2-93E3-20EFA34FE01C}" presName="composite" presStyleCnt="0"/>
      <dgm:spPr/>
    </dgm:pt>
    <dgm:pt modelId="{1224DF42-B091-4D0E-ACF9-B1F414B2B9D7}" type="pres">
      <dgm:prSet presAssocID="{BDCAAE61-260F-42E2-93E3-20EFA34FE01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9CAC5B1-2E48-4BF6-A194-D2A7CF511DC2}" type="pres">
      <dgm:prSet presAssocID="{BDCAAE61-260F-42E2-93E3-20EFA34FE01C}" presName="desTx" presStyleLbl="alignAccFollowNode1" presStyleIdx="0" presStyleCnt="3">
        <dgm:presLayoutVars>
          <dgm:bulletEnabled val="1"/>
        </dgm:presLayoutVars>
      </dgm:prSet>
      <dgm:spPr/>
    </dgm:pt>
    <dgm:pt modelId="{E1188EA0-BBF8-4715-AE47-239C76BB7D92}" type="pres">
      <dgm:prSet presAssocID="{53BA0860-6766-4B05-B58D-AD5C81AB2C1B}" presName="space" presStyleCnt="0"/>
      <dgm:spPr/>
    </dgm:pt>
    <dgm:pt modelId="{C5D97CF7-8C74-4BA5-A245-73DD0EDEC621}" type="pres">
      <dgm:prSet presAssocID="{06DB8798-AF19-4E57-9A9C-0EB64338016D}" presName="composite" presStyleCnt="0"/>
      <dgm:spPr/>
    </dgm:pt>
    <dgm:pt modelId="{F36FB6AB-B3F4-40A3-907E-0F1FFC91D3D1}" type="pres">
      <dgm:prSet presAssocID="{06DB8798-AF19-4E57-9A9C-0EB64338016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C95E2F8-0098-41C3-A82D-0B47DE232F22}" type="pres">
      <dgm:prSet presAssocID="{06DB8798-AF19-4E57-9A9C-0EB64338016D}" presName="desTx" presStyleLbl="alignAccFollowNode1" presStyleIdx="1" presStyleCnt="3">
        <dgm:presLayoutVars>
          <dgm:bulletEnabled val="1"/>
        </dgm:presLayoutVars>
      </dgm:prSet>
      <dgm:spPr/>
    </dgm:pt>
    <dgm:pt modelId="{CBF3D5CC-0D7E-4274-A628-089B064925A3}" type="pres">
      <dgm:prSet presAssocID="{D05CF13C-BDB0-41B0-9B8C-045A1F4ED131}" presName="space" presStyleCnt="0"/>
      <dgm:spPr/>
    </dgm:pt>
    <dgm:pt modelId="{0A9887FF-34FE-4507-998F-24BD3004BADF}" type="pres">
      <dgm:prSet presAssocID="{6F117593-0952-476C-BCDB-E24551306603}" presName="composite" presStyleCnt="0"/>
      <dgm:spPr/>
    </dgm:pt>
    <dgm:pt modelId="{4B6D26E4-4B33-49ED-8516-07FCA845D814}" type="pres">
      <dgm:prSet presAssocID="{6F117593-0952-476C-BCDB-E2455130660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162AFA7-D0D8-4758-B2A5-55D2C8B90378}" type="pres">
      <dgm:prSet presAssocID="{6F117593-0952-476C-BCDB-E2455130660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EE0DE04-1CC2-4F42-8065-3894D58A9B46}" srcId="{06DB8798-AF19-4E57-9A9C-0EB64338016D}" destId="{EC5B944B-EB5A-478F-8C14-07159894BBE5}" srcOrd="2" destOrd="0" parTransId="{2443206E-A37D-4E3D-961A-36860C3B5A77}" sibTransId="{D23A3CF0-F042-4781-BFDF-2AA408992AAE}"/>
    <dgm:cxn modelId="{6835610F-BA21-4676-B393-4BD46560D8D4}" srcId="{6F117593-0952-476C-BCDB-E24551306603}" destId="{67776E50-3320-4867-A26A-67DCE49A1346}" srcOrd="3" destOrd="0" parTransId="{1DE52807-822D-4ACE-B1F8-B99E3F2EA3A5}" sibTransId="{007530BC-B1FF-44CC-AA92-AED0CDDF3F89}"/>
    <dgm:cxn modelId="{B4E15D10-2E67-415A-B34A-D6C562F72056}" type="presOf" srcId="{9FBE79C8-AC00-4275-A0A7-2B31AFC81EB6}" destId="{E162AFA7-D0D8-4758-B2A5-55D2C8B90378}" srcOrd="0" destOrd="2" presId="urn:microsoft.com/office/officeart/2005/8/layout/hList1"/>
    <dgm:cxn modelId="{8A20EF11-D8BD-464D-AA78-72CDC58501AF}" type="presOf" srcId="{1B913B9B-8C00-47FA-917B-D19220505AC5}" destId="{E162AFA7-D0D8-4758-B2A5-55D2C8B90378}" srcOrd="0" destOrd="3" presId="urn:microsoft.com/office/officeart/2005/8/layout/hList1"/>
    <dgm:cxn modelId="{C8C1D31C-B3A2-4BE5-9FDE-BEA716E6299F}" type="presOf" srcId="{6F117593-0952-476C-BCDB-E24551306603}" destId="{4B6D26E4-4B33-49ED-8516-07FCA845D814}" srcOrd="0" destOrd="0" presId="urn:microsoft.com/office/officeart/2005/8/layout/hList1"/>
    <dgm:cxn modelId="{C00C781D-F576-48FB-938C-6C02761ACEDF}" type="presOf" srcId="{B14B32BD-8F72-48FE-A792-377F160BF9CA}" destId="{E162AFA7-D0D8-4758-B2A5-55D2C8B90378}" srcOrd="0" destOrd="1" presId="urn:microsoft.com/office/officeart/2005/8/layout/hList1"/>
    <dgm:cxn modelId="{F737C022-B1A9-403D-8F5C-D46D64EDDAE0}" type="presOf" srcId="{FFDCBE30-D14A-489C-8C94-21A892BCB419}" destId="{69CAC5B1-2E48-4BF6-A194-D2A7CF511DC2}" srcOrd="0" destOrd="1" presId="urn:microsoft.com/office/officeart/2005/8/layout/hList1"/>
    <dgm:cxn modelId="{0F12652B-147B-4EE4-932D-2C59277F99AD}" srcId="{FFE2AF22-0F56-44B3-B403-F0C03B125185}" destId="{BDCAAE61-260F-42E2-93E3-20EFA34FE01C}" srcOrd="0" destOrd="0" parTransId="{A9449656-9679-4270-AA5A-8B0FDE08AF5A}" sibTransId="{53BA0860-6766-4B05-B58D-AD5C81AB2C1B}"/>
    <dgm:cxn modelId="{6E44672C-1312-469E-A873-37705063ADE9}" srcId="{2EA0B1ED-BEDA-4A02-AB88-DDEECC5F6D43}" destId="{B14B32BD-8F72-48FE-A792-377F160BF9CA}" srcOrd="0" destOrd="0" parTransId="{3C13DFDE-B025-4FC2-BD0A-BED333533539}" sibTransId="{FAEE2925-A9FA-420D-BC2E-AC1ED80CC7B2}"/>
    <dgm:cxn modelId="{D45AE62E-D1B4-43C9-B4D8-3B3176285F53}" srcId="{6F117593-0952-476C-BCDB-E24551306603}" destId="{1B913B9B-8C00-47FA-917B-D19220505AC5}" srcOrd="2" destOrd="0" parTransId="{7F296F66-19B5-47F9-9601-032B2136F7B8}" sibTransId="{113FC2EA-18B4-47DE-8D4E-DD934E6316E0}"/>
    <dgm:cxn modelId="{00D8482F-CAF6-40B8-960E-FEEBC1AAD753}" type="presOf" srcId="{749F92FF-2426-4699-A209-6F54419EAE18}" destId="{AC95E2F8-0098-41C3-A82D-0B47DE232F22}" srcOrd="0" destOrd="0" presId="urn:microsoft.com/office/officeart/2005/8/layout/hList1"/>
    <dgm:cxn modelId="{49476F43-6780-4CE0-83ED-ABC0367826F0}" srcId="{6F117593-0952-476C-BCDB-E24551306603}" destId="{2EA0B1ED-BEDA-4A02-AB88-DDEECC5F6D43}" srcOrd="0" destOrd="0" parTransId="{2DD8F7ED-9BF8-4D0E-95ED-4C16D77FBE4D}" sibTransId="{BFF3B676-F9A7-494C-A583-96212B1CD7DA}"/>
    <dgm:cxn modelId="{3B95E468-E8FC-420D-B2D7-045365080624}" type="presOf" srcId="{2EA0B1ED-BEDA-4A02-AB88-DDEECC5F6D43}" destId="{E162AFA7-D0D8-4758-B2A5-55D2C8B90378}" srcOrd="0" destOrd="0" presId="urn:microsoft.com/office/officeart/2005/8/layout/hList1"/>
    <dgm:cxn modelId="{1E6B0859-E931-4430-956D-67E6117D722D}" type="presOf" srcId="{EC5B944B-EB5A-478F-8C14-07159894BBE5}" destId="{AC95E2F8-0098-41C3-A82D-0B47DE232F22}" srcOrd="0" destOrd="2" presId="urn:microsoft.com/office/officeart/2005/8/layout/hList1"/>
    <dgm:cxn modelId="{55CC2382-8B11-4A8B-8F55-FB1049E43E73}" srcId="{FFE2AF22-0F56-44B3-B403-F0C03B125185}" destId="{06DB8798-AF19-4E57-9A9C-0EB64338016D}" srcOrd="1" destOrd="0" parTransId="{99E60F70-354A-4A3C-9DB6-0B156D06D6DE}" sibTransId="{D05CF13C-BDB0-41B0-9B8C-045A1F4ED131}"/>
    <dgm:cxn modelId="{240D7192-4E49-4840-A4D2-885587CA26F3}" srcId="{06DB8798-AF19-4E57-9A9C-0EB64338016D}" destId="{18DAC5BC-183B-4714-A4CB-587C8ED620FD}" srcOrd="1" destOrd="0" parTransId="{4AB15F3F-3DE6-46B6-B87F-14FFDD70F156}" sibTransId="{C6BAF296-5262-4EE6-90EF-0D99C786AEEE}"/>
    <dgm:cxn modelId="{130CE59F-6656-4F0E-9F87-89E3E925A5EA}" srcId="{BDCAAE61-260F-42E2-93E3-20EFA34FE01C}" destId="{FFDCBE30-D14A-489C-8C94-21A892BCB419}" srcOrd="1" destOrd="0" parTransId="{63016E82-DF45-4A35-A574-EC34011E4045}" sibTransId="{439BD456-C566-479E-BC44-CD327C5CE466}"/>
    <dgm:cxn modelId="{0D36B2A2-11A1-4765-B77E-A472DAD810CB}" type="presOf" srcId="{06DB8798-AF19-4E57-9A9C-0EB64338016D}" destId="{F36FB6AB-B3F4-40A3-907E-0F1FFC91D3D1}" srcOrd="0" destOrd="0" presId="urn:microsoft.com/office/officeart/2005/8/layout/hList1"/>
    <dgm:cxn modelId="{6A7CDEA2-1242-422A-B1D0-6999528BC2CF}" srcId="{FFE2AF22-0F56-44B3-B403-F0C03B125185}" destId="{6F117593-0952-476C-BCDB-E24551306603}" srcOrd="2" destOrd="0" parTransId="{51877376-E19E-4210-B71D-B46CF9A5B25B}" sibTransId="{F2753A82-5CFD-4241-8612-E5A3A1F293DB}"/>
    <dgm:cxn modelId="{1B150AA5-C9AA-4B75-89C7-084AA4BAD51A}" type="presOf" srcId="{FFE2AF22-0F56-44B3-B403-F0C03B125185}" destId="{4100D86A-DA29-46E8-95CB-57BD09D9389E}" srcOrd="0" destOrd="0" presId="urn:microsoft.com/office/officeart/2005/8/layout/hList1"/>
    <dgm:cxn modelId="{4C4B36B7-B77C-40F5-B4E8-EBEC9A752BB1}" srcId="{06DB8798-AF19-4E57-9A9C-0EB64338016D}" destId="{749F92FF-2426-4699-A209-6F54419EAE18}" srcOrd="0" destOrd="0" parTransId="{828B85AA-8711-4F8D-BFFB-135D0407C113}" sibTransId="{89C840C8-3601-4707-B260-39D2B8247AC6}"/>
    <dgm:cxn modelId="{A56216BA-5B0F-4E72-92E6-E6FE51C3D30A}" type="presOf" srcId="{BDCAAE61-260F-42E2-93E3-20EFA34FE01C}" destId="{1224DF42-B091-4D0E-ACF9-B1F414B2B9D7}" srcOrd="0" destOrd="0" presId="urn:microsoft.com/office/officeart/2005/8/layout/hList1"/>
    <dgm:cxn modelId="{798A85BD-1503-4EBA-BD42-51D758828487}" type="presOf" srcId="{18DAC5BC-183B-4714-A4CB-587C8ED620FD}" destId="{AC95E2F8-0098-41C3-A82D-0B47DE232F22}" srcOrd="0" destOrd="1" presId="urn:microsoft.com/office/officeart/2005/8/layout/hList1"/>
    <dgm:cxn modelId="{CBDAD9D7-70EA-4362-9C21-C8D985A675AA}" srcId="{BDCAAE61-260F-42E2-93E3-20EFA34FE01C}" destId="{88E8D8BE-CBDF-49C3-8E86-AF75BB6F67E1}" srcOrd="0" destOrd="0" parTransId="{D496ED7C-A5E9-44E2-9F07-C2CE76637B6A}" sibTransId="{2E085C24-D6C7-40B3-9DFC-946D13BCE419}"/>
    <dgm:cxn modelId="{4E23B9E0-93F8-495F-AD6E-BCD0C795FD8E}" type="presOf" srcId="{67776E50-3320-4867-A26A-67DCE49A1346}" destId="{E162AFA7-D0D8-4758-B2A5-55D2C8B90378}" srcOrd="0" destOrd="4" presId="urn:microsoft.com/office/officeart/2005/8/layout/hList1"/>
    <dgm:cxn modelId="{45A895E5-A4B7-4D07-B956-18AEC7BDA3F4}" srcId="{6F117593-0952-476C-BCDB-E24551306603}" destId="{9FBE79C8-AC00-4275-A0A7-2B31AFC81EB6}" srcOrd="1" destOrd="0" parTransId="{D62F7D9C-85BC-47B6-BC63-021CF3034086}" sibTransId="{764DC5A8-75B1-4396-B610-C34284B8BF7F}"/>
    <dgm:cxn modelId="{EEEF50F9-B0EB-4443-84D1-2365A064E30E}" type="presOf" srcId="{88E8D8BE-CBDF-49C3-8E86-AF75BB6F67E1}" destId="{69CAC5B1-2E48-4BF6-A194-D2A7CF511DC2}" srcOrd="0" destOrd="0" presId="urn:microsoft.com/office/officeart/2005/8/layout/hList1"/>
    <dgm:cxn modelId="{E417875E-0A2C-4C00-BC33-81FFFA980780}" type="presParOf" srcId="{4100D86A-DA29-46E8-95CB-57BD09D9389E}" destId="{40B0E6DB-981F-499D-8A4F-BD187F56C9A1}" srcOrd="0" destOrd="0" presId="urn:microsoft.com/office/officeart/2005/8/layout/hList1"/>
    <dgm:cxn modelId="{C30D682E-22B3-4359-B946-39BF6C8419E7}" type="presParOf" srcId="{40B0E6DB-981F-499D-8A4F-BD187F56C9A1}" destId="{1224DF42-B091-4D0E-ACF9-B1F414B2B9D7}" srcOrd="0" destOrd="0" presId="urn:microsoft.com/office/officeart/2005/8/layout/hList1"/>
    <dgm:cxn modelId="{2D5F7912-6698-45BA-866A-03A6DD64E197}" type="presParOf" srcId="{40B0E6DB-981F-499D-8A4F-BD187F56C9A1}" destId="{69CAC5B1-2E48-4BF6-A194-D2A7CF511DC2}" srcOrd="1" destOrd="0" presId="urn:microsoft.com/office/officeart/2005/8/layout/hList1"/>
    <dgm:cxn modelId="{3605082B-812A-4D11-B519-3D5F61640A16}" type="presParOf" srcId="{4100D86A-DA29-46E8-95CB-57BD09D9389E}" destId="{E1188EA0-BBF8-4715-AE47-239C76BB7D92}" srcOrd="1" destOrd="0" presId="urn:microsoft.com/office/officeart/2005/8/layout/hList1"/>
    <dgm:cxn modelId="{F8A4BAE3-7430-4DB5-99F6-2DAA9D04DCB9}" type="presParOf" srcId="{4100D86A-DA29-46E8-95CB-57BD09D9389E}" destId="{C5D97CF7-8C74-4BA5-A245-73DD0EDEC621}" srcOrd="2" destOrd="0" presId="urn:microsoft.com/office/officeart/2005/8/layout/hList1"/>
    <dgm:cxn modelId="{EC27148B-70CD-47D0-9534-73D95628BC25}" type="presParOf" srcId="{C5D97CF7-8C74-4BA5-A245-73DD0EDEC621}" destId="{F36FB6AB-B3F4-40A3-907E-0F1FFC91D3D1}" srcOrd="0" destOrd="0" presId="urn:microsoft.com/office/officeart/2005/8/layout/hList1"/>
    <dgm:cxn modelId="{0C7F4DDE-D0AB-42C5-8557-6E8F6BA90B57}" type="presParOf" srcId="{C5D97CF7-8C74-4BA5-A245-73DD0EDEC621}" destId="{AC95E2F8-0098-41C3-A82D-0B47DE232F22}" srcOrd="1" destOrd="0" presId="urn:microsoft.com/office/officeart/2005/8/layout/hList1"/>
    <dgm:cxn modelId="{698AD868-E1F9-4762-89B1-8D453892F849}" type="presParOf" srcId="{4100D86A-DA29-46E8-95CB-57BD09D9389E}" destId="{CBF3D5CC-0D7E-4274-A628-089B064925A3}" srcOrd="3" destOrd="0" presId="urn:microsoft.com/office/officeart/2005/8/layout/hList1"/>
    <dgm:cxn modelId="{CFB455BC-35C7-46CB-982D-B5BD768F329E}" type="presParOf" srcId="{4100D86A-DA29-46E8-95CB-57BD09D9389E}" destId="{0A9887FF-34FE-4507-998F-24BD3004BADF}" srcOrd="4" destOrd="0" presId="urn:microsoft.com/office/officeart/2005/8/layout/hList1"/>
    <dgm:cxn modelId="{FAABA9F2-587C-47BB-A1C2-19FBF6EF5D2E}" type="presParOf" srcId="{0A9887FF-34FE-4507-998F-24BD3004BADF}" destId="{4B6D26E4-4B33-49ED-8516-07FCA845D814}" srcOrd="0" destOrd="0" presId="urn:microsoft.com/office/officeart/2005/8/layout/hList1"/>
    <dgm:cxn modelId="{2A009C9F-E247-4592-8EC9-378E84076743}" type="presParOf" srcId="{0A9887FF-34FE-4507-998F-24BD3004BADF}" destId="{E162AFA7-D0D8-4758-B2A5-55D2C8B903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4C21B9-B7AD-49FE-A1D9-5A3DD275A06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70D4A25-46A8-4773-B6A9-9FA46D8C0DAC}">
      <dgm:prSet phldrT="[Text]" custT="1"/>
      <dgm:spPr/>
      <dgm:t>
        <a:bodyPr/>
        <a:lstStyle/>
        <a:p>
          <a:r>
            <a:rPr lang="en-US" sz="1050" dirty="0">
              <a:latin typeface="+mj-lt"/>
            </a:rPr>
            <a:t>Movie from the U.S.A </a:t>
          </a:r>
        </a:p>
        <a:p>
          <a:r>
            <a:rPr lang="en-US" sz="1050" dirty="0">
              <a:latin typeface="+mj-lt"/>
            </a:rPr>
            <a:t>Movie in English </a:t>
          </a:r>
        </a:p>
        <a:p>
          <a:r>
            <a:rPr lang="en-US" sz="1050" dirty="0"/>
            <a:t>sequel or prequel Movie</a:t>
          </a:r>
          <a:r>
            <a:rPr lang="en-US" sz="1050" dirty="0">
              <a:latin typeface="+mj-lt"/>
            </a:rPr>
            <a:t> </a:t>
          </a:r>
          <a:endParaRPr lang="en-US" sz="1050" dirty="0"/>
        </a:p>
      </dgm:t>
    </dgm:pt>
    <dgm:pt modelId="{F2EF933C-7239-4B3C-873D-1587209A6D65}" type="parTrans" cxnId="{03ABF0A4-B0AD-4933-9FC5-539667833E8B}">
      <dgm:prSet/>
      <dgm:spPr/>
      <dgm:t>
        <a:bodyPr/>
        <a:lstStyle/>
        <a:p>
          <a:endParaRPr lang="en-US"/>
        </a:p>
      </dgm:t>
    </dgm:pt>
    <dgm:pt modelId="{8A238C7E-1EFC-45BA-B4BE-2A914115A9DF}" type="sibTrans" cxnId="{03ABF0A4-B0AD-4933-9FC5-539667833E8B}">
      <dgm:prSet/>
      <dgm:spPr/>
      <dgm:t>
        <a:bodyPr/>
        <a:lstStyle/>
        <a:p>
          <a:endParaRPr lang="en-US"/>
        </a:p>
      </dgm:t>
    </dgm:pt>
    <dgm:pt modelId="{DD3EA90D-8F17-438F-9643-A2801D446143}">
      <dgm:prSet phldrT="[Text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1600" dirty="0"/>
            <a:t>Aggressive</a:t>
          </a:r>
          <a:endParaRPr lang="en-US" sz="900" dirty="0"/>
        </a:p>
      </dgm:t>
    </dgm:pt>
    <dgm:pt modelId="{D661BD54-AE4C-4487-AD86-A6D5CE796830}" type="parTrans" cxnId="{0563492C-F37B-4E34-81D3-3FD895226A3A}">
      <dgm:prSet/>
      <dgm:spPr/>
      <dgm:t>
        <a:bodyPr/>
        <a:lstStyle/>
        <a:p>
          <a:endParaRPr lang="en-US"/>
        </a:p>
      </dgm:t>
    </dgm:pt>
    <dgm:pt modelId="{023BECF6-6FDF-4278-9004-9769E6FCC40B}" type="sibTrans" cxnId="{0563492C-F37B-4E34-81D3-3FD895226A3A}">
      <dgm:prSet/>
      <dgm:spPr/>
      <dgm:t>
        <a:bodyPr/>
        <a:lstStyle/>
        <a:p>
          <a:endParaRPr lang="en-US"/>
        </a:p>
      </dgm:t>
    </dgm:pt>
    <dgm:pt modelId="{B97C9401-A116-4365-AC0A-973B9E78287E}">
      <dgm:prSet phldrT="[Text]" phldr="0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1600" dirty="0"/>
            <a:t>Conservative</a:t>
          </a:r>
          <a:endParaRPr lang="en-US" sz="900" dirty="0"/>
        </a:p>
      </dgm:t>
    </dgm:pt>
    <dgm:pt modelId="{1884180D-30C3-45A8-8192-696AEB787341}" type="parTrans" cxnId="{5DEF6C4E-D1C5-4634-BFD0-94F15190890B}">
      <dgm:prSet/>
      <dgm:spPr/>
      <dgm:t>
        <a:bodyPr/>
        <a:lstStyle/>
        <a:p>
          <a:endParaRPr lang="en-US"/>
        </a:p>
      </dgm:t>
    </dgm:pt>
    <dgm:pt modelId="{E1598F0F-4FF0-4C84-9823-B843ACA452C0}" type="sibTrans" cxnId="{5DEF6C4E-D1C5-4634-BFD0-94F15190890B}">
      <dgm:prSet/>
      <dgm:spPr/>
      <dgm:t>
        <a:bodyPr/>
        <a:lstStyle/>
        <a:p>
          <a:endParaRPr lang="en-US"/>
        </a:p>
      </dgm:t>
    </dgm:pt>
    <dgm:pt modelId="{D99443BB-94C8-4C8F-BF33-B2B32CB86864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Medium-budget Drama films </a:t>
          </a:r>
        </a:p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Preferred runtime - 111–140 minutes </a:t>
          </a:r>
        </a:p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Movie release window – March or October </a:t>
          </a:r>
        </a:p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PG-13 rated movie</a:t>
          </a:r>
        </a:p>
      </dgm:t>
    </dgm:pt>
    <dgm:pt modelId="{2888A9F8-AB7C-4460-BD0C-2AF0946C0B60}" type="parTrans" cxnId="{EB784752-F430-4053-AD46-F8771694BEEE}">
      <dgm:prSet/>
      <dgm:spPr/>
      <dgm:t>
        <a:bodyPr/>
        <a:lstStyle/>
        <a:p>
          <a:endParaRPr lang="en-US"/>
        </a:p>
      </dgm:t>
    </dgm:pt>
    <dgm:pt modelId="{36E1903D-EE69-4BBF-87F8-96B61574C483}" type="sibTrans" cxnId="{EB784752-F430-4053-AD46-F8771694BEEE}">
      <dgm:prSet/>
      <dgm:spPr/>
      <dgm:t>
        <a:bodyPr/>
        <a:lstStyle/>
        <a:p>
          <a:endParaRPr lang="en-US"/>
        </a:p>
      </dgm:t>
    </dgm:pt>
    <dgm:pt modelId="{56648A6A-2414-49C7-B666-ADDD44727521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Comedy Movie genre </a:t>
          </a:r>
        </a:p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Movie starred by – ‘Steve Carrel’ </a:t>
          </a:r>
        </a:p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Movie directed by – ‘Seth Gordon’</a:t>
          </a:r>
          <a:endParaRPr lang="en-US" dirty="0"/>
        </a:p>
      </dgm:t>
    </dgm:pt>
    <dgm:pt modelId="{35E6AD28-6599-47E0-A8EE-C11247F68AC2}" type="parTrans" cxnId="{F78AA0A7-5449-4B1A-B3DB-6C4993C6D18C}">
      <dgm:prSet/>
      <dgm:spPr/>
      <dgm:t>
        <a:bodyPr/>
        <a:lstStyle/>
        <a:p>
          <a:endParaRPr lang="en-US"/>
        </a:p>
      </dgm:t>
    </dgm:pt>
    <dgm:pt modelId="{31187C3E-3DB6-478E-9DAB-2D81A09D0311}" type="sibTrans" cxnId="{F78AA0A7-5449-4B1A-B3DB-6C4993C6D18C}">
      <dgm:prSet/>
      <dgm:spPr/>
      <dgm:t>
        <a:bodyPr/>
        <a:lstStyle/>
        <a:p>
          <a:endParaRPr lang="en-US"/>
        </a:p>
      </dgm:t>
    </dgm:pt>
    <dgm:pt modelId="{2F8DA1E0-43F1-4637-B029-2690E048C251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Drama Movie genre </a:t>
          </a:r>
          <a:br>
            <a:rPr lang="en-US" dirty="0">
              <a:latin typeface="+mj-lt"/>
            </a:rPr>
          </a:br>
          <a:r>
            <a:rPr lang="en-US" dirty="0">
              <a:latin typeface="+mj-lt"/>
            </a:rPr>
            <a:t>Movie starred by – ‘Ryan Gosling’ </a:t>
          </a:r>
          <a:br>
            <a:rPr lang="en-US" dirty="0">
              <a:latin typeface="+mj-lt"/>
            </a:rPr>
          </a:br>
          <a:r>
            <a:rPr lang="en-US" dirty="0">
              <a:latin typeface="+mj-lt"/>
            </a:rPr>
            <a:t>Movie directed by – ‘Alex Kendrick’</a:t>
          </a:r>
          <a:endParaRPr lang="en-US" dirty="0"/>
        </a:p>
      </dgm:t>
    </dgm:pt>
    <dgm:pt modelId="{AC826874-2396-4A0A-8A1D-390097D51CFC}" type="parTrans" cxnId="{918C7DA8-F1C4-42FB-871E-9EDDEBC97ABA}">
      <dgm:prSet/>
      <dgm:spPr/>
      <dgm:t>
        <a:bodyPr/>
        <a:lstStyle/>
        <a:p>
          <a:endParaRPr lang="en-US"/>
        </a:p>
      </dgm:t>
    </dgm:pt>
    <dgm:pt modelId="{E4CFE6D4-6ACE-46D8-A981-614A9A9D7F09}" type="sibTrans" cxnId="{918C7DA8-F1C4-42FB-871E-9EDDEBC97ABA}">
      <dgm:prSet/>
      <dgm:spPr/>
      <dgm:t>
        <a:bodyPr/>
        <a:lstStyle/>
        <a:p>
          <a:endParaRPr lang="en-US"/>
        </a:p>
      </dgm:t>
    </dgm:pt>
    <dgm:pt modelId="{DCDA2D73-CF94-4805-A00C-4174C90E94DD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Medium-budget comedy films</a:t>
          </a:r>
          <a:br>
            <a:rPr lang="en-US" dirty="0">
              <a:latin typeface="+mj-lt"/>
            </a:rPr>
          </a:br>
          <a:r>
            <a:rPr lang="en-US" dirty="0">
              <a:latin typeface="+mj-lt"/>
            </a:rPr>
            <a:t>Preferred runtime - &lt;90 minutes Movie release window – May or August</a:t>
          </a:r>
          <a:r>
            <a:rPr lang="en-US" dirty="0"/>
            <a:t> </a:t>
          </a:r>
        </a:p>
        <a:p>
          <a:pPr>
            <a:lnSpc>
              <a:spcPct val="100000"/>
            </a:lnSpc>
            <a:buFont typeface="Wingdings" panose="05000000000000000000" pitchFamily="2" charset="2"/>
            <a:buChar char="§"/>
          </a:pPr>
          <a:r>
            <a:rPr lang="en-US" dirty="0">
              <a:latin typeface="+mj-lt"/>
            </a:rPr>
            <a:t>PG rated movie</a:t>
          </a:r>
        </a:p>
      </dgm:t>
    </dgm:pt>
    <dgm:pt modelId="{1EC28FC3-6EB6-4213-86A4-D04F028B2BDB}" type="parTrans" cxnId="{3B7F492C-2D48-4E36-9FCB-518759097476}">
      <dgm:prSet/>
      <dgm:spPr/>
      <dgm:t>
        <a:bodyPr/>
        <a:lstStyle/>
        <a:p>
          <a:endParaRPr lang="en-US"/>
        </a:p>
      </dgm:t>
    </dgm:pt>
    <dgm:pt modelId="{9525DAB6-B922-4DC8-B2C9-EE1750E920B4}" type="sibTrans" cxnId="{3B7F492C-2D48-4E36-9FCB-518759097476}">
      <dgm:prSet/>
      <dgm:spPr/>
      <dgm:t>
        <a:bodyPr/>
        <a:lstStyle/>
        <a:p>
          <a:endParaRPr lang="en-US"/>
        </a:p>
      </dgm:t>
    </dgm:pt>
    <dgm:pt modelId="{DA548745-FB6A-41CD-AC94-1880AABAEDB3}" type="pres">
      <dgm:prSet presAssocID="{884C21B9-B7AD-49FE-A1D9-5A3DD275A06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F8E695C-64A1-4DAB-81EA-DFA25AD1BC17}" type="pres">
      <dgm:prSet presAssocID="{170D4A25-46A8-4773-B6A9-9FA46D8C0DAC}" presName="hierRoot1" presStyleCnt="0">
        <dgm:presLayoutVars>
          <dgm:hierBranch val="init"/>
        </dgm:presLayoutVars>
      </dgm:prSet>
      <dgm:spPr/>
    </dgm:pt>
    <dgm:pt modelId="{62639C44-5995-4373-BBFD-65F7C824EDF5}" type="pres">
      <dgm:prSet presAssocID="{170D4A25-46A8-4773-B6A9-9FA46D8C0DAC}" presName="rootComposite1" presStyleCnt="0"/>
      <dgm:spPr/>
    </dgm:pt>
    <dgm:pt modelId="{0194BB96-49C4-40DD-A1ED-23775AB536C3}" type="pres">
      <dgm:prSet presAssocID="{170D4A25-46A8-4773-B6A9-9FA46D8C0DAC}" presName="rootText1" presStyleLbl="node0" presStyleIdx="0" presStyleCnt="1">
        <dgm:presLayoutVars>
          <dgm:chPref val="3"/>
        </dgm:presLayoutVars>
      </dgm:prSet>
      <dgm:spPr/>
    </dgm:pt>
    <dgm:pt modelId="{90D30AFE-8662-4F6C-A324-E6F29C22C00F}" type="pres">
      <dgm:prSet presAssocID="{170D4A25-46A8-4773-B6A9-9FA46D8C0DAC}" presName="rootConnector1" presStyleLbl="node1" presStyleIdx="0" presStyleCnt="0"/>
      <dgm:spPr/>
    </dgm:pt>
    <dgm:pt modelId="{5C12066C-6960-438F-BCC8-D137CA77438D}" type="pres">
      <dgm:prSet presAssocID="{170D4A25-46A8-4773-B6A9-9FA46D8C0DAC}" presName="hierChild2" presStyleCnt="0"/>
      <dgm:spPr/>
    </dgm:pt>
    <dgm:pt modelId="{F7DF5127-BB3F-45A4-800F-0845D397F03E}" type="pres">
      <dgm:prSet presAssocID="{D661BD54-AE4C-4487-AD86-A6D5CE796830}" presName="Name64" presStyleLbl="parChTrans1D2" presStyleIdx="0" presStyleCnt="2"/>
      <dgm:spPr/>
    </dgm:pt>
    <dgm:pt modelId="{AECD5ACF-FE51-40B3-B61C-D76409634BB9}" type="pres">
      <dgm:prSet presAssocID="{DD3EA90D-8F17-438F-9643-A2801D446143}" presName="hierRoot2" presStyleCnt="0">
        <dgm:presLayoutVars>
          <dgm:hierBranch val="init"/>
        </dgm:presLayoutVars>
      </dgm:prSet>
      <dgm:spPr/>
    </dgm:pt>
    <dgm:pt modelId="{DEC3EB7C-573C-4643-8291-8DD7FD5921FD}" type="pres">
      <dgm:prSet presAssocID="{DD3EA90D-8F17-438F-9643-A2801D446143}" presName="rootComposite" presStyleCnt="0"/>
      <dgm:spPr/>
    </dgm:pt>
    <dgm:pt modelId="{151C1D2F-F35A-4AD0-85B7-1157DA93F0E4}" type="pres">
      <dgm:prSet presAssocID="{DD3EA90D-8F17-438F-9643-A2801D446143}" presName="rootText" presStyleLbl="node2" presStyleIdx="0" presStyleCnt="2">
        <dgm:presLayoutVars>
          <dgm:chPref val="3"/>
        </dgm:presLayoutVars>
      </dgm:prSet>
      <dgm:spPr/>
    </dgm:pt>
    <dgm:pt modelId="{6ABA9639-9E23-4559-9505-EC30EFF58F56}" type="pres">
      <dgm:prSet presAssocID="{DD3EA90D-8F17-438F-9643-A2801D446143}" presName="rootConnector" presStyleLbl="node2" presStyleIdx="0" presStyleCnt="2"/>
      <dgm:spPr/>
    </dgm:pt>
    <dgm:pt modelId="{BC106754-E59B-4215-B1E6-420CE62AB8BD}" type="pres">
      <dgm:prSet presAssocID="{DD3EA90D-8F17-438F-9643-A2801D446143}" presName="hierChild4" presStyleCnt="0"/>
      <dgm:spPr/>
    </dgm:pt>
    <dgm:pt modelId="{13CB2AA5-2697-4379-B684-AA8D611C5CEF}" type="pres">
      <dgm:prSet presAssocID="{AC826874-2396-4A0A-8A1D-390097D51CFC}" presName="Name64" presStyleLbl="parChTrans1D3" presStyleIdx="0" presStyleCnt="4"/>
      <dgm:spPr/>
    </dgm:pt>
    <dgm:pt modelId="{1253F675-7C9B-472B-AD5E-0FE259202F56}" type="pres">
      <dgm:prSet presAssocID="{2F8DA1E0-43F1-4637-B029-2690E048C251}" presName="hierRoot2" presStyleCnt="0">
        <dgm:presLayoutVars>
          <dgm:hierBranch val="init"/>
        </dgm:presLayoutVars>
      </dgm:prSet>
      <dgm:spPr/>
    </dgm:pt>
    <dgm:pt modelId="{BD9A05A4-D563-42B0-A5A9-EE74A4F6AFCA}" type="pres">
      <dgm:prSet presAssocID="{2F8DA1E0-43F1-4637-B029-2690E048C251}" presName="rootComposite" presStyleCnt="0"/>
      <dgm:spPr/>
    </dgm:pt>
    <dgm:pt modelId="{57319709-3A8C-4611-9631-8EB432B76012}" type="pres">
      <dgm:prSet presAssocID="{2F8DA1E0-43F1-4637-B029-2690E048C251}" presName="rootText" presStyleLbl="node3" presStyleIdx="0" presStyleCnt="4">
        <dgm:presLayoutVars>
          <dgm:chPref val="3"/>
        </dgm:presLayoutVars>
      </dgm:prSet>
      <dgm:spPr/>
    </dgm:pt>
    <dgm:pt modelId="{C663F6C6-E837-4EF1-8746-59FBB6A503E3}" type="pres">
      <dgm:prSet presAssocID="{2F8DA1E0-43F1-4637-B029-2690E048C251}" presName="rootConnector" presStyleLbl="node3" presStyleIdx="0" presStyleCnt="4"/>
      <dgm:spPr/>
    </dgm:pt>
    <dgm:pt modelId="{26E8240B-A101-4B79-A588-CD008E24725D}" type="pres">
      <dgm:prSet presAssocID="{2F8DA1E0-43F1-4637-B029-2690E048C251}" presName="hierChild4" presStyleCnt="0"/>
      <dgm:spPr/>
    </dgm:pt>
    <dgm:pt modelId="{505DAA54-5AEA-4DC5-A616-5B295E1353AC}" type="pres">
      <dgm:prSet presAssocID="{2F8DA1E0-43F1-4637-B029-2690E048C251}" presName="hierChild5" presStyleCnt="0"/>
      <dgm:spPr/>
    </dgm:pt>
    <dgm:pt modelId="{45A7804E-DAEF-43AB-9163-381C1275D245}" type="pres">
      <dgm:prSet presAssocID="{1EC28FC3-6EB6-4213-86A4-D04F028B2BDB}" presName="Name64" presStyleLbl="parChTrans1D3" presStyleIdx="1" presStyleCnt="4"/>
      <dgm:spPr/>
    </dgm:pt>
    <dgm:pt modelId="{F38A89B3-4843-4FDF-88AB-4C193A767456}" type="pres">
      <dgm:prSet presAssocID="{DCDA2D73-CF94-4805-A00C-4174C90E94DD}" presName="hierRoot2" presStyleCnt="0">
        <dgm:presLayoutVars>
          <dgm:hierBranch val="init"/>
        </dgm:presLayoutVars>
      </dgm:prSet>
      <dgm:spPr/>
    </dgm:pt>
    <dgm:pt modelId="{BA5AE410-23E1-4E31-A652-84EACA4F9297}" type="pres">
      <dgm:prSet presAssocID="{DCDA2D73-CF94-4805-A00C-4174C90E94DD}" presName="rootComposite" presStyleCnt="0"/>
      <dgm:spPr/>
    </dgm:pt>
    <dgm:pt modelId="{2832EB29-EE38-4229-9167-E3385F2613FF}" type="pres">
      <dgm:prSet presAssocID="{DCDA2D73-CF94-4805-A00C-4174C90E94DD}" presName="rootText" presStyleLbl="node3" presStyleIdx="1" presStyleCnt="4">
        <dgm:presLayoutVars>
          <dgm:chPref val="3"/>
        </dgm:presLayoutVars>
      </dgm:prSet>
      <dgm:spPr/>
    </dgm:pt>
    <dgm:pt modelId="{C6DD15F1-4438-4E0A-810D-9DA1BBE094A3}" type="pres">
      <dgm:prSet presAssocID="{DCDA2D73-CF94-4805-A00C-4174C90E94DD}" presName="rootConnector" presStyleLbl="node3" presStyleIdx="1" presStyleCnt="4"/>
      <dgm:spPr/>
    </dgm:pt>
    <dgm:pt modelId="{A71CC51A-01D7-4434-9DFD-01A850517344}" type="pres">
      <dgm:prSet presAssocID="{DCDA2D73-CF94-4805-A00C-4174C90E94DD}" presName="hierChild4" presStyleCnt="0"/>
      <dgm:spPr/>
    </dgm:pt>
    <dgm:pt modelId="{9BD90FCE-F287-4E77-B361-CE00700D6E4C}" type="pres">
      <dgm:prSet presAssocID="{DCDA2D73-CF94-4805-A00C-4174C90E94DD}" presName="hierChild5" presStyleCnt="0"/>
      <dgm:spPr/>
    </dgm:pt>
    <dgm:pt modelId="{77254163-DFBE-4E3E-959A-D710D6423C7F}" type="pres">
      <dgm:prSet presAssocID="{DD3EA90D-8F17-438F-9643-A2801D446143}" presName="hierChild5" presStyleCnt="0"/>
      <dgm:spPr/>
    </dgm:pt>
    <dgm:pt modelId="{EF8D6334-17DB-4B5A-8919-863F3FE637DB}" type="pres">
      <dgm:prSet presAssocID="{1884180D-30C3-45A8-8192-696AEB787341}" presName="Name64" presStyleLbl="parChTrans1D2" presStyleIdx="1" presStyleCnt="2"/>
      <dgm:spPr/>
    </dgm:pt>
    <dgm:pt modelId="{BDFD6B2C-69DB-442B-96BF-6DCBAB1FF9A8}" type="pres">
      <dgm:prSet presAssocID="{B97C9401-A116-4365-AC0A-973B9E78287E}" presName="hierRoot2" presStyleCnt="0">
        <dgm:presLayoutVars>
          <dgm:hierBranch val="init"/>
        </dgm:presLayoutVars>
      </dgm:prSet>
      <dgm:spPr/>
    </dgm:pt>
    <dgm:pt modelId="{57642303-184D-4E99-9488-5121F8ECBC9B}" type="pres">
      <dgm:prSet presAssocID="{B97C9401-A116-4365-AC0A-973B9E78287E}" presName="rootComposite" presStyleCnt="0"/>
      <dgm:spPr/>
    </dgm:pt>
    <dgm:pt modelId="{912F2FDC-42F1-45D1-BBEC-196A383FB5BB}" type="pres">
      <dgm:prSet presAssocID="{B97C9401-A116-4365-AC0A-973B9E78287E}" presName="rootText" presStyleLbl="node2" presStyleIdx="1" presStyleCnt="2">
        <dgm:presLayoutVars>
          <dgm:chPref val="3"/>
        </dgm:presLayoutVars>
      </dgm:prSet>
      <dgm:spPr/>
    </dgm:pt>
    <dgm:pt modelId="{B43530F8-C44F-4B0A-8255-B93B30D854BA}" type="pres">
      <dgm:prSet presAssocID="{B97C9401-A116-4365-AC0A-973B9E78287E}" presName="rootConnector" presStyleLbl="node2" presStyleIdx="1" presStyleCnt="2"/>
      <dgm:spPr/>
    </dgm:pt>
    <dgm:pt modelId="{4A703D0F-5646-4CA1-9BFD-07CD6BCF7561}" type="pres">
      <dgm:prSet presAssocID="{B97C9401-A116-4365-AC0A-973B9E78287E}" presName="hierChild4" presStyleCnt="0"/>
      <dgm:spPr/>
    </dgm:pt>
    <dgm:pt modelId="{92CAA39B-22B2-4887-BF58-46A59E7A5C08}" type="pres">
      <dgm:prSet presAssocID="{35E6AD28-6599-47E0-A8EE-C11247F68AC2}" presName="Name64" presStyleLbl="parChTrans1D3" presStyleIdx="2" presStyleCnt="4"/>
      <dgm:spPr/>
    </dgm:pt>
    <dgm:pt modelId="{33C953D0-F7E8-49FD-904E-D10A601E4DAB}" type="pres">
      <dgm:prSet presAssocID="{56648A6A-2414-49C7-B666-ADDD44727521}" presName="hierRoot2" presStyleCnt="0">
        <dgm:presLayoutVars>
          <dgm:hierBranch val="init"/>
        </dgm:presLayoutVars>
      </dgm:prSet>
      <dgm:spPr/>
    </dgm:pt>
    <dgm:pt modelId="{8B55082B-5B3C-4CCC-AC8B-5E5C57453718}" type="pres">
      <dgm:prSet presAssocID="{56648A6A-2414-49C7-B666-ADDD44727521}" presName="rootComposite" presStyleCnt="0"/>
      <dgm:spPr/>
    </dgm:pt>
    <dgm:pt modelId="{37F8BDFF-ADD3-4C61-B5F8-EFA17411DAB7}" type="pres">
      <dgm:prSet presAssocID="{56648A6A-2414-49C7-B666-ADDD44727521}" presName="rootText" presStyleLbl="node3" presStyleIdx="2" presStyleCnt="4">
        <dgm:presLayoutVars>
          <dgm:chPref val="3"/>
        </dgm:presLayoutVars>
      </dgm:prSet>
      <dgm:spPr/>
    </dgm:pt>
    <dgm:pt modelId="{5299569A-80F9-46BF-A0F0-DD91648A1C17}" type="pres">
      <dgm:prSet presAssocID="{56648A6A-2414-49C7-B666-ADDD44727521}" presName="rootConnector" presStyleLbl="node3" presStyleIdx="2" presStyleCnt="4"/>
      <dgm:spPr/>
    </dgm:pt>
    <dgm:pt modelId="{EBEF58E2-E969-416F-80A9-F56DD52F78F4}" type="pres">
      <dgm:prSet presAssocID="{56648A6A-2414-49C7-B666-ADDD44727521}" presName="hierChild4" presStyleCnt="0"/>
      <dgm:spPr/>
    </dgm:pt>
    <dgm:pt modelId="{0E0064A7-0211-4AD6-82C6-E2F45625049C}" type="pres">
      <dgm:prSet presAssocID="{56648A6A-2414-49C7-B666-ADDD44727521}" presName="hierChild5" presStyleCnt="0"/>
      <dgm:spPr/>
    </dgm:pt>
    <dgm:pt modelId="{57C081D1-7451-424B-9B2D-9CABD361B3A2}" type="pres">
      <dgm:prSet presAssocID="{2888A9F8-AB7C-4460-BD0C-2AF0946C0B60}" presName="Name64" presStyleLbl="parChTrans1D3" presStyleIdx="3" presStyleCnt="4"/>
      <dgm:spPr/>
    </dgm:pt>
    <dgm:pt modelId="{B50F3CC3-F5C8-404C-BF52-B90CEE96C860}" type="pres">
      <dgm:prSet presAssocID="{D99443BB-94C8-4C8F-BF33-B2B32CB86864}" presName="hierRoot2" presStyleCnt="0">
        <dgm:presLayoutVars>
          <dgm:hierBranch val="init"/>
        </dgm:presLayoutVars>
      </dgm:prSet>
      <dgm:spPr/>
    </dgm:pt>
    <dgm:pt modelId="{DF7F4C3C-22C8-47FE-AE9C-36F97D4E1E32}" type="pres">
      <dgm:prSet presAssocID="{D99443BB-94C8-4C8F-BF33-B2B32CB86864}" presName="rootComposite" presStyleCnt="0"/>
      <dgm:spPr/>
    </dgm:pt>
    <dgm:pt modelId="{E32D39D8-78E1-4BCB-905C-09A1CE5550E6}" type="pres">
      <dgm:prSet presAssocID="{D99443BB-94C8-4C8F-BF33-B2B32CB86864}" presName="rootText" presStyleLbl="node3" presStyleIdx="3" presStyleCnt="4">
        <dgm:presLayoutVars>
          <dgm:chPref val="3"/>
        </dgm:presLayoutVars>
      </dgm:prSet>
      <dgm:spPr/>
    </dgm:pt>
    <dgm:pt modelId="{7114ECBC-7E6A-4532-BE18-C9A25A926B71}" type="pres">
      <dgm:prSet presAssocID="{D99443BB-94C8-4C8F-BF33-B2B32CB86864}" presName="rootConnector" presStyleLbl="node3" presStyleIdx="3" presStyleCnt="4"/>
      <dgm:spPr/>
    </dgm:pt>
    <dgm:pt modelId="{E5962DB5-A10B-4946-A5CB-6B8488B24571}" type="pres">
      <dgm:prSet presAssocID="{D99443BB-94C8-4C8F-BF33-B2B32CB86864}" presName="hierChild4" presStyleCnt="0"/>
      <dgm:spPr/>
    </dgm:pt>
    <dgm:pt modelId="{F712FD03-1B51-4825-9DDC-980B006C552C}" type="pres">
      <dgm:prSet presAssocID="{D99443BB-94C8-4C8F-BF33-B2B32CB86864}" presName="hierChild5" presStyleCnt="0"/>
      <dgm:spPr/>
    </dgm:pt>
    <dgm:pt modelId="{15691588-D568-4AAB-90EF-954422B3A37D}" type="pres">
      <dgm:prSet presAssocID="{B97C9401-A116-4365-AC0A-973B9E78287E}" presName="hierChild5" presStyleCnt="0"/>
      <dgm:spPr/>
    </dgm:pt>
    <dgm:pt modelId="{CDAD23A0-C628-4C2C-B665-5302C75E0552}" type="pres">
      <dgm:prSet presAssocID="{170D4A25-46A8-4773-B6A9-9FA46D8C0DAC}" presName="hierChild3" presStyleCnt="0"/>
      <dgm:spPr/>
    </dgm:pt>
  </dgm:ptLst>
  <dgm:cxnLst>
    <dgm:cxn modelId="{90BAB722-21EC-4114-B3F9-7DA0F177F6D0}" type="presOf" srcId="{D661BD54-AE4C-4487-AD86-A6D5CE796830}" destId="{F7DF5127-BB3F-45A4-800F-0845D397F03E}" srcOrd="0" destOrd="0" presId="urn:microsoft.com/office/officeart/2009/3/layout/HorizontalOrganizationChart"/>
    <dgm:cxn modelId="{80333629-6729-4C35-BC77-F71E2AF20391}" type="presOf" srcId="{AC826874-2396-4A0A-8A1D-390097D51CFC}" destId="{13CB2AA5-2697-4379-B684-AA8D611C5CEF}" srcOrd="0" destOrd="0" presId="urn:microsoft.com/office/officeart/2009/3/layout/HorizontalOrganizationChart"/>
    <dgm:cxn modelId="{98CC7429-857B-46AE-B67B-6A4D1133DFA1}" type="presOf" srcId="{1884180D-30C3-45A8-8192-696AEB787341}" destId="{EF8D6334-17DB-4B5A-8919-863F3FE637DB}" srcOrd="0" destOrd="0" presId="urn:microsoft.com/office/officeart/2009/3/layout/HorizontalOrganizationChart"/>
    <dgm:cxn modelId="{0563492C-F37B-4E34-81D3-3FD895226A3A}" srcId="{170D4A25-46A8-4773-B6A9-9FA46D8C0DAC}" destId="{DD3EA90D-8F17-438F-9643-A2801D446143}" srcOrd="0" destOrd="0" parTransId="{D661BD54-AE4C-4487-AD86-A6D5CE796830}" sibTransId="{023BECF6-6FDF-4278-9004-9769E6FCC40B}"/>
    <dgm:cxn modelId="{3B7F492C-2D48-4E36-9FCB-518759097476}" srcId="{DD3EA90D-8F17-438F-9643-A2801D446143}" destId="{DCDA2D73-CF94-4805-A00C-4174C90E94DD}" srcOrd="1" destOrd="0" parTransId="{1EC28FC3-6EB6-4213-86A4-D04F028B2BDB}" sibTransId="{9525DAB6-B922-4DC8-B2C9-EE1750E920B4}"/>
    <dgm:cxn modelId="{85BDE935-6A05-4CB4-BC76-F60A30ABBDF1}" type="presOf" srcId="{170D4A25-46A8-4773-B6A9-9FA46D8C0DAC}" destId="{0194BB96-49C4-40DD-A1ED-23775AB536C3}" srcOrd="0" destOrd="0" presId="urn:microsoft.com/office/officeart/2009/3/layout/HorizontalOrganizationChart"/>
    <dgm:cxn modelId="{0DD2E540-E232-4DC5-AF7E-6A6B87589421}" type="presOf" srcId="{2F8DA1E0-43F1-4637-B029-2690E048C251}" destId="{C663F6C6-E837-4EF1-8746-59FBB6A503E3}" srcOrd="1" destOrd="0" presId="urn:microsoft.com/office/officeart/2009/3/layout/HorizontalOrganizationChart"/>
    <dgm:cxn modelId="{F593E061-5678-48AB-8D6B-374FC2A0BCC3}" type="presOf" srcId="{56648A6A-2414-49C7-B666-ADDD44727521}" destId="{37F8BDFF-ADD3-4C61-B5F8-EFA17411DAB7}" srcOrd="0" destOrd="0" presId="urn:microsoft.com/office/officeart/2009/3/layout/HorizontalOrganizationChart"/>
    <dgm:cxn modelId="{0527B245-FCD4-4BC3-84B5-32F3DDE3AF00}" type="presOf" srcId="{170D4A25-46A8-4773-B6A9-9FA46D8C0DAC}" destId="{90D30AFE-8662-4F6C-A324-E6F29C22C00F}" srcOrd="1" destOrd="0" presId="urn:microsoft.com/office/officeart/2009/3/layout/HorizontalOrganizationChart"/>
    <dgm:cxn modelId="{CC78454C-47AC-47EE-83EC-712850C51025}" type="presOf" srcId="{DCDA2D73-CF94-4805-A00C-4174C90E94DD}" destId="{C6DD15F1-4438-4E0A-810D-9DA1BBE094A3}" srcOrd="1" destOrd="0" presId="urn:microsoft.com/office/officeart/2009/3/layout/HorizontalOrganizationChart"/>
    <dgm:cxn modelId="{5DEF6C4E-D1C5-4634-BFD0-94F15190890B}" srcId="{170D4A25-46A8-4773-B6A9-9FA46D8C0DAC}" destId="{B97C9401-A116-4365-AC0A-973B9E78287E}" srcOrd="1" destOrd="0" parTransId="{1884180D-30C3-45A8-8192-696AEB787341}" sibTransId="{E1598F0F-4FF0-4C84-9823-B843ACA452C0}"/>
    <dgm:cxn modelId="{EB784752-F430-4053-AD46-F8771694BEEE}" srcId="{B97C9401-A116-4365-AC0A-973B9E78287E}" destId="{D99443BB-94C8-4C8F-BF33-B2B32CB86864}" srcOrd="1" destOrd="0" parTransId="{2888A9F8-AB7C-4460-BD0C-2AF0946C0B60}" sibTransId="{36E1903D-EE69-4BBF-87F8-96B61574C483}"/>
    <dgm:cxn modelId="{AD5FF852-8D05-4B1E-B32A-E3BEB9D51FD0}" type="presOf" srcId="{DCDA2D73-CF94-4805-A00C-4174C90E94DD}" destId="{2832EB29-EE38-4229-9167-E3385F2613FF}" srcOrd="0" destOrd="0" presId="urn:microsoft.com/office/officeart/2009/3/layout/HorizontalOrganizationChart"/>
    <dgm:cxn modelId="{7F7DEF53-259E-4AC6-A693-7D029E02CEAA}" type="presOf" srcId="{56648A6A-2414-49C7-B666-ADDD44727521}" destId="{5299569A-80F9-46BF-A0F0-DD91648A1C17}" srcOrd="1" destOrd="0" presId="urn:microsoft.com/office/officeart/2009/3/layout/HorizontalOrganizationChart"/>
    <dgm:cxn modelId="{26327D55-4F43-4AD1-AD30-F34BCE99AC61}" type="presOf" srcId="{2888A9F8-AB7C-4460-BD0C-2AF0946C0B60}" destId="{57C081D1-7451-424B-9B2D-9CABD361B3A2}" srcOrd="0" destOrd="0" presId="urn:microsoft.com/office/officeart/2009/3/layout/HorizontalOrganizationChart"/>
    <dgm:cxn modelId="{FA884357-1D6F-4F92-AAAD-2485020BD1C7}" type="presOf" srcId="{884C21B9-B7AD-49FE-A1D9-5A3DD275A060}" destId="{DA548745-FB6A-41CD-AC94-1880AABAEDB3}" srcOrd="0" destOrd="0" presId="urn:microsoft.com/office/officeart/2009/3/layout/HorizontalOrganizationChart"/>
    <dgm:cxn modelId="{641CD158-4D8C-43ED-9AFB-196866BF383F}" type="presOf" srcId="{B97C9401-A116-4365-AC0A-973B9E78287E}" destId="{912F2FDC-42F1-45D1-BBEC-196A383FB5BB}" srcOrd="0" destOrd="0" presId="urn:microsoft.com/office/officeart/2009/3/layout/HorizontalOrganizationChart"/>
    <dgm:cxn modelId="{874F297D-9366-47CA-84AF-F88EA7DC4242}" type="presOf" srcId="{D99443BB-94C8-4C8F-BF33-B2B32CB86864}" destId="{7114ECBC-7E6A-4532-BE18-C9A25A926B71}" srcOrd="1" destOrd="0" presId="urn:microsoft.com/office/officeart/2009/3/layout/HorizontalOrganizationChart"/>
    <dgm:cxn modelId="{6F3B9793-563E-4C23-A9E6-4D4C11D302BD}" type="presOf" srcId="{DD3EA90D-8F17-438F-9643-A2801D446143}" destId="{6ABA9639-9E23-4559-9505-EC30EFF58F56}" srcOrd="1" destOrd="0" presId="urn:microsoft.com/office/officeart/2009/3/layout/HorizontalOrganizationChart"/>
    <dgm:cxn modelId="{03ABF0A4-B0AD-4933-9FC5-539667833E8B}" srcId="{884C21B9-B7AD-49FE-A1D9-5A3DD275A060}" destId="{170D4A25-46A8-4773-B6A9-9FA46D8C0DAC}" srcOrd="0" destOrd="0" parTransId="{F2EF933C-7239-4B3C-873D-1587209A6D65}" sibTransId="{8A238C7E-1EFC-45BA-B4BE-2A914115A9DF}"/>
    <dgm:cxn modelId="{F78AA0A7-5449-4B1A-B3DB-6C4993C6D18C}" srcId="{B97C9401-A116-4365-AC0A-973B9E78287E}" destId="{56648A6A-2414-49C7-B666-ADDD44727521}" srcOrd="0" destOrd="0" parTransId="{35E6AD28-6599-47E0-A8EE-C11247F68AC2}" sibTransId="{31187C3E-3DB6-478E-9DAB-2D81A09D0311}"/>
    <dgm:cxn modelId="{918C7DA8-F1C4-42FB-871E-9EDDEBC97ABA}" srcId="{DD3EA90D-8F17-438F-9643-A2801D446143}" destId="{2F8DA1E0-43F1-4637-B029-2690E048C251}" srcOrd="0" destOrd="0" parTransId="{AC826874-2396-4A0A-8A1D-390097D51CFC}" sibTransId="{E4CFE6D4-6ACE-46D8-A981-614A9A9D7F09}"/>
    <dgm:cxn modelId="{27FAB4B0-F5E4-4864-B32F-C0DD89083BC5}" type="presOf" srcId="{1EC28FC3-6EB6-4213-86A4-D04F028B2BDB}" destId="{45A7804E-DAEF-43AB-9163-381C1275D245}" srcOrd="0" destOrd="0" presId="urn:microsoft.com/office/officeart/2009/3/layout/HorizontalOrganizationChart"/>
    <dgm:cxn modelId="{2EE541BA-FC97-40D8-BB47-CCFD83E36DF3}" type="presOf" srcId="{D99443BB-94C8-4C8F-BF33-B2B32CB86864}" destId="{E32D39D8-78E1-4BCB-905C-09A1CE5550E6}" srcOrd="0" destOrd="0" presId="urn:microsoft.com/office/officeart/2009/3/layout/HorizontalOrganizationChart"/>
    <dgm:cxn modelId="{688250CE-E41A-4AF2-B906-FD6236BCF195}" type="presOf" srcId="{B97C9401-A116-4365-AC0A-973B9E78287E}" destId="{B43530F8-C44F-4B0A-8255-B93B30D854BA}" srcOrd="1" destOrd="0" presId="urn:microsoft.com/office/officeart/2009/3/layout/HorizontalOrganizationChart"/>
    <dgm:cxn modelId="{CCD2A7DD-3629-4BEA-B6C8-0919627C7954}" type="presOf" srcId="{35E6AD28-6599-47E0-A8EE-C11247F68AC2}" destId="{92CAA39B-22B2-4887-BF58-46A59E7A5C08}" srcOrd="0" destOrd="0" presId="urn:microsoft.com/office/officeart/2009/3/layout/HorizontalOrganizationChart"/>
    <dgm:cxn modelId="{95178FF3-4288-4DC6-AE7A-6EFA91C8925F}" type="presOf" srcId="{DD3EA90D-8F17-438F-9643-A2801D446143}" destId="{151C1D2F-F35A-4AD0-85B7-1157DA93F0E4}" srcOrd="0" destOrd="0" presId="urn:microsoft.com/office/officeart/2009/3/layout/HorizontalOrganizationChart"/>
    <dgm:cxn modelId="{BB21DAFF-F3F4-40C7-9D93-2699137AA140}" type="presOf" srcId="{2F8DA1E0-43F1-4637-B029-2690E048C251}" destId="{57319709-3A8C-4611-9631-8EB432B76012}" srcOrd="0" destOrd="0" presId="urn:microsoft.com/office/officeart/2009/3/layout/HorizontalOrganizationChart"/>
    <dgm:cxn modelId="{15DE3F30-E3FE-438E-B951-FA450D8813AD}" type="presParOf" srcId="{DA548745-FB6A-41CD-AC94-1880AABAEDB3}" destId="{EF8E695C-64A1-4DAB-81EA-DFA25AD1BC17}" srcOrd="0" destOrd="0" presId="urn:microsoft.com/office/officeart/2009/3/layout/HorizontalOrganizationChart"/>
    <dgm:cxn modelId="{D71E514B-A628-4EDC-B2D7-8A035AF64CAD}" type="presParOf" srcId="{EF8E695C-64A1-4DAB-81EA-DFA25AD1BC17}" destId="{62639C44-5995-4373-BBFD-65F7C824EDF5}" srcOrd="0" destOrd="0" presId="urn:microsoft.com/office/officeart/2009/3/layout/HorizontalOrganizationChart"/>
    <dgm:cxn modelId="{B8C31B2B-C072-4FD1-86FA-67DD011A2762}" type="presParOf" srcId="{62639C44-5995-4373-BBFD-65F7C824EDF5}" destId="{0194BB96-49C4-40DD-A1ED-23775AB536C3}" srcOrd="0" destOrd="0" presId="urn:microsoft.com/office/officeart/2009/3/layout/HorizontalOrganizationChart"/>
    <dgm:cxn modelId="{B99C339F-32E5-43DD-8C7B-3244DFD18665}" type="presParOf" srcId="{62639C44-5995-4373-BBFD-65F7C824EDF5}" destId="{90D30AFE-8662-4F6C-A324-E6F29C22C00F}" srcOrd="1" destOrd="0" presId="urn:microsoft.com/office/officeart/2009/3/layout/HorizontalOrganizationChart"/>
    <dgm:cxn modelId="{D5E929B3-A8CE-4077-A9CA-362D0358DA42}" type="presParOf" srcId="{EF8E695C-64A1-4DAB-81EA-DFA25AD1BC17}" destId="{5C12066C-6960-438F-BCC8-D137CA77438D}" srcOrd="1" destOrd="0" presId="urn:microsoft.com/office/officeart/2009/3/layout/HorizontalOrganizationChart"/>
    <dgm:cxn modelId="{57D367DC-87AC-4900-9EE2-8AC6B7257D4B}" type="presParOf" srcId="{5C12066C-6960-438F-BCC8-D137CA77438D}" destId="{F7DF5127-BB3F-45A4-800F-0845D397F03E}" srcOrd="0" destOrd="0" presId="urn:microsoft.com/office/officeart/2009/3/layout/HorizontalOrganizationChart"/>
    <dgm:cxn modelId="{AA6A400F-C38F-4C11-A51B-9FE5F248BC5C}" type="presParOf" srcId="{5C12066C-6960-438F-BCC8-D137CA77438D}" destId="{AECD5ACF-FE51-40B3-B61C-D76409634BB9}" srcOrd="1" destOrd="0" presId="urn:microsoft.com/office/officeart/2009/3/layout/HorizontalOrganizationChart"/>
    <dgm:cxn modelId="{2343FB70-E36A-4A82-A8F5-A62FABB1175F}" type="presParOf" srcId="{AECD5ACF-FE51-40B3-B61C-D76409634BB9}" destId="{DEC3EB7C-573C-4643-8291-8DD7FD5921FD}" srcOrd="0" destOrd="0" presId="urn:microsoft.com/office/officeart/2009/3/layout/HorizontalOrganizationChart"/>
    <dgm:cxn modelId="{6DD6992C-8EC6-4A22-9440-AA0A5542F5D6}" type="presParOf" srcId="{DEC3EB7C-573C-4643-8291-8DD7FD5921FD}" destId="{151C1D2F-F35A-4AD0-85B7-1157DA93F0E4}" srcOrd="0" destOrd="0" presId="urn:microsoft.com/office/officeart/2009/3/layout/HorizontalOrganizationChart"/>
    <dgm:cxn modelId="{B8A84F8C-B1CA-4616-B0CA-822BC4DEA6BD}" type="presParOf" srcId="{DEC3EB7C-573C-4643-8291-8DD7FD5921FD}" destId="{6ABA9639-9E23-4559-9505-EC30EFF58F56}" srcOrd="1" destOrd="0" presId="urn:microsoft.com/office/officeart/2009/3/layout/HorizontalOrganizationChart"/>
    <dgm:cxn modelId="{F078AB4F-FDDB-4BA9-BF75-4E81E958238F}" type="presParOf" srcId="{AECD5ACF-FE51-40B3-B61C-D76409634BB9}" destId="{BC106754-E59B-4215-B1E6-420CE62AB8BD}" srcOrd="1" destOrd="0" presId="urn:microsoft.com/office/officeart/2009/3/layout/HorizontalOrganizationChart"/>
    <dgm:cxn modelId="{568A0987-986F-4361-AE94-147EB1C8A6CF}" type="presParOf" srcId="{BC106754-E59B-4215-B1E6-420CE62AB8BD}" destId="{13CB2AA5-2697-4379-B684-AA8D611C5CEF}" srcOrd="0" destOrd="0" presId="urn:microsoft.com/office/officeart/2009/3/layout/HorizontalOrganizationChart"/>
    <dgm:cxn modelId="{4EB52C30-4140-4A96-8E33-5ED3D5E72EFE}" type="presParOf" srcId="{BC106754-E59B-4215-B1E6-420CE62AB8BD}" destId="{1253F675-7C9B-472B-AD5E-0FE259202F56}" srcOrd="1" destOrd="0" presId="urn:microsoft.com/office/officeart/2009/3/layout/HorizontalOrganizationChart"/>
    <dgm:cxn modelId="{44B8C138-8C26-4E70-A6BA-4C53799385F3}" type="presParOf" srcId="{1253F675-7C9B-472B-AD5E-0FE259202F56}" destId="{BD9A05A4-D563-42B0-A5A9-EE74A4F6AFCA}" srcOrd="0" destOrd="0" presId="urn:microsoft.com/office/officeart/2009/3/layout/HorizontalOrganizationChart"/>
    <dgm:cxn modelId="{A814583A-1B9B-467B-8CEC-3FAFFA18883B}" type="presParOf" srcId="{BD9A05A4-D563-42B0-A5A9-EE74A4F6AFCA}" destId="{57319709-3A8C-4611-9631-8EB432B76012}" srcOrd="0" destOrd="0" presId="urn:microsoft.com/office/officeart/2009/3/layout/HorizontalOrganizationChart"/>
    <dgm:cxn modelId="{C727740B-E287-44BE-92F6-CBED7232A7F6}" type="presParOf" srcId="{BD9A05A4-D563-42B0-A5A9-EE74A4F6AFCA}" destId="{C663F6C6-E837-4EF1-8746-59FBB6A503E3}" srcOrd="1" destOrd="0" presId="urn:microsoft.com/office/officeart/2009/3/layout/HorizontalOrganizationChart"/>
    <dgm:cxn modelId="{BC9831A7-BEC8-4AC5-AB44-251C4AD4D089}" type="presParOf" srcId="{1253F675-7C9B-472B-AD5E-0FE259202F56}" destId="{26E8240B-A101-4B79-A588-CD008E24725D}" srcOrd="1" destOrd="0" presId="urn:microsoft.com/office/officeart/2009/3/layout/HorizontalOrganizationChart"/>
    <dgm:cxn modelId="{002B2A60-7A2C-4DD2-A301-D1D409BE2186}" type="presParOf" srcId="{1253F675-7C9B-472B-AD5E-0FE259202F56}" destId="{505DAA54-5AEA-4DC5-A616-5B295E1353AC}" srcOrd="2" destOrd="0" presId="urn:microsoft.com/office/officeart/2009/3/layout/HorizontalOrganizationChart"/>
    <dgm:cxn modelId="{C16BED38-9FEB-442D-819B-52902676F3F3}" type="presParOf" srcId="{BC106754-E59B-4215-B1E6-420CE62AB8BD}" destId="{45A7804E-DAEF-43AB-9163-381C1275D245}" srcOrd="2" destOrd="0" presId="urn:microsoft.com/office/officeart/2009/3/layout/HorizontalOrganizationChart"/>
    <dgm:cxn modelId="{6150FABC-EA12-4280-9106-FE388264672F}" type="presParOf" srcId="{BC106754-E59B-4215-B1E6-420CE62AB8BD}" destId="{F38A89B3-4843-4FDF-88AB-4C193A767456}" srcOrd="3" destOrd="0" presId="urn:microsoft.com/office/officeart/2009/3/layout/HorizontalOrganizationChart"/>
    <dgm:cxn modelId="{6A77A045-0005-49CF-9250-427D17E6FFC6}" type="presParOf" srcId="{F38A89B3-4843-4FDF-88AB-4C193A767456}" destId="{BA5AE410-23E1-4E31-A652-84EACA4F9297}" srcOrd="0" destOrd="0" presId="urn:microsoft.com/office/officeart/2009/3/layout/HorizontalOrganizationChart"/>
    <dgm:cxn modelId="{411901F9-0DBE-4457-98B1-D08BC6241480}" type="presParOf" srcId="{BA5AE410-23E1-4E31-A652-84EACA4F9297}" destId="{2832EB29-EE38-4229-9167-E3385F2613FF}" srcOrd="0" destOrd="0" presId="urn:microsoft.com/office/officeart/2009/3/layout/HorizontalOrganizationChart"/>
    <dgm:cxn modelId="{B191B5C3-B5A1-4979-8548-EC7F3685DBE2}" type="presParOf" srcId="{BA5AE410-23E1-4E31-A652-84EACA4F9297}" destId="{C6DD15F1-4438-4E0A-810D-9DA1BBE094A3}" srcOrd="1" destOrd="0" presId="urn:microsoft.com/office/officeart/2009/3/layout/HorizontalOrganizationChart"/>
    <dgm:cxn modelId="{75616918-6741-4FC1-8A49-B1E353912F25}" type="presParOf" srcId="{F38A89B3-4843-4FDF-88AB-4C193A767456}" destId="{A71CC51A-01D7-4434-9DFD-01A850517344}" srcOrd="1" destOrd="0" presId="urn:microsoft.com/office/officeart/2009/3/layout/HorizontalOrganizationChart"/>
    <dgm:cxn modelId="{A05AC3B2-B5A0-4A9D-8D7A-9AA76FC11031}" type="presParOf" srcId="{F38A89B3-4843-4FDF-88AB-4C193A767456}" destId="{9BD90FCE-F287-4E77-B361-CE00700D6E4C}" srcOrd="2" destOrd="0" presId="urn:microsoft.com/office/officeart/2009/3/layout/HorizontalOrganizationChart"/>
    <dgm:cxn modelId="{9F78021D-C695-46CA-8232-5CDC7BEB9C57}" type="presParOf" srcId="{AECD5ACF-FE51-40B3-B61C-D76409634BB9}" destId="{77254163-DFBE-4E3E-959A-D710D6423C7F}" srcOrd="2" destOrd="0" presId="urn:microsoft.com/office/officeart/2009/3/layout/HorizontalOrganizationChart"/>
    <dgm:cxn modelId="{522BBE6C-2219-4EC3-80FA-02CD67DD6AF9}" type="presParOf" srcId="{5C12066C-6960-438F-BCC8-D137CA77438D}" destId="{EF8D6334-17DB-4B5A-8919-863F3FE637DB}" srcOrd="2" destOrd="0" presId="urn:microsoft.com/office/officeart/2009/3/layout/HorizontalOrganizationChart"/>
    <dgm:cxn modelId="{B8948D19-5665-4188-8A7C-E2FDE242D868}" type="presParOf" srcId="{5C12066C-6960-438F-BCC8-D137CA77438D}" destId="{BDFD6B2C-69DB-442B-96BF-6DCBAB1FF9A8}" srcOrd="3" destOrd="0" presId="urn:microsoft.com/office/officeart/2009/3/layout/HorizontalOrganizationChart"/>
    <dgm:cxn modelId="{CF7228D0-7A78-4086-9E1A-CB4D36854F00}" type="presParOf" srcId="{BDFD6B2C-69DB-442B-96BF-6DCBAB1FF9A8}" destId="{57642303-184D-4E99-9488-5121F8ECBC9B}" srcOrd="0" destOrd="0" presId="urn:microsoft.com/office/officeart/2009/3/layout/HorizontalOrganizationChart"/>
    <dgm:cxn modelId="{83267EC2-8D66-4785-88E3-5772BA4872F2}" type="presParOf" srcId="{57642303-184D-4E99-9488-5121F8ECBC9B}" destId="{912F2FDC-42F1-45D1-BBEC-196A383FB5BB}" srcOrd="0" destOrd="0" presId="urn:microsoft.com/office/officeart/2009/3/layout/HorizontalOrganizationChart"/>
    <dgm:cxn modelId="{7A282ECF-64E1-4335-B0BC-921BFA9CA0A0}" type="presParOf" srcId="{57642303-184D-4E99-9488-5121F8ECBC9B}" destId="{B43530F8-C44F-4B0A-8255-B93B30D854BA}" srcOrd="1" destOrd="0" presId="urn:microsoft.com/office/officeart/2009/3/layout/HorizontalOrganizationChart"/>
    <dgm:cxn modelId="{2B6AD0BB-9338-4145-9CC5-63F7AEDC8942}" type="presParOf" srcId="{BDFD6B2C-69DB-442B-96BF-6DCBAB1FF9A8}" destId="{4A703D0F-5646-4CA1-9BFD-07CD6BCF7561}" srcOrd="1" destOrd="0" presId="urn:microsoft.com/office/officeart/2009/3/layout/HorizontalOrganizationChart"/>
    <dgm:cxn modelId="{5377188E-825C-4D41-8B8A-E3404F5E62E4}" type="presParOf" srcId="{4A703D0F-5646-4CA1-9BFD-07CD6BCF7561}" destId="{92CAA39B-22B2-4887-BF58-46A59E7A5C08}" srcOrd="0" destOrd="0" presId="urn:microsoft.com/office/officeart/2009/3/layout/HorizontalOrganizationChart"/>
    <dgm:cxn modelId="{7479AE46-D553-465F-A63A-4002E7565577}" type="presParOf" srcId="{4A703D0F-5646-4CA1-9BFD-07CD6BCF7561}" destId="{33C953D0-F7E8-49FD-904E-D10A601E4DAB}" srcOrd="1" destOrd="0" presId="urn:microsoft.com/office/officeart/2009/3/layout/HorizontalOrganizationChart"/>
    <dgm:cxn modelId="{C83A0384-F262-4D16-9CAE-9A81E377458F}" type="presParOf" srcId="{33C953D0-F7E8-49FD-904E-D10A601E4DAB}" destId="{8B55082B-5B3C-4CCC-AC8B-5E5C57453718}" srcOrd="0" destOrd="0" presId="urn:microsoft.com/office/officeart/2009/3/layout/HorizontalOrganizationChart"/>
    <dgm:cxn modelId="{D91D00F7-29BD-42F5-AD48-203432A58B15}" type="presParOf" srcId="{8B55082B-5B3C-4CCC-AC8B-5E5C57453718}" destId="{37F8BDFF-ADD3-4C61-B5F8-EFA17411DAB7}" srcOrd="0" destOrd="0" presId="urn:microsoft.com/office/officeart/2009/3/layout/HorizontalOrganizationChart"/>
    <dgm:cxn modelId="{6D6DD2D8-635D-4783-BB6B-580047747B94}" type="presParOf" srcId="{8B55082B-5B3C-4CCC-AC8B-5E5C57453718}" destId="{5299569A-80F9-46BF-A0F0-DD91648A1C17}" srcOrd="1" destOrd="0" presId="urn:microsoft.com/office/officeart/2009/3/layout/HorizontalOrganizationChart"/>
    <dgm:cxn modelId="{FE2553DD-0CB9-4FCA-A389-50A145C7B672}" type="presParOf" srcId="{33C953D0-F7E8-49FD-904E-D10A601E4DAB}" destId="{EBEF58E2-E969-416F-80A9-F56DD52F78F4}" srcOrd="1" destOrd="0" presId="urn:microsoft.com/office/officeart/2009/3/layout/HorizontalOrganizationChart"/>
    <dgm:cxn modelId="{532811EB-A21F-4215-9561-66AE1E6FB5DA}" type="presParOf" srcId="{33C953D0-F7E8-49FD-904E-D10A601E4DAB}" destId="{0E0064A7-0211-4AD6-82C6-E2F45625049C}" srcOrd="2" destOrd="0" presId="urn:microsoft.com/office/officeart/2009/3/layout/HorizontalOrganizationChart"/>
    <dgm:cxn modelId="{A7C19CA3-61EC-4F7A-B6DC-B8048B29FE6F}" type="presParOf" srcId="{4A703D0F-5646-4CA1-9BFD-07CD6BCF7561}" destId="{57C081D1-7451-424B-9B2D-9CABD361B3A2}" srcOrd="2" destOrd="0" presId="urn:microsoft.com/office/officeart/2009/3/layout/HorizontalOrganizationChart"/>
    <dgm:cxn modelId="{C4E33DC1-8445-40A8-A013-DA2DB83AA1C9}" type="presParOf" srcId="{4A703D0F-5646-4CA1-9BFD-07CD6BCF7561}" destId="{B50F3CC3-F5C8-404C-BF52-B90CEE96C860}" srcOrd="3" destOrd="0" presId="urn:microsoft.com/office/officeart/2009/3/layout/HorizontalOrganizationChart"/>
    <dgm:cxn modelId="{FABEEC58-98ED-49AC-BD6C-54BCD04AAF60}" type="presParOf" srcId="{B50F3CC3-F5C8-404C-BF52-B90CEE96C860}" destId="{DF7F4C3C-22C8-47FE-AE9C-36F97D4E1E32}" srcOrd="0" destOrd="0" presId="urn:microsoft.com/office/officeart/2009/3/layout/HorizontalOrganizationChart"/>
    <dgm:cxn modelId="{74DDFE79-B892-48A5-B025-599BED233F86}" type="presParOf" srcId="{DF7F4C3C-22C8-47FE-AE9C-36F97D4E1E32}" destId="{E32D39D8-78E1-4BCB-905C-09A1CE5550E6}" srcOrd="0" destOrd="0" presId="urn:microsoft.com/office/officeart/2009/3/layout/HorizontalOrganizationChart"/>
    <dgm:cxn modelId="{0025A3F1-C8C8-437E-B1B0-6EA1698CB1C3}" type="presParOf" srcId="{DF7F4C3C-22C8-47FE-AE9C-36F97D4E1E32}" destId="{7114ECBC-7E6A-4532-BE18-C9A25A926B71}" srcOrd="1" destOrd="0" presId="urn:microsoft.com/office/officeart/2009/3/layout/HorizontalOrganizationChart"/>
    <dgm:cxn modelId="{17239604-52B3-41BE-B5E6-1E2ADE9B743F}" type="presParOf" srcId="{B50F3CC3-F5C8-404C-BF52-B90CEE96C860}" destId="{E5962DB5-A10B-4946-A5CB-6B8488B24571}" srcOrd="1" destOrd="0" presId="urn:microsoft.com/office/officeart/2009/3/layout/HorizontalOrganizationChart"/>
    <dgm:cxn modelId="{56938FA8-00AD-4471-B459-878AA545A200}" type="presParOf" srcId="{B50F3CC3-F5C8-404C-BF52-B90CEE96C860}" destId="{F712FD03-1B51-4825-9DDC-980B006C552C}" srcOrd="2" destOrd="0" presId="urn:microsoft.com/office/officeart/2009/3/layout/HorizontalOrganizationChart"/>
    <dgm:cxn modelId="{E5F4ACD5-44B7-48A9-9310-5472DCB22647}" type="presParOf" srcId="{BDFD6B2C-69DB-442B-96BF-6DCBAB1FF9A8}" destId="{15691588-D568-4AAB-90EF-954422B3A37D}" srcOrd="2" destOrd="0" presId="urn:microsoft.com/office/officeart/2009/3/layout/HorizontalOrganizationChart"/>
    <dgm:cxn modelId="{CDBFF04B-BDF6-43CC-9580-A53DE59D0F65}" type="presParOf" srcId="{EF8E695C-64A1-4DAB-81EA-DFA25AD1BC17}" destId="{CDAD23A0-C628-4C2C-B665-5302C75E055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05F58-A1C0-4B40-94C3-9689B85E9801}">
      <dsp:nvSpPr>
        <dsp:cNvPr id="0" name=""/>
        <dsp:cNvSpPr/>
      </dsp:nvSpPr>
      <dsp:spPr>
        <a:xfrm>
          <a:off x="0" y="1560"/>
          <a:ext cx="10058399" cy="791109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9EF0F-8A8F-4F53-A622-FD61EAB80691}">
      <dsp:nvSpPr>
        <dsp:cNvPr id="0" name=""/>
        <dsp:cNvSpPr/>
      </dsp:nvSpPr>
      <dsp:spPr>
        <a:xfrm>
          <a:off x="239310" y="179560"/>
          <a:ext cx="435110" cy="4351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21D83-E8DE-4FAE-9B6B-C970A99F3A75}">
      <dsp:nvSpPr>
        <dsp:cNvPr id="0" name=""/>
        <dsp:cNvSpPr/>
      </dsp:nvSpPr>
      <dsp:spPr>
        <a:xfrm>
          <a:off x="913731" y="1560"/>
          <a:ext cx="9144668" cy="79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26" tIns="83726" rIns="83726" bIns="8372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Conservative Strategy</a:t>
          </a:r>
          <a:r>
            <a:rPr lang="en-US" sz="2000" kern="1200" dirty="0"/>
            <a:t> – Lower risk with more moderate return potential </a:t>
          </a:r>
        </a:p>
      </dsp:txBody>
      <dsp:txXfrm>
        <a:off x="913731" y="1560"/>
        <a:ext cx="9144668" cy="791109"/>
      </dsp:txXfrm>
    </dsp:sp>
    <dsp:sp modelId="{844B5169-F2D7-4FFF-8002-B167956F52CC}">
      <dsp:nvSpPr>
        <dsp:cNvPr id="0" name=""/>
        <dsp:cNvSpPr/>
      </dsp:nvSpPr>
      <dsp:spPr>
        <a:xfrm>
          <a:off x="0" y="990447"/>
          <a:ext cx="10058399" cy="791109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8706B-386D-4704-B6DE-E6B73C02D8F4}">
      <dsp:nvSpPr>
        <dsp:cNvPr id="0" name=""/>
        <dsp:cNvSpPr/>
      </dsp:nvSpPr>
      <dsp:spPr>
        <a:xfrm>
          <a:off x="239310" y="1168447"/>
          <a:ext cx="435110" cy="4351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B3508-E0C9-42FB-87FC-557D893ABD86}">
      <dsp:nvSpPr>
        <dsp:cNvPr id="0" name=""/>
        <dsp:cNvSpPr/>
      </dsp:nvSpPr>
      <dsp:spPr>
        <a:xfrm>
          <a:off x="913731" y="990447"/>
          <a:ext cx="9144668" cy="79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26" tIns="83726" rIns="83726" bIns="8372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Aggressive Strategy</a:t>
          </a:r>
          <a:r>
            <a:rPr lang="en-US" sz="2000" kern="1200" dirty="0"/>
            <a:t> – Higher risk with greater return potential </a:t>
          </a:r>
        </a:p>
      </dsp:txBody>
      <dsp:txXfrm>
        <a:off x="913731" y="990447"/>
        <a:ext cx="9144668" cy="791109"/>
      </dsp:txXfrm>
    </dsp:sp>
    <dsp:sp modelId="{BF528B7B-9EE2-4722-9DD8-5EAE04DC1BFD}">
      <dsp:nvSpPr>
        <dsp:cNvPr id="0" name=""/>
        <dsp:cNvSpPr/>
      </dsp:nvSpPr>
      <dsp:spPr>
        <a:xfrm>
          <a:off x="0" y="1979334"/>
          <a:ext cx="10058399" cy="791109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7A6B8-BD19-4FD2-B17C-B4B9B7ABC95E}">
      <dsp:nvSpPr>
        <dsp:cNvPr id="0" name=""/>
        <dsp:cNvSpPr/>
      </dsp:nvSpPr>
      <dsp:spPr>
        <a:xfrm>
          <a:off x="239310" y="2157333"/>
          <a:ext cx="435110" cy="4351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A0B2A-8410-4EBB-AEDE-FA700F236FEF}">
      <dsp:nvSpPr>
        <dsp:cNvPr id="0" name=""/>
        <dsp:cNvSpPr/>
      </dsp:nvSpPr>
      <dsp:spPr>
        <a:xfrm>
          <a:off x="913731" y="1979334"/>
          <a:ext cx="9144668" cy="79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26" tIns="83726" rIns="83726" bIns="8372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Data:</a:t>
          </a:r>
          <a:r>
            <a:rPr lang="en-US" sz="2000" kern="1200" dirty="0"/>
            <a:t> IMDb movie dataset covering </a:t>
          </a:r>
          <a:r>
            <a:rPr lang="en-US" sz="2000" b="1" kern="1200" dirty="0"/>
            <a:t>1920–2015</a:t>
          </a:r>
          <a:endParaRPr lang="en-US" sz="2000" kern="1200" dirty="0"/>
        </a:p>
      </dsp:txBody>
      <dsp:txXfrm>
        <a:off x="913731" y="1979334"/>
        <a:ext cx="9144668" cy="791109"/>
      </dsp:txXfrm>
    </dsp:sp>
    <dsp:sp modelId="{B2816941-0155-4FD4-AD9F-CC35A2C2475D}">
      <dsp:nvSpPr>
        <dsp:cNvPr id="0" name=""/>
        <dsp:cNvSpPr/>
      </dsp:nvSpPr>
      <dsp:spPr>
        <a:xfrm>
          <a:off x="0" y="2968220"/>
          <a:ext cx="10058399" cy="791109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D7850-E725-4F77-9330-797651686A32}">
      <dsp:nvSpPr>
        <dsp:cNvPr id="0" name=""/>
        <dsp:cNvSpPr/>
      </dsp:nvSpPr>
      <dsp:spPr>
        <a:xfrm>
          <a:off x="239310" y="3146220"/>
          <a:ext cx="435110" cy="4351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6C10E-7CE2-4FE9-91A6-4C91C8FD7405}">
      <dsp:nvSpPr>
        <dsp:cNvPr id="0" name=""/>
        <dsp:cNvSpPr/>
      </dsp:nvSpPr>
      <dsp:spPr>
        <a:xfrm>
          <a:off x="913731" y="2968220"/>
          <a:ext cx="9144668" cy="791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26" tIns="83726" rIns="83726" bIns="8372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Supporting research:</a:t>
          </a:r>
          <a:br>
            <a:rPr lang="en-US" sz="2000" kern="1200" dirty="0"/>
          </a:br>
          <a:r>
            <a:rPr lang="en-US" sz="2000" i="1" kern="1200" dirty="0"/>
            <a:t>“Breaking Down the Box Office: An Analysis of Film Profitability Factors” - </a:t>
          </a:r>
          <a:r>
            <a:rPr lang="en-US" sz="2000" i="1" kern="1200" dirty="0">
              <a:hlinkClick xmlns:r="http://schemas.openxmlformats.org/officeDocument/2006/relationships" r:id="rId5"/>
            </a:rPr>
            <a:t>Link</a:t>
          </a:r>
          <a:endParaRPr lang="en-US" sz="2000" kern="1200" dirty="0"/>
        </a:p>
      </dsp:txBody>
      <dsp:txXfrm>
        <a:off x="913731" y="2968220"/>
        <a:ext cx="9144668" cy="791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4DF42-B091-4D0E-ACF9-B1F414B2B9D7}">
      <dsp:nvSpPr>
        <dsp:cNvPr id="0" name=""/>
        <dsp:cNvSpPr/>
      </dsp:nvSpPr>
      <dsp:spPr>
        <a:xfrm>
          <a:off x="3143" y="3100"/>
          <a:ext cx="3064668" cy="547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Base features</a:t>
          </a:r>
        </a:p>
      </dsp:txBody>
      <dsp:txXfrm>
        <a:off x="3143" y="3100"/>
        <a:ext cx="3064668" cy="547200"/>
      </dsp:txXfrm>
    </dsp:sp>
    <dsp:sp modelId="{69CAC5B1-2E48-4BF6-A194-D2A7CF511DC2}">
      <dsp:nvSpPr>
        <dsp:cNvPr id="0" name=""/>
        <dsp:cNvSpPr/>
      </dsp:nvSpPr>
      <dsp:spPr>
        <a:xfrm>
          <a:off x="3143" y="550300"/>
          <a:ext cx="3064668" cy="28438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from the U.S.A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in English </a:t>
          </a:r>
        </a:p>
      </dsp:txBody>
      <dsp:txXfrm>
        <a:off x="3143" y="550300"/>
        <a:ext cx="3064668" cy="2843848"/>
      </dsp:txXfrm>
    </dsp:sp>
    <dsp:sp modelId="{F36FB6AB-B3F4-40A3-907E-0F1FFC91D3D1}">
      <dsp:nvSpPr>
        <dsp:cNvPr id="0" name=""/>
        <dsp:cNvSpPr/>
      </dsp:nvSpPr>
      <dsp:spPr>
        <a:xfrm>
          <a:off x="3496865" y="3100"/>
          <a:ext cx="3064668" cy="547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Analysis</a:t>
          </a:r>
        </a:p>
      </dsp:txBody>
      <dsp:txXfrm>
        <a:off x="3496865" y="3100"/>
        <a:ext cx="3064668" cy="547200"/>
      </dsp:txXfrm>
    </dsp:sp>
    <dsp:sp modelId="{AC95E2F8-0098-41C3-A82D-0B47DE232F22}">
      <dsp:nvSpPr>
        <dsp:cNvPr id="0" name=""/>
        <dsp:cNvSpPr/>
      </dsp:nvSpPr>
      <dsp:spPr>
        <a:xfrm>
          <a:off x="3496865" y="550300"/>
          <a:ext cx="3064668" cy="28438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Comedy Movie genre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starred by – ‘Steve Carrel’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directed by – ‘Seth Gordon’</a:t>
          </a:r>
        </a:p>
      </dsp:txBody>
      <dsp:txXfrm>
        <a:off x="3496865" y="550300"/>
        <a:ext cx="3064668" cy="2843848"/>
      </dsp:txXfrm>
    </dsp:sp>
    <dsp:sp modelId="{4B6D26E4-4B33-49ED-8516-07FCA845D814}">
      <dsp:nvSpPr>
        <dsp:cNvPr id="0" name=""/>
        <dsp:cNvSpPr/>
      </dsp:nvSpPr>
      <dsp:spPr>
        <a:xfrm>
          <a:off x="6990588" y="3100"/>
          <a:ext cx="3064668" cy="547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+mj-lt"/>
            </a:rPr>
            <a:t>Added advantage</a:t>
          </a:r>
        </a:p>
      </dsp:txBody>
      <dsp:txXfrm>
        <a:off x="6990588" y="3100"/>
        <a:ext cx="3064668" cy="547200"/>
      </dsp:txXfrm>
    </dsp:sp>
    <dsp:sp modelId="{E162AFA7-D0D8-4758-B2A5-55D2C8B90378}">
      <dsp:nvSpPr>
        <dsp:cNvPr id="0" name=""/>
        <dsp:cNvSpPr/>
      </dsp:nvSpPr>
      <dsp:spPr>
        <a:xfrm>
          <a:off x="6990588" y="550300"/>
          <a:ext cx="3064668" cy="28438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Medium-budget comedy films ($10M–$40M)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Preferred runtime - 111–140 minutes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release window – March or October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j-lt"/>
            </a:rPr>
            <a:t>PG rated movie</a:t>
          </a:r>
        </a:p>
      </dsp:txBody>
      <dsp:txXfrm>
        <a:off x="6990588" y="550300"/>
        <a:ext cx="3064668" cy="28438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4DF42-B091-4D0E-ACF9-B1F414B2B9D7}">
      <dsp:nvSpPr>
        <dsp:cNvPr id="0" name=""/>
        <dsp:cNvSpPr/>
      </dsp:nvSpPr>
      <dsp:spPr>
        <a:xfrm>
          <a:off x="3143" y="1130"/>
          <a:ext cx="3064668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Base features</a:t>
          </a:r>
        </a:p>
      </dsp:txBody>
      <dsp:txXfrm>
        <a:off x="3143" y="1130"/>
        <a:ext cx="3064668" cy="518400"/>
      </dsp:txXfrm>
    </dsp:sp>
    <dsp:sp modelId="{69CAC5B1-2E48-4BF6-A194-D2A7CF511DC2}">
      <dsp:nvSpPr>
        <dsp:cNvPr id="0" name=""/>
        <dsp:cNvSpPr/>
      </dsp:nvSpPr>
      <dsp:spPr>
        <a:xfrm>
          <a:off x="3143" y="519530"/>
          <a:ext cx="3064668" cy="287658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from the U.S.A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in English </a:t>
          </a:r>
        </a:p>
      </dsp:txBody>
      <dsp:txXfrm>
        <a:off x="3143" y="519530"/>
        <a:ext cx="3064668" cy="2876588"/>
      </dsp:txXfrm>
    </dsp:sp>
    <dsp:sp modelId="{F36FB6AB-B3F4-40A3-907E-0F1FFC91D3D1}">
      <dsp:nvSpPr>
        <dsp:cNvPr id="0" name=""/>
        <dsp:cNvSpPr/>
      </dsp:nvSpPr>
      <dsp:spPr>
        <a:xfrm>
          <a:off x="3496865" y="1130"/>
          <a:ext cx="3064668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Analysis</a:t>
          </a:r>
        </a:p>
      </dsp:txBody>
      <dsp:txXfrm>
        <a:off x="3496865" y="1130"/>
        <a:ext cx="3064668" cy="518400"/>
      </dsp:txXfrm>
    </dsp:sp>
    <dsp:sp modelId="{AC95E2F8-0098-41C3-A82D-0B47DE232F22}">
      <dsp:nvSpPr>
        <dsp:cNvPr id="0" name=""/>
        <dsp:cNvSpPr/>
      </dsp:nvSpPr>
      <dsp:spPr>
        <a:xfrm>
          <a:off x="3496865" y="519530"/>
          <a:ext cx="3064668" cy="287658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Drama Movie genre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starred by – ‘Ryan Gosling’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directed by – ‘Alex Kendrick’</a:t>
          </a:r>
        </a:p>
      </dsp:txBody>
      <dsp:txXfrm>
        <a:off x="3496865" y="519530"/>
        <a:ext cx="3064668" cy="2876588"/>
      </dsp:txXfrm>
    </dsp:sp>
    <dsp:sp modelId="{4B6D26E4-4B33-49ED-8516-07FCA845D814}">
      <dsp:nvSpPr>
        <dsp:cNvPr id="0" name=""/>
        <dsp:cNvSpPr/>
      </dsp:nvSpPr>
      <dsp:spPr>
        <a:xfrm>
          <a:off x="6990588" y="1130"/>
          <a:ext cx="3064668" cy="518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Added advantage</a:t>
          </a:r>
        </a:p>
      </dsp:txBody>
      <dsp:txXfrm>
        <a:off x="6990588" y="1130"/>
        <a:ext cx="3064668" cy="518400"/>
      </dsp:txXfrm>
    </dsp:sp>
    <dsp:sp modelId="{E162AFA7-D0D8-4758-B2A5-55D2C8B90378}">
      <dsp:nvSpPr>
        <dsp:cNvPr id="0" name=""/>
        <dsp:cNvSpPr/>
      </dsp:nvSpPr>
      <dsp:spPr>
        <a:xfrm>
          <a:off x="6990588" y="519530"/>
          <a:ext cx="3064668" cy="287658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Medium-budget Drama films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US" sz="2000" kern="1200" dirty="0">
              <a:latin typeface="+mj-lt"/>
            </a:rPr>
            <a:t>($10M–$40M)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Preferred runtime - &lt;90 minutes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2000" kern="1200" dirty="0">
              <a:latin typeface="+mj-lt"/>
            </a:rPr>
            <a:t>Movie release window – May or August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j-lt"/>
            </a:rPr>
            <a:t>PG-13 rated movie</a:t>
          </a:r>
        </a:p>
      </dsp:txBody>
      <dsp:txXfrm>
        <a:off x="6990588" y="519530"/>
        <a:ext cx="3064668" cy="28765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081D1-7451-424B-9B2D-9CABD361B3A2}">
      <dsp:nvSpPr>
        <dsp:cNvPr id="0" name=""/>
        <dsp:cNvSpPr/>
      </dsp:nvSpPr>
      <dsp:spPr>
        <a:xfrm>
          <a:off x="5756433" y="2814841"/>
          <a:ext cx="458623" cy="493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9311" y="0"/>
              </a:lnTo>
              <a:lnTo>
                <a:pt x="229311" y="493020"/>
              </a:lnTo>
              <a:lnTo>
                <a:pt x="458623" y="49302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CAA39B-22B2-4887-BF58-46A59E7A5C08}">
      <dsp:nvSpPr>
        <dsp:cNvPr id="0" name=""/>
        <dsp:cNvSpPr/>
      </dsp:nvSpPr>
      <dsp:spPr>
        <a:xfrm>
          <a:off x="5756433" y="2321820"/>
          <a:ext cx="458623" cy="493020"/>
        </a:xfrm>
        <a:custGeom>
          <a:avLst/>
          <a:gdLst/>
          <a:ahLst/>
          <a:cxnLst/>
          <a:rect l="0" t="0" r="0" b="0"/>
          <a:pathLst>
            <a:path>
              <a:moveTo>
                <a:pt x="0" y="493020"/>
              </a:moveTo>
              <a:lnTo>
                <a:pt x="229311" y="493020"/>
              </a:lnTo>
              <a:lnTo>
                <a:pt x="229311" y="0"/>
              </a:lnTo>
              <a:lnTo>
                <a:pt x="458623" y="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8D6334-17DB-4B5A-8919-863F3FE637DB}">
      <dsp:nvSpPr>
        <dsp:cNvPr id="0" name=""/>
        <dsp:cNvSpPr/>
      </dsp:nvSpPr>
      <dsp:spPr>
        <a:xfrm>
          <a:off x="3004689" y="1828800"/>
          <a:ext cx="458623" cy="986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9311" y="0"/>
              </a:lnTo>
              <a:lnTo>
                <a:pt x="229311" y="986041"/>
              </a:lnTo>
              <a:lnTo>
                <a:pt x="458623" y="986041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7804E-DAEF-43AB-9163-381C1275D245}">
      <dsp:nvSpPr>
        <dsp:cNvPr id="0" name=""/>
        <dsp:cNvSpPr/>
      </dsp:nvSpPr>
      <dsp:spPr>
        <a:xfrm>
          <a:off x="5756433" y="842758"/>
          <a:ext cx="458623" cy="493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9311" y="0"/>
              </a:lnTo>
              <a:lnTo>
                <a:pt x="229311" y="493020"/>
              </a:lnTo>
              <a:lnTo>
                <a:pt x="458623" y="49302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B2AA5-2697-4379-B684-AA8D611C5CEF}">
      <dsp:nvSpPr>
        <dsp:cNvPr id="0" name=""/>
        <dsp:cNvSpPr/>
      </dsp:nvSpPr>
      <dsp:spPr>
        <a:xfrm>
          <a:off x="5756433" y="349737"/>
          <a:ext cx="458623" cy="493020"/>
        </a:xfrm>
        <a:custGeom>
          <a:avLst/>
          <a:gdLst/>
          <a:ahLst/>
          <a:cxnLst/>
          <a:rect l="0" t="0" r="0" b="0"/>
          <a:pathLst>
            <a:path>
              <a:moveTo>
                <a:pt x="0" y="493020"/>
              </a:moveTo>
              <a:lnTo>
                <a:pt x="229311" y="493020"/>
              </a:lnTo>
              <a:lnTo>
                <a:pt x="229311" y="0"/>
              </a:lnTo>
              <a:lnTo>
                <a:pt x="458623" y="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F5127-BB3F-45A4-800F-0845D397F03E}">
      <dsp:nvSpPr>
        <dsp:cNvPr id="0" name=""/>
        <dsp:cNvSpPr/>
      </dsp:nvSpPr>
      <dsp:spPr>
        <a:xfrm>
          <a:off x="3004689" y="842758"/>
          <a:ext cx="458623" cy="986041"/>
        </a:xfrm>
        <a:custGeom>
          <a:avLst/>
          <a:gdLst/>
          <a:ahLst/>
          <a:cxnLst/>
          <a:rect l="0" t="0" r="0" b="0"/>
          <a:pathLst>
            <a:path>
              <a:moveTo>
                <a:pt x="0" y="986041"/>
              </a:moveTo>
              <a:lnTo>
                <a:pt x="229311" y="986041"/>
              </a:lnTo>
              <a:lnTo>
                <a:pt x="229311" y="0"/>
              </a:lnTo>
              <a:lnTo>
                <a:pt x="458623" y="0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94BB96-49C4-40DD-A1ED-23775AB536C3}">
      <dsp:nvSpPr>
        <dsp:cNvPr id="0" name=""/>
        <dsp:cNvSpPr/>
      </dsp:nvSpPr>
      <dsp:spPr>
        <a:xfrm>
          <a:off x="711570" y="1479099"/>
          <a:ext cx="2293119" cy="69940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+mj-lt"/>
            </a:rPr>
            <a:t>Movie from the U.S.A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+mj-lt"/>
            </a:rPr>
            <a:t>Movie in English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sequel or prequel Movie</a:t>
          </a:r>
          <a:r>
            <a:rPr lang="en-US" sz="1050" kern="1200" dirty="0">
              <a:latin typeface="+mj-lt"/>
            </a:rPr>
            <a:t> </a:t>
          </a:r>
          <a:endParaRPr lang="en-US" sz="1050" kern="1200" dirty="0"/>
        </a:p>
      </dsp:txBody>
      <dsp:txXfrm>
        <a:off x="711570" y="1479099"/>
        <a:ext cx="2293119" cy="699401"/>
      </dsp:txXfrm>
    </dsp:sp>
    <dsp:sp modelId="{151C1D2F-F35A-4AD0-85B7-1157DA93F0E4}">
      <dsp:nvSpPr>
        <dsp:cNvPr id="0" name=""/>
        <dsp:cNvSpPr/>
      </dsp:nvSpPr>
      <dsp:spPr>
        <a:xfrm>
          <a:off x="3463313" y="493057"/>
          <a:ext cx="2293119" cy="699401"/>
        </a:xfrm>
        <a:prstGeom prst="rect">
          <a:avLst/>
        </a:prstGeom>
        <a:solidFill>
          <a:schemeClr val="accent1">
            <a:lumMod val="50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Aggressive</a:t>
          </a:r>
          <a:endParaRPr lang="en-US" sz="900" kern="1200" dirty="0"/>
        </a:p>
      </dsp:txBody>
      <dsp:txXfrm>
        <a:off x="3463313" y="493057"/>
        <a:ext cx="2293119" cy="699401"/>
      </dsp:txXfrm>
    </dsp:sp>
    <dsp:sp modelId="{57319709-3A8C-4611-9631-8EB432B76012}">
      <dsp:nvSpPr>
        <dsp:cNvPr id="0" name=""/>
        <dsp:cNvSpPr/>
      </dsp:nvSpPr>
      <dsp:spPr>
        <a:xfrm>
          <a:off x="6215057" y="37"/>
          <a:ext cx="2293119" cy="699401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Drama Movie genre </a:t>
          </a:r>
          <a:br>
            <a:rPr lang="en-US" sz="800" kern="1200" dirty="0">
              <a:latin typeface="+mj-lt"/>
            </a:rPr>
          </a:br>
          <a:r>
            <a:rPr lang="en-US" sz="800" kern="1200" dirty="0">
              <a:latin typeface="+mj-lt"/>
            </a:rPr>
            <a:t>Movie starred by – ‘Ryan Gosling’ </a:t>
          </a:r>
          <a:br>
            <a:rPr lang="en-US" sz="800" kern="1200" dirty="0">
              <a:latin typeface="+mj-lt"/>
            </a:rPr>
          </a:br>
          <a:r>
            <a:rPr lang="en-US" sz="800" kern="1200" dirty="0">
              <a:latin typeface="+mj-lt"/>
            </a:rPr>
            <a:t>Movie directed by – ‘Alex Kendrick’</a:t>
          </a:r>
          <a:endParaRPr lang="en-US" sz="800" kern="1200" dirty="0"/>
        </a:p>
      </dsp:txBody>
      <dsp:txXfrm>
        <a:off x="6215057" y="37"/>
        <a:ext cx="2293119" cy="699401"/>
      </dsp:txXfrm>
    </dsp:sp>
    <dsp:sp modelId="{2832EB29-EE38-4229-9167-E3385F2613FF}">
      <dsp:nvSpPr>
        <dsp:cNvPr id="0" name=""/>
        <dsp:cNvSpPr/>
      </dsp:nvSpPr>
      <dsp:spPr>
        <a:xfrm>
          <a:off x="6215057" y="986078"/>
          <a:ext cx="2293119" cy="699401"/>
        </a:xfrm>
        <a:prstGeom prst="rect">
          <a:avLst/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Medium-budget comedy films</a:t>
          </a:r>
          <a:br>
            <a:rPr lang="en-US" sz="800" kern="1200" dirty="0">
              <a:latin typeface="+mj-lt"/>
            </a:rPr>
          </a:br>
          <a:r>
            <a:rPr lang="en-US" sz="800" kern="1200" dirty="0">
              <a:latin typeface="+mj-lt"/>
            </a:rPr>
            <a:t>Preferred runtime - &lt;90 minutes Movie release window – May or August</a:t>
          </a:r>
          <a:r>
            <a:rPr lang="en-US" sz="800" kern="1200" dirty="0"/>
            <a:t> </a:t>
          </a:r>
        </a:p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PG rated movie</a:t>
          </a:r>
        </a:p>
      </dsp:txBody>
      <dsp:txXfrm>
        <a:off x="6215057" y="986078"/>
        <a:ext cx="2293119" cy="699401"/>
      </dsp:txXfrm>
    </dsp:sp>
    <dsp:sp modelId="{912F2FDC-42F1-45D1-BBEC-196A383FB5BB}">
      <dsp:nvSpPr>
        <dsp:cNvPr id="0" name=""/>
        <dsp:cNvSpPr/>
      </dsp:nvSpPr>
      <dsp:spPr>
        <a:xfrm>
          <a:off x="3463313" y="2465140"/>
          <a:ext cx="2293119" cy="699401"/>
        </a:xfrm>
        <a:prstGeom prst="rect">
          <a:avLst/>
        </a:prstGeom>
        <a:solidFill>
          <a:schemeClr val="accent5">
            <a:lumMod val="50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Conservative</a:t>
          </a:r>
          <a:endParaRPr lang="en-US" sz="900" kern="1200" dirty="0"/>
        </a:p>
      </dsp:txBody>
      <dsp:txXfrm>
        <a:off x="3463313" y="2465140"/>
        <a:ext cx="2293119" cy="699401"/>
      </dsp:txXfrm>
    </dsp:sp>
    <dsp:sp modelId="{37F8BDFF-ADD3-4C61-B5F8-EFA17411DAB7}">
      <dsp:nvSpPr>
        <dsp:cNvPr id="0" name=""/>
        <dsp:cNvSpPr/>
      </dsp:nvSpPr>
      <dsp:spPr>
        <a:xfrm>
          <a:off x="6215057" y="1972119"/>
          <a:ext cx="2293119" cy="699401"/>
        </a:xfrm>
        <a:prstGeom prst="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Comedy Movie genre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Movie starred by – ‘Steve Carrel’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Movie directed by – ‘Seth Gordon’</a:t>
          </a:r>
          <a:endParaRPr lang="en-US" sz="800" kern="1200" dirty="0"/>
        </a:p>
      </dsp:txBody>
      <dsp:txXfrm>
        <a:off x="6215057" y="1972119"/>
        <a:ext cx="2293119" cy="699401"/>
      </dsp:txXfrm>
    </dsp:sp>
    <dsp:sp modelId="{E32D39D8-78E1-4BCB-905C-09A1CE5550E6}">
      <dsp:nvSpPr>
        <dsp:cNvPr id="0" name=""/>
        <dsp:cNvSpPr/>
      </dsp:nvSpPr>
      <dsp:spPr>
        <a:xfrm>
          <a:off x="6215057" y="2958161"/>
          <a:ext cx="2293119" cy="699401"/>
        </a:xfrm>
        <a:prstGeom prst="rect">
          <a:avLst/>
        </a:prstGeom>
        <a:solidFill>
          <a:schemeClr val="accent5">
            <a:lumMod val="7500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Medium-budget Drama films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Preferred runtime - 111–140 minutes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Movie release window – March or October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800" kern="1200" dirty="0">
              <a:latin typeface="+mj-lt"/>
            </a:rPr>
            <a:t>PG-13 rated movie</a:t>
          </a:r>
        </a:p>
      </dsp:txBody>
      <dsp:txXfrm>
        <a:off x="6215057" y="2958161"/>
        <a:ext cx="2293119" cy="699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microsoft.com/office/2014/relationships/chartEx" Target="../charts/chartEx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commons.lib.uconn.edu/cgi/viewcontent.cgi?article=1968&amp;context=srhonors_these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6600" dirty="0"/>
              <a:t>Investing in Movies: </a:t>
            </a:r>
            <a:br>
              <a:rPr lang="en-US" sz="6600" dirty="0"/>
            </a:br>
            <a:r>
              <a:rPr lang="en-US" sz="3200" dirty="0"/>
              <a:t>A Data-Driven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000" cap="none" spc="-50" dirty="0">
                <a:solidFill>
                  <a:srgbClr val="000000">
                    <a:lumMod val="85000"/>
                    <a:lumOff val="15000"/>
                  </a:srgbClr>
                </a:solidFill>
                <a:latin typeface="Bookman Old Style" panose="020F0302020204030204"/>
                <a:ea typeface="+mj-ea"/>
                <a:cs typeface="+mj-cs"/>
              </a:rPr>
              <a:t>David Zvi Samuel Alter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5081-43E2-5797-EA0A-EB668BA0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D2E4-08F9-9A0A-AA27-FFF32B94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sz="5300" dirty="0"/>
              <a:t>Objective</a:t>
            </a:r>
            <a:br>
              <a:rPr lang="en-US" sz="3300" dirty="0"/>
            </a:br>
            <a:r>
              <a:rPr lang="en-US" sz="2000" dirty="0"/>
              <a:t>To recommend two movie investment strategies based on different risk profiles:</a:t>
            </a:r>
            <a:endParaRPr lang="en-US" sz="3300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19E7629-59D5-626C-605E-1C210CB74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558188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586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3AF7-5020-0C89-B339-BF71AF06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Clearing</a:t>
            </a:r>
            <a:br>
              <a:rPr lang="en-US" dirty="0"/>
            </a:br>
            <a:r>
              <a:rPr lang="en-US" sz="3200" dirty="0"/>
              <a:t>Movies Relevance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F78D-66CB-21C5-2AD3-566F12AB9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9781" y="1948873"/>
            <a:ext cx="10453398" cy="1034959"/>
          </a:xfrm>
        </p:spPr>
        <p:txBody>
          <a:bodyPr>
            <a:normAutofit/>
          </a:bodyPr>
          <a:lstStyle/>
          <a:p>
            <a:r>
              <a:rPr lang="en-US" dirty="0"/>
              <a:t>Analysis focuses on movies released from 2005 onward, where most of the dataset is concentrated, and providing a more representative view of </a:t>
            </a:r>
            <a:r>
              <a:rPr lang="en-US" b="1" dirty="0"/>
              <a:t>modern market </a:t>
            </a:r>
            <a:r>
              <a:rPr lang="en-US" dirty="0"/>
              <a:t>trends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A748E10-64D3-E18C-C1E5-F3793D6F94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6715088"/>
              </p:ext>
            </p:extLst>
          </p:nvPr>
        </p:nvGraphicFramePr>
        <p:xfrm>
          <a:off x="1371600" y="2983832"/>
          <a:ext cx="8759953" cy="315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389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9687-62AA-5321-3A7F-48339026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FD48-ACE5-1543-15D4-1225D502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Clearing</a:t>
            </a:r>
            <a:br>
              <a:rPr lang="en-US" dirty="0"/>
            </a:br>
            <a:r>
              <a:rPr lang="en-US" sz="3200" dirty="0"/>
              <a:t>Geographic &amp; Language Focus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110D-6B4F-9DA4-8407-629B64631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9781" y="1948873"/>
            <a:ext cx="10453398" cy="1034959"/>
          </a:xfrm>
        </p:spPr>
        <p:txBody>
          <a:bodyPr>
            <a:normAutofit/>
          </a:bodyPr>
          <a:lstStyle/>
          <a:p>
            <a:r>
              <a:rPr lang="en-US" dirty="0"/>
              <a:t>The analysis focuses on English-language movies from the U.S., as they represent most of the dataset and provide the most consistent basis for comparison</a:t>
            </a: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8FCE1F84-A73B-3218-A8CB-AF39518C217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13604607"/>
                  </p:ext>
                </p:extLst>
              </p:nvPr>
            </p:nvGraphicFramePr>
            <p:xfrm>
              <a:off x="600364" y="2679578"/>
              <a:ext cx="4765964" cy="30284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8FCE1F84-A73B-3218-A8CB-AF39518C21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364" y="2679578"/>
                <a:ext cx="4765964" cy="3028495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A66C282-9088-D28B-2CD7-64F43155D2C9}"/>
              </a:ext>
            </a:extLst>
          </p:cNvPr>
          <p:cNvSpPr txBox="1"/>
          <p:nvPr/>
        </p:nvSpPr>
        <p:spPr>
          <a:xfrm>
            <a:off x="436880" y="3779553"/>
            <a:ext cx="1320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More Movies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9C3D7-88A1-A158-D00A-6C6E6412EFC5}"/>
              </a:ext>
            </a:extLst>
          </p:cNvPr>
          <p:cNvSpPr txBox="1"/>
          <p:nvPr/>
        </p:nvSpPr>
        <p:spPr>
          <a:xfrm>
            <a:off x="436880" y="4790718"/>
            <a:ext cx="1320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fewer Movies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6812F8-1DFA-AAF0-EE29-6190BDF04CA2}"/>
              </a:ext>
            </a:extLst>
          </p:cNvPr>
          <p:cNvGrpSpPr/>
          <p:nvPr/>
        </p:nvGrpSpPr>
        <p:grpSpPr>
          <a:xfrm>
            <a:off x="5665745" y="2679578"/>
            <a:ext cx="5489935" cy="3028495"/>
            <a:chOff x="6500553" y="2793036"/>
            <a:chExt cx="4655127" cy="2915037"/>
          </a:xfrm>
        </p:grpSpPr>
        <mc:AlternateContent xmlns:mc="http://schemas.openxmlformats.org/markup-compatibility/2006">
          <mc:Choice xmlns:cx1="http://schemas.microsoft.com/office/drawing/2015/9/8/chartex" Requires="cx1">
            <p:graphicFrame>
              <p:nvGraphicFramePr>
                <p:cNvPr id="14" name="Chart 13">
                  <a:extLst>
                    <a:ext uri="{FF2B5EF4-FFF2-40B4-BE49-F238E27FC236}">
                      <a16:creationId xmlns:a16="http://schemas.microsoft.com/office/drawing/2014/main" id="{C3AC7AEA-405E-4727-9032-8232E53A349A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681706495"/>
                    </p:ext>
                  </p:extLst>
                </p:nvPr>
              </p:nvGraphicFramePr>
              <p:xfrm>
                <a:off x="6500553" y="2793036"/>
                <a:ext cx="4655127" cy="2915037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4"/>
                </a:graphicData>
              </a:graphic>
            </p:graphicFrame>
          </mc:Choice>
          <mc:Fallback>
            <p:pic>
              <p:nvPicPr>
                <p:cNvPr id="14" name="Chart 13">
                  <a:extLst>
                    <a:ext uri="{FF2B5EF4-FFF2-40B4-BE49-F238E27FC236}">
                      <a16:creationId xmlns:a16="http://schemas.microsoft.com/office/drawing/2014/main" id="{C3AC7AEA-405E-4727-9032-8232E53A349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65745" y="2679578"/>
                  <a:ext cx="5489935" cy="302849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CEEA4B-EBFF-B43A-E856-BE00D03B64CA}"/>
                </a:ext>
              </a:extLst>
            </p:cNvPr>
            <p:cNvSpPr txBox="1"/>
            <p:nvPr/>
          </p:nvSpPr>
          <p:spPr>
            <a:xfrm rot="4727896">
              <a:off x="8557925" y="5213533"/>
              <a:ext cx="54038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94.5%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05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C7C19-894C-BFAA-F63A-570B2A61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0A94-33CC-BBE1-1D8A-8B195C34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Clearing </a:t>
            </a:r>
            <a:br>
              <a:rPr lang="en-US" dirty="0"/>
            </a:br>
            <a:r>
              <a:rPr lang="en-US" sz="3200" dirty="0"/>
              <a:t>Selected Genres for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2A06-3886-4888-41D6-4FB776806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9781" y="1948873"/>
            <a:ext cx="10453398" cy="1034959"/>
          </a:xfrm>
        </p:spPr>
        <p:txBody>
          <a:bodyPr>
            <a:normAutofit/>
          </a:bodyPr>
          <a:lstStyle/>
          <a:p>
            <a:r>
              <a:rPr lang="en-US" dirty="0"/>
              <a:t>Genres with a sample size above 100 movies were included to improve the reliability of the analysis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5685A52-1930-2B52-6116-43A42A84D6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036139"/>
              </p:ext>
            </p:extLst>
          </p:nvPr>
        </p:nvGraphicFramePr>
        <p:xfrm>
          <a:off x="2623126" y="2438400"/>
          <a:ext cx="6077527" cy="3460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715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9600-34B5-1E3B-EFB7-1EBF5134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F26A-D6FC-DCDE-A2C9-0674D228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Analysis</a:t>
            </a:r>
            <a:br>
              <a:rPr lang="en-US" dirty="0"/>
            </a:br>
            <a:r>
              <a:rPr lang="en-US" sz="3200" dirty="0"/>
              <a:t>based on genres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6D90-3876-6AD5-E7D6-7E544A25D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9781" y="1948873"/>
            <a:ext cx="10453398" cy="1034959"/>
          </a:xfrm>
        </p:spPr>
        <p:txBody>
          <a:bodyPr>
            <a:normAutofit/>
          </a:bodyPr>
          <a:lstStyle/>
          <a:p>
            <a:r>
              <a:rPr lang="en-US" b="1" dirty="0"/>
              <a:t>Two investment strategies were selected based on risk tolerance:</a:t>
            </a:r>
            <a:br>
              <a:rPr lang="en-US" dirty="0"/>
            </a:br>
            <a:r>
              <a:rPr lang="en-US" b="1" dirty="0"/>
              <a:t>Comedy</a:t>
            </a:r>
            <a:r>
              <a:rPr lang="en-US" dirty="0"/>
              <a:t> – a more conservative option with lower volatility</a:t>
            </a:r>
            <a:br>
              <a:rPr lang="en-US" dirty="0"/>
            </a:br>
            <a:r>
              <a:rPr lang="en-US" b="1" dirty="0"/>
              <a:t>Drama</a:t>
            </a:r>
            <a:r>
              <a:rPr lang="en-US" dirty="0"/>
              <a:t> – a higher-return opportunity, but with significantly greater risk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602463F-E3FC-96D0-11F9-1CDCF7DC67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6398259"/>
              </p:ext>
            </p:extLst>
          </p:nvPr>
        </p:nvGraphicFramePr>
        <p:xfrm>
          <a:off x="2580638" y="3066959"/>
          <a:ext cx="5741325" cy="31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EE64BC7-7D20-6E8A-DD76-4DC2B37FD39F}"/>
              </a:ext>
            </a:extLst>
          </p:cNvPr>
          <p:cNvSpPr/>
          <p:nvPr/>
        </p:nvSpPr>
        <p:spPr>
          <a:xfrm>
            <a:off x="7832436" y="3438237"/>
            <a:ext cx="1246909" cy="244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5A505-E333-7FCC-4557-ADFA8CC08335}"/>
              </a:ext>
            </a:extLst>
          </p:cNvPr>
          <p:cNvSpPr/>
          <p:nvPr/>
        </p:nvSpPr>
        <p:spPr>
          <a:xfrm>
            <a:off x="1823256" y="3429000"/>
            <a:ext cx="1246909" cy="244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2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892CD4D-3FD7-EC34-262F-0D573852550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8" b="1663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F7453D9-AE96-849F-4D15-3BBBA86A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Conservative Strategy: Comedy Films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3465F-625F-8881-0A16-27F829EC4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Stronger risk-adjusted investment potential</a:t>
            </a:r>
          </a:p>
        </p:txBody>
      </p:sp>
    </p:spTree>
    <p:extLst>
      <p:ext uri="{BB962C8B-B14F-4D97-AF65-F5344CB8AC3E}">
        <p14:creationId xmlns:p14="http://schemas.microsoft.com/office/powerpoint/2010/main" val="115988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D1DD-726A-C452-7439-CCA11AC8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BFCE-CC76-2E9D-52F1-281EC1F0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Star power in Comedy films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5D21A46-81C4-132F-5D3D-4B5DDDCE21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326424"/>
              </p:ext>
            </p:extLst>
          </p:nvPr>
        </p:nvGraphicFramePr>
        <p:xfrm>
          <a:off x="1266825" y="2992582"/>
          <a:ext cx="8582025" cy="3261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E6FE3A7-B2B5-8A07-F25A-2552D88261F9}"/>
              </a:ext>
            </a:extLst>
          </p:cNvPr>
          <p:cNvSpPr txBox="1"/>
          <p:nvPr/>
        </p:nvSpPr>
        <p:spPr>
          <a:xfrm>
            <a:off x="1097280" y="1990601"/>
            <a:ext cx="10342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Steve Carell offers the stronger risk-adjusted investment. While Joseph Gordon-Levitt delivers a slightly higher average ROI, his returns are more volatile. Overall, Steve Carell provides the better balance between return and risk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104B4C-294D-C997-476F-F761545D7606}"/>
              </a:ext>
            </a:extLst>
          </p:cNvPr>
          <p:cNvSpPr txBox="1"/>
          <p:nvPr/>
        </p:nvSpPr>
        <p:spPr>
          <a:xfrm>
            <a:off x="8135302" y="5992639"/>
            <a:ext cx="34270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*For Actor how acted in three or more comedy movies</a:t>
            </a:r>
          </a:p>
        </p:txBody>
      </p:sp>
    </p:spTree>
    <p:extLst>
      <p:ext uri="{BB962C8B-B14F-4D97-AF65-F5344CB8AC3E}">
        <p14:creationId xmlns:p14="http://schemas.microsoft.com/office/powerpoint/2010/main" val="18456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A654-FB4E-8DD7-2B05-A0683AF3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6583-5E1A-E33A-4DBB-85743002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Directors in Comedy films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19939-15A2-D9AE-9E77-0DA976A3E678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Seth Gordon is the strongest choice, offering the best balance between average ROI and investment risk among the directors analyzed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763EB3-8EB2-E213-B044-7140EA7CE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715807"/>
              </p:ext>
            </p:extLst>
          </p:nvPr>
        </p:nvGraphicFramePr>
        <p:xfrm>
          <a:off x="1552574" y="2636932"/>
          <a:ext cx="9106190" cy="333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F7F6BE-EF2B-E910-3976-CF5E08D82BF9}"/>
              </a:ext>
            </a:extLst>
          </p:cNvPr>
          <p:cNvSpPr txBox="1"/>
          <p:nvPr/>
        </p:nvSpPr>
        <p:spPr>
          <a:xfrm>
            <a:off x="8163877" y="5967343"/>
            <a:ext cx="37614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*For directors how directed in three or more comedy movies</a:t>
            </a:r>
          </a:p>
        </p:txBody>
      </p:sp>
    </p:spTree>
    <p:extLst>
      <p:ext uri="{BB962C8B-B14F-4D97-AF65-F5344CB8AC3E}">
        <p14:creationId xmlns:p14="http://schemas.microsoft.com/office/powerpoint/2010/main" val="350279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FFBD-7E72-5C8E-C5D0-415422BB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0FBF-0453-C88C-B83D-3E2DB13C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Optimal Budget &amp; Runtime for Comedy Films</a:t>
            </a:r>
            <a:br>
              <a:rPr lang="en-US" sz="3200" dirty="0"/>
            </a:br>
            <a:r>
              <a:rPr lang="en-US" sz="2000" dirty="0"/>
              <a:t>Recommended profile: Medium-budget comedy films ($10M–$40M), supported by a preferred runtime of 111–140 minutes</a:t>
            </a:r>
            <a:endParaRPr lang="en-US" sz="32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1B48578-EE59-EA7C-8702-80A159E073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1347583"/>
              </p:ext>
            </p:extLst>
          </p:nvPr>
        </p:nvGraphicFramePr>
        <p:xfrm>
          <a:off x="240145" y="5498898"/>
          <a:ext cx="1394691" cy="76010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01732">
                  <a:extLst>
                    <a:ext uri="{9D8B030D-6E8A-4147-A177-3AD203B41FA5}">
                      <a16:colId xmlns:a16="http://schemas.microsoft.com/office/drawing/2014/main" val="4257426481"/>
                    </a:ext>
                  </a:extLst>
                </a:gridCol>
                <a:gridCol w="692959">
                  <a:extLst>
                    <a:ext uri="{9D8B030D-6E8A-4147-A177-3AD203B41FA5}">
                      <a16:colId xmlns:a16="http://schemas.microsoft.com/office/drawing/2014/main" val="2138483930"/>
                    </a:ext>
                  </a:extLst>
                </a:gridCol>
              </a:tblGrid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Budget Class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Budget Range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92803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Low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&lt; $10M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753209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Medium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$10M–$40M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18336931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High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$40M–$100M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93343923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Blockbuster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&gt; $100M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3491516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6BBAE69-04AA-3E23-D44B-CA0A1B57E5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531016"/>
              </p:ext>
            </p:extLst>
          </p:nvPr>
        </p:nvGraphicFramePr>
        <p:xfrm>
          <a:off x="617604" y="2106272"/>
          <a:ext cx="4516640" cy="3125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F93FD66-5E36-EFFF-58EB-660EF7D82C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566935"/>
              </p:ext>
            </p:extLst>
          </p:nvPr>
        </p:nvGraphicFramePr>
        <p:xfrm>
          <a:off x="6509789" y="2106272"/>
          <a:ext cx="4572000" cy="2775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14000E5-8472-9F78-03FD-153CD7A76606}"/>
              </a:ext>
            </a:extLst>
          </p:cNvPr>
          <p:cNvSpPr txBox="1"/>
          <p:nvPr/>
        </p:nvSpPr>
        <p:spPr>
          <a:xfrm>
            <a:off x="6659418" y="5231785"/>
            <a:ext cx="50153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Preferred runtime: 111–140 min — highest ROI (105%), but high variability limits its predictive power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9191B7-E654-4875-0B48-50EFCEC7DAA1}"/>
              </a:ext>
            </a:extLst>
          </p:cNvPr>
          <p:cNvSpPr txBox="1"/>
          <p:nvPr/>
        </p:nvSpPr>
        <p:spPr>
          <a:xfrm>
            <a:off x="812800" y="5237288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Medium Budget ($10M–$40M): best balance between ROI and risk</a:t>
            </a:r>
          </a:p>
        </p:txBody>
      </p:sp>
    </p:spTree>
    <p:extLst>
      <p:ext uri="{BB962C8B-B14F-4D97-AF65-F5344CB8AC3E}">
        <p14:creationId xmlns:p14="http://schemas.microsoft.com/office/powerpoint/2010/main" val="98616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FDDA-5043-1DC5-4842-FB0BD2C0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C5E0-0ADC-94A2-F3EB-F97CBAA7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Movie Rating Category</a:t>
            </a:r>
            <a:br>
              <a:rPr lang="en-US" sz="3200" dirty="0"/>
            </a:br>
            <a:r>
              <a:rPr lang="en-US" sz="2000" dirty="0"/>
              <a:t>Recommended profile: PG rated movie</a:t>
            </a:r>
            <a:endParaRPr lang="en-US" sz="3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EC137F-73B4-7F2B-16FE-54F7AD109D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453490"/>
              </p:ext>
            </p:extLst>
          </p:nvPr>
        </p:nvGraphicFramePr>
        <p:xfrm>
          <a:off x="6476999" y="2056445"/>
          <a:ext cx="4778693" cy="340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DB9A353-A882-AEEB-0C93-B70FB4E2AA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1274604"/>
              </p:ext>
            </p:extLst>
          </p:nvPr>
        </p:nvGraphicFramePr>
        <p:xfrm>
          <a:off x="1089661" y="2056445"/>
          <a:ext cx="4412933" cy="340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804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9F37-3452-3ABA-24FA-CD6555AB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78A5-3EF2-AAD0-B9FC-7E7EFE33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Optimal Release Month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E91A4-9D70-791B-D2C6-51908FB35FCE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March offers the best risk-adjusted return, while October is recommended for investors seeking higher potential returns and willing to accept greater volatility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AE73F7D-CF84-48B0-62A8-F8C1D85E4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6762307"/>
              </p:ext>
            </p:extLst>
          </p:nvPr>
        </p:nvGraphicFramePr>
        <p:xfrm>
          <a:off x="1724025" y="2890173"/>
          <a:ext cx="8658225" cy="2824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131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BCC810-05C5-9CD2-D5BE-334E5F42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6D45-C715-FBFE-96BE-C61B8404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Conservative Strategy</a:t>
            </a:r>
            <a:br>
              <a:rPr lang="en-US" dirty="0"/>
            </a:br>
            <a:r>
              <a:rPr lang="en-US" sz="3200" dirty="0"/>
              <a:t>bottom line</a:t>
            </a:r>
            <a:endParaRPr lang="en-US" dirty="0"/>
          </a:p>
        </p:txBody>
      </p:sp>
      <p:graphicFrame>
        <p:nvGraphicFramePr>
          <p:cNvPr id="16" name="TextBox 13">
            <a:extLst>
              <a:ext uri="{FF2B5EF4-FFF2-40B4-BE49-F238E27FC236}">
                <a16:creationId xmlns:a16="http://schemas.microsoft.com/office/drawing/2014/main" id="{732EFE2D-1FD8-D41A-9E8C-E37705B0B1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506386"/>
              </p:ext>
            </p:extLst>
          </p:nvPr>
        </p:nvGraphicFramePr>
        <p:xfrm>
          <a:off x="1097280" y="2108201"/>
          <a:ext cx="10058400" cy="3397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465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09F5-2235-B714-0F84-374EB05E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B8A19-092F-FCE8-D796-F7865086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Aggressive Strategy: Drama Films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70C33-B2F3-17FA-3F16-1AFB94516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higher-return opportunity, but with significantly greater risk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1C2398D-06AA-2418-169F-CBC648201D4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8" b="1663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82150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62AC-C77E-DC96-CF1C-F3110CF2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28B7-B003-6607-CD75-CEAC5A8E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Star power in Drama films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1C93B-4E37-3DFC-EAB1-DD515E758ABC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Ryan Gosling offers a strong combination of high average ROI and relatively low volatility, making him an attractive risk-adjusted choice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2FFA37-AB74-993A-D1D1-8862B91696E1}"/>
              </a:ext>
            </a:extLst>
          </p:cNvPr>
          <p:cNvSpPr txBox="1"/>
          <p:nvPr/>
        </p:nvSpPr>
        <p:spPr>
          <a:xfrm>
            <a:off x="8135302" y="5992639"/>
            <a:ext cx="34270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*For Actor how acted in three or more comedy movies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5506FFC-1AD9-2CC2-FAAE-8E9CAA80A0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879604"/>
              </p:ext>
            </p:extLst>
          </p:nvPr>
        </p:nvGraphicFramePr>
        <p:xfrm>
          <a:off x="1352550" y="2724150"/>
          <a:ext cx="8677275" cy="3162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022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A148-6879-EFBB-B4D7-674A4D26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F6A1-0A90-8219-3832-94F17D89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Directors in Drama films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2D9536-44ED-F31E-90F9-5CBC4E3D6F93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Alex Kendrick combines exceptionally high return potential with a strong ROI-over-risk ratio, making him an attractive choice for investors willing to accept high volatility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CBDDA-B13D-633B-1894-1AFDFA817C9B}"/>
              </a:ext>
            </a:extLst>
          </p:cNvPr>
          <p:cNvSpPr txBox="1"/>
          <p:nvPr/>
        </p:nvSpPr>
        <p:spPr>
          <a:xfrm>
            <a:off x="8163877" y="5967343"/>
            <a:ext cx="37614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*For directors how directed in three or more comedy movies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2BB841-364A-9B37-EF4F-6C471ADFC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394107"/>
              </p:ext>
            </p:extLst>
          </p:nvPr>
        </p:nvGraphicFramePr>
        <p:xfrm>
          <a:off x="7121574" y="3142572"/>
          <a:ext cx="3729257" cy="1508760"/>
        </p:xfrm>
        <a:graphic>
          <a:graphicData uri="http://schemas.openxmlformats.org/drawingml/2006/table">
            <a:tbl>
              <a:tblPr rtl="1"/>
              <a:tblGrid>
                <a:gridCol w="1045528">
                  <a:extLst>
                    <a:ext uri="{9D8B030D-6E8A-4147-A177-3AD203B41FA5}">
                      <a16:colId xmlns:a16="http://schemas.microsoft.com/office/drawing/2014/main" val="4199399630"/>
                    </a:ext>
                  </a:extLst>
                </a:gridCol>
                <a:gridCol w="915352">
                  <a:extLst>
                    <a:ext uri="{9D8B030D-6E8A-4147-A177-3AD203B41FA5}">
                      <a16:colId xmlns:a16="http://schemas.microsoft.com/office/drawing/2014/main" val="3403027527"/>
                    </a:ext>
                  </a:extLst>
                </a:gridCol>
                <a:gridCol w="855028">
                  <a:extLst>
                    <a:ext uri="{9D8B030D-6E8A-4147-A177-3AD203B41FA5}">
                      <a16:colId xmlns:a16="http://schemas.microsoft.com/office/drawing/2014/main" val="1468641506"/>
                    </a:ext>
                  </a:extLst>
                </a:gridCol>
                <a:gridCol w="913349">
                  <a:extLst>
                    <a:ext uri="{9D8B030D-6E8A-4147-A177-3AD203B41FA5}">
                      <a16:colId xmlns:a16="http://schemas.microsoft.com/office/drawing/2014/main" val="1968447096"/>
                    </a:ext>
                  </a:extLst>
                </a:gridCol>
              </a:tblGrid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Row Labels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 of ROI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StdDev</a:t>
                      </a: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of ROI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ROI OVER RISK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030302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Alex Kendrick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6097.02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4245.82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35142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Darren Aronofsky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329.65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396.93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55421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Richard Linklater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203.07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315.88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19252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Lasse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HallstrÃ¶m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101.11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153.04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58558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Woody Allen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63.09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F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948323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Clint Eastwood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55.98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4D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195.77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75743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Steven Spielberg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3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56.57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5D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703229"/>
                  </a:ext>
                </a:extLst>
              </a:tr>
              <a:tr h="1093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Shana Feste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-15.44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075470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44E3880-F892-1294-C149-95E8FEA41E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424786"/>
              </p:ext>
            </p:extLst>
          </p:nvPr>
        </p:nvGraphicFramePr>
        <p:xfrm>
          <a:off x="1097279" y="2810118"/>
          <a:ext cx="5682211" cy="303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0CFCEB0-6741-28EC-4506-B9F69D8A0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82198"/>
              </p:ext>
            </p:extLst>
          </p:nvPr>
        </p:nvGraphicFramePr>
        <p:xfrm>
          <a:off x="7121574" y="3300413"/>
          <a:ext cx="3729257" cy="167640"/>
        </p:xfrm>
        <a:graphic>
          <a:graphicData uri="http://schemas.openxmlformats.org/drawingml/2006/table">
            <a:tbl>
              <a:tblPr/>
              <a:tblGrid>
                <a:gridCol w="3729257">
                  <a:extLst>
                    <a:ext uri="{9D8B030D-6E8A-4147-A177-3AD203B41FA5}">
                      <a16:colId xmlns:a16="http://schemas.microsoft.com/office/drawing/2014/main" val="556002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533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928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9D92-7DC7-C824-05FD-23D9EF34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1CDA-3D96-F45C-E764-6B099FDF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Optimal Budget &amp; Runtime for Drama Films</a:t>
            </a:r>
            <a:br>
              <a:rPr lang="en-US" sz="3200" dirty="0"/>
            </a:br>
            <a:r>
              <a:rPr lang="en-US" sz="2000" dirty="0"/>
              <a:t>Recommended profile: Medium-budget Drama films ($10M–$40M), supported by a preferred runtime of &lt;90 minutes</a:t>
            </a:r>
            <a:endParaRPr lang="en-US" sz="32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52A24DB-CF4B-7CE4-A354-6ACBF7FE147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40145" y="5498898"/>
          <a:ext cx="1394691" cy="76010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701732">
                  <a:extLst>
                    <a:ext uri="{9D8B030D-6E8A-4147-A177-3AD203B41FA5}">
                      <a16:colId xmlns:a16="http://schemas.microsoft.com/office/drawing/2014/main" val="4257426481"/>
                    </a:ext>
                  </a:extLst>
                </a:gridCol>
                <a:gridCol w="692959">
                  <a:extLst>
                    <a:ext uri="{9D8B030D-6E8A-4147-A177-3AD203B41FA5}">
                      <a16:colId xmlns:a16="http://schemas.microsoft.com/office/drawing/2014/main" val="2138483930"/>
                    </a:ext>
                  </a:extLst>
                </a:gridCol>
              </a:tblGrid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Budget Class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Budget Range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92803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Low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&lt; $10M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753209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Medium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$10M–$40M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18336931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High Budget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$40M–$100M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93343923"/>
                  </a:ext>
                </a:extLst>
              </a:tr>
              <a:tr h="152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Blockbuster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&gt; $100M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34915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DD5ADE2-7B0E-2137-03CE-07FC83B5A994}"/>
              </a:ext>
            </a:extLst>
          </p:cNvPr>
          <p:cNvSpPr txBox="1"/>
          <p:nvPr/>
        </p:nvSpPr>
        <p:spPr>
          <a:xfrm>
            <a:off x="6659418" y="4942401"/>
            <a:ext cx="50153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+mj-lt"/>
              </a:rPr>
              <a:t>Preferred runtime: &lt;90 minutes</a:t>
            </a:r>
            <a:r>
              <a:rPr lang="he-IL" sz="1100" dirty="0">
                <a:latin typeface="+mj-lt"/>
              </a:rPr>
              <a:t> - </a:t>
            </a:r>
            <a:r>
              <a:rPr lang="en-US" sz="1100" dirty="0">
                <a:latin typeface="+mj-lt"/>
              </a:rPr>
              <a:t>highest return potential, but extreme volatility makes it a high-risk option, and high variability limits its predictive power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C711EB-AE29-6D0B-227B-EA3F0F04D3D9}"/>
              </a:ext>
            </a:extLst>
          </p:cNvPr>
          <p:cNvSpPr txBox="1"/>
          <p:nvPr/>
        </p:nvSpPr>
        <p:spPr>
          <a:xfrm>
            <a:off x="240145" y="494240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+mj-lt"/>
              </a:rPr>
              <a:t>Medium-budget films offer the strongest balance, while low-budget films provide high-return potential at extremely unreasonably high risk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6A10491-801F-0FD7-03D5-98F7DB0110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1208010"/>
              </p:ext>
            </p:extLst>
          </p:nvPr>
        </p:nvGraphicFramePr>
        <p:xfrm>
          <a:off x="240145" y="2041207"/>
          <a:ext cx="5825346" cy="2775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2A57749-702A-C7EA-BA50-32D371944B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072520"/>
              </p:ext>
            </p:extLst>
          </p:nvPr>
        </p:nvGraphicFramePr>
        <p:xfrm>
          <a:off x="6659418" y="2041207"/>
          <a:ext cx="4627419" cy="2775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05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5FEB-D062-6492-62CB-4517CD81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8A3F-E064-873C-B847-A0CBD0AF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Movie Rating Category</a:t>
            </a:r>
            <a:br>
              <a:rPr lang="en-US" sz="3200" dirty="0"/>
            </a:br>
            <a:r>
              <a:rPr lang="en-US" sz="2000" dirty="0"/>
              <a:t>Recommended profile: PG-13 rated movie</a:t>
            </a:r>
            <a:endParaRPr lang="en-US" sz="32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C9FC16E-30C3-2117-A7BF-2B233E9F3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41991"/>
              </p:ext>
            </p:extLst>
          </p:nvPr>
        </p:nvGraphicFramePr>
        <p:xfrm>
          <a:off x="6438900" y="2219323"/>
          <a:ext cx="4716780" cy="3524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282320E-99DF-C65D-7C56-E2FE0DE1C2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26372"/>
              </p:ext>
            </p:extLst>
          </p:nvPr>
        </p:nvGraphicFramePr>
        <p:xfrm>
          <a:off x="948690" y="2219323"/>
          <a:ext cx="480441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6534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1A58-EE64-E464-9156-F03AFF50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2FD0-11D3-EB4D-4B3C-DF5A9245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Optimal Release Month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D3B76-CE67-9BC8-EEC3-01B81F3DEF1C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May offers the highest return potential, while August provides a more balanced alternative with lower volatility and still-strong ROI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02418-1C1A-E470-3F94-78C210F59A17}"/>
              </a:ext>
            </a:extLst>
          </p:cNvPr>
          <p:cNvSpPr/>
          <p:nvPr/>
        </p:nvSpPr>
        <p:spPr>
          <a:xfrm>
            <a:off x="1470831" y="3305175"/>
            <a:ext cx="1246909" cy="244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DA3D8-6164-A64D-02A7-2AB3690A26F5}"/>
              </a:ext>
            </a:extLst>
          </p:cNvPr>
          <p:cNvSpPr/>
          <p:nvPr/>
        </p:nvSpPr>
        <p:spPr>
          <a:xfrm>
            <a:off x="9908771" y="3143250"/>
            <a:ext cx="1246909" cy="2447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4A6AC2-809D-BC68-5283-8B2B76D4C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528865"/>
              </p:ext>
            </p:extLst>
          </p:nvPr>
        </p:nvGraphicFramePr>
        <p:xfrm>
          <a:off x="1718310" y="2824941"/>
          <a:ext cx="8755380" cy="3032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2293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3A330A-7C69-7412-E9EB-84FD627C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2F58-1064-3AA6-6A09-4C29B5A5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Aggressive Strategy</a:t>
            </a:r>
            <a:br>
              <a:rPr lang="en-US" dirty="0"/>
            </a:br>
            <a:r>
              <a:rPr lang="en-US" sz="3200" dirty="0"/>
              <a:t>bottom line</a:t>
            </a:r>
            <a:endParaRPr lang="en-US" dirty="0"/>
          </a:p>
        </p:txBody>
      </p:sp>
      <p:graphicFrame>
        <p:nvGraphicFramePr>
          <p:cNvPr id="16" name="TextBox 13">
            <a:extLst>
              <a:ext uri="{FF2B5EF4-FFF2-40B4-BE49-F238E27FC236}">
                <a16:creationId xmlns:a16="http://schemas.microsoft.com/office/drawing/2014/main" id="{B634A70C-2EBE-599E-CA78-DDEAFC848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972328"/>
              </p:ext>
            </p:extLst>
          </p:nvPr>
        </p:nvGraphicFramePr>
        <p:xfrm>
          <a:off x="1097280" y="2108201"/>
          <a:ext cx="10058400" cy="3397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6884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291A2F-9680-490C-5587-7A20E756661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8" b="16638"/>
          <a:stretch>
            <a:fillRect/>
          </a:stretch>
        </p:blipFill>
        <p:spPr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BB27595-DAC4-474E-FEF5-205AAF34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statements and summary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85436-D4B4-1469-3B6E-B94F27F0A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27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036F-16FD-AEAD-107C-0E49AF2E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EB2D-3FD2-F2C1-0864-5BFCE2C6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Supporting research</a:t>
            </a:r>
            <a:br>
              <a:rPr lang="en-US" dirty="0"/>
            </a:br>
            <a:r>
              <a:rPr lang="en-US" sz="3200" dirty="0"/>
              <a:t>Added Benefit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362D2-6010-0C17-FC81-B55B5D2E28C3}"/>
              </a:ext>
            </a:extLst>
          </p:cNvPr>
          <p:cNvSpPr txBox="1"/>
          <p:nvPr/>
        </p:nvSpPr>
        <p:spPr>
          <a:xfrm>
            <a:off x="1097280" y="1990601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Using the research article by</a:t>
            </a:r>
            <a:r>
              <a:rPr lang="he-IL" dirty="0">
                <a:latin typeface="+mj-lt"/>
              </a:rPr>
              <a:t> </a:t>
            </a:r>
            <a:r>
              <a:rPr lang="en-US" dirty="0">
                <a:latin typeface="+mj-lt"/>
              </a:rPr>
              <a:t>– ‘</a:t>
            </a:r>
            <a:r>
              <a:rPr lang="en-US" dirty="0"/>
              <a:t>Zachary </a:t>
            </a:r>
            <a:r>
              <a:rPr lang="en-US" dirty="0" err="1"/>
              <a:t>Wisnefsky</a:t>
            </a:r>
            <a:r>
              <a:rPr lang="en-US" dirty="0"/>
              <a:t>’</a:t>
            </a:r>
          </a:p>
          <a:p>
            <a:r>
              <a:rPr lang="en-US" dirty="0">
                <a:latin typeface="+mj-lt"/>
              </a:rPr>
              <a:t>‘Breaking Down the Box Office: An Analysis of Film Profitability Factors’ - </a:t>
            </a:r>
            <a:r>
              <a:rPr lang="en-US" dirty="0">
                <a:latin typeface="+mj-lt"/>
                <a:hlinkClick r:id="rId2"/>
              </a:rPr>
              <a:t>Link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86456-4A07-5704-6872-7DAB23FC0B9C}"/>
              </a:ext>
            </a:extLst>
          </p:cNvPr>
          <p:cNvSpPr txBox="1"/>
          <p:nvPr/>
        </p:nvSpPr>
        <p:spPr>
          <a:xfrm>
            <a:off x="2190750" y="2967335"/>
            <a:ext cx="6096000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/>
              <a:t>“I find that sequel and prequel films are much more likely to earn a profit and generate significantly higher return on investment and profit margin.”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A4355-EB5F-6DF8-9FA2-134AD5EB66A4}"/>
              </a:ext>
            </a:extLst>
          </p:cNvPr>
          <p:cNvSpPr txBox="1"/>
          <p:nvPr/>
        </p:nvSpPr>
        <p:spPr>
          <a:xfrm>
            <a:off x="1097279" y="4400426"/>
            <a:ext cx="103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And add to my both Recommendations is to </a:t>
            </a:r>
            <a:r>
              <a:rPr lang="en-US" dirty="0"/>
              <a:t>instead of invest in an original new IP, You should </a:t>
            </a:r>
            <a:r>
              <a:rPr lang="en-US" dirty="0">
                <a:latin typeface="+mj-lt"/>
              </a:rPr>
              <a:t>invest in </a:t>
            </a:r>
            <a:r>
              <a:rPr lang="en-US" dirty="0"/>
              <a:t>sequel or prequel of an existing established movies franchise  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20051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43A4-A609-3359-804B-D4DC84F5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1F5C255-D317-D366-0C0D-2E07375EB1D5}"/>
              </a:ext>
            </a:extLst>
          </p:cNvPr>
          <p:cNvGrpSpPr/>
          <p:nvPr/>
        </p:nvGrpSpPr>
        <p:grpSpPr>
          <a:xfrm>
            <a:off x="7483428" y="2073004"/>
            <a:ext cx="2436914" cy="4158615"/>
            <a:chOff x="5690602" y="0"/>
            <a:chExt cx="2436914" cy="415861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8317130-B6D7-A345-EAFF-A94FDBB83C52}"/>
                </a:ext>
              </a:extLst>
            </p:cNvPr>
            <p:cNvSpPr/>
            <p:nvPr/>
          </p:nvSpPr>
          <p:spPr>
            <a:xfrm>
              <a:off x="5690602" y="0"/>
              <a:ext cx="2436914" cy="4158615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FD78FDF7-78B2-69EA-865E-4EB7C975CDC0}"/>
                </a:ext>
              </a:extLst>
            </p:cNvPr>
            <p:cNvSpPr txBox="1"/>
            <p:nvPr/>
          </p:nvSpPr>
          <p:spPr>
            <a:xfrm>
              <a:off x="5690602" y="0"/>
              <a:ext cx="2436914" cy="124758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 dirty="0">
                  <a:latin typeface="+mj-lt"/>
                </a:rPr>
                <a:t>Analysis</a:t>
              </a:r>
              <a:endParaRPr lang="en-US" sz="30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D15848-5C92-15E2-89E9-4A757DCF4D3D}"/>
              </a:ext>
            </a:extLst>
          </p:cNvPr>
          <p:cNvGrpSpPr/>
          <p:nvPr/>
        </p:nvGrpSpPr>
        <p:grpSpPr>
          <a:xfrm>
            <a:off x="4765374" y="2073002"/>
            <a:ext cx="2436914" cy="4158615"/>
            <a:chOff x="2845542" y="0"/>
            <a:chExt cx="2436914" cy="415861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DB4D71-D4D7-A67E-B01A-5EC0BBD648F2}"/>
                </a:ext>
              </a:extLst>
            </p:cNvPr>
            <p:cNvSpPr/>
            <p:nvPr/>
          </p:nvSpPr>
          <p:spPr>
            <a:xfrm>
              <a:off x="2845542" y="0"/>
              <a:ext cx="2436914" cy="4158615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AB0912AD-7F6B-DCFC-D71E-CFDB2938F786}"/>
                </a:ext>
              </a:extLst>
            </p:cNvPr>
            <p:cNvSpPr txBox="1"/>
            <p:nvPr/>
          </p:nvSpPr>
          <p:spPr>
            <a:xfrm>
              <a:off x="2845542" y="0"/>
              <a:ext cx="2436914" cy="124758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 dirty="0"/>
                <a:t>Strategy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165E1-357D-1641-1F3F-B64BA02B381B}"/>
              </a:ext>
            </a:extLst>
          </p:cNvPr>
          <p:cNvGrpSpPr/>
          <p:nvPr/>
        </p:nvGrpSpPr>
        <p:grpSpPr>
          <a:xfrm>
            <a:off x="1991779" y="2073003"/>
            <a:ext cx="2436914" cy="4158615"/>
            <a:chOff x="482" y="0"/>
            <a:chExt cx="2436914" cy="415861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0E5ABEC-AB9E-38D1-1CAA-6D1CEF28CA5A}"/>
                </a:ext>
              </a:extLst>
            </p:cNvPr>
            <p:cNvSpPr/>
            <p:nvPr/>
          </p:nvSpPr>
          <p:spPr>
            <a:xfrm>
              <a:off x="482" y="0"/>
              <a:ext cx="2436914" cy="4158615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95506B8E-3221-F649-D86F-A7E6934096C6}"/>
                </a:ext>
              </a:extLst>
            </p:cNvPr>
            <p:cNvSpPr txBox="1"/>
            <p:nvPr/>
          </p:nvSpPr>
          <p:spPr>
            <a:xfrm>
              <a:off x="482" y="0"/>
              <a:ext cx="2436914" cy="124758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marL="0" lvl="0" indent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000" kern="1200" dirty="0">
                  <a:latin typeface="+mj-lt"/>
                </a:rPr>
                <a:t>Base features</a:t>
              </a:r>
              <a:r>
                <a:rPr lang="en-US" sz="3000" kern="1200" dirty="0"/>
                <a:t>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F8239F-4F8F-E09F-C86A-BBC0D193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Investment Recommendations Summary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BCB2FA-13B9-1224-81A0-01A6CDC12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892885"/>
              </p:ext>
            </p:extLst>
          </p:nvPr>
        </p:nvGraphicFramePr>
        <p:xfrm>
          <a:off x="1335858" y="2466976"/>
          <a:ext cx="9219747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59726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 monochrome</Template>
  <TotalTime>3047</TotalTime>
  <Words>1257</Words>
  <Application>Microsoft Office PowerPoint</Application>
  <PresentationFormat>Widescreen</PresentationFormat>
  <Paragraphs>262</Paragraphs>
  <Slides>23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Bookman Old Style</vt:lpstr>
      <vt:lpstr>Calibri</vt:lpstr>
      <vt:lpstr>Franklin Gothic Book</vt:lpstr>
      <vt:lpstr>Wingdings</vt:lpstr>
      <vt:lpstr>Custom</vt:lpstr>
      <vt:lpstr>Investing in Movies:  A Data-Driven Analysis</vt:lpstr>
      <vt:lpstr>Objective To recommend two movie investment strategies based on different risk profiles:</vt:lpstr>
      <vt:lpstr>Data Clearing Movies Relevance</vt:lpstr>
      <vt:lpstr>Data Clearing Geographic &amp; Language Focus</vt:lpstr>
      <vt:lpstr>Data Clearing  Selected Genres for Analysis</vt:lpstr>
      <vt:lpstr>Base Analysis based on genres</vt:lpstr>
      <vt:lpstr>Conservative Strategy: Comedy Films</vt:lpstr>
      <vt:lpstr>Conservative Strategy Star power in Comedy films</vt:lpstr>
      <vt:lpstr>Conservative Strategy Directors in Comedy films</vt:lpstr>
      <vt:lpstr>Conservative Strategy Optimal Budget &amp; Runtime for Comedy Films Recommended profile: Medium-budget comedy films ($10M–$40M), supported by a preferred runtime of 111–140 minutes</vt:lpstr>
      <vt:lpstr>Conservative Strategy Movie Rating Category Recommended profile: PG rated movie</vt:lpstr>
      <vt:lpstr>Conservative Strategy Optimal Release Month</vt:lpstr>
      <vt:lpstr>Conservative Strategy bottom line</vt:lpstr>
      <vt:lpstr>Aggressive Strategy: Drama Films</vt:lpstr>
      <vt:lpstr>Aggressive Strategy Star power in Drama films</vt:lpstr>
      <vt:lpstr>Aggressive Strategy Directors in Drama films</vt:lpstr>
      <vt:lpstr>Aggressive Strategy Optimal Budget &amp; Runtime for Drama Films Recommended profile: Medium-budget Drama films ($10M–$40M), supported by a preferred runtime of &lt;90 minutes</vt:lpstr>
      <vt:lpstr>Aggressive Strategy Movie Rating Category Recommended profile: PG-13 rated movie</vt:lpstr>
      <vt:lpstr>Aggressive Strategy Optimal Release Month</vt:lpstr>
      <vt:lpstr>Aggressive Strategy bottom line</vt:lpstr>
      <vt:lpstr>Final statements and summary </vt:lpstr>
      <vt:lpstr>Supporting research Added Benefit </vt:lpstr>
      <vt:lpstr>Investment Recommendations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alter</dc:creator>
  <cp:lastModifiedBy>david alter</cp:lastModifiedBy>
  <cp:revision>28</cp:revision>
  <dcterms:created xsi:type="dcterms:W3CDTF">2026-09-11T10:08:58Z</dcterms:created>
  <dcterms:modified xsi:type="dcterms:W3CDTF">2026-09-13T12:56:23Z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